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5" r:id="rId4"/>
    <p:sldId id="284" r:id="rId5"/>
    <p:sldId id="286" r:id="rId6"/>
    <p:sldId id="287" r:id="rId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A8DBB-152D-7D12-9A0F-0FC719B0E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C85F1C-808C-AAF3-2EB1-A22C24B5A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DC5BA-0D79-BE65-CC33-84369C239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07C3E-D628-8C5D-E548-DC07F2F98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E40F0-DC61-49B2-2AD6-6ED82FB7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506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7F355-465F-4257-D074-83F85E73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1911-C127-3FF1-6409-1EE2B541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B1EC0-F6C8-C2AA-3EDD-FACE67166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BD78F4-4AC1-C459-1A36-6CE55753F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E0217-D218-91C9-784B-8A27A1A62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46072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478B3-42D6-12B7-254C-DD190AAF8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D5A03-A8A8-47BD-9C94-651AA400C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0CE5E-3E8B-D6BD-E8C1-D7110B276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D11D5-2756-7AFB-0CA0-819DFA85F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BEAFE-AE61-5EB4-1A94-A49CDFD72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82381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1BFA6-D732-161C-C760-B7FDD6239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A5130-5066-F88E-E159-03CADBF3E1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53C72-7E09-B9A2-8B6B-8D9447C8B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C5D96-7C52-8E49-1293-6DD8E24F4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DAF69-4567-3794-7753-1CF048098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D77273-9F7D-E056-0A6F-75D97F6C1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48893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4350B-5741-B53B-BCE4-4A8A4610F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C21FB-BCEC-78B7-3AE8-08C1FE4F94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99FCB-815C-3578-3957-25231AAA45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8ABEC3-AE80-A3E4-BBC7-406C9E2865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DB2A3D-27A0-A74C-1C48-228C9BCAF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178D-7FA5-6D42-5145-75222FD32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19B23-605E-685E-6061-D2D8633B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3B7743-B8BF-90DE-189E-B73DF7975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181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9DAFA-DDF0-E3B2-F290-3B1AD657B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1E7B30-98F8-37EB-A6AE-21FA7427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666F52-8B8F-2566-7E69-1D4234883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1C320-7055-01AE-AF64-3B6CA52B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53386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6690F-E653-0924-84C6-240F3077C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0939E7-B5D8-752E-EB53-6011A02C8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C45E-9377-1CAB-9972-0DEA19904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90224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7BBDD-EC59-ED36-F1B0-2766E0EF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6FBBF-7754-3B61-D0F1-1F6C10D07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D7B55-CD5A-FA60-D7CD-2BE824DC1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277E25-127D-CECD-833A-CCBF000B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FCBB1-24CE-9062-06FF-817739E45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80D0D-5E7E-DD0A-CDB1-B71AD76F1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8931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4621E-9EA4-25D2-9B07-50D3E147F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BDA56-8125-4796-3DDE-02B8EFC29E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01F81-2199-1DA8-17F6-336AB331B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510BF1-F909-2DE3-D438-0D11CAA70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D85659-1616-5435-C048-5AE2E1C72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22528D-166D-A3B1-99B2-0BB0FEA12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263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4CD9F-7F20-8860-3382-0B35DF712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62A2C-6D0F-CCC1-4BE6-A0FE6AEF2D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2AA07-7586-A7C5-6E20-6E3A8FFF2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24B5B-3549-4482-60EB-BC845B661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9C1B6-5AE5-1EE8-7385-8D000DE9A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7576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8AA23E-64FA-C6DF-FC37-3B64969A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F8957-C076-882D-DD20-262A9F52F3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312BF-BF76-13C6-9A7D-D7509C04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F7C0A-F360-B888-6F17-8427ACBDB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106DB-1ED4-ADEA-6AF0-2DA35432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0945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C6FF17-352D-2582-38D2-3CCA533E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33B50-A456-2B59-00DE-0E2EEC13B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DEBC2-042C-102D-D42D-DD84E2744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B5E1E-9178-4650-86C2-B7894A08E5D0}" type="datetimeFigureOut">
              <a:rPr lang="vi-VN" smtClean="0"/>
              <a:t>19/04/2025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A6218-9B8D-B0AC-3737-9A30F5283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38970-0A06-859A-92A8-5270BA578B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C4714-9C09-424A-B2CF-E43329160DD7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65321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Hình ảnh 14" descr="Ảnh có chứa biểu tượng, Nhãn hiệu, Phông chữ, vòng tròn&#10;&#10;Mô tả được tạo tự động">
            <a:extLst>
              <a:ext uri="{FF2B5EF4-FFF2-40B4-BE49-F238E27FC236}">
                <a16:creationId xmlns:a16="http://schemas.microsoft.com/office/drawing/2014/main" id="{651B1003-515A-F546-AE5D-559635FDB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9806" y="1882806"/>
            <a:ext cx="3092388" cy="3092388"/>
          </a:xfrm>
          <a:prstGeom prst="rect">
            <a:avLst/>
          </a:prstGeom>
        </p:spPr>
      </p:pic>
      <p:sp>
        <p:nvSpPr>
          <p:cNvPr id="2" name="minhgiang.pro 3">
            <a:extLst>
              <a:ext uri="{FF2B5EF4-FFF2-40B4-BE49-F238E27FC236}">
                <a16:creationId xmlns:a16="http://schemas.microsoft.com/office/drawing/2014/main" id="{A22044FB-4B72-7265-8E93-1887B379FC82}"/>
              </a:ext>
            </a:extLst>
          </p:cNvPr>
          <p:cNvSpPr/>
          <p:nvPr/>
        </p:nvSpPr>
        <p:spPr>
          <a:xfrm>
            <a:off x="13284410" y="513913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inhgiang.pro 1">
            <a:extLst>
              <a:ext uri="{FF2B5EF4-FFF2-40B4-BE49-F238E27FC236}">
                <a16:creationId xmlns:a16="http://schemas.microsoft.com/office/drawing/2014/main" id="{3C93806C-7DA3-A243-0D42-7788699BD263}"/>
              </a:ext>
            </a:extLst>
          </p:cNvPr>
          <p:cNvSpPr/>
          <p:nvPr/>
        </p:nvSpPr>
        <p:spPr>
          <a:xfrm>
            <a:off x="4138613" y="-257517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minhgiang.pro 2">
            <a:extLst>
              <a:ext uri="{FF2B5EF4-FFF2-40B4-BE49-F238E27FC236}">
                <a16:creationId xmlns:a16="http://schemas.microsoft.com/office/drawing/2014/main" id="{AC92850C-9117-9C4D-0A9A-73CD29933DE7}"/>
              </a:ext>
            </a:extLst>
          </p:cNvPr>
          <p:cNvSpPr/>
          <p:nvPr/>
        </p:nvSpPr>
        <p:spPr>
          <a:xfrm>
            <a:off x="1863233" y="787856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minhgiang.pro 3">
            <a:extLst>
              <a:ext uri="{FF2B5EF4-FFF2-40B4-BE49-F238E27FC236}">
                <a16:creationId xmlns:a16="http://schemas.microsoft.com/office/drawing/2014/main" id="{B5C25C1F-47EC-3B54-77B9-7CE45530FAD6}"/>
              </a:ext>
            </a:extLst>
          </p:cNvPr>
          <p:cNvSpPr/>
          <p:nvPr/>
        </p:nvSpPr>
        <p:spPr>
          <a:xfrm>
            <a:off x="-2071064" y="-954042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128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200">
        <p159:morph option="byObject"/>
      </p:transition>
    </mc:Choice>
    <mc:Fallback xmlns="">
      <p:transition spd="slow" advClick="0" advTm="2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F0038F-A898-D352-6ABB-239782B4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iang">
            <a:extLst>
              <a:ext uri="{FF2B5EF4-FFF2-40B4-BE49-F238E27FC236}">
                <a16:creationId xmlns:a16="http://schemas.microsoft.com/office/drawing/2014/main" id="{CF966350-755E-B6B7-E5ED-E1B3C9AB970D}"/>
              </a:ext>
            </a:extLst>
          </p:cNvPr>
          <p:cNvSpPr/>
          <p:nvPr/>
        </p:nvSpPr>
        <p:spPr>
          <a:xfrm>
            <a:off x="5431384" y="2711697"/>
            <a:ext cx="1620668" cy="911626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noProof="1">
              <a:cs typeface="+mn-ea"/>
              <a:sym typeface="+mn-lt"/>
            </a:endParaRPr>
          </a:p>
        </p:txBody>
      </p:sp>
      <p:pic>
        <p:nvPicPr>
          <p:cNvPr id="4" name="Hình ảnh 14" descr="Ảnh có chứa biểu tượng, Nhãn hiệu, Phông chữ, vòng tròn&#10;&#10;Mô tả được tạo tự động">
            <a:extLst>
              <a:ext uri="{FF2B5EF4-FFF2-40B4-BE49-F238E27FC236}">
                <a16:creationId xmlns:a16="http://schemas.microsoft.com/office/drawing/2014/main" id="{049984DC-CB2E-FD5A-13D1-273FC8BA9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9806" y="-8312754"/>
            <a:ext cx="3092388" cy="309238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863BC6-6B85-3A7D-1A49-441B7742A1F4}"/>
              </a:ext>
            </a:extLst>
          </p:cNvPr>
          <p:cNvSpPr txBox="1"/>
          <p:nvPr/>
        </p:nvSpPr>
        <p:spPr>
          <a:xfrm>
            <a:off x="4471516" y="2100105"/>
            <a:ext cx="3587262" cy="223814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grpSp>
        <p:nvGrpSpPr>
          <p:cNvPr id="2" name="Nhóm 686">
            <a:extLst>
              <a:ext uri="{FF2B5EF4-FFF2-40B4-BE49-F238E27FC236}">
                <a16:creationId xmlns:a16="http://schemas.microsoft.com/office/drawing/2014/main" id="{3959ADAC-CD58-16A7-941D-6D917740B240}"/>
              </a:ext>
            </a:extLst>
          </p:cNvPr>
          <p:cNvGrpSpPr/>
          <p:nvPr/>
        </p:nvGrpSpPr>
        <p:grpSpPr>
          <a:xfrm>
            <a:off x="2448434" y="2272191"/>
            <a:ext cx="7295132" cy="2072301"/>
            <a:chOff x="11769" y="1493560"/>
            <a:chExt cx="6662756" cy="2072301"/>
          </a:xfrm>
        </p:grpSpPr>
        <p:sp>
          <p:nvSpPr>
            <p:cNvPr id="3" name="minhgiang.pro 8">
              <a:extLst>
                <a:ext uri="{FF2B5EF4-FFF2-40B4-BE49-F238E27FC236}">
                  <a16:creationId xmlns:a16="http://schemas.microsoft.com/office/drawing/2014/main" id="{45B8CAA4-A9C9-BA4C-0B66-34E969EE656B}"/>
                </a:ext>
              </a:extLst>
            </p:cNvPr>
            <p:cNvSpPr txBox="1"/>
            <p:nvPr/>
          </p:nvSpPr>
          <p:spPr>
            <a:xfrm>
              <a:off x="11769" y="1493560"/>
              <a:ext cx="6662756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vi-VN" sz="3600" b="1" noProof="1">
                  <a:solidFill>
                    <a:srgbClr val="9F7BDE"/>
                  </a:solidFill>
                  <a:latin typeface="Arial" panose="020B0604020202020204" pitchFamily="34" charset="0"/>
                  <a:ea typeface="STHupo" panose="020B0503020204020204" pitchFamily="2" charset="-122"/>
                  <a:cs typeface="Arial" panose="020B0604020202020204" pitchFamily="34" charset="0"/>
                </a:rPr>
                <a:t>Giải pháp phần mềm thi trắc nghiệm cho trường HPC</a:t>
              </a:r>
            </a:p>
          </p:txBody>
        </p:sp>
        <p:pic>
          <p:nvPicPr>
            <p:cNvPr id="5" name="Hình ảnh 688" descr="Ảnh có chứa Phông chữ, Đồ họa, biểu tượng, thiết kế đồ họa&#10;&#10;Mô tả được tạo tự động">
              <a:extLst>
                <a:ext uri="{FF2B5EF4-FFF2-40B4-BE49-F238E27FC236}">
                  <a16:creationId xmlns:a16="http://schemas.microsoft.com/office/drawing/2014/main" id="{F28969DD-A6DE-9B8F-CCD4-5A5CD0ACDE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15243" y="2844692"/>
              <a:ext cx="2790725" cy="721169"/>
            </a:xfrm>
            <a:prstGeom prst="rect">
              <a:avLst/>
            </a:prstGeom>
          </p:spPr>
        </p:pic>
      </p:grpSp>
      <p:sp>
        <p:nvSpPr>
          <p:cNvPr id="6" name="minhgiang.pro 3">
            <a:extLst>
              <a:ext uri="{FF2B5EF4-FFF2-40B4-BE49-F238E27FC236}">
                <a16:creationId xmlns:a16="http://schemas.microsoft.com/office/drawing/2014/main" id="{25C3C66A-65E5-39EE-5936-3C7E67123E72}"/>
              </a:ext>
            </a:extLst>
          </p:cNvPr>
          <p:cNvSpPr/>
          <p:nvPr/>
        </p:nvSpPr>
        <p:spPr>
          <a:xfrm>
            <a:off x="11516570" y="425521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inhgiang.pro 1">
            <a:extLst>
              <a:ext uri="{FF2B5EF4-FFF2-40B4-BE49-F238E27FC236}">
                <a16:creationId xmlns:a16="http://schemas.microsoft.com/office/drawing/2014/main" id="{1FE5AB91-986D-2B3E-2138-460BBC13C903}"/>
              </a:ext>
            </a:extLst>
          </p:cNvPr>
          <p:cNvSpPr/>
          <p:nvPr/>
        </p:nvSpPr>
        <p:spPr>
          <a:xfrm>
            <a:off x="4062413" y="-164553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minhgiang.pro 2">
            <a:extLst>
              <a:ext uri="{FF2B5EF4-FFF2-40B4-BE49-F238E27FC236}">
                <a16:creationId xmlns:a16="http://schemas.microsoft.com/office/drawing/2014/main" id="{AC21BD3D-398F-928D-C0EC-1231962515C8}"/>
              </a:ext>
            </a:extLst>
          </p:cNvPr>
          <p:cNvSpPr/>
          <p:nvPr/>
        </p:nvSpPr>
        <p:spPr>
          <a:xfrm>
            <a:off x="2716673" y="565352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minhgiang.pro 3">
            <a:extLst>
              <a:ext uri="{FF2B5EF4-FFF2-40B4-BE49-F238E27FC236}">
                <a16:creationId xmlns:a16="http://schemas.microsoft.com/office/drawing/2014/main" id="{A114BA0D-0C9C-2D61-F8DF-63E1F1C40820}"/>
              </a:ext>
            </a:extLst>
          </p:cNvPr>
          <p:cNvSpPr/>
          <p:nvPr/>
        </p:nvSpPr>
        <p:spPr>
          <a:xfrm>
            <a:off x="-232431" y="-693496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551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A6F5892-ACBC-826F-C113-25E81EAB9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nhgiang.pro 3">
            <a:extLst>
              <a:ext uri="{FF2B5EF4-FFF2-40B4-BE49-F238E27FC236}">
                <a16:creationId xmlns:a16="http://schemas.microsoft.com/office/drawing/2014/main" id="{84B965E3-C038-F68D-80EE-B656C3457FD2}"/>
              </a:ext>
            </a:extLst>
          </p:cNvPr>
          <p:cNvSpPr/>
          <p:nvPr/>
        </p:nvSpPr>
        <p:spPr>
          <a:xfrm>
            <a:off x="11516570" y="425521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inhgiang.pro 1">
            <a:extLst>
              <a:ext uri="{FF2B5EF4-FFF2-40B4-BE49-F238E27FC236}">
                <a16:creationId xmlns:a16="http://schemas.microsoft.com/office/drawing/2014/main" id="{1AEAEAC1-3EB6-5510-FDC3-09799ABF87F7}"/>
              </a:ext>
            </a:extLst>
          </p:cNvPr>
          <p:cNvSpPr/>
          <p:nvPr/>
        </p:nvSpPr>
        <p:spPr>
          <a:xfrm>
            <a:off x="4062413" y="-164553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minhgiang.pro 2">
            <a:extLst>
              <a:ext uri="{FF2B5EF4-FFF2-40B4-BE49-F238E27FC236}">
                <a16:creationId xmlns:a16="http://schemas.microsoft.com/office/drawing/2014/main" id="{E3460BA0-D85D-4F1C-6C65-946384A5C7FE}"/>
              </a:ext>
            </a:extLst>
          </p:cNvPr>
          <p:cNvSpPr/>
          <p:nvPr/>
        </p:nvSpPr>
        <p:spPr>
          <a:xfrm>
            <a:off x="2716673" y="565352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minhgiang.pro 3">
            <a:extLst>
              <a:ext uri="{FF2B5EF4-FFF2-40B4-BE49-F238E27FC236}">
                <a16:creationId xmlns:a16="http://schemas.microsoft.com/office/drawing/2014/main" id="{AB5D4519-A17F-9168-943F-20892D030088}"/>
              </a:ext>
            </a:extLst>
          </p:cNvPr>
          <p:cNvSpPr/>
          <p:nvPr/>
        </p:nvSpPr>
        <p:spPr>
          <a:xfrm>
            <a:off x="-232431" y="-693496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2" name="Graphic 687">
            <a:extLst>
              <a:ext uri="{FF2B5EF4-FFF2-40B4-BE49-F238E27FC236}">
                <a16:creationId xmlns:a16="http://schemas.microsoft.com/office/drawing/2014/main" id="{C838429A-3ECE-5163-04E9-8532A802EC6E}"/>
              </a:ext>
            </a:extLst>
          </p:cNvPr>
          <p:cNvGrpSpPr/>
          <p:nvPr/>
        </p:nvGrpSpPr>
        <p:grpSpPr>
          <a:xfrm>
            <a:off x="9696857" y="-1977081"/>
            <a:ext cx="285343" cy="305450"/>
            <a:chOff x="169036" y="7930298"/>
            <a:chExt cx="285343" cy="305450"/>
          </a:xfrm>
          <a:solidFill>
            <a:srgbClr val="2A344A"/>
          </a:solidFill>
        </p:grpSpPr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EF6A87B6-C204-2977-F971-48B01E1D925B}"/>
                </a:ext>
              </a:extLst>
            </p:cNvPr>
            <p:cNvSpPr/>
            <p:nvPr/>
          </p:nvSpPr>
          <p:spPr>
            <a:xfrm>
              <a:off x="276824" y="7953422"/>
              <a:ext cx="177555" cy="160311"/>
            </a:xfrm>
            <a:custGeom>
              <a:avLst/>
              <a:gdLst>
                <a:gd name="connsiteX0" fmla="*/ 9525 w 177555"/>
                <a:gd name="connsiteY0" fmla="*/ 160312 h 160311"/>
                <a:gd name="connsiteX1" fmla="*/ 2419 w 177555"/>
                <a:gd name="connsiteY1" fmla="*/ 157130 h 160311"/>
                <a:gd name="connsiteX2" fmla="*/ 3191 w 177555"/>
                <a:gd name="connsiteY2" fmla="*/ 143681 h 160311"/>
                <a:gd name="connsiteX3" fmla="*/ 161697 w 177555"/>
                <a:gd name="connsiteY3" fmla="*/ 2416 h 160311"/>
                <a:gd name="connsiteX4" fmla="*/ 175136 w 177555"/>
                <a:gd name="connsiteY4" fmla="*/ 3187 h 160311"/>
                <a:gd name="connsiteX5" fmla="*/ 174365 w 177555"/>
                <a:gd name="connsiteY5" fmla="*/ 16637 h 160311"/>
                <a:gd name="connsiteX6" fmla="*/ 15859 w 177555"/>
                <a:gd name="connsiteY6" fmla="*/ 157902 h 160311"/>
                <a:gd name="connsiteX7" fmla="*/ 9525 w 177555"/>
                <a:gd name="connsiteY7" fmla="*/ 160312 h 160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555" h="160311">
                  <a:moveTo>
                    <a:pt x="9525" y="160312"/>
                  </a:moveTo>
                  <a:cubicBezTo>
                    <a:pt x="6906" y="160312"/>
                    <a:pt x="4296" y="159235"/>
                    <a:pt x="2419" y="157130"/>
                  </a:cubicBezTo>
                  <a:cubicBezTo>
                    <a:pt x="-1086" y="153196"/>
                    <a:pt x="-743" y="147186"/>
                    <a:pt x="3191" y="143681"/>
                  </a:cubicBezTo>
                  <a:lnTo>
                    <a:pt x="161697" y="2416"/>
                  </a:lnTo>
                  <a:cubicBezTo>
                    <a:pt x="165611" y="-1080"/>
                    <a:pt x="171641" y="-747"/>
                    <a:pt x="175136" y="3187"/>
                  </a:cubicBezTo>
                  <a:cubicBezTo>
                    <a:pt x="178642" y="7121"/>
                    <a:pt x="178299" y="13131"/>
                    <a:pt x="174365" y="16637"/>
                  </a:cubicBezTo>
                  <a:lnTo>
                    <a:pt x="15859" y="157902"/>
                  </a:lnTo>
                  <a:cubicBezTo>
                    <a:pt x="14050" y="159512"/>
                    <a:pt x="11792" y="160312"/>
                    <a:pt x="9525" y="160312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BCE3EDCC-C95D-0342-0D47-3E31E0498167}"/>
                </a:ext>
              </a:extLst>
            </p:cNvPr>
            <p:cNvSpPr/>
            <p:nvPr/>
          </p:nvSpPr>
          <p:spPr>
            <a:xfrm>
              <a:off x="236127" y="7933449"/>
              <a:ext cx="77633" cy="135507"/>
            </a:xfrm>
            <a:custGeom>
              <a:avLst/>
              <a:gdLst>
                <a:gd name="connsiteX0" fmla="*/ 9513 w 77633"/>
                <a:gd name="connsiteY0" fmla="*/ 135508 h 135507"/>
                <a:gd name="connsiteX1" fmla="*/ 5246 w 77633"/>
                <a:gd name="connsiteY1" fmla="*/ 134498 h 135507"/>
                <a:gd name="connsiteX2" fmla="*/ 1017 w 77633"/>
                <a:gd name="connsiteY2" fmla="*/ 121706 h 135507"/>
                <a:gd name="connsiteX3" fmla="*/ 59595 w 77633"/>
                <a:gd name="connsiteY3" fmla="*/ 5244 h 135507"/>
                <a:gd name="connsiteX4" fmla="*/ 72388 w 77633"/>
                <a:gd name="connsiteY4" fmla="*/ 1015 h 135507"/>
                <a:gd name="connsiteX5" fmla="*/ 76617 w 77633"/>
                <a:gd name="connsiteY5" fmla="*/ 13807 h 135507"/>
                <a:gd name="connsiteX6" fmla="*/ 18038 w 77633"/>
                <a:gd name="connsiteY6" fmla="*/ 130269 h 135507"/>
                <a:gd name="connsiteX7" fmla="*/ 9513 w 77633"/>
                <a:gd name="connsiteY7" fmla="*/ 135508 h 13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633" h="135507">
                  <a:moveTo>
                    <a:pt x="9513" y="135508"/>
                  </a:moveTo>
                  <a:cubicBezTo>
                    <a:pt x="8084" y="135508"/>
                    <a:pt x="6617" y="135184"/>
                    <a:pt x="5246" y="134498"/>
                  </a:cubicBezTo>
                  <a:cubicBezTo>
                    <a:pt x="550" y="132126"/>
                    <a:pt x="-1346" y="126402"/>
                    <a:pt x="1017" y="121706"/>
                  </a:cubicBezTo>
                  <a:lnTo>
                    <a:pt x="59595" y="5244"/>
                  </a:lnTo>
                  <a:cubicBezTo>
                    <a:pt x="61958" y="558"/>
                    <a:pt x="67654" y="-1347"/>
                    <a:pt x="72388" y="1015"/>
                  </a:cubicBezTo>
                  <a:cubicBezTo>
                    <a:pt x="77083" y="3387"/>
                    <a:pt x="78979" y="9111"/>
                    <a:pt x="76617" y="13807"/>
                  </a:cubicBezTo>
                  <a:lnTo>
                    <a:pt x="18038" y="130269"/>
                  </a:lnTo>
                  <a:cubicBezTo>
                    <a:pt x="16361" y="133593"/>
                    <a:pt x="12999" y="135508"/>
                    <a:pt x="9513" y="13550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CDCA10BE-244B-0467-F2C1-40898A1A28C2}"/>
                </a:ext>
              </a:extLst>
            </p:cNvPr>
            <p:cNvSpPr/>
            <p:nvPr/>
          </p:nvSpPr>
          <p:spPr>
            <a:xfrm>
              <a:off x="169036" y="7930298"/>
              <a:ext cx="41865" cy="107197"/>
            </a:xfrm>
            <a:custGeom>
              <a:avLst/>
              <a:gdLst>
                <a:gd name="connsiteX0" fmla="*/ 9538 w 41865"/>
                <a:gd name="connsiteY0" fmla="*/ 107198 h 107197"/>
                <a:gd name="connsiteX1" fmla="*/ 7147 w 41865"/>
                <a:gd name="connsiteY1" fmla="*/ 106893 h 107197"/>
                <a:gd name="connsiteX2" fmla="*/ 308 w 41865"/>
                <a:gd name="connsiteY2" fmla="*/ 95282 h 107197"/>
                <a:gd name="connsiteX3" fmla="*/ 23121 w 41865"/>
                <a:gd name="connsiteY3" fmla="*/ 7137 h 107197"/>
                <a:gd name="connsiteX4" fmla="*/ 34722 w 41865"/>
                <a:gd name="connsiteY4" fmla="*/ 298 h 107197"/>
                <a:gd name="connsiteX5" fmla="*/ 41561 w 41865"/>
                <a:gd name="connsiteY5" fmla="*/ 11909 h 107197"/>
                <a:gd name="connsiteX6" fmla="*/ 18748 w 41865"/>
                <a:gd name="connsiteY6" fmla="*/ 100054 h 107197"/>
                <a:gd name="connsiteX7" fmla="*/ 9538 w 41865"/>
                <a:gd name="connsiteY7" fmla="*/ 107198 h 107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865" h="107197">
                  <a:moveTo>
                    <a:pt x="9538" y="107198"/>
                  </a:moveTo>
                  <a:cubicBezTo>
                    <a:pt x="8747" y="107198"/>
                    <a:pt x="7947" y="107093"/>
                    <a:pt x="7147" y="106893"/>
                  </a:cubicBezTo>
                  <a:cubicBezTo>
                    <a:pt x="2051" y="105569"/>
                    <a:pt x="-1016" y="100378"/>
                    <a:pt x="308" y="95282"/>
                  </a:cubicBezTo>
                  <a:lnTo>
                    <a:pt x="23121" y="7137"/>
                  </a:lnTo>
                  <a:cubicBezTo>
                    <a:pt x="24435" y="2042"/>
                    <a:pt x="29636" y="-997"/>
                    <a:pt x="34722" y="298"/>
                  </a:cubicBezTo>
                  <a:cubicBezTo>
                    <a:pt x="39818" y="1613"/>
                    <a:pt x="42875" y="6814"/>
                    <a:pt x="41561" y="11909"/>
                  </a:cubicBezTo>
                  <a:lnTo>
                    <a:pt x="18748" y="100054"/>
                  </a:lnTo>
                  <a:cubicBezTo>
                    <a:pt x="17634" y="104350"/>
                    <a:pt x="13767" y="107198"/>
                    <a:pt x="9538" y="1071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B5CB0E23-8B15-0DE5-001D-AE050CEE0085}"/>
                </a:ext>
              </a:extLst>
            </p:cNvPr>
            <p:cNvSpPr/>
            <p:nvPr/>
          </p:nvSpPr>
          <p:spPr>
            <a:xfrm>
              <a:off x="324579" y="8107376"/>
              <a:ext cx="123860" cy="61145"/>
            </a:xfrm>
            <a:custGeom>
              <a:avLst/>
              <a:gdLst>
                <a:gd name="connsiteX0" fmla="*/ 9528 w 123860"/>
                <a:gd name="connsiteY0" fmla="*/ 61145 h 61145"/>
                <a:gd name="connsiteX1" fmla="*/ 689 w 123860"/>
                <a:gd name="connsiteY1" fmla="*/ 55164 h 61145"/>
                <a:gd name="connsiteX2" fmla="*/ 5976 w 123860"/>
                <a:gd name="connsiteY2" fmla="*/ 42781 h 61145"/>
                <a:gd name="connsiteX3" fmla="*/ 110779 w 123860"/>
                <a:gd name="connsiteY3" fmla="*/ 690 h 61145"/>
                <a:gd name="connsiteX4" fmla="*/ 123171 w 123860"/>
                <a:gd name="connsiteY4" fmla="*/ 5986 h 61145"/>
                <a:gd name="connsiteX5" fmla="*/ 117885 w 123860"/>
                <a:gd name="connsiteY5" fmla="*/ 18378 h 61145"/>
                <a:gd name="connsiteX6" fmla="*/ 13081 w 123860"/>
                <a:gd name="connsiteY6" fmla="*/ 60450 h 61145"/>
                <a:gd name="connsiteX7" fmla="*/ 9528 w 123860"/>
                <a:gd name="connsiteY7" fmla="*/ 61145 h 6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860" h="61145">
                  <a:moveTo>
                    <a:pt x="9528" y="61145"/>
                  </a:moveTo>
                  <a:cubicBezTo>
                    <a:pt x="5757" y="61145"/>
                    <a:pt x="2185" y="58888"/>
                    <a:pt x="689" y="55164"/>
                  </a:cubicBezTo>
                  <a:cubicBezTo>
                    <a:pt x="-1273" y="50287"/>
                    <a:pt x="1099" y="44734"/>
                    <a:pt x="5976" y="42781"/>
                  </a:cubicBezTo>
                  <a:lnTo>
                    <a:pt x="110779" y="690"/>
                  </a:lnTo>
                  <a:cubicBezTo>
                    <a:pt x="115713" y="-1272"/>
                    <a:pt x="121219" y="1090"/>
                    <a:pt x="123171" y="5986"/>
                  </a:cubicBezTo>
                  <a:cubicBezTo>
                    <a:pt x="125133" y="10873"/>
                    <a:pt x="122762" y="16416"/>
                    <a:pt x="117885" y="18378"/>
                  </a:cubicBezTo>
                  <a:lnTo>
                    <a:pt x="13081" y="60450"/>
                  </a:lnTo>
                  <a:cubicBezTo>
                    <a:pt x="11919" y="60926"/>
                    <a:pt x="10709" y="61145"/>
                    <a:pt x="9528" y="61145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72311400-8932-D7F1-82F3-D53563FBF32B}"/>
                </a:ext>
              </a:extLst>
            </p:cNvPr>
            <p:cNvSpPr/>
            <p:nvPr/>
          </p:nvSpPr>
          <p:spPr>
            <a:xfrm>
              <a:off x="340974" y="8214850"/>
              <a:ext cx="111331" cy="20898"/>
            </a:xfrm>
            <a:custGeom>
              <a:avLst/>
              <a:gdLst>
                <a:gd name="connsiteX0" fmla="*/ 9527 w 111331"/>
                <a:gd name="connsiteY0" fmla="*/ 20898 h 20898"/>
                <a:gd name="connsiteX1" fmla="*/ 2 w 111331"/>
                <a:gd name="connsiteY1" fmla="*/ 11564 h 20898"/>
                <a:gd name="connsiteX2" fmla="*/ 9327 w 111331"/>
                <a:gd name="connsiteY2" fmla="*/ 1848 h 20898"/>
                <a:gd name="connsiteX3" fmla="*/ 101615 w 111331"/>
                <a:gd name="connsiteY3" fmla="*/ 1 h 20898"/>
                <a:gd name="connsiteX4" fmla="*/ 111330 w 111331"/>
                <a:gd name="connsiteY4" fmla="*/ 9335 h 20898"/>
                <a:gd name="connsiteX5" fmla="*/ 102005 w 111331"/>
                <a:gd name="connsiteY5" fmla="*/ 19051 h 20898"/>
                <a:gd name="connsiteX6" fmla="*/ 9727 w 111331"/>
                <a:gd name="connsiteY6" fmla="*/ 20898 h 20898"/>
                <a:gd name="connsiteX7" fmla="*/ 9527 w 111331"/>
                <a:gd name="connsiteY7" fmla="*/ 20898 h 2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31" h="20898">
                  <a:moveTo>
                    <a:pt x="9527" y="20898"/>
                  </a:moveTo>
                  <a:cubicBezTo>
                    <a:pt x="4355" y="20898"/>
                    <a:pt x="107" y="16765"/>
                    <a:pt x="2" y="11564"/>
                  </a:cubicBezTo>
                  <a:cubicBezTo>
                    <a:pt x="-103" y="6306"/>
                    <a:pt x="4079" y="1953"/>
                    <a:pt x="9327" y="1848"/>
                  </a:cubicBezTo>
                  <a:lnTo>
                    <a:pt x="101615" y="1"/>
                  </a:lnTo>
                  <a:cubicBezTo>
                    <a:pt x="106911" y="-57"/>
                    <a:pt x="111235" y="4077"/>
                    <a:pt x="111330" y="9335"/>
                  </a:cubicBezTo>
                  <a:cubicBezTo>
                    <a:pt x="111435" y="14593"/>
                    <a:pt x="107254" y="18946"/>
                    <a:pt x="102005" y="19051"/>
                  </a:cubicBezTo>
                  <a:lnTo>
                    <a:pt x="9727" y="20898"/>
                  </a:lnTo>
                  <a:cubicBezTo>
                    <a:pt x="9651" y="20898"/>
                    <a:pt x="9593" y="20898"/>
                    <a:pt x="9527" y="208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</p:grpSp>
      <p:sp>
        <p:nvSpPr>
          <p:cNvPr id="621" name="TextBox 620">
            <a:extLst>
              <a:ext uri="{FF2B5EF4-FFF2-40B4-BE49-F238E27FC236}">
                <a16:creationId xmlns:a16="http://schemas.microsoft.com/office/drawing/2014/main" id="{325A91B9-5A41-0DA0-44A6-23217223216D}"/>
              </a:ext>
            </a:extLst>
          </p:cNvPr>
          <p:cNvSpPr txBox="1"/>
          <p:nvPr/>
        </p:nvSpPr>
        <p:spPr>
          <a:xfrm>
            <a:off x="11365727" y="6380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endParaRPr lang="vi-VN" dirty="0"/>
          </a:p>
        </p:txBody>
      </p:sp>
      <p:sp>
        <p:nvSpPr>
          <p:cNvPr id="6" name="Giang">
            <a:extLst>
              <a:ext uri="{FF2B5EF4-FFF2-40B4-BE49-F238E27FC236}">
                <a16:creationId xmlns:a16="http://schemas.microsoft.com/office/drawing/2014/main" id="{B3454964-3165-C662-8D67-92583955218F}"/>
              </a:ext>
            </a:extLst>
          </p:cNvPr>
          <p:cNvSpPr/>
          <p:nvPr/>
        </p:nvSpPr>
        <p:spPr>
          <a:xfrm>
            <a:off x="447368" y="210435"/>
            <a:ext cx="11297264" cy="6354711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noProof="1">
              <a:cs typeface="+mn-ea"/>
              <a:sym typeface="+mn-lt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591B78B8-AA4C-DA61-2EEB-0386CEF334FD}"/>
              </a:ext>
            </a:extLst>
          </p:cNvPr>
          <p:cNvSpPr txBox="1"/>
          <p:nvPr/>
        </p:nvSpPr>
        <p:spPr>
          <a:xfrm>
            <a:off x="1560868" y="811522"/>
            <a:ext cx="62115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noProof="1">
                <a:solidFill>
                  <a:srgbClr val="9F7BDE"/>
                </a:solidFill>
                <a:cs typeface="Arial" panose="020B0604020202020204" pitchFamily="34" charset="0"/>
              </a:rPr>
              <a:t>Đặt vấn đề</a:t>
            </a:r>
            <a:endParaRPr lang="vi-VN" sz="4000" noProof="1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323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5CCD8-5833-931B-C1A2-4EFF2E8D5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minhgiang.pro 3">
            <a:extLst>
              <a:ext uri="{FF2B5EF4-FFF2-40B4-BE49-F238E27FC236}">
                <a16:creationId xmlns:a16="http://schemas.microsoft.com/office/drawing/2014/main" id="{67E7965E-7337-3944-8019-26F946B33208}"/>
              </a:ext>
            </a:extLst>
          </p:cNvPr>
          <p:cNvSpPr/>
          <p:nvPr/>
        </p:nvSpPr>
        <p:spPr>
          <a:xfrm>
            <a:off x="11516570" y="425521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3" name="minhgiang.pro 1">
            <a:extLst>
              <a:ext uri="{FF2B5EF4-FFF2-40B4-BE49-F238E27FC236}">
                <a16:creationId xmlns:a16="http://schemas.microsoft.com/office/drawing/2014/main" id="{D9A678FE-91FA-ECF5-861F-9118E684B2DD}"/>
              </a:ext>
            </a:extLst>
          </p:cNvPr>
          <p:cNvSpPr/>
          <p:nvPr/>
        </p:nvSpPr>
        <p:spPr>
          <a:xfrm>
            <a:off x="4062413" y="-164553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24" name="minhgiang.pro 2">
            <a:extLst>
              <a:ext uri="{FF2B5EF4-FFF2-40B4-BE49-F238E27FC236}">
                <a16:creationId xmlns:a16="http://schemas.microsoft.com/office/drawing/2014/main" id="{15446716-641B-5841-AC45-206A82789B01}"/>
              </a:ext>
            </a:extLst>
          </p:cNvPr>
          <p:cNvSpPr/>
          <p:nvPr/>
        </p:nvSpPr>
        <p:spPr>
          <a:xfrm>
            <a:off x="2716673" y="565352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25" name="minhgiang.pro 3">
            <a:extLst>
              <a:ext uri="{FF2B5EF4-FFF2-40B4-BE49-F238E27FC236}">
                <a16:creationId xmlns:a16="http://schemas.microsoft.com/office/drawing/2014/main" id="{B6CC6FDC-233C-5262-B9C5-16D69D097A34}"/>
              </a:ext>
            </a:extLst>
          </p:cNvPr>
          <p:cNvSpPr/>
          <p:nvPr/>
        </p:nvSpPr>
        <p:spPr>
          <a:xfrm>
            <a:off x="-232431" y="-693496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2" name="Graphic 687">
            <a:extLst>
              <a:ext uri="{FF2B5EF4-FFF2-40B4-BE49-F238E27FC236}">
                <a16:creationId xmlns:a16="http://schemas.microsoft.com/office/drawing/2014/main" id="{D3C890F0-5493-A8EA-F671-C78E8BC6883F}"/>
              </a:ext>
            </a:extLst>
          </p:cNvPr>
          <p:cNvGrpSpPr/>
          <p:nvPr/>
        </p:nvGrpSpPr>
        <p:grpSpPr>
          <a:xfrm>
            <a:off x="9696857" y="-1977081"/>
            <a:ext cx="285343" cy="305450"/>
            <a:chOff x="169036" y="7930298"/>
            <a:chExt cx="285343" cy="305450"/>
          </a:xfrm>
          <a:solidFill>
            <a:srgbClr val="2A344A"/>
          </a:solidFill>
        </p:grpSpPr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7CCCB7DC-181B-5BD1-CA43-1AF197CE22E5}"/>
                </a:ext>
              </a:extLst>
            </p:cNvPr>
            <p:cNvSpPr/>
            <p:nvPr/>
          </p:nvSpPr>
          <p:spPr>
            <a:xfrm>
              <a:off x="276824" y="7953422"/>
              <a:ext cx="177555" cy="160311"/>
            </a:xfrm>
            <a:custGeom>
              <a:avLst/>
              <a:gdLst>
                <a:gd name="connsiteX0" fmla="*/ 9525 w 177555"/>
                <a:gd name="connsiteY0" fmla="*/ 160312 h 160311"/>
                <a:gd name="connsiteX1" fmla="*/ 2419 w 177555"/>
                <a:gd name="connsiteY1" fmla="*/ 157130 h 160311"/>
                <a:gd name="connsiteX2" fmla="*/ 3191 w 177555"/>
                <a:gd name="connsiteY2" fmla="*/ 143681 h 160311"/>
                <a:gd name="connsiteX3" fmla="*/ 161697 w 177555"/>
                <a:gd name="connsiteY3" fmla="*/ 2416 h 160311"/>
                <a:gd name="connsiteX4" fmla="*/ 175136 w 177555"/>
                <a:gd name="connsiteY4" fmla="*/ 3187 h 160311"/>
                <a:gd name="connsiteX5" fmla="*/ 174365 w 177555"/>
                <a:gd name="connsiteY5" fmla="*/ 16637 h 160311"/>
                <a:gd name="connsiteX6" fmla="*/ 15859 w 177555"/>
                <a:gd name="connsiteY6" fmla="*/ 157902 h 160311"/>
                <a:gd name="connsiteX7" fmla="*/ 9525 w 177555"/>
                <a:gd name="connsiteY7" fmla="*/ 160312 h 160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555" h="160311">
                  <a:moveTo>
                    <a:pt x="9525" y="160312"/>
                  </a:moveTo>
                  <a:cubicBezTo>
                    <a:pt x="6906" y="160312"/>
                    <a:pt x="4296" y="159235"/>
                    <a:pt x="2419" y="157130"/>
                  </a:cubicBezTo>
                  <a:cubicBezTo>
                    <a:pt x="-1086" y="153196"/>
                    <a:pt x="-743" y="147186"/>
                    <a:pt x="3191" y="143681"/>
                  </a:cubicBezTo>
                  <a:lnTo>
                    <a:pt x="161697" y="2416"/>
                  </a:lnTo>
                  <a:cubicBezTo>
                    <a:pt x="165611" y="-1080"/>
                    <a:pt x="171641" y="-747"/>
                    <a:pt x="175136" y="3187"/>
                  </a:cubicBezTo>
                  <a:cubicBezTo>
                    <a:pt x="178642" y="7121"/>
                    <a:pt x="178299" y="13131"/>
                    <a:pt x="174365" y="16637"/>
                  </a:cubicBezTo>
                  <a:lnTo>
                    <a:pt x="15859" y="157902"/>
                  </a:lnTo>
                  <a:cubicBezTo>
                    <a:pt x="14050" y="159512"/>
                    <a:pt x="11792" y="160312"/>
                    <a:pt x="9525" y="160312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C5AD63FB-C5F6-8348-8E4D-511E6693813B}"/>
                </a:ext>
              </a:extLst>
            </p:cNvPr>
            <p:cNvSpPr/>
            <p:nvPr/>
          </p:nvSpPr>
          <p:spPr>
            <a:xfrm>
              <a:off x="236127" y="7933449"/>
              <a:ext cx="77633" cy="135507"/>
            </a:xfrm>
            <a:custGeom>
              <a:avLst/>
              <a:gdLst>
                <a:gd name="connsiteX0" fmla="*/ 9513 w 77633"/>
                <a:gd name="connsiteY0" fmla="*/ 135508 h 135507"/>
                <a:gd name="connsiteX1" fmla="*/ 5246 w 77633"/>
                <a:gd name="connsiteY1" fmla="*/ 134498 h 135507"/>
                <a:gd name="connsiteX2" fmla="*/ 1017 w 77633"/>
                <a:gd name="connsiteY2" fmla="*/ 121706 h 135507"/>
                <a:gd name="connsiteX3" fmla="*/ 59595 w 77633"/>
                <a:gd name="connsiteY3" fmla="*/ 5244 h 135507"/>
                <a:gd name="connsiteX4" fmla="*/ 72388 w 77633"/>
                <a:gd name="connsiteY4" fmla="*/ 1015 h 135507"/>
                <a:gd name="connsiteX5" fmla="*/ 76617 w 77633"/>
                <a:gd name="connsiteY5" fmla="*/ 13807 h 135507"/>
                <a:gd name="connsiteX6" fmla="*/ 18038 w 77633"/>
                <a:gd name="connsiteY6" fmla="*/ 130269 h 135507"/>
                <a:gd name="connsiteX7" fmla="*/ 9513 w 77633"/>
                <a:gd name="connsiteY7" fmla="*/ 135508 h 13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633" h="135507">
                  <a:moveTo>
                    <a:pt x="9513" y="135508"/>
                  </a:moveTo>
                  <a:cubicBezTo>
                    <a:pt x="8084" y="135508"/>
                    <a:pt x="6617" y="135184"/>
                    <a:pt x="5246" y="134498"/>
                  </a:cubicBezTo>
                  <a:cubicBezTo>
                    <a:pt x="550" y="132126"/>
                    <a:pt x="-1346" y="126402"/>
                    <a:pt x="1017" y="121706"/>
                  </a:cubicBezTo>
                  <a:lnTo>
                    <a:pt x="59595" y="5244"/>
                  </a:lnTo>
                  <a:cubicBezTo>
                    <a:pt x="61958" y="558"/>
                    <a:pt x="67654" y="-1347"/>
                    <a:pt x="72388" y="1015"/>
                  </a:cubicBezTo>
                  <a:cubicBezTo>
                    <a:pt x="77083" y="3387"/>
                    <a:pt x="78979" y="9111"/>
                    <a:pt x="76617" y="13807"/>
                  </a:cubicBezTo>
                  <a:lnTo>
                    <a:pt x="18038" y="130269"/>
                  </a:lnTo>
                  <a:cubicBezTo>
                    <a:pt x="16361" y="133593"/>
                    <a:pt x="12999" y="135508"/>
                    <a:pt x="9513" y="13550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4C87669-F91D-9B54-BD3D-7370E43666D4}"/>
                </a:ext>
              </a:extLst>
            </p:cNvPr>
            <p:cNvSpPr/>
            <p:nvPr/>
          </p:nvSpPr>
          <p:spPr>
            <a:xfrm>
              <a:off x="169036" y="7930298"/>
              <a:ext cx="41865" cy="107197"/>
            </a:xfrm>
            <a:custGeom>
              <a:avLst/>
              <a:gdLst>
                <a:gd name="connsiteX0" fmla="*/ 9538 w 41865"/>
                <a:gd name="connsiteY0" fmla="*/ 107198 h 107197"/>
                <a:gd name="connsiteX1" fmla="*/ 7147 w 41865"/>
                <a:gd name="connsiteY1" fmla="*/ 106893 h 107197"/>
                <a:gd name="connsiteX2" fmla="*/ 308 w 41865"/>
                <a:gd name="connsiteY2" fmla="*/ 95282 h 107197"/>
                <a:gd name="connsiteX3" fmla="*/ 23121 w 41865"/>
                <a:gd name="connsiteY3" fmla="*/ 7137 h 107197"/>
                <a:gd name="connsiteX4" fmla="*/ 34722 w 41865"/>
                <a:gd name="connsiteY4" fmla="*/ 298 h 107197"/>
                <a:gd name="connsiteX5" fmla="*/ 41561 w 41865"/>
                <a:gd name="connsiteY5" fmla="*/ 11909 h 107197"/>
                <a:gd name="connsiteX6" fmla="*/ 18748 w 41865"/>
                <a:gd name="connsiteY6" fmla="*/ 100054 h 107197"/>
                <a:gd name="connsiteX7" fmla="*/ 9538 w 41865"/>
                <a:gd name="connsiteY7" fmla="*/ 107198 h 107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865" h="107197">
                  <a:moveTo>
                    <a:pt x="9538" y="107198"/>
                  </a:moveTo>
                  <a:cubicBezTo>
                    <a:pt x="8747" y="107198"/>
                    <a:pt x="7947" y="107093"/>
                    <a:pt x="7147" y="106893"/>
                  </a:cubicBezTo>
                  <a:cubicBezTo>
                    <a:pt x="2051" y="105569"/>
                    <a:pt x="-1016" y="100378"/>
                    <a:pt x="308" y="95282"/>
                  </a:cubicBezTo>
                  <a:lnTo>
                    <a:pt x="23121" y="7137"/>
                  </a:lnTo>
                  <a:cubicBezTo>
                    <a:pt x="24435" y="2042"/>
                    <a:pt x="29636" y="-997"/>
                    <a:pt x="34722" y="298"/>
                  </a:cubicBezTo>
                  <a:cubicBezTo>
                    <a:pt x="39818" y="1613"/>
                    <a:pt x="42875" y="6814"/>
                    <a:pt x="41561" y="11909"/>
                  </a:cubicBezTo>
                  <a:lnTo>
                    <a:pt x="18748" y="100054"/>
                  </a:lnTo>
                  <a:cubicBezTo>
                    <a:pt x="17634" y="104350"/>
                    <a:pt x="13767" y="107198"/>
                    <a:pt x="9538" y="1071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40827741-0BFB-A746-8F37-B62A753B1134}"/>
                </a:ext>
              </a:extLst>
            </p:cNvPr>
            <p:cNvSpPr/>
            <p:nvPr/>
          </p:nvSpPr>
          <p:spPr>
            <a:xfrm>
              <a:off x="324579" y="8107376"/>
              <a:ext cx="123860" cy="61145"/>
            </a:xfrm>
            <a:custGeom>
              <a:avLst/>
              <a:gdLst>
                <a:gd name="connsiteX0" fmla="*/ 9528 w 123860"/>
                <a:gd name="connsiteY0" fmla="*/ 61145 h 61145"/>
                <a:gd name="connsiteX1" fmla="*/ 689 w 123860"/>
                <a:gd name="connsiteY1" fmla="*/ 55164 h 61145"/>
                <a:gd name="connsiteX2" fmla="*/ 5976 w 123860"/>
                <a:gd name="connsiteY2" fmla="*/ 42781 h 61145"/>
                <a:gd name="connsiteX3" fmla="*/ 110779 w 123860"/>
                <a:gd name="connsiteY3" fmla="*/ 690 h 61145"/>
                <a:gd name="connsiteX4" fmla="*/ 123171 w 123860"/>
                <a:gd name="connsiteY4" fmla="*/ 5986 h 61145"/>
                <a:gd name="connsiteX5" fmla="*/ 117885 w 123860"/>
                <a:gd name="connsiteY5" fmla="*/ 18378 h 61145"/>
                <a:gd name="connsiteX6" fmla="*/ 13081 w 123860"/>
                <a:gd name="connsiteY6" fmla="*/ 60450 h 61145"/>
                <a:gd name="connsiteX7" fmla="*/ 9528 w 123860"/>
                <a:gd name="connsiteY7" fmla="*/ 61145 h 6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860" h="61145">
                  <a:moveTo>
                    <a:pt x="9528" y="61145"/>
                  </a:moveTo>
                  <a:cubicBezTo>
                    <a:pt x="5757" y="61145"/>
                    <a:pt x="2185" y="58888"/>
                    <a:pt x="689" y="55164"/>
                  </a:cubicBezTo>
                  <a:cubicBezTo>
                    <a:pt x="-1273" y="50287"/>
                    <a:pt x="1099" y="44734"/>
                    <a:pt x="5976" y="42781"/>
                  </a:cubicBezTo>
                  <a:lnTo>
                    <a:pt x="110779" y="690"/>
                  </a:lnTo>
                  <a:cubicBezTo>
                    <a:pt x="115713" y="-1272"/>
                    <a:pt x="121219" y="1090"/>
                    <a:pt x="123171" y="5986"/>
                  </a:cubicBezTo>
                  <a:cubicBezTo>
                    <a:pt x="125133" y="10873"/>
                    <a:pt x="122762" y="16416"/>
                    <a:pt x="117885" y="18378"/>
                  </a:cubicBezTo>
                  <a:lnTo>
                    <a:pt x="13081" y="60450"/>
                  </a:lnTo>
                  <a:cubicBezTo>
                    <a:pt x="11919" y="60926"/>
                    <a:pt x="10709" y="61145"/>
                    <a:pt x="9528" y="61145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94BA81C-313C-D6BF-9FFB-FBEACB3326CB}"/>
                </a:ext>
              </a:extLst>
            </p:cNvPr>
            <p:cNvSpPr/>
            <p:nvPr/>
          </p:nvSpPr>
          <p:spPr>
            <a:xfrm>
              <a:off x="340974" y="8214850"/>
              <a:ext cx="111331" cy="20898"/>
            </a:xfrm>
            <a:custGeom>
              <a:avLst/>
              <a:gdLst>
                <a:gd name="connsiteX0" fmla="*/ 9527 w 111331"/>
                <a:gd name="connsiteY0" fmla="*/ 20898 h 20898"/>
                <a:gd name="connsiteX1" fmla="*/ 2 w 111331"/>
                <a:gd name="connsiteY1" fmla="*/ 11564 h 20898"/>
                <a:gd name="connsiteX2" fmla="*/ 9327 w 111331"/>
                <a:gd name="connsiteY2" fmla="*/ 1848 h 20898"/>
                <a:gd name="connsiteX3" fmla="*/ 101615 w 111331"/>
                <a:gd name="connsiteY3" fmla="*/ 1 h 20898"/>
                <a:gd name="connsiteX4" fmla="*/ 111330 w 111331"/>
                <a:gd name="connsiteY4" fmla="*/ 9335 h 20898"/>
                <a:gd name="connsiteX5" fmla="*/ 102005 w 111331"/>
                <a:gd name="connsiteY5" fmla="*/ 19051 h 20898"/>
                <a:gd name="connsiteX6" fmla="*/ 9727 w 111331"/>
                <a:gd name="connsiteY6" fmla="*/ 20898 h 20898"/>
                <a:gd name="connsiteX7" fmla="*/ 9527 w 111331"/>
                <a:gd name="connsiteY7" fmla="*/ 20898 h 2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31" h="20898">
                  <a:moveTo>
                    <a:pt x="9527" y="20898"/>
                  </a:moveTo>
                  <a:cubicBezTo>
                    <a:pt x="4355" y="20898"/>
                    <a:pt x="107" y="16765"/>
                    <a:pt x="2" y="11564"/>
                  </a:cubicBezTo>
                  <a:cubicBezTo>
                    <a:pt x="-103" y="6306"/>
                    <a:pt x="4079" y="1953"/>
                    <a:pt x="9327" y="1848"/>
                  </a:cubicBezTo>
                  <a:lnTo>
                    <a:pt x="101615" y="1"/>
                  </a:lnTo>
                  <a:cubicBezTo>
                    <a:pt x="106911" y="-57"/>
                    <a:pt x="111235" y="4077"/>
                    <a:pt x="111330" y="9335"/>
                  </a:cubicBezTo>
                  <a:cubicBezTo>
                    <a:pt x="111435" y="14593"/>
                    <a:pt x="107254" y="18946"/>
                    <a:pt x="102005" y="19051"/>
                  </a:cubicBezTo>
                  <a:lnTo>
                    <a:pt x="9727" y="20898"/>
                  </a:lnTo>
                  <a:cubicBezTo>
                    <a:pt x="9651" y="20898"/>
                    <a:pt x="9593" y="20898"/>
                    <a:pt x="9527" y="208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</p:grpSp>
      <p:sp>
        <p:nvSpPr>
          <p:cNvPr id="626" name="Giang">
            <a:extLst>
              <a:ext uri="{FF2B5EF4-FFF2-40B4-BE49-F238E27FC236}">
                <a16:creationId xmlns:a16="http://schemas.microsoft.com/office/drawing/2014/main" id="{ADC03C00-725A-3FB6-D79F-D532B626BB22}"/>
              </a:ext>
            </a:extLst>
          </p:cNvPr>
          <p:cNvSpPr/>
          <p:nvPr/>
        </p:nvSpPr>
        <p:spPr>
          <a:xfrm>
            <a:off x="447368" y="210435"/>
            <a:ext cx="11297264" cy="6354711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noProof="1">
              <a:cs typeface="+mn-ea"/>
              <a:sym typeface="+mn-lt"/>
            </a:endParaRPr>
          </a:p>
        </p:txBody>
      </p:sp>
      <p:sp>
        <p:nvSpPr>
          <p:cNvPr id="621" name="TextBox 620">
            <a:extLst>
              <a:ext uri="{FF2B5EF4-FFF2-40B4-BE49-F238E27FC236}">
                <a16:creationId xmlns:a16="http://schemas.microsoft.com/office/drawing/2014/main" id="{2F0F5340-F3D8-1FEB-A11A-9D5214FD81C5}"/>
              </a:ext>
            </a:extLst>
          </p:cNvPr>
          <p:cNvSpPr txBox="1"/>
          <p:nvPr/>
        </p:nvSpPr>
        <p:spPr>
          <a:xfrm>
            <a:off x="11365727" y="6380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endParaRPr lang="vi-VN" dirty="0"/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01193116-8844-A166-3CEE-8A17B5860856}"/>
              </a:ext>
            </a:extLst>
          </p:cNvPr>
          <p:cNvSpPr txBox="1"/>
          <p:nvPr/>
        </p:nvSpPr>
        <p:spPr>
          <a:xfrm>
            <a:off x="1560868" y="811522"/>
            <a:ext cx="6211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noProof="1">
                <a:solidFill>
                  <a:srgbClr val="9F7BDE"/>
                </a:solidFill>
                <a:cs typeface="Arial" panose="020B0604020202020204" pitchFamily="34" charset="0"/>
              </a:rPr>
              <a:t>Lý do chọn đề tài, phạm vi nghiên cứu</a:t>
            </a:r>
            <a:endParaRPr lang="vi-VN" sz="4000" noProof="1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433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1CB116-F24F-3430-03F3-B3DB048F1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nhgiang.pro 3">
            <a:extLst>
              <a:ext uri="{FF2B5EF4-FFF2-40B4-BE49-F238E27FC236}">
                <a16:creationId xmlns:a16="http://schemas.microsoft.com/office/drawing/2014/main" id="{D5198B62-8879-B9B4-0517-9FE3F0955133}"/>
              </a:ext>
            </a:extLst>
          </p:cNvPr>
          <p:cNvSpPr/>
          <p:nvPr/>
        </p:nvSpPr>
        <p:spPr>
          <a:xfrm>
            <a:off x="11516570" y="425521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inhgiang.pro 1">
            <a:extLst>
              <a:ext uri="{FF2B5EF4-FFF2-40B4-BE49-F238E27FC236}">
                <a16:creationId xmlns:a16="http://schemas.microsoft.com/office/drawing/2014/main" id="{D8988301-84C5-1621-9682-E1399BCCE580}"/>
              </a:ext>
            </a:extLst>
          </p:cNvPr>
          <p:cNvSpPr/>
          <p:nvPr/>
        </p:nvSpPr>
        <p:spPr>
          <a:xfrm>
            <a:off x="4062413" y="-164553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minhgiang.pro 2">
            <a:extLst>
              <a:ext uri="{FF2B5EF4-FFF2-40B4-BE49-F238E27FC236}">
                <a16:creationId xmlns:a16="http://schemas.microsoft.com/office/drawing/2014/main" id="{86763A36-F8F3-4172-56B4-65F1423E9E2B}"/>
              </a:ext>
            </a:extLst>
          </p:cNvPr>
          <p:cNvSpPr/>
          <p:nvPr/>
        </p:nvSpPr>
        <p:spPr>
          <a:xfrm>
            <a:off x="2716673" y="565352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minhgiang.pro 3">
            <a:extLst>
              <a:ext uri="{FF2B5EF4-FFF2-40B4-BE49-F238E27FC236}">
                <a16:creationId xmlns:a16="http://schemas.microsoft.com/office/drawing/2014/main" id="{332896FC-FB69-2F8C-4A58-8C227F8713AB}"/>
              </a:ext>
            </a:extLst>
          </p:cNvPr>
          <p:cNvSpPr/>
          <p:nvPr/>
        </p:nvSpPr>
        <p:spPr>
          <a:xfrm>
            <a:off x="-232431" y="-693496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2" name="Graphic 687">
            <a:extLst>
              <a:ext uri="{FF2B5EF4-FFF2-40B4-BE49-F238E27FC236}">
                <a16:creationId xmlns:a16="http://schemas.microsoft.com/office/drawing/2014/main" id="{35BA7AB8-6A78-6E78-4AF7-BF9DACB7EEDE}"/>
              </a:ext>
            </a:extLst>
          </p:cNvPr>
          <p:cNvGrpSpPr/>
          <p:nvPr/>
        </p:nvGrpSpPr>
        <p:grpSpPr>
          <a:xfrm>
            <a:off x="9696857" y="-1977081"/>
            <a:ext cx="285343" cy="305450"/>
            <a:chOff x="169036" y="7930298"/>
            <a:chExt cx="285343" cy="305450"/>
          </a:xfrm>
          <a:solidFill>
            <a:srgbClr val="2A344A"/>
          </a:solidFill>
        </p:grpSpPr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7C0A92A1-6CA7-D3A7-77CE-44939C5C0059}"/>
                </a:ext>
              </a:extLst>
            </p:cNvPr>
            <p:cNvSpPr/>
            <p:nvPr/>
          </p:nvSpPr>
          <p:spPr>
            <a:xfrm>
              <a:off x="276824" y="7953422"/>
              <a:ext cx="177555" cy="160311"/>
            </a:xfrm>
            <a:custGeom>
              <a:avLst/>
              <a:gdLst>
                <a:gd name="connsiteX0" fmla="*/ 9525 w 177555"/>
                <a:gd name="connsiteY0" fmla="*/ 160312 h 160311"/>
                <a:gd name="connsiteX1" fmla="*/ 2419 w 177555"/>
                <a:gd name="connsiteY1" fmla="*/ 157130 h 160311"/>
                <a:gd name="connsiteX2" fmla="*/ 3191 w 177555"/>
                <a:gd name="connsiteY2" fmla="*/ 143681 h 160311"/>
                <a:gd name="connsiteX3" fmla="*/ 161697 w 177555"/>
                <a:gd name="connsiteY3" fmla="*/ 2416 h 160311"/>
                <a:gd name="connsiteX4" fmla="*/ 175136 w 177555"/>
                <a:gd name="connsiteY4" fmla="*/ 3187 h 160311"/>
                <a:gd name="connsiteX5" fmla="*/ 174365 w 177555"/>
                <a:gd name="connsiteY5" fmla="*/ 16637 h 160311"/>
                <a:gd name="connsiteX6" fmla="*/ 15859 w 177555"/>
                <a:gd name="connsiteY6" fmla="*/ 157902 h 160311"/>
                <a:gd name="connsiteX7" fmla="*/ 9525 w 177555"/>
                <a:gd name="connsiteY7" fmla="*/ 160312 h 160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555" h="160311">
                  <a:moveTo>
                    <a:pt x="9525" y="160312"/>
                  </a:moveTo>
                  <a:cubicBezTo>
                    <a:pt x="6906" y="160312"/>
                    <a:pt x="4296" y="159235"/>
                    <a:pt x="2419" y="157130"/>
                  </a:cubicBezTo>
                  <a:cubicBezTo>
                    <a:pt x="-1086" y="153196"/>
                    <a:pt x="-743" y="147186"/>
                    <a:pt x="3191" y="143681"/>
                  </a:cubicBezTo>
                  <a:lnTo>
                    <a:pt x="161697" y="2416"/>
                  </a:lnTo>
                  <a:cubicBezTo>
                    <a:pt x="165611" y="-1080"/>
                    <a:pt x="171641" y="-747"/>
                    <a:pt x="175136" y="3187"/>
                  </a:cubicBezTo>
                  <a:cubicBezTo>
                    <a:pt x="178642" y="7121"/>
                    <a:pt x="178299" y="13131"/>
                    <a:pt x="174365" y="16637"/>
                  </a:cubicBezTo>
                  <a:lnTo>
                    <a:pt x="15859" y="157902"/>
                  </a:lnTo>
                  <a:cubicBezTo>
                    <a:pt x="14050" y="159512"/>
                    <a:pt x="11792" y="160312"/>
                    <a:pt x="9525" y="160312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9566CA7C-FCF5-46E1-C8DE-FC69EBD3156B}"/>
                </a:ext>
              </a:extLst>
            </p:cNvPr>
            <p:cNvSpPr/>
            <p:nvPr/>
          </p:nvSpPr>
          <p:spPr>
            <a:xfrm>
              <a:off x="236127" y="7933449"/>
              <a:ext cx="77633" cy="135507"/>
            </a:xfrm>
            <a:custGeom>
              <a:avLst/>
              <a:gdLst>
                <a:gd name="connsiteX0" fmla="*/ 9513 w 77633"/>
                <a:gd name="connsiteY0" fmla="*/ 135508 h 135507"/>
                <a:gd name="connsiteX1" fmla="*/ 5246 w 77633"/>
                <a:gd name="connsiteY1" fmla="*/ 134498 h 135507"/>
                <a:gd name="connsiteX2" fmla="*/ 1017 w 77633"/>
                <a:gd name="connsiteY2" fmla="*/ 121706 h 135507"/>
                <a:gd name="connsiteX3" fmla="*/ 59595 w 77633"/>
                <a:gd name="connsiteY3" fmla="*/ 5244 h 135507"/>
                <a:gd name="connsiteX4" fmla="*/ 72388 w 77633"/>
                <a:gd name="connsiteY4" fmla="*/ 1015 h 135507"/>
                <a:gd name="connsiteX5" fmla="*/ 76617 w 77633"/>
                <a:gd name="connsiteY5" fmla="*/ 13807 h 135507"/>
                <a:gd name="connsiteX6" fmla="*/ 18038 w 77633"/>
                <a:gd name="connsiteY6" fmla="*/ 130269 h 135507"/>
                <a:gd name="connsiteX7" fmla="*/ 9513 w 77633"/>
                <a:gd name="connsiteY7" fmla="*/ 135508 h 13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633" h="135507">
                  <a:moveTo>
                    <a:pt x="9513" y="135508"/>
                  </a:moveTo>
                  <a:cubicBezTo>
                    <a:pt x="8084" y="135508"/>
                    <a:pt x="6617" y="135184"/>
                    <a:pt x="5246" y="134498"/>
                  </a:cubicBezTo>
                  <a:cubicBezTo>
                    <a:pt x="550" y="132126"/>
                    <a:pt x="-1346" y="126402"/>
                    <a:pt x="1017" y="121706"/>
                  </a:cubicBezTo>
                  <a:lnTo>
                    <a:pt x="59595" y="5244"/>
                  </a:lnTo>
                  <a:cubicBezTo>
                    <a:pt x="61958" y="558"/>
                    <a:pt x="67654" y="-1347"/>
                    <a:pt x="72388" y="1015"/>
                  </a:cubicBezTo>
                  <a:cubicBezTo>
                    <a:pt x="77083" y="3387"/>
                    <a:pt x="78979" y="9111"/>
                    <a:pt x="76617" y="13807"/>
                  </a:cubicBezTo>
                  <a:lnTo>
                    <a:pt x="18038" y="130269"/>
                  </a:lnTo>
                  <a:cubicBezTo>
                    <a:pt x="16361" y="133593"/>
                    <a:pt x="12999" y="135508"/>
                    <a:pt x="9513" y="13550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5E2F7D6F-B3A5-FF41-D3C6-202ED0154E1D}"/>
                </a:ext>
              </a:extLst>
            </p:cNvPr>
            <p:cNvSpPr/>
            <p:nvPr/>
          </p:nvSpPr>
          <p:spPr>
            <a:xfrm>
              <a:off x="169036" y="7930298"/>
              <a:ext cx="41865" cy="107197"/>
            </a:xfrm>
            <a:custGeom>
              <a:avLst/>
              <a:gdLst>
                <a:gd name="connsiteX0" fmla="*/ 9538 w 41865"/>
                <a:gd name="connsiteY0" fmla="*/ 107198 h 107197"/>
                <a:gd name="connsiteX1" fmla="*/ 7147 w 41865"/>
                <a:gd name="connsiteY1" fmla="*/ 106893 h 107197"/>
                <a:gd name="connsiteX2" fmla="*/ 308 w 41865"/>
                <a:gd name="connsiteY2" fmla="*/ 95282 h 107197"/>
                <a:gd name="connsiteX3" fmla="*/ 23121 w 41865"/>
                <a:gd name="connsiteY3" fmla="*/ 7137 h 107197"/>
                <a:gd name="connsiteX4" fmla="*/ 34722 w 41865"/>
                <a:gd name="connsiteY4" fmla="*/ 298 h 107197"/>
                <a:gd name="connsiteX5" fmla="*/ 41561 w 41865"/>
                <a:gd name="connsiteY5" fmla="*/ 11909 h 107197"/>
                <a:gd name="connsiteX6" fmla="*/ 18748 w 41865"/>
                <a:gd name="connsiteY6" fmla="*/ 100054 h 107197"/>
                <a:gd name="connsiteX7" fmla="*/ 9538 w 41865"/>
                <a:gd name="connsiteY7" fmla="*/ 107198 h 107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865" h="107197">
                  <a:moveTo>
                    <a:pt x="9538" y="107198"/>
                  </a:moveTo>
                  <a:cubicBezTo>
                    <a:pt x="8747" y="107198"/>
                    <a:pt x="7947" y="107093"/>
                    <a:pt x="7147" y="106893"/>
                  </a:cubicBezTo>
                  <a:cubicBezTo>
                    <a:pt x="2051" y="105569"/>
                    <a:pt x="-1016" y="100378"/>
                    <a:pt x="308" y="95282"/>
                  </a:cubicBezTo>
                  <a:lnTo>
                    <a:pt x="23121" y="7137"/>
                  </a:lnTo>
                  <a:cubicBezTo>
                    <a:pt x="24435" y="2042"/>
                    <a:pt x="29636" y="-997"/>
                    <a:pt x="34722" y="298"/>
                  </a:cubicBezTo>
                  <a:cubicBezTo>
                    <a:pt x="39818" y="1613"/>
                    <a:pt x="42875" y="6814"/>
                    <a:pt x="41561" y="11909"/>
                  </a:cubicBezTo>
                  <a:lnTo>
                    <a:pt x="18748" y="100054"/>
                  </a:lnTo>
                  <a:cubicBezTo>
                    <a:pt x="17634" y="104350"/>
                    <a:pt x="13767" y="107198"/>
                    <a:pt x="9538" y="1071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9E57CB4F-8181-B9C4-41EC-B56331FD9405}"/>
                </a:ext>
              </a:extLst>
            </p:cNvPr>
            <p:cNvSpPr/>
            <p:nvPr/>
          </p:nvSpPr>
          <p:spPr>
            <a:xfrm>
              <a:off x="324579" y="8107376"/>
              <a:ext cx="123860" cy="61145"/>
            </a:xfrm>
            <a:custGeom>
              <a:avLst/>
              <a:gdLst>
                <a:gd name="connsiteX0" fmla="*/ 9528 w 123860"/>
                <a:gd name="connsiteY0" fmla="*/ 61145 h 61145"/>
                <a:gd name="connsiteX1" fmla="*/ 689 w 123860"/>
                <a:gd name="connsiteY1" fmla="*/ 55164 h 61145"/>
                <a:gd name="connsiteX2" fmla="*/ 5976 w 123860"/>
                <a:gd name="connsiteY2" fmla="*/ 42781 h 61145"/>
                <a:gd name="connsiteX3" fmla="*/ 110779 w 123860"/>
                <a:gd name="connsiteY3" fmla="*/ 690 h 61145"/>
                <a:gd name="connsiteX4" fmla="*/ 123171 w 123860"/>
                <a:gd name="connsiteY4" fmla="*/ 5986 h 61145"/>
                <a:gd name="connsiteX5" fmla="*/ 117885 w 123860"/>
                <a:gd name="connsiteY5" fmla="*/ 18378 h 61145"/>
                <a:gd name="connsiteX6" fmla="*/ 13081 w 123860"/>
                <a:gd name="connsiteY6" fmla="*/ 60450 h 61145"/>
                <a:gd name="connsiteX7" fmla="*/ 9528 w 123860"/>
                <a:gd name="connsiteY7" fmla="*/ 61145 h 6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860" h="61145">
                  <a:moveTo>
                    <a:pt x="9528" y="61145"/>
                  </a:moveTo>
                  <a:cubicBezTo>
                    <a:pt x="5757" y="61145"/>
                    <a:pt x="2185" y="58888"/>
                    <a:pt x="689" y="55164"/>
                  </a:cubicBezTo>
                  <a:cubicBezTo>
                    <a:pt x="-1273" y="50287"/>
                    <a:pt x="1099" y="44734"/>
                    <a:pt x="5976" y="42781"/>
                  </a:cubicBezTo>
                  <a:lnTo>
                    <a:pt x="110779" y="690"/>
                  </a:lnTo>
                  <a:cubicBezTo>
                    <a:pt x="115713" y="-1272"/>
                    <a:pt x="121219" y="1090"/>
                    <a:pt x="123171" y="5986"/>
                  </a:cubicBezTo>
                  <a:cubicBezTo>
                    <a:pt x="125133" y="10873"/>
                    <a:pt x="122762" y="16416"/>
                    <a:pt x="117885" y="18378"/>
                  </a:cubicBezTo>
                  <a:lnTo>
                    <a:pt x="13081" y="60450"/>
                  </a:lnTo>
                  <a:cubicBezTo>
                    <a:pt x="11919" y="60926"/>
                    <a:pt x="10709" y="61145"/>
                    <a:pt x="9528" y="61145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65174C61-C19A-85CF-CF84-3B2AA1E8B574}"/>
                </a:ext>
              </a:extLst>
            </p:cNvPr>
            <p:cNvSpPr/>
            <p:nvPr/>
          </p:nvSpPr>
          <p:spPr>
            <a:xfrm>
              <a:off x="340974" y="8214850"/>
              <a:ext cx="111331" cy="20898"/>
            </a:xfrm>
            <a:custGeom>
              <a:avLst/>
              <a:gdLst>
                <a:gd name="connsiteX0" fmla="*/ 9527 w 111331"/>
                <a:gd name="connsiteY0" fmla="*/ 20898 h 20898"/>
                <a:gd name="connsiteX1" fmla="*/ 2 w 111331"/>
                <a:gd name="connsiteY1" fmla="*/ 11564 h 20898"/>
                <a:gd name="connsiteX2" fmla="*/ 9327 w 111331"/>
                <a:gd name="connsiteY2" fmla="*/ 1848 h 20898"/>
                <a:gd name="connsiteX3" fmla="*/ 101615 w 111331"/>
                <a:gd name="connsiteY3" fmla="*/ 1 h 20898"/>
                <a:gd name="connsiteX4" fmla="*/ 111330 w 111331"/>
                <a:gd name="connsiteY4" fmla="*/ 9335 h 20898"/>
                <a:gd name="connsiteX5" fmla="*/ 102005 w 111331"/>
                <a:gd name="connsiteY5" fmla="*/ 19051 h 20898"/>
                <a:gd name="connsiteX6" fmla="*/ 9727 w 111331"/>
                <a:gd name="connsiteY6" fmla="*/ 20898 h 20898"/>
                <a:gd name="connsiteX7" fmla="*/ 9527 w 111331"/>
                <a:gd name="connsiteY7" fmla="*/ 20898 h 2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31" h="20898">
                  <a:moveTo>
                    <a:pt x="9527" y="20898"/>
                  </a:moveTo>
                  <a:cubicBezTo>
                    <a:pt x="4355" y="20898"/>
                    <a:pt x="107" y="16765"/>
                    <a:pt x="2" y="11564"/>
                  </a:cubicBezTo>
                  <a:cubicBezTo>
                    <a:pt x="-103" y="6306"/>
                    <a:pt x="4079" y="1953"/>
                    <a:pt x="9327" y="1848"/>
                  </a:cubicBezTo>
                  <a:lnTo>
                    <a:pt x="101615" y="1"/>
                  </a:lnTo>
                  <a:cubicBezTo>
                    <a:pt x="106911" y="-57"/>
                    <a:pt x="111235" y="4077"/>
                    <a:pt x="111330" y="9335"/>
                  </a:cubicBezTo>
                  <a:cubicBezTo>
                    <a:pt x="111435" y="14593"/>
                    <a:pt x="107254" y="18946"/>
                    <a:pt x="102005" y="19051"/>
                  </a:cubicBezTo>
                  <a:lnTo>
                    <a:pt x="9727" y="20898"/>
                  </a:lnTo>
                  <a:cubicBezTo>
                    <a:pt x="9651" y="20898"/>
                    <a:pt x="9593" y="20898"/>
                    <a:pt x="9527" y="208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</p:grpSp>
      <p:sp>
        <p:nvSpPr>
          <p:cNvPr id="621" name="TextBox 620">
            <a:extLst>
              <a:ext uri="{FF2B5EF4-FFF2-40B4-BE49-F238E27FC236}">
                <a16:creationId xmlns:a16="http://schemas.microsoft.com/office/drawing/2014/main" id="{EC6374C7-3C08-3594-D241-10D49E98B626}"/>
              </a:ext>
            </a:extLst>
          </p:cNvPr>
          <p:cNvSpPr txBox="1"/>
          <p:nvPr/>
        </p:nvSpPr>
        <p:spPr>
          <a:xfrm>
            <a:off x="11365727" y="6380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endParaRPr lang="vi-VN" dirty="0"/>
          </a:p>
        </p:txBody>
      </p:sp>
      <p:sp>
        <p:nvSpPr>
          <p:cNvPr id="6" name="Giang">
            <a:extLst>
              <a:ext uri="{FF2B5EF4-FFF2-40B4-BE49-F238E27FC236}">
                <a16:creationId xmlns:a16="http://schemas.microsoft.com/office/drawing/2014/main" id="{CAF68C12-6BCD-6917-DEEA-BB924722D1F5}"/>
              </a:ext>
            </a:extLst>
          </p:cNvPr>
          <p:cNvSpPr/>
          <p:nvPr/>
        </p:nvSpPr>
        <p:spPr>
          <a:xfrm>
            <a:off x="447368" y="210435"/>
            <a:ext cx="11297264" cy="6354711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noProof="1">
              <a:cs typeface="+mn-ea"/>
              <a:sym typeface="+mn-lt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9BDD8E3A-672B-3D36-C14C-A8CC64BD68A3}"/>
              </a:ext>
            </a:extLst>
          </p:cNvPr>
          <p:cNvSpPr txBox="1"/>
          <p:nvPr/>
        </p:nvSpPr>
        <p:spPr>
          <a:xfrm>
            <a:off x="1560868" y="811522"/>
            <a:ext cx="6211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noProof="1">
                <a:solidFill>
                  <a:srgbClr val="9F7BDE"/>
                </a:solidFill>
                <a:cs typeface="Arial" panose="020B0604020202020204" pitchFamily="34" charset="0"/>
              </a:rPr>
              <a:t>Phân cấp chức năng, usecase tổng quát</a:t>
            </a:r>
            <a:endParaRPr lang="vi-VN" sz="4000" noProof="1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240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23C10CE-BEF2-71BE-EDBA-7DFE17310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inhgiang.pro 3">
            <a:extLst>
              <a:ext uri="{FF2B5EF4-FFF2-40B4-BE49-F238E27FC236}">
                <a16:creationId xmlns:a16="http://schemas.microsoft.com/office/drawing/2014/main" id="{D94A92E9-2A78-6E57-5685-3A4848791EC7}"/>
              </a:ext>
            </a:extLst>
          </p:cNvPr>
          <p:cNvSpPr/>
          <p:nvPr/>
        </p:nvSpPr>
        <p:spPr>
          <a:xfrm>
            <a:off x="11516570" y="4255214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inhgiang.pro 1">
            <a:extLst>
              <a:ext uri="{FF2B5EF4-FFF2-40B4-BE49-F238E27FC236}">
                <a16:creationId xmlns:a16="http://schemas.microsoft.com/office/drawing/2014/main" id="{F1E39E23-17FE-BF54-DD4A-BBC564D206CB}"/>
              </a:ext>
            </a:extLst>
          </p:cNvPr>
          <p:cNvSpPr/>
          <p:nvPr/>
        </p:nvSpPr>
        <p:spPr>
          <a:xfrm>
            <a:off x="4062413" y="-1645537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noFill/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minhgiang.pro 2">
            <a:extLst>
              <a:ext uri="{FF2B5EF4-FFF2-40B4-BE49-F238E27FC236}">
                <a16:creationId xmlns:a16="http://schemas.microsoft.com/office/drawing/2014/main" id="{5156AA61-512D-864C-0878-07A93456E47D}"/>
              </a:ext>
            </a:extLst>
          </p:cNvPr>
          <p:cNvSpPr/>
          <p:nvPr/>
        </p:nvSpPr>
        <p:spPr>
          <a:xfrm>
            <a:off x="2716673" y="5653520"/>
            <a:ext cx="2408960" cy="2408960"/>
          </a:xfrm>
          <a:custGeom>
            <a:avLst/>
            <a:gdLst>
              <a:gd name="connsiteX0" fmla="*/ 1720206 w 3440412"/>
              <a:gd name="connsiteY0" fmla="*/ 808129 h 3440412"/>
              <a:gd name="connsiteX1" fmla="*/ 808129 w 3440412"/>
              <a:gd name="connsiteY1" fmla="*/ 1720206 h 3440412"/>
              <a:gd name="connsiteX2" fmla="*/ 1720206 w 3440412"/>
              <a:gd name="connsiteY2" fmla="*/ 2632283 h 3440412"/>
              <a:gd name="connsiteX3" fmla="*/ 2632283 w 3440412"/>
              <a:gd name="connsiteY3" fmla="*/ 1720206 h 3440412"/>
              <a:gd name="connsiteX4" fmla="*/ 1720206 w 3440412"/>
              <a:gd name="connsiteY4" fmla="*/ 808129 h 3440412"/>
              <a:gd name="connsiteX5" fmla="*/ 1720206 w 3440412"/>
              <a:gd name="connsiteY5" fmla="*/ 0 h 3440412"/>
              <a:gd name="connsiteX6" fmla="*/ 3440412 w 3440412"/>
              <a:gd name="connsiteY6" fmla="*/ 1720206 h 3440412"/>
              <a:gd name="connsiteX7" fmla="*/ 1720206 w 3440412"/>
              <a:gd name="connsiteY7" fmla="*/ 3440412 h 3440412"/>
              <a:gd name="connsiteX8" fmla="*/ 0 w 3440412"/>
              <a:gd name="connsiteY8" fmla="*/ 1720206 h 3440412"/>
              <a:gd name="connsiteX9" fmla="*/ 1720206 w 3440412"/>
              <a:gd name="connsiteY9" fmla="*/ 0 h 344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40412" h="3440412">
                <a:moveTo>
                  <a:pt x="1720206" y="808129"/>
                </a:moveTo>
                <a:cubicBezTo>
                  <a:pt x="1216480" y="808129"/>
                  <a:pt x="808129" y="1216480"/>
                  <a:pt x="808129" y="1720206"/>
                </a:cubicBezTo>
                <a:cubicBezTo>
                  <a:pt x="808129" y="2223932"/>
                  <a:pt x="1216480" y="2632283"/>
                  <a:pt x="1720206" y="2632283"/>
                </a:cubicBezTo>
                <a:cubicBezTo>
                  <a:pt x="2223932" y="2632283"/>
                  <a:pt x="2632283" y="2223932"/>
                  <a:pt x="2632283" y="1720206"/>
                </a:cubicBezTo>
                <a:cubicBezTo>
                  <a:pt x="2632283" y="1216480"/>
                  <a:pt x="2223932" y="808129"/>
                  <a:pt x="1720206" y="808129"/>
                </a:cubicBezTo>
                <a:close/>
                <a:moveTo>
                  <a:pt x="1720206" y="0"/>
                </a:moveTo>
                <a:cubicBezTo>
                  <a:pt x="2670250" y="0"/>
                  <a:pt x="3440412" y="770162"/>
                  <a:pt x="3440412" y="1720206"/>
                </a:cubicBezTo>
                <a:cubicBezTo>
                  <a:pt x="3440412" y="2670250"/>
                  <a:pt x="2670250" y="3440412"/>
                  <a:pt x="1720206" y="3440412"/>
                </a:cubicBezTo>
                <a:cubicBezTo>
                  <a:pt x="770162" y="3440412"/>
                  <a:pt x="0" y="2670250"/>
                  <a:pt x="0" y="1720206"/>
                </a:cubicBezTo>
                <a:cubicBezTo>
                  <a:pt x="0" y="770162"/>
                  <a:pt x="770162" y="0"/>
                  <a:pt x="1720206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minhgiang.pro 3">
            <a:extLst>
              <a:ext uri="{FF2B5EF4-FFF2-40B4-BE49-F238E27FC236}">
                <a16:creationId xmlns:a16="http://schemas.microsoft.com/office/drawing/2014/main" id="{E9204AD1-E71A-03B3-3DF8-E447F9D3B85B}"/>
              </a:ext>
            </a:extLst>
          </p:cNvPr>
          <p:cNvSpPr/>
          <p:nvPr/>
        </p:nvSpPr>
        <p:spPr>
          <a:xfrm>
            <a:off x="-232431" y="-693496"/>
            <a:ext cx="1908084" cy="19080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iang">
            <a:extLst>
              <a:ext uri="{FF2B5EF4-FFF2-40B4-BE49-F238E27FC236}">
                <a16:creationId xmlns:a16="http://schemas.microsoft.com/office/drawing/2014/main" id="{988918DE-E1F7-3F5F-401D-64C853ABE807}"/>
              </a:ext>
            </a:extLst>
          </p:cNvPr>
          <p:cNvSpPr/>
          <p:nvPr/>
        </p:nvSpPr>
        <p:spPr>
          <a:xfrm>
            <a:off x="447368" y="210435"/>
            <a:ext cx="11297264" cy="6354711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noProof="1">
              <a:cs typeface="+mn-ea"/>
              <a:sym typeface="+mn-lt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7E5CCC01-BA2A-29B1-5DDD-B1E34A11524F}"/>
              </a:ext>
            </a:extLst>
          </p:cNvPr>
          <p:cNvSpPr txBox="1"/>
          <p:nvPr/>
        </p:nvSpPr>
        <p:spPr>
          <a:xfrm>
            <a:off x="1560868" y="811522"/>
            <a:ext cx="6211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noProof="1">
                <a:solidFill>
                  <a:srgbClr val="9F7BDE"/>
                </a:solidFill>
                <a:cs typeface="Arial" panose="020B0604020202020204" pitchFamily="34" charset="0"/>
              </a:rPr>
              <a:t>Phân cấp chức năng, usecase tổng quát</a:t>
            </a:r>
            <a:endParaRPr lang="vi-VN" sz="4000" noProof="1">
              <a:cs typeface="Arial" panose="020B0604020202020204" pitchFamily="34" charset="0"/>
            </a:endParaRPr>
          </a:p>
        </p:txBody>
      </p:sp>
      <p:grpSp>
        <p:nvGrpSpPr>
          <p:cNvPr id="612" name="Graphic 687">
            <a:extLst>
              <a:ext uri="{FF2B5EF4-FFF2-40B4-BE49-F238E27FC236}">
                <a16:creationId xmlns:a16="http://schemas.microsoft.com/office/drawing/2014/main" id="{AB901BB7-7BCA-1759-260F-7E5BE250A458}"/>
              </a:ext>
            </a:extLst>
          </p:cNvPr>
          <p:cNvGrpSpPr/>
          <p:nvPr/>
        </p:nvGrpSpPr>
        <p:grpSpPr>
          <a:xfrm>
            <a:off x="9696857" y="-1977081"/>
            <a:ext cx="285343" cy="305450"/>
            <a:chOff x="169036" y="7930298"/>
            <a:chExt cx="285343" cy="305450"/>
          </a:xfrm>
          <a:solidFill>
            <a:srgbClr val="2A344A"/>
          </a:solidFill>
        </p:grpSpPr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5C5588A2-1140-8A50-CD01-D6DE4E66191F}"/>
                </a:ext>
              </a:extLst>
            </p:cNvPr>
            <p:cNvSpPr/>
            <p:nvPr/>
          </p:nvSpPr>
          <p:spPr>
            <a:xfrm>
              <a:off x="276824" y="7953422"/>
              <a:ext cx="177555" cy="160311"/>
            </a:xfrm>
            <a:custGeom>
              <a:avLst/>
              <a:gdLst>
                <a:gd name="connsiteX0" fmla="*/ 9525 w 177555"/>
                <a:gd name="connsiteY0" fmla="*/ 160312 h 160311"/>
                <a:gd name="connsiteX1" fmla="*/ 2419 w 177555"/>
                <a:gd name="connsiteY1" fmla="*/ 157130 h 160311"/>
                <a:gd name="connsiteX2" fmla="*/ 3191 w 177555"/>
                <a:gd name="connsiteY2" fmla="*/ 143681 h 160311"/>
                <a:gd name="connsiteX3" fmla="*/ 161697 w 177555"/>
                <a:gd name="connsiteY3" fmla="*/ 2416 h 160311"/>
                <a:gd name="connsiteX4" fmla="*/ 175136 w 177555"/>
                <a:gd name="connsiteY4" fmla="*/ 3187 h 160311"/>
                <a:gd name="connsiteX5" fmla="*/ 174365 w 177555"/>
                <a:gd name="connsiteY5" fmla="*/ 16637 h 160311"/>
                <a:gd name="connsiteX6" fmla="*/ 15859 w 177555"/>
                <a:gd name="connsiteY6" fmla="*/ 157902 h 160311"/>
                <a:gd name="connsiteX7" fmla="*/ 9525 w 177555"/>
                <a:gd name="connsiteY7" fmla="*/ 160312 h 160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555" h="160311">
                  <a:moveTo>
                    <a:pt x="9525" y="160312"/>
                  </a:moveTo>
                  <a:cubicBezTo>
                    <a:pt x="6906" y="160312"/>
                    <a:pt x="4296" y="159235"/>
                    <a:pt x="2419" y="157130"/>
                  </a:cubicBezTo>
                  <a:cubicBezTo>
                    <a:pt x="-1086" y="153196"/>
                    <a:pt x="-743" y="147186"/>
                    <a:pt x="3191" y="143681"/>
                  </a:cubicBezTo>
                  <a:lnTo>
                    <a:pt x="161697" y="2416"/>
                  </a:lnTo>
                  <a:cubicBezTo>
                    <a:pt x="165611" y="-1080"/>
                    <a:pt x="171641" y="-747"/>
                    <a:pt x="175136" y="3187"/>
                  </a:cubicBezTo>
                  <a:cubicBezTo>
                    <a:pt x="178642" y="7121"/>
                    <a:pt x="178299" y="13131"/>
                    <a:pt x="174365" y="16637"/>
                  </a:cubicBezTo>
                  <a:lnTo>
                    <a:pt x="15859" y="157902"/>
                  </a:lnTo>
                  <a:cubicBezTo>
                    <a:pt x="14050" y="159512"/>
                    <a:pt x="11792" y="160312"/>
                    <a:pt x="9525" y="160312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A91CEB59-0C82-D491-1755-03B0B3D9629A}"/>
                </a:ext>
              </a:extLst>
            </p:cNvPr>
            <p:cNvSpPr/>
            <p:nvPr/>
          </p:nvSpPr>
          <p:spPr>
            <a:xfrm>
              <a:off x="236127" y="7933449"/>
              <a:ext cx="77633" cy="135507"/>
            </a:xfrm>
            <a:custGeom>
              <a:avLst/>
              <a:gdLst>
                <a:gd name="connsiteX0" fmla="*/ 9513 w 77633"/>
                <a:gd name="connsiteY0" fmla="*/ 135508 h 135507"/>
                <a:gd name="connsiteX1" fmla="*/ 5246 w 77633"/>
                <a:gd name="connsiteY1" fmla="*/ 134498 h 135507"/>
                <a:gd name="connsiteX2" fmla="*/ 1017 w 77633"/>
                <a:gd name="connsiteY2" fmla="*/ 121706 h 135507"/>
                <a:gd name="connsiteX3" fmla="*/ 59595 w 77633"/>
                <a:gd name="connsiteY3" fmla="*/ 5244 h 135507"/>
                <a:gd name="connsiteX4" fmla="*/ 72388 w 77633"/>
                <a:gd name="connsiteY4" fmla="*/ 1015 h 135507"/>
                <a:gd name="connsiteX5" fmla="*/ 76617 w 77633"/>
                <a:gd name="connsiteY5" fmla="*/ 13807 h 135507"/>
                <a:gd name="connsiteX6" fmla="*/ 18038 w 77633"/>
                <a:gd name="connsiteY6" fmla="*/ 130269 h 135507"/>
                <a:gd name="connsiteX7" fmla="*/ 9513 w 77633"/>
                <a:gd name="connsiteY7" fmla="*/ 135508 h 13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633" h="135507">
                  <a:moveTo>
                    <a:pt x="9513" y="135508"/>
                  </a:moveTo>
                  <a:cubicBezTo>
                    <a:pt x="8084" y="135508"/>
                    <a:pt x="6617" y="135184"/>
                    <a:pt x="5246" y="134498"/>
                  </a:cubicBezTo>
                  <a:cubicBezTo>
                    <a:pt x="550" y="132126"/>
                    <a:pt x="-1346" y="126402"/>
                    <a:pt x="1017" y="121706"/>
                  </a:cubicBezTo>
                  <a:lnTo>
                    <a:pt x="59595" y="5244"/>
                  </a:lnTo>
                  <a:cubicBezTo>
                    <a:pt x="61958" y="558"/>
                    <a:pt x="67654" y="-1347"/>
                    <a:pt x="72388" y="1015"/>
                  </a:cubicBezTo>
                  <a:cubicBezTo>
                    <a:pt x="77083" y="3387"/>
                    <a:pt x="78979" y="9111"/>
                    <a:pt x="76617" y="13807"/>
                  </a:cubicBezTo>
                  <a:lnTo>
                    <a:pt x="18038" y="130269"/>
                  </a:lnTo>
                  <a:cubicBezTo>
                    <a:pt x="16361" y="133593"/>
                    <a:pt x="12999" y="135508"/>
                    <a:pt x="9513" y="13550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F64F2B90-5531-518E-1D17-750DD40E075F}"/>
                </a:ext>
              </a:extLst>
            </p:cNvPr>
            <p:cNvSpPr/>
            <p:nvPr/>
          </p:nvSpPr>
          <p:spPr>
            <a:xfrm>
              <a:off x="169036" y="7930298"/>
              <a:ext cx="41865" cy="107197"/>
            </a:xfrm>
            <a:custGeom>
              <a:avLst/>
              <a:gdLst>
                <a:gd name="connsiteX0" fmla="*/ 9538 w 41865"/>
                <a:gd name="connsiteY0" fmla="*/ 107198 h 107197"/>
                <a:gd name="connsiteX1" fmla="*/ 7147 w 41865"/>
                <a:gd name="connsiteY1" fmla="*/ 106893 h 107197"/>
                <a:gd name="connsiteX2" fmla="*/ 308 w 41865"/>
                <a:gd name="connsiteY2" fmla="*/ 95282 h 107197"/>
                <a:gd name="connsiteX3" fmla="*/ 23121 w 41865"/>
                <a:gd name="connsiteY3" fmla="*/ 7137 h 107197"/>
                <a:gd name="connsiteX4" fmla="*/ 34722 w 41865"/>
                <a:gd name="connsiteY4" fmla="*/ 298 h 107197"/>
                <a:gd name="connsiteX5" fmla="*/ 41561 w 41865"/>
                <a:gd name="connsiteY5" fmla="*/ 11909 h 107197"/>
                <a:gd name="connsiteX6" fmla="*/ 18748 w 41865"/>
                <a:gd name="connsiteY6" fmla="*/ 100054 h 107197"/>
                <a:gd name="connsiteX7" fmla="*/ 9538 w 41865"/>
                <a:gd name="connsiteY7" fmla="*/ 107198 h 107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865" h="107197">
                  <a:moveTo>
                    <a:pt x="9538" y="107198"/>
                  </a:moveTo>
                  <a:cubicBezTo>
                    <a:pt x="8747" y="107198"/>
                    <a:pt x="7947" y="107093"/>
                    <a:pt x="7147" y="106893"/>
                  </a:cubicBezTo>
                  <a:cubicBezTo>
                    <a:pt x="2051" y="105569"/>
                    <a:pt x="-1016" y="100378"/>
                    <a:pt x="308" y="95282"/>
                  </a:cubicBezTo>
                  <a:lnTo>
                    <a:pt x="23121" y="7137"/>
                  </a:lnTo>
                  <a:cubicBezTo>
                    <a:pt x="24435" y="2042"/>
                    <a:pt x="29636" y="-997"/>
                    <a:pt x="34722" y="298"/>
                  </a:cubicBezTo>
                  <a:cubicBezTo>
                    <a:pt x="39818" y="1613"/>
                    <a:pt x="42875" y="6814"/>
                    <a:pt x="41561" y="11909"/>
                  </a:cubicBezTo>
                  <a:lnTo>
                    <a:pt x="18748" y="100054"/>
                  </a:lnTo>
                  <a:cubicBezTo>
                    <a:pt x="17634" y="104350"/>
                    <a:pt x="13767" y="107198"/>
                    <a:pt x="9538" y="1071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4389DE0C-5F99-A735-A042-A8CC8420DB85}"/>
                </a:ext>
              </a:extLst>
            </p:cNvPr>
            <p:cNvSpPr/>
            <p:nvPr/>
          </p:nvSpPr>
          <p:spPr>
            <a:xfrm>
              <a:off x="324579" y="8107376"/>
              <a:ext cx="123860" cy="61145"/>
            </a:xfrm>
            <a:custGeom>
              <a:avLst/>
              <a:gdLst>
                <a:gd name="connsiteX0" fmla="*/ 9528 w 123860"/>
                <a:gd name="connsiteY0" fmla="*/ 61145 h 61145"/>
                <a:gd name="connsiteX1" fmla="*/ 689 w 123860"/>
                <a:gd name="connsiteY1" fmla="*/ 55164 h 61145"/>
                <a:gd name="connsiteX2" fmla="*/ 5976 w 123860"/>
                <a:gd name="connsiteY2" fmla="*/ 42781 h 61145"/>
                <a:gd name="connsiteX3" fmla="*/ 110779 w 123860"/>
                <a:gd name="connsiteY3" fmla="*/ 690 h 61145"/>
                <a:gd name="connsiteX4" fmla="*/ 123171 w 123860"/>
                <a:gd name="connsiteY4" fmla="*/ 5986 h 61145"/>
                <a:gd name="connsiteX5" fmla="*/ 117885 w 123860"/>
                <a:gd name="connsiteY5" fmla="*/ 18378 h 61145"/>
                <a:gd name="connsiteX6" fmla="*/ 13081 w 123860"/>
                <a:gd name="connsiteY6" fmla="*/ 60450 h 61145"/>
                <a:gd name="connsiteX7" fmla="*/ 9528 w 123860"/>
                <a:gd name="connsiteY7" fmla="*/ 61145 h 6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860" h="61145">
                  <a:moveTo>
                    <a:pt x="9528" y="61145"/>
                  </a:moveTo>
                  <a:cubicBezTo>
                    <a:pt x="5757" y="61145"/>
                    <a:pt x="2185" y="58888"/>
                    <a:pt x="689" y="55164"/>
                  </a:cubicBezTo>
                  <a:cubicBezTo>
                    <a:pt x="-1273" y="50287"/>
                    <a:pt x="1099" y="44734"/>
                    <a:pt x="5976" y="42781"/>
                  </a:cubicBezTo>
                  <a:lnTo>
                    <a:pt x="110779" y="690"/>
                  </a:lnTo>
                  <a:cubicBezTo>
                    <a:pt x="115713" y="-1272"/>
                    <a:pt x="121219" y="1090"/>
                    <a:pt x="123171" y="5986"/>
                  </a:cubicBezTo>
                  <a:cubicBezTo>
                    <a:pt x="125133" y="10873"/>
                    <a:pt x="122762" y="16416"/>
                    <a:pt x="117885" y="18378"/>
                  </a:cubicBezTo>
                  <a:lnTo>
                    <a:pt x="13081" y="60450"/>
                  </a:lnTo>
                  <a:cubicBezTo>
                    <a:pt x="11919" y="60926"/>
                    <a:pt x="10709" y="61145"/>
                    <a:pt x="9528" y="61145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A9844DA4-6D0F-3634-4AA6-2A2C3F3F2B7D}"/>
                </a:ext>
              </a:extLst>
            </p:cNvPr>
            <p:cNvSpPr/>
            <p:nvPr/>
          </p:nvSpPr>
          <p:spPr>
            <a:xfrm>
              <a:off x="340974" y="8214850"/>
              <a:ext cx="111331" cy="20898"/>
            </a:xfrm>
            <a:custGeom>
              <a:avLst/>
              <a:gdLst>
                <a:gd name="connsiteX0" fmla="*/ 9527 w 111331"/>
                <a:gd name="connsiteY0" fmla="*/ 20898 h 20898"/>
                <a:gd name="connsiteX1" fmla="*/ 2 w 111331"/>
                <a:gd name="connsiteY1" fmla="*/ 11564 h 20898"/>
                <a:gd name="connsiteX2" fmla="*/ 9327 w 111331"/>
                <a:gd name="connsiteY2" fmla="*/ 1848 h 20898"/>
                <a:gd name="connsiteX3" fmla="*/ 101615 w 111331"/>
                <a:gd name="connsiteY3" fmla="*/ 1 h 20898"/>
                <a:gd name="connsiteX4" fmla="*/ 111330 w 111331"/>
                <a:gd name="connsiteY4" fmla="*/ 9335 h 20898"/>
                <a:gd name="connsiteX5" fmla="*/ 102005 w 111331"/>
                <a:gd name="connsiteY5" fmla="*/ 19051 h 20898"/>
                <a:gd name="connsiteX6" fmla="*/ 9727 w 111331"/>
                <a:gd name="connsiteY6" fmla="*/ 20898 h 20898"/>
                <a:gd name="connsiteX7" fmla="*/ 9527 w 111331"/>
                <a:gd name="connsiteY7" fmla="*/ 20898 h 2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31" h="20898">
                  <a:moveTo>
                    <a:pt x="9527" y="20898"/>
                  </a:moveTo>
                  <a:cubicBezTo>
                    <a:pt x="4355" y="20898"/>
                    <a:pt x="107" y="16765"/>
                    <a:pt x="2" y="11564"/>
                  </a:cubicBezTo>
                  <a:cubicBezTo>
                    <a:pt x="-103" y="6306"/>
                    <a:pt x="4079" y="1953"/>
                    <a:pt x="9327" y="1848"/>
                  </a:cubicBezTo>
                  <a:lnTo>
                    <a:pt x="101615" y="1"/>
                  </a:lnTo>
                  <a:cubicBezTo>
                    <a:pt x="106911" y="-57"/>
                    <a:pt x="111235" y="4077"/>
                    <a:pt x="111330" y="9335"/>
                  </a:cubicBezTo>
                  <a:cubicBezTo>
                    <a:pt x="111435" y="14593"/>
                    <a:pt x="107254" y="18946"/>
                    <a:pt x="102005" y="19051"/>
                  </a:cubicBezTo>
                  <a:lnTo>
                    <a:pt x="9727" y="20898"/>
                  </a:lnTo>
                  <a:cubicBezTo>
                    <a:pt x="9651" y="20898"/>
                    <a:pt x="9593" y="20898"/>
                    <a:pt x="9527" y="20898"/>
                  </a:cubicBezTo>
                  <a:close/>
                </a:path>
              </a:pathLst>
            </a:custGeom>
            <a:solidFill>
              <a:srgbClr val="2A344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 noProof="1"/>
            </a:p>
          </p:txBody>
        </p:sp>
      </p:grpSp>
      <p:sp>
        <p:nvSpPr>
          <p:cNvPr id="621" name="TextBox 620">
            <a:extLst>
              <a:ext uri="{FF2B5EF4-FFF2-40B4-BE49-F238E27FC236}">
                <a16:creationId xmlns:a16="http://schemas.microsoft.com/office/drawing/2014/main" id="{61FBC57B-1341-C3A2-48B4-3A8A461A29ED}"/>
              </a:ext>
            </a:extLst>
          </p:cNvPr>
          <p:cNvSpPr txBox="1"/>
          <p:nvPr/>
        </p:nvSpPr>
        <p:spPr>
          <a:xfrm>
            <a:off x="11365727" y="6380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46214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56</TotalTime>
  <Words>43</Words>
  <Application>Microsoft Office PowerPoint</Application>
  <PresentationFormat>Widescreen</PresentationFormat>
  <Paragraphs>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Giang</dc:creator>
  <cp:lastModifiedBy>Minh Giang</cp:lastModifiedBy>
  <cp:revision>8</cp:revision>
  <dcterms:created xsi:type="dcterms:W3CDTF">2025-04-19T07:44:11Z</dcterms:created>
  <dcterms:modified xsi:type="dcterms:W3CDTF">2025-04-19T14:25:37Z</dcterms:modified>
</cp:coreProperties>
</file>