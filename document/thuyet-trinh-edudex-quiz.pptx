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83" r:id="rId3"/>
    <p:sldId id="285" r:id="rId4"/>
    <p:sldId id="284" r:id="rId5"/>
    <p:sldId id="286" r:id="rId6"/>
    <p:sldId id="288" r:id="rId7"/>
    <p:sldId id="287" r:id="rId8"/>
    <p:sldId id="290" r:id="rId9"/>
    <p:sldId id="289" r:id="rId10"/>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033" autoAdjust="0"/>
  </p:normalViewPr>
  <p:slideViewPr>
    <p:cSldViewPr snapToGrid="0">
      <p:cViewPr>
        <p:scale>
          <a:sx n="25" d="100"/>
          <a:sy n="25" d="100"/>
        </p:scale>
        <p:origin x="2309" y="8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097F3F-8F40-45C4-97AB-D347789D3CD4}" type="datetimeFigureOut">
              <a:rPr lang="vi-VN" smtClean="0"/>
              <a:t>20/04/2025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5CDA81-BC04-4F77-BB21-8E2256771B2B}" type="slidenum">
              <a:rPr lang="vi-VN" smtClean="0"/>
              <a:t>‹#›</a:t>
            </a:fld>
            <a:endParaRPr lang="vi-VN"/>
          </a:p>
        </p:txBody>
      </p:sp>
    </p:spTree>
    <p:extLst>
      <p:ext uri="{BB962C8B-B14F-4D97-AF65-F5344CB8AC3E}">
        <p14:creationId xmlns:p14="http://schemas.microsoft.com/office/powerpoint/2010/main" val="758402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Aft>
                <a:spcPts val="800"/>
              </a:spcAft>
              <a:buNone/>
            </a:pPr>
            <a:r>
              <a:rPr lang="vi-VN" sz="1800" dirty="0">
                <a:effectLst/>
                <a:latin typeface="Times New Roman" panose="02020603050405020304" pitchFamily="18" charset="0"/>
                <a:ea typeface="Aptos" panose="020B0004020202020204" pitchFamily="34" charset="0"/>
              </a:rPr>
              <a:t>Kính chào thầy và các bạn.</a:t>
            </a:r>
          </a:p>
          <a:p>
            <a:pPr>
              <a:lnSpc>
                <a:spcPct val="150000"/>
              </a:lnSpc>
              <a:spcAft>
                <a:spcPts val="800"/>
              </a:spcAft>
              <a:buNone/>
            </a:pPr>
            <a:r>
              <a:rPr lang="vi-VN" sz="1800" dirty="0">
                <a:effectLst/>
                <a:latin typeface="Times New Roman" panose="02020603050405020304" pitchFamily="18" charset="0"/>
                <a:ea typeface="Aptos" panose="020B0004020202020204" pitchFamily="34" charset="0"/>
              </a:rPr>
              <a:t>Em xin tự giới thiệu, em tên là </a:t>
            </a:r>
            <a:r>
              <a:rPr lang="vi-VN" sz="1800" b="1" dirty="0">
                <a:effectLst/>
                <a:latin typeface="Times New Roman" panose="02020603050405020304" pitchFamily="18" charset="0"/>
                <a:ea typeface="Aptos" panose="020B0004020202020204" pitchFamily="34" charset="0"/>
              </a:rPr>
              <a:t>Đàm Minh Giang</a:t>
            </a:r>
            <a:r>
              <a:rPr lang="vi-VN" sz="1800" dirty="0">
                <a:effectLst/>
                <a:latin typeface="Times New Roman" panose="02020603050405020304" pitchFamily="18" charset="0"/>
                <a:ea typeface="Aptos" panose="020B0004020202020204" pitchFamily="34" charset="0"/>
              </a:rPr>
              <a:t>, hiện là sinh viên lớp 2622CNT04.</a:t>
            </a:r>
          </a:p>
          <a:p>
            <a:pPr>
              <a:lnSpc>
                <a:spcPct val="150000"/>
              </a:lnSpc>
              <a:spcAft>
                <a:spcPts val="800"/>
              </a:spcAft>
              <a:buNone/>
            </a:pPr>
            <a:r>
              <a:rPr lang="en-US" sz="1800" dirty="0">
                <a:effectLst/>
                <a:latin typeface="Times New Roman" panose="02020603050405020304" pitchFamily="18" charset="0"/>
                <a:ea typeface="Aptos" panose="020B0004020202020204" pitchFamily="34" charset="0"/>
              </a:rPr>
              <a:t> </a:t>
            </a:r>
            <a:endParaRPr lang="vi-VN" sz="1800" dirty="0">
              <a:effectLst/>
              <a:latin typeface="Times New Roman" panose="02020603050405020304" pitchFamily="18" charset="0"/>
              <a:ea typeface="Aptos" panose="020B0004020202020204" pitchFamily="34" charset="0"/>
            </a:endParaRPr>
          </a:p>
          <a:p>
            <a:pPr>
              <a:lnSpc>
                <a:spcPct val="150000"/>
              </a:lnSpc>
              <a:spcAft>
                <a:spcPts val="800"/>
              </a:spcAft>
              <a:buNone/>
            </a:pPr>
            <a:r>
              <a:rPr lang="vi-VN" sz="1800" dirty="0">
                <a:effectLst/>
                <a:latin typeface="Times New Roman" panose="02020603050405020304" pitchFamily="18" charset="0"/>
                <a:ea typeface="Aptos" panose="020B0004020202020204" pitchFamily="34" charset="0"/>
              </a:rPr>
              <a:t>Em xin trình bày đồ án tốt nghiệp với đề tài "GIẢI PHÁP PHẦN MỀM THI TRẮC NGHIỆM CHO TRƯỜNG HPC".</a:t>
            </a:r>
          </a:p>
          <a:p>
            <a:pPr>
              <a:lnSpc>
                <a:spcPct val="150000"/>
              </a:lnSpc>
              <a:spcAft>
                <a:spcPts val="800"/>
              </a:spcAft>
              <a:buNone/>
            </a:pPr>
            <a:r>
              <a:rPr lang="vi-VN" sz="1800" dirty="0">
                <a:effectLst/>
                <a:latin typeface="Times New Roman" panose="02020603050405020304" pitchFamily="18" charset="0"/>
                <a:ea typeface="Aptos" panose="020B0004020202020204" pitchFamily="34" charset="0"/>
              </a:rPr>
              <a:t>Đây là sản phẩm mà em đã dành nhiều thời gian nghiên cứu và phát triển, với mong muốn mang đến một giải pháp hỗ trợ công tác thi cử dễ dàng, chính xác và an toàn hơn.</a:t>
            </a:r>
          </a:p>
          <a:p>
            <a:pPr>
              <a:lnSpc>
                <a:spcPct val="150000"/>
              </a:lnSpc>
              <a:spcAft>
                <a:spcPts val="800"/>
              </a:spcAft>
              <a:buNone/>
            </a:pPr>
            <a:r>
              <a:rPr lang="en-US" sz="1800" dirty="0">
                <a:effectLst/>
                <a:latin typeface="Times New Roman" panose="02020603050405020304" pitchFamily="18" charset="0"/>
                <a:ea typeface="Aptos" panose="020B0004020202020204" pitchFamily="34" charset="0"/>
              </a:rPr>
              <a:t> </a:t>
            </a:r>
            <a:endParaRPr lang="vi-VN" sz="1800" dirty="0">
              <a:effectLst/>
              <a:latin typeface="Times New Roman" panose="02020603050405020304" pitchFamily="18" charset="0"/>
              <a:ea typeface="Aptos" panose="020B0004020202020204" pitchFamily="34" charset="0"/>
            </a:endParaRPr>
          </a:p>
          <a:p>
            <a:pPr>
              <a:lnSpc>
                <a:spcPct val="150000"/>
              </a:lnSpc>
              <a:spcAft>
                <a:spcPts val="800"/>
              </a:spcAft>
              <a:buNone/>
            </a:pPr>
            <a:r>
              <a:rPr lang="vi-VN" sz="1800" dirty="0">
                <a:effectLst/>
                <a:latin typeface="Times New Roman" panose="02020603050405020304" pitchFamily="18" charset="0"/>
                <a:ea typeface="Aptos" panose="020B0004020202020204" pitchFamily="34" charset="0"/>
              </a:rPr>
              <a:t>Bài trình bày hôm nay sẽ bao gồm các nội dung chính như: lý do chọn đề tài, phân tích hệ thống, kiến trúc triển khai, công nghệ sử dụng và cuối cùng là demo sản phẩm.</a:t>
            </a:r>
          </a:p>
          <a:p>
            <a:pPr>
              <a:lnSpc>
                <a:spcPct val="150000"/>
              </a:lnSpc>
              <a:spcAft>
                <a:spcPts val="800"/>
              </a:spcAft>
              <a:buNone/>
            </a:pPr>
            <a:r>
              <a:rPr lang="vi-VN" sz="1800" dirty="0">
                <a:effectLst/>
                <a:latin typeface="Times New Roman" panose="02020603050405020304" pitchFamily="18" charset="0"/>
                <a:ea typeface="Aptos" panose="020B0004020202020204" pitchFamily="34" charset="0"/>
              </a:rPr>
              <a:t> </a:t>
            </a:r>
          </a:p>
          <a:p>
            <a:pPr>
              <a:buNone/>
            </a:pPr>
            <a:r>
              <a:rPr lang="vi-VN" sz="1800" dirty="0">
                <a:effectLst/>
                <a:latin typeface="Times New Roman" panose="02020603050405020304" pitchFamily="18" charset="0"/>
                <a:ea typeface="Aptos" panose="020B0004020202020204" pitchFamily="34" charset="0"/>
              </a:rPr>
              <a:t>Em rất mong sẽ nhận được những góp ý quý báu từ quý thầy cô để em có thể hoàn thiện sản phẩm của mình tốt hơn.</a:t>
            </a:r>
            <a:endParaRPr lang="vi-VN" dirty="0"/>
          </a:p>
        </p:txBody>
      </p:sp>
      <p:sp>
        <p:nvSpPr>
          <p:cNvPr id="4" name="Slide Number Placeholder 3"/>
          <p:cNvSpPr>
            <a:spLocks noGrp="1"/>
          </p:cNvSpPr>
          <p:nvPr>
            <p:ph type="sldNum" sz="quarter" idx="5"/>
          </p:nvPr>
        </p:nvSpPr>
        <p:spPr/>
        <p:txBody>
          <a:bodyPr/>
          <a:lstStyle/>
          <a:p>
            <a:fld id="{AD5CDA81-BC04-4F77-BB21-8E2256771B2B}" type="slidenum">
              <a:rPr lang="vi-VN" smtClean="0"/>
              <a:t>2</a:t>
            </a:fld>
            <a:endParaRPr lang="vi-VN"/>
          </a:p>
        </p:txBody>
      </p:sp>
    </p:spTree>
    <p:extLst>
      <p:ext uri="{BB962C8B-B14F-4D97-AF65-F5344CB8AC3E}">
        <p14:creationId xmlns:p14="http://schemas.microsoft.com/office/powerpoint/2010/main" val="1421245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buNone/>
            </a:pPr>
            <a:r>
              <a:rPr lang="en-US" sz="1800" dirty="0" err="1">
                <a:effectLst/>
                <a:latin typeface="Times New Roman" panose="02020603050405020304" pitchFamily="18" charset="0"/>
                <a:ea typeface="Aptos" panose="020B0004020202020204" pitchFamily="34" charset="0"/>
              </a:rPr>
              <a:t>Hiện</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này</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ngành</a:t>
            </a:r>
            <a:r>
              <a:rPr lang="vi-VN" sz="1800" dirty="0">
                <a:effectLst/>
                <a:latin typeface="Times New Roman" panose="02020603050405020304" pitchFamily="18" charset="0"/>
                <a:ea typeface="Aptos" panose="020B0004020202020204" pitchFamily="34" charset="0"/>
              </a:rPr>
              <a:t> công nghệ thông tin phát triển nhanh chóng, việc ứng dụng công nghệ vào lĩnh vực giáo dục nói chung và tổ chức thi</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cử</a:t>
            </a:r>
            <a:r>
              <a:rPr lang="vi-VN" sz="1800" dirty="0">
                <a:effectLst/>
                <a:latin typeface="Times New Roman" panose="02020603050405020304" pitchFamily="18" charset="0"/>
                <a:ea typeface="Aptos" panose="020B0004020202020204" pitchFamily="34" charset="0"/>
              </a:rPr>
              <a:t> nói riêng trở nên vô cùng cần thiết.</a:t>
            </a:r>
            <a:endParaRPr lang="en-US" sz="1800" dirty="0">
              <a:effectLst/>
              <a:latin typeface="Times New Roman" panose="02020603050405020304" pitchFamily="18" charset="0"/>
              <a:ea typeface="Aptos" panose="020B0004020202020204" pitchFamily="34" charset="0"/>
            </a:endParaRPr>
          </a:p>
          <a:p>
            <a:pPr>
              <a:lnSpc>
                <a:spcPct val="107000"/>
              </a:lnSpc>
              <a:spcAft>
                <a:spcPts val="800"/>
              </a:spcAft>
              <a:buNone/>
            </a:pPr>
            <a:endParaRPr lang="vi-VN" sz="1800" dirty="0">
              <a:effectLst/>
              <a:latin typeface="Times New Roman" panose="02020603050405020304" pitchFamily="18" charset="0"/>
              <a:ea typeface="Aptos" panose="020B0004020202020204" pitchFamily="34" charset="0"/>
            </a:endParaRPr>
          </a:p>
          <a:p>
            <a:pPr>
              <a:lnSpc>
                <a:spcPct val="107000"/>
              </a:lnSpc>
              <a:spcAft>
                <a:spcPts val="800"/>
              </a:spcAft>
              <a:buNone/>
            </a:pPr>
            <a:r>
              <a:rPr lang="vi-VN" sz="1800" dirty="0">
                <a:effectLst/>
                <a:latin typeface="Times New Roman" panose="02020603050405020304" pitchFamily="18" charset="0"/>
                <a:ea typeface="Aptos" panose="020B0004020202020204" pitchFamily="34" charset="0"/>
              </a:rPr>
              <a:t>Tuy nhiên, nhiều </a:t>
            </a:r>
            <a:r>
              <a:rPr lang="en-US" sz="1800" dirty="0" err="1">
                <a:effectLst/>
                <a:latin typeface="Times New Roman" panose="02020603050405020304" pitchFamily="18" charset="0"/>
                <a:ea typeface="Aptos" panose="020B0004020202020204" pitchFamily="34" charset="0"/>
              </a:rPr>
              <a:t>đơn</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vị</a:t>
            </a:r>
            <a:r>
              <a:rPr lang="vi-VN" sz="1800" dirty="0">
                <a:effectLst/>
                <a:latin typeface="Times New Roman" panose="02020603050405020304" pitchFamily="18" charset="0"/>
                <a:ea typeface="Aptos" panose="020B0004020202020204" pitchFamily="34" charset="0"/>
              </a:rPr>
              <a:t> vẫn tổ chức các kỳ thi trắc nghiệm theo cách truyền thống – từ khâu soạn đề, phát đề đến chấm điểm đều làm thủ công.</a:t>
            </a:r>
            <a:endParaRPr lang="en-US" sz="1800" dirty="0">
              <a:effectLst/>
              <a:latin typeface="Times New Roman" panose="02020603050405020304" pitchFamily="18" charset="0"/>
              <a:ea typeface="Aptos" panose="020B0004020202020204" pitchFamily="34" charset="0"/>
            </a:endParaRPr>
          </a:p>
          <a:p>
            <a:pPr>
              <a:lnSpc>
                <a:spcPct val="107000"/>
              </a:lnSpc>
              <a:spcAft>
                <a:spcPts val="800"/>
              </a:spcAft>
              <a:buNone/>
            </a:pPr>
            <a:endParaRPr lang="vi-VN" sz="1800" dirty="0">
              <a:effectLst/>
              <a:latin typeface="Times New Roman" panose="02020603050405020304" pitchFamily="18" charset="0"/>
              <a:ea typeface="Aptos" panose="020B0004020202020204" pitchFamily="34" charset="0"/>
            </a:endParaRPr>
          </a:p>
          <a:p>
            <a:pPr>
              <a:lnSpc>
                <a:spcPct val="107000"/>
              </a:lnSpc>
              <a:spcAft>
                <a:spcPts val="800"/>
              </a:spcAft>
              <a:buNone/>
            </a:pPr>
            <a:r>
              <a:rPr lang="en-US" sz="1800" dirty="0">
                <a:effectLst/>
                <a:latin typeface="Times New Roman" panose="02020603050405020304" pitchFamily="18" charset="0"/>
                <a:ea typeface="Aptos" panose="020B0004020202020204" pitchFamily="34" charset="0"/>
              </a:rPr>
              <a:t>K</a:t>
            </a:r>
            <a:r>
              <a:rPr lang="vi-VN" sz="1800" dirty="0">
                <a:effectLst/>
                <a:latin typeface="Times New Roman" panose="02020603050405020304" pitchFamily="18" charset="0"/>
                <a:ea typeface="Aptos" panose="020B0004020202020204" pitchFamily="34" charset="0"/>
              </a:rPr>
              <a:t>hông chỉ tốn</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tài</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nguyên</a:t>
            </a:r>
            <a:r>
              <a:rPr lang="en-US" sz="1800" dirty="0">
                <a:effectLst/>
                <a:latin typeface="Times New Roman" panose="02020603050405020304" pitchFamily="18" charset="0"/>
                <a:ea typeface="Aptos" panose="020B0004020202020204" pitchFamily="34" charset="0"/>
              </a:rPr>
              <a:t>,</a:t>
            </a:r>
            <a:r>
              <a:rPr lang="vi-VN" sz="1800" dirty="0">
                <a:effectLst/>
                <a:latin typeface="Times New Roman" panose="02020603050405020304" pitchFamily="18" charset="0"/>
                <a:ea typeface="Aptos" panose="020B0004020202020204" pitchFamily="34" charset="0"/>
              </a:rPr>
              <a:t> thời gian, nhân lực mà còn tiềm ẩn nhiều sai sót.</a:t>
            </a:r>
            <a:endParaRPr lang="en-US" sz="1800" dirty="0">
              <a:effectLst/>
              <a:latin typeface="Times New Roman" panose="02020603050405020304" pitchFamily="18" charset="0"/>
              <a:ea typeface="Aptos" panose="020B0004020202020204" pitchFamily="34" charset="0"/>
            </a:endParaRPr>
          </a:p>
          <a:p>
            <a:pPr>
              <a:lnSpc>
                <a:spcPct val="107000"/>
              </a:lnSpc>
              <a:spcAft>
                <a:spcPts val="800"/>
              </a:spcAft>
              <a:buNone/>
            </a:pPr>
            <a:endParaRPr lang="vi-VN" sz="1800" dirty="0">
              <a:effectLst/>
              <a:latin typeface="Times New Roman" panose="02020603050405020304" pitchFamily="18" charset="0"/>
              <a:ea typeface="Aptos" panose="020B0004020202020204" pitchFamily="34" charset="0"/>
            </a:endParaRPr>
          </a:p>
          <a:p>
            <a:pPr>
              <a:buNone/>
            </a:pPr>
            <a:r>
              <a:rPr lang="vi-VN" sz="1800" dirty="0">
                <a:effectLst/>
                <a:latin typeface="Times New Roman" panose="02020603050405020304" pitchFamily="18" charset="0"/>
                <a:ea typeface="Aptos" panose="020B0004020202020204" pitchFamily="34" charset="0"/>
              </a:rPr>
              <a:t> Chính vì vậy, cần phải có một hệ thống</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phần</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mềm</a:t>
            </a:r>
            <a:r>
              <a:rPr lang="vi-VN" sz="1800" dirty="0">
                <a:effectLst/>
                <a:latin typeface="Times New Roman" panose="02020603050405020304" pitchFamily="18" charset="0"/>
                <a:ea typeface="Aptos" panose="020B0004020202020204" pitchFamily="34" charset="0"/>
              </a:rPr>
              <a:t> thi </a:t>
            </a:r>
            <a:r>
              <a:rPr lang="en-US" sz="1800" dirty="0" err="1">
                <a:effectLst/>
                <a:latin typeface="Times New Roman" panose="02020603050405020304" pitchFamily="18" charset="0"/>
                <a:ea typeface="Aptos" panose="020B0004020202020204" pitchFamily="34" charset="0"/>
              </a:rPr>
              <a:t>cử</a:t>
            </a:r>
            <a:r>
              <a:rPr lang="en-US" sz="1800" dirty="0">
                <a:effectLst/>
                <a:latin typeface="Times New Roman" panose="02020603050405020304" pitchFamily="18" charset="0"/>
                <a:ea typeface="Aptos" panose="020B0004020202020204" pitchFamily="34" charset="0"/>
              </a:rPr>
              <a:t> </a:t>
            </a:r>
            <a:r>
              <a:rPr lang="vi-VN" sz="1800" dirty="0">
                <a:effectLst/>
                <a:latin typeface="Times New Roman" panose="02020603050405020304" pitchFamily="18" charset="0"/>
                <a:ea typeface="Aptos" panose="020B0004020202020204" pitchFamily="34" charset="0"/>
              </a:rPr>
              <a:t>để khắc phục các vấn đề trên.</a:t>
            </a:r>
            <a:endParaRPr lang="vi-VN" dirty="0"/>
          </a:p>
        </p:txBody>
      </p:sp>
      <p:sp>
        <p:nvSpPr>
          <p:cNvPr id="4" name="Slide Number Placeholder 3"/>
          <p:cNvSpPr>
            <a:spLocks noGrp="1"/>
          </p:cNvSpPr>
          <p:nvPr>
            <p:ph type="sldNum" sz="quarter" idx="5"/>
          </p:nvPr>
        </p:nvSpPr>
        <p:spPr/>
        <p:txBody>
          <a:bodyPr/>
          <a:lstStyle/>
          <a:p>
            <a:fld id="{AD5CDA81-BC04-4F77-BB21-8E2256771B2B}" type="slidenum">
              <a:rPr lang="vi-VN" smtClean="0"/>
              <a:t>3</a:t>
            </a:fld>
            <a:endParaRPr lang="vi-VN"/>
          </a:p>
        </p:txBody>
      </p:sp>
    </p:spTree>
    <p:extLst>
      <p:ext uri="{BB962C8B-B14F-4D97-AF65-F5344CB8AC3E}">
        <p14:creationId xmlns:p14="http://schemas.microsoft.com/office/powerpoint/2010/main" val="2972216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buNone/>
            </a:pPr>
            <a:r>
              <a:rPr lang="vi-VN" sz="1800" dirty="0">
                <a:effectLst/>
                <a:latin typeface="Times New Roman" panose="02020603050405020304" pitchFamily="18" charset="0"/>
                <a:ea typeface="Aptos" panose="020B0004020202020204" pitchFamily="34" charset="0"/>
              </a:rPr>
              <a:t>Với xu hướng chuyển đổi số, việc số hóa các hoạt động giáo dục là rất quan trọng.</a:t>
            </a:r>
            <a:endParaRPr lang="en-US" sz="1800" dirty="0">
              <a:effectLst/>
              <a:latin typeface="Times New Roman" panose="02020603050405020304" pitchFamily="18" charset="0"/>
              <a:ea typeface="Aptos" panose="020B0004020202020204" pitchFamily="34" charset="0"/>
            </a:endParaRPr>
          </a:p>
          <a:p>
            <a:pPr>
              <a:lnSpc>
                <a:spcPct val="107000"/>
              </a:lnSpc>
              <a:spcAft>
                <a:spcPts val="800"/>
              </a:spcAft>
              <a:buNone/>
            </a:pPr>
            <a:endParaRPr lang="vi-VN" sz="1800" dirty="0">
              <a:effectLst/>
              <a:latin typeface="Times New Roman" panose="02020603050405020304" pitchFamily="18" charset="0"/>
              <a:ea typeface="Aptos" panose="020B0004020202020204" pitchFamily="34" charset="0"/>
            </a:endParaRPr>
          </a:p>
          <a:p>
            <a:pPr>
              <a:lnSpc>
                <a:spcPct val="107000"/>
              </a:lnSpc>
              <a:spcAft>
                <a:spcPts val="800"/>
              </a:spcAft>
              <a:buNone/>
            </a:pPr>
            <a:r>
              <a:rPr lang="vi-VN" sz="1800" dirty="0">
                <a:effectLst/>
                <a:latin typeface="Times New Roman" panose="02020603050405020304" pitchFamily="18" charset="0"/>
                <a:ea typeface="Aptos" panose="020B0004020202020204" pitchFamily="34" charset="0"/>
              </a:rPr>
              <a:t>Đặc biệt trong công tác tổ chức thi cử, một hệ thống</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phần</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mềm</a:t>
            </a:r>
            <a:r>
              <a:rPr lang="vi-VN" sz="1800" dirty="0">
                <a:effectLst/>
                <a:latin typeface="Times New Roman" panose="02020603050405020304" pitchFamily="18" charset="0"/>
                <a:ea typeface="Aptos" panose="020B0004020202020204" pitchFamily="34" charset="0"/>
              </a:rPr>
              <a:t> thi </a:t>
            </a:r>
            <a:r>
              <a:rPr lang="en-US" sz="1800" dirty="0" err="1">
                <a:effectLst/>
                <a:latin typeface="Times New Roman" panose="02020603050405020304" pitchFamily="18" charset="0"/>
                <a:ea typeface="Aptos" panose="020B0004020202020204" pitchFamily="34" charset="0"/>
              </a:rPr>
              <a:t>cử</a:t>
            </a:r>
            <a:r>
              <a:rPr lang="vi-VN" sz="1800" dirty="0">
                <a:effectLst/>
                <a:latin typeface="Times New Roman" panose="02020603050405020304" pitchFamily="18" charset="0"/>
                <a:ea typeface="Aptos" panose="020B0004020202020204" pitchFamily="34" charset="0"/>
              </a:rPr>
              <a:t> giúp đảm bảo tính minh bạch, giảm áp lực cho giáo viên và hỗ trợ quản lý thi hiệu quả. </a:t>
            </a:r>
            <a:endParaRPr lang="en-US" sz="1800" dirty="0">
              <a:effectLst/>
              <a:latin typeface="Times New Roman" panose="02020603050405020304" pitchFamily="18" charset="0"/>
              <a:ea typeface="Aptos" panose="020B0004020202020204" pitchFamily="34" charset="0"/>
            </a:endParaRPr>
          </a:p>
          <a:p>
            <a:pPr>
              <a:lnSpc>
                <a:spcPct val="107000"/>
              </a:lnSpc>
              <a:spcAft>
                <a:spcPts val="800"/>
              </a:spcAft>
              <a:buNone/>
            </a:pPr>
            <a:endParaRPr lang="vi-VN" sz="1800" dirty="0">
              <a:effectLst/>
              <a:latin typeface="Times New Roman" panose="02020603050405020304" pitchFamily="18" charset="0"/>
              <a:ea typeface="Aptos" panose="020B0004020202020204" pitchFamily="34" charset="0"/>
            </a:endParaRPr>
          </a:p>
          <a:p>
            <a:pPr>
              <a:lnSpc>
                <a:spcPct val="107000"/>
              </a:lnSpc>
              <a:spcAft>
                <a:spcPts val="800"/>
              </a:spcAft>
              <a:buNone/>
            </a:pPr>
            <a:r>
              <a:rPr lang="vi-VN" sz="1800" dirty="0">
                <a:effectLst/>
                <a:latin typeface="Times New Roman" panose="02020603050405020304" pitchFamily="18" charset="0"/>
                <a:ea typeface="Aptos" panose="020B0004020202020204" pitchFamily="34" charset="0"/>
              </a:rPr>
              <a:t>Tuy nhiên, </a:t>
            </a:r>
            <a:r>
              <a:rPr lang="en-US" sz="1800" dirty="0" err="1">
                <a:effectLst/>
                <a:latin typeface="Times New Roman" panose="02020603050405020304" pitchFamily="18" charset="0"/>
                <a:ea typeface="Aptos" panose="020B0004020202020204" pitchFamily="34" charset="0"/>
              </a:rPr>
              <a:t>trường</a:t>
            </a:r>
            <a:r>
              <a:rPr lang="en-US" sz="1800" dirty="0">
                <a:effectLst/>
                <a:latin typeface="Times New Roman" panose="02020603050405020304" pitchFamily="18" charset="0"/>
                <a:ea typeface="Aptos" panose="020B0004020202020204" pitchFamily="34" charset="0"/>
              </a:rPr>
              <a:t> ta </a:t>
            </a:r>
            <a:r>
              <a:rPr lang="en-US" sz="1800" dirty="0" err="1">
                <a:effectLst/>
                <a:latin typeface="Times New Roman" panose="02020603050405020304" pitchFamily="18" charset="0"/>
                <a:ea typeface="Aptos" panose="020B0004020202020204" pitchFamily="34" charset="0"/>
              </a:rPr>
              <a:t>vẫn</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chưa</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có</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giải</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pháp</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phù</a:t>
            </a:r>
            <a:r>
              <a:rPr lang="en-US" sz="1800" dirty="0">
                <a:effectLst/>
                <a:latin typeface="Times New Roman" panose="02020603050405020304" pitchFamily="18" charset="0"/>
                <a:ea typeface="Aptos" panose="020B0004020202020204" pitchFamily="34" charset="0"/>
              </a:rPr>
              <a:t> </a:t>
            </a:r>
            <a:r>
              <a:rPr lang="en-US" sz="1800" dirty="0" err="1">
                <a:effectLst/>
                <a:latin typeface="Times New Roman" panose="02020603050405020304" pitchFamily="18" charset="0"/>
                <a:ea typeface="Aptos" panose="020B0004020202020204" pitchFamily="34" charset="0"/>
              </a:rPr>
              <a:t>hợp</a:t>
            </a:r>
            <a:r>
              <a:rPr lang="vi-VN" sz="1800" dirty="0">
                <a:effectLst/>
                <a:latin typeface="Times New Roman" panose="02020603050405020304" pitchFamily="18" charset="0"/>
                <a:ea typeface="Aptos" panose="020B0004020202020204" pitchFamily="34" charset="0"/>
              </a:rPr>
              <a:t>. Từ thực tế đó, em lựa chọn xây dựng hệ thống "EduDex Quiz" – một công cụ thi trắc nghiệm nội bộ. Dẫn chứng rõ ràng là:</a:t>
            </a:r>
          </a:p>
          <a:p>
            <a:pPr>
              <a:buNone/>
            </a:pPr>
            <a:r>
              <a:rPr lang="vi-VN" sz="1800" dirty="0">
                <a:effectLst/>
                <a:latin typeface="Times New Roman" panose="02020603050405020304" pitchFamily="18" charset="0"/>
                <a:ea typeface="Aptos" panose="020B0004020202020204" pitchFamily="34" charset="0"/>
              </a:rPr>
              <a:t>Trường ĐH Luật TPHCM, ĐH Lạc Hồng, ĐH Thành Đô đều đã triển khai phần mềm thi cử </a:t>
            </a:r>
            <a:r>
              <a:rPr lang="vi-VN" sz="1800" dirty="0">
                <a:effectLst/>
                <a:latin typeface="Segoe UI Symbol" panose="020B0502040204020203" pitchFamily="34" charset="0"/>
                <a:ea typeface="Aptos" panose="020B0004020202020204" pitchFamily="34" charset="0"/>
                <a:cs typeface="Segoe UI Symbol" panose="020B0502040204020203" pitchFamily="34" charset="0"/>
              </a:rPr>
              <a:t>➜</a:t>
            </a:r>
            <a:r>
              <a:rPr lang="vi-VN" sz="1800" dirty="0">
                <a:effectLst/>
                <a:latin typeface="Times New Roman" panose="02020603050405020304" pitchFamily="18" charset="0"/>
                <a:ea typeface="Aptos" panose="020B0004020202020204" pitchFamily="34" charset="0"/>
              </a:rPr>
              <a:t> Cho thấy tính khả thi và tiềm năng lớn của giải pháp này.</a:t>
            </a:r>
            <a:br>
              <a:rPr lang="en-US" dirty="0"/>
            </a:br>
            <a:br>
              <a:rPr lang="en-US" dirty="0"/>
            </a:br>
            <a:r>
              <a:rPr lang="vi-VN" dirty="0"/>
              <a:t>https://www.hcmulaw.edu.vn/Resources/Docs/SubDomain/HomePage/24.11%20TBT/HD%20cho%20sinh%20vien%20ve%20hinh%20thuc%20thi%20truc%20tuyen.pdf</a:t>
            </a:r>
            <a:br>
              <a:rPr lang="en-US" dirty="0"/>
            </a:br>
            <a:r>
              <a:rPr lang="en-US" dirty="0"/>
              <a:t>https://lhu.edu.vn/184/3940/</a:t>
            </a:r>
            <a:br>
              <a:rPr lang="en-US" dirty="0"/>
            </a:br>
            <a:r>
              <a:rPr lang="en-US" dirty="0"/>
              <a:t>https://thanhdo.edu.vn/tap-huan-su-dung-phan-mem-thi-trac-nghiem-va-tu-luan-tren-may</a:t>
            </a:r>
            <a:endParaRPr lang="vi-VN" dirty="0"/>
          </a:p>
        </p:txBody>
      </p:sp>
      <p:sp>
        <p:nvSpPr>
          <p:cNvPr id="4" name="Slide Number Placeholder 3"/>
          <p:cNvSpPr>
            <a:spLocks noGrp="1"/>
          </p:cNvSpPr>
          <p:nvPr>
            <p:ph type="sldNum" sz="quarter" idx="5"/>
          </p:nvPr>
        </p:nvSpPr>
        <p:spPr/>
        <p:txBody>
          <a:bodyPr/>
          <a:lstStyle/>
          <a:p>
            <a:fld id="{AD5CDA81-BC04-4F77-BB21-8E2256771B2B}" type="slidenum">
              <a:rPr lang="vi-VN" smtClean="0"/>
              <a:t>4</a:t>
            </a:fld>
            <a:endParaRPr lang="vi-VN"/>
          </a:p>
        </p:txBody>
      </p:sp>
    </p:spTree>
    <p:extLst>
      <p:ext uri="{BB962C8B-B14F-4D97-AF65-F5344CB8AC3E}">
        <p14:creationId xmlns:p14="http://schemas.microsoft.com/office/powerpoint/2010/main" val="2167926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Trên màn hình là sơ đồ phân cấp chức năng của hệ thống thi trắc nghiệm </a:t>
            </a:r>
            <a:r>
              <a:rPr lang="vi-VN" b="1" dirty="0"/>
              <a:t>EduDex Quiz</a:t>
            </a:r>
            <a:r>
              <a:rPr lang="vi-VN" dirty="0"/>
              <a:t>.</a:t>
            </a:r>
            <a:endParaRPr lang="en-US" dirty="0"/>
          </a:p>
          <a:p>
            <a:r>
              <a:rPr lang="vi-VN" dirty="0"/>
              <a:t>Hệ thống được thiết kế với cấu trúc phân cấp rõ ràng, gồm các chức năng chính và các chức năng con hỗ trợ, đảm bảo tính trực quan, dễ sử dụng và thuận tiện trong quản lý.</a:t>
            </a:r>
            <a:endParaRPr lang="en-US" dirty="0"/>
          </a:p>
          <a:p>
            <a:r>
              <a:rPr lang="vi-VN" dirty="0"/>
              <a:t>Mỗi chức năng đều hướng đến mục tiêu cuối cùng</a:t>
            </a:r>
          </a:p>
        </p:txBody>
      </p:sp>
      <p:sp>
        <p:nvSpPr>
          <p:cNvPr id="4" name="Slide Number Placeholder 3"/>
          <p:cNvSpPr>
            <a:spLocks noGrp="1"/>
          </p:cNvSpPr>
          <p:nvPr>
            <p:ph type="sldNum" sz="quarter" idx="5"/>
          </p:nvPr>
        </p:nvSpPr>
        <p:spPr/>
        <p:txBody>
          <a:bodyPr/>
          <a:lstStyle/>
          <a:p>
            <a:fld id="{AD5CDA81-BC04-4F77-BB21-8E2256771B2B}" type="slidenum">
              <a:rPr lang="vi-VN" smtClean="0"/>
              <a:t>5</a:t>
            </a:fld>
            <a:endParaRPr lang="vi-VN"/>
          </a:p>
        </p:txBody>
      </p:sp>
    </p:spTree>
    <p:extLst>
      <p:ext uri="{BB962C8B-B14F-4D97-AF65-F5344CB8AC3E}">
        <p14:creationId xmlns:p14="http://schemas.microsoft.com/office/powerpoint/2010/main" val="2892925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dirty="0"/>
              <a:t>Trên slide là </a:t>
            </a:r>
            <a:r>
              <a:rPr lang="vi-VN" b="1" dirty="0"/>
              <a:t>sơ đồ Use Case tổng quát</a:t>
            </a:r>
            <a:r>
              <a:rPr lang="vi-VN" dirty="0"/>
              <a:t> của hệ thống thi trắc nghiệm </a:t>
            </a:r>
            <a:r>
              <a:rPr lang="vi-VN" b="1" dirty="0"/>
              <a:t>EduDex Quiz</a:t>
            </a:r>
            <a:r>
              <a:rPr lang="vi-VN" dirty="0"/>
              <a:t> – mô tả các tương tác chính giữa người dùng và hệ thống, từ đó thể hiện đầy đủ các chức năng hệ thống cần đáp ứng.</a:t>
            </a:r>
            <a:endParaRPr lang="en-US" dirty="0"/>
          </a:p>
          <a:p>
            <a:pPr>
              <a:buNone/>
            </a:pPr>
            <a:endParaRPr lang="vi-VN" dirty="0"/>
          </a:p>
          <a:p>
            <a:r>
              <a:rPr lang="vi-VN" dirty="0"/>
              <a:t>Trong sơ đồ này, chúng ta có </a:t>
            </a:r>
            <a:r>
              <a:rPr lang="en-US" dirty="0"/>
              <a:t>3 </a:t>
            </a:r>
            <a:r>
              <a:rPr lang="en-US" dirty="0" err="1"/>
              <a:t>thành</a:t>
            </a:r>
            <a:r>
              <a:rPr lang="en-US" dirty="0"/>
              <a:t> </a:t>
            </a:r>
            <a:r>
              <a:rPr lang="en-US" dirty="0" err="1"/>
              <a:t>phần</a:t>
            </a:r>
            <a:r>
              <a:rPr lang="en-US" dirty="0"/>
              <a:t> </a:t>
            </a:r>
            <a:r>
              <a:rPr lang="en-US" dirty="0" err="1"/>
              <a:t>chính</a:t>
            </a:r>
            <a:r>
              <a:rPr lang="en-US" dirty="0"/>
              <a:t> </a:t>
            </a:r>
            <a:r>
              <a:rPr lang="en-US" dirty="0" err="1"/>
              <a:t>là</a:t>
            </a:r>
            <a:r>
              <a:rPr lang="en-US" dirty="0"/>
              <a:t> Server, Client Teacher, Client Student.</a:t>
            </a:r>
          </a:p>
          <a:p>
            <a:endParaRPr lang="en-US" dirty="0"/>
          </a:p>
          <a:p>
            <a:pPr>
              <a:buNone/>
            </a:pPr>
            <a:r>
              <a:rPr lang="en-US" dirty="0"/>
              <a:t>3 </a:t>
            </a:r>
            <a:r>
              <a:rPr lang="en-US" dirty="0" err="1"/>
              <a:t>tác</a:t>
            </a:r>
            <a:r>
              <a:rPr lang="en-US" dirty="0"/>
              <a:t> </a:t>
            </a:r>
            <a:r>
              <a:rPr lang="en-US" dirty="0" err="1"/>
              <a:t>nhân</a:t>
            </a:r>
            <a:r>
              <a:rPr lang="en-US" dirty="0"/>
              <a:t> </a:t>
            </a:r>
            <a:r>
              <a:rPr lang="en-US" dirty="0" err="1"/>
              <a:t>chính</a:t>
            </a:r>
            <a:r>
              <a:rPr lang="en-US" dirty="0"/>
              <a:t> </a:t>
            </a:r>
            <a:r>
              <a:rPr lang="en-US" dirty="0" err="1"/>
              <a:t>là</a:t>
            </a:r>
            <a:r>
              <a:rPr lang="en-US" dirty="0"/>
              <a:t> Quản </a:t>
            </a:r>
            <a:r>
              <a:rPr lang="en-US" dirty="0" err="1"/>
              <a:t>trị</a:t>
            </a:r>
            <a:r>
              <a:rPr lang="en-US" dirty="0"/>
              <a:t> </a:t>
            </a:r>
            <a:r>
              <a:rPr lang="en-US" dirty="0" err="1"/>
              <a:t>hệ</a:t>
            </a:r>
            <a:r>
              <a:rPr lang="en-US" dirty="0"/>
              <a:t> </a:t>
            </a:r>
            <a:r>
              <a:rPr lang="en-US" dirty="0" err="1"/>
              <a:t>thống</a:t>
            </a:r>
            <a:r>
              <a:rPr lang="en-US" dirty="0"/>
              <a:t>, </a:t>
            </a:r>
            <a:r>
              <a:rPr lang="en-US" dirty="0" err="1"/>
              <a:t>Giáo</a:t>
            </a:r>
            <a:r>
              <a:rPr lang="en-US" dirty="0"/>
              <a:t> </a:t>
            </a:r>
            <a:r>
              <a:rPr lang="en-US" dirty="0" err="1"/>
              <a:t>viên</a:t>
            </a:r>
            <a:r>
              <a:rPr lang="en-US" dirty="0"/>
              <a:t>, </a:t>
            </a:r>
            <a:r>
              <a:rPr lang="en-US" dirty="0" err="1"/>
              <a:t>Cán</a:t>
            </a:r>
            <a:r>
              <a:rPr lang="en-US" dirty="0"/>
              <a:t> </a:t>
            </a:r>
            <a:r>
              <a:rPr lang="en-US" dirty="0" err="1"/>
              <a:t>bộ</a:t>
            </a:r>
            <a:r>
              <a:rPr lang="en-US" dirty="0"/>
              <a:t> </a:t>
            </a:r>
            <a:r>
              <a:rPr lang="en-US" dirty="0" err="1"/>
              <a:t>coi</a:t>
            </a:r>
            <a:r>
              <a:rPr lang="en-US" dirty="0"/>
              <a:t> </a:t>
            </a:r>
            <a:r>
              <a:rPr lang="en-US" dirty="0" err="1"/>
              <a:t>thi</a:t>
            </a:r>
            <a:r>
              <a:rPr lang="en-US" dirty="0"/>
              <a:t>, </a:t>
            </a:r>
            <a:r>
              <a:rPr lang="en-US" dirty="0" err="1"/>
              <a:t>Thí</a:t>
            </a:r>
            <a:r>
              <a:rPr lang="en-US" dirty="0"/>
              <a:t> </a:t>
            </a:r>
            <a:r>
              <a:rPr lang="en-US" dirty="0" err="1"/>
              <a:t>sinh</a:t>
            </a:r>
            <a:r>
              <a:rPr lang="en-US" dirty="0"/>
              <a:t>.</a:t>
            </a:r>
            <a:br>
              <a:rPr lang="en-US" dirty="0"/>
            </a:br>
            <a:br>
              <a:rPr lang="en-US" dirty="0"/>
            </a:br>
            <a:r>
              <a:rPr lang="vi-VN" dirty="0"/>
              <a:t>Các tác nhân này tương tác với </a:t>
            </a:r>
            <a:r>
              <a:rPr lang="vi-VN" b="1" dirty="0"/>
              <a:t>các Use Case (chức năng)</a:t>
            </a:r>
            <a:r>
              <a:rPr lang="vi-VN" dirty="0"/>
              <a:t> được thể hiện dưới </a:t>
            </a:r>
            <a:r>
              <a:rPr lang="en-US" dirty="0" err="1"/>
              <a:t>hình</a:t>
            </a:r>
            <a:r>
              <a:rPr lang="vi-VN" dirty="0"/>
              <a:t> oval</a:t>
            </a:r>
            <a:endParaRPr lang="en-US" dirty="0"/>
          </a:p>
          <a:p>
            <a:pPr>
              <a:buNone/>
            </a:pPr>
            <a:endParaRPr lang="en-US" dirty="0"/>
          </a:p>
          <a:p>
            <a:pPr>
              <a:buNone/>
            </a:pPr>
            <a:r>
              <a:rPr lang="en-US" dirty="0"/>
              <a:t>Các </a:t>
            </a:r>
            <a:r>
              <a:rPr lang="en-US" dirty="0" err="1"/>
              <a:t>đường</a:t>
            </a:r>
            <a:r>
              <a:rPr lang="en-US" dirty="0"/>
              <a:t> </a:t>
            </a:r>
            <a:r>
              <a:rPr lang="en-US" dirty="0" err="1"/>
              <a:t>nối</a:t>
            </a:r>
            <a:r>
              <a:rPr lang="en-US" dirty="0"/>
              <a:t> </a:t>
            </a:r>
            <a:r>
              <a:rPr lang="vi-VN" dirty="0"/>
              <a:t>(</a:t>
            </a:r>
            <a:r>
              <a:rPr lang="en-US" dirty="0" err="1"/>
              <a:t>mối</a:t>
            </a:r>
            <a:r>
              <a:rPr lang="en-US" dirty="0"/>
              <a:t> </a:t>
            </a:r>
            <a:r>
              <a:rPr lang="en-US" dirty="0" err="1"/>
              <a:t>quan</a:t>
            </a:r>
            <a:r>
              <a:rPr lang="en-US" dirty="0"/>
              <a:t> </a:t>
            </a:r>
            <a:r>
              <a:rPr lang="en-US" dirty="0" err="1"/>
              <a:t>hệ</a:t>
            </a:r>
            <a:r>
              <a:rPr lang="vi-VN" dirty="0"/>
              <a:t>) trong sơ đồ phản ánh một thao tác cụ thể mà người dùng có thể thực hiện với hệ thống.</a:t>
            </a:r>
          </a:p>
          <a:p>
            <a:r>
              <a:rPr lang="vi-VN" dirty="0"/>
              <a:t>Qua sơ đồ này, chúng ta thấy được tính toàn diện và mạch lạc trong thiết kế – từ quản trị hệ thống, tạo lập nội dung, đến </a:t>
            </a:r>
            <a:r>
              <a:rPr lang="en-US" dirty="0" err="1"/>
              <a:t>tổ</a:t>
            </a:r>
            <a:r>
              <a:rPr lang="en-US" dirty="0"/>
              <a:t> </a:t>
            </a:r>
            <a:r>
              <a:rPr lang="en-US" dirty="0" err="1"/>
              <a:t>chức</a:t>
            </a:r>
            <a:r>
              <a:rPr lang="en-US" dirty="0"/>
              <a:t> </a:t>
            </a:r>
            <a:r>
              <a:rPr lang="vi-VN" dirty="0"/>
              <a:t>thi cử – nhằm tạo ra một giải pháp thi trắc nghiệm hiệu quả, bảo mật và thuận tiện cho cả người tổ chức và người tham gia.</a:t>
            </a:r>
          </a:p>
        </p:txBody>
      </p:sp>
      <p:sp>
        <p:nvSpPr>
          <p:cNvPr id="4" name="Slide Number Placeholder 3"/>
          <p:cNvSpPr>
            <a:spLocks noGrp="1"/>
          </p:cNvSpPr>
          <p:nvPr>
            <p:ph type="sldNum" sz="quarter" idx="5"/>
          </p:nvPr>
        </p:nvSpPr>
        <p:spPr/>
        <p:txBody>
          <a:bodyPr/>
          <a:lstStyle/>
          <a:p>
            <a:fld id="{AD5CDA81-BC04-4F77-BB21-8E2256771B2B}" type="slidenum">
              <a:rPr lang="vi-VN" smtClean="0"/>
              <a:t>6</a:t>
            </a:fld>
            <a:endParaRPr lang="vi-VN"/>
          </a:p>
        </p:txBody>
      </p:sp>
    </p:spTree>
    <p:extLst>
      <p:ext uri="{BB962C8B-B14F-4D97-AF65-F5344CB8AC3E}">
        <p14:creationId xmlns:p14="http://schemas.microsoft.com/office/powerpoint/2010/main" val="2059006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slide này là tổng quan các </a:t>
            </a:r>
            <a:r>
              <a:rPr lang="vi-VN" b="1" dirty="0"/>
              <a:t>công nghệ chính</a:t>
            </a:r>
            <a:r>
              <a:rPr lang="vi-VN" dirty="0"/>
              <a:t> được sử dụng để xây dựng hệ thống thi trắc nghiệm </a:t>
            </a:r>
            <a:r>
              <a:rPr lang="vi-VN" b="1" dirty="0"/>
              <a:t>EduDex Quiz</a:t>
            </a:r>
            <a:r>
              <a:rPr lang="vi-VN" dirty="0"/>
              <a:t>.</a:t>
            </a:r>
            <a:endParaRPr lang="en-US" dirty="0"/>
          </a:p>
          <a:p>
            <a:r>
              <a:rPr lang="vi-VN" dirty="0"/>
              <a:t>Hệ thống được chia làm hai phần chính: </a:t>
            </a:r>
            <a:r>
              <a:rPr lang="vi-VN" b="1" dirty="0"/>
              <a:t>Server</a:t>
            </a:r>
            <a:r>
              <a:rPr lang="vi-VN" dirty="0"/>
              <a:t> và </a:t>
            </a:r>
            <a:r>
              <a:rPr lang="vi-VN" b="1" dirty="0"/>
              <a:t>Client</a:t>
            </a:r>
            <a:r>
              <a:rPr lang="vi-VN" dirty="0"/>
              <a:t>, </a:t>
            </a:r>
            <a:r>
              <a:rPr lang="en-US" dirty="0" err="1"/>
              <a:t>giao</a:t>
            </a:r>
            <a:r>
              <a:rPr lang="en-US" dirty="0"/>
              <a:t> </a:t>
            </a:r>
            <a:r>
              <a:rPr lang="en-US" dirty="0" err="1"/>
              <a:t>tiếp</a:t>
            </a:r>
            <a:r>
              <a:rPr lang="en-US" dirty="0"/>
              <a:t> </a:t>
            </a:r>
            <a:r>
              <a:rPr lang="en-US" dirty="0" err="1"/>
              <a:t>với</a:t>
            </a:r>
            <a:r>
              <a:rPr lang="en-US" dirty="0"/>
              <a:t> </a:t>
            </a:r>
            <a:r>
              <a:rPr lang="en-US" dirty="0" err="1"/>
              <a:t>nhau</a:t>
            </a:r>
            <a:r>
              <a:rPr lang="en-US" dirty="0"/>
              <a:t> qua Restful API HTTP Request</a:t>
            </a:r>
            <a:r>
              <a:rPr lang="vi-VN" dirty="0"/>
              <a:t>.</a:t>
            </a:r>
            <a:endParaRPr lang="en-US" dirty="0"/>
          </a:p>
        </p:txBody>
      </p:sp>
      <p:sp>
        <p:nvSpPr>
          <p:cNvPr id="4" name="Slide Number Placeholder 3"/>
          <p:cNvSpPr>
            <a:spLocks noGrp="1"/>
          </p:cNvSpPr>
          <p:nvPr>
            <p:ph type="sldNum" sz="quarter" idx="5"/>
          </p:nvPr>
        </p:nvSpPr>
        <p:spPr/>
        <p:txBody>
          <a:bodyPr/>
          <a:lstStyle/>
          <a:p>
            <a:fld id="{AD5CDA81-BC04-4F77-BB21-8E2256771B2B}" type="slidenum">
              <a:rPr lang="vi-VN" smtClean="0"/>
              <a:t>7</a:t>
            </a:fld>
            <a:endParaRPr lang="vi-VN"/>
          </a:p>
        </p:txBody>
      </p:sp>
    </p:spTree>
    <p:extLst>
      <p:ext uri="{BB962C8B-B14F-4D97-AF65-F5344CB8AC3E}">
        <p14:creationId xmlns:p14="http://schemas.microsoft.com/office/powerpoint/2010/main" val="792244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Đây là sơ đồ mô tả </a:t>
            </a:r>
            <a:r>
              <a:rPr lang="vi-VN" b="1" dirty="0"/>
              <a:t>kiến trúc triển khai tổng thể của hệ thống</a:t>
            </a:r>
            <a:endParaRPr lang="en-US" b="1" dirty="0"/>
          </a:p>
          <a:p>
            <a:r>
              <a:rPr lang="vi-VN" dirty="0"/>
              <a:t>thể hiện mối quan hệ và cách trao đổi dữ liệu giữa các thành phần chính: máy chủ (server), máy coi thi (teacher client) và máy thí sinh (student client).</a:t>
            </a:r>
            <a:endParaRPr lang="en-US" dirty="0"/>
          </a:p>
          <a:p>
            <a:pPr>
              <a:buNone/>
            </a:pPr>
            <a:r>
              <a:rPr lang="vi-VN" b="1" dirty="0"/>
              <a:t>1. Máy chủ (Server)</a:t>
            </a:r>
          </a:p>
          <a:p>
            <a:pPr>
              <a:buFont typeface="Arial" panose="020B0604020202020204" pitchFamily="34" charset="0"/>
              <a:buChar char="•"/>
            </a:pPr>
            <a:r>
              <a:rPr lang="vi-VN" dirty="0"/>
              <a:t>Máy chủ chịu trách nhiệm xử lý các nghiệp vụ chính của hệ thống.</a:t>
            </a:r>
          </a:p>
          <a:p>
            <a:pPr>
              <a:buFont typeface="Arial" panose="020B0604020202020204" pitchFamily="34" charset="0"/>
              <a:buChar char="•"/>
            </a:pPr>
            <a:r>
              <a:rPr lang="vi-VN" dirty="0"/>
              <a:t>Ứng dụng server được xây dựng bằng </a:t>
            </a:r>
            <a:r>
              <a:rPr lang="vi-VN" b="1" dirty="0"/>
              <a:t>Laravel (PHP)</a:t>
            </a:r>
            <a:r>
              <a:rPr lang="vi-VN" dirty="0"/>
              <a:t>, đóng vai trò là trung tâm tiếp nhận và phản hồi các yêu cầu từ phía client.</a:t>
            </a:r>
          </a:p>
          <a:p>
            <a:pPr>
              <a:buFont typeface="Arial" panose="020B0604020202020204" pitchFamily="34" charset="0"/>
              <a:buChar char="•"/>
            </a:pPr>
            <a:r>
              <a:rPr lang="vi-VN" dirty="0"/>
              <a:t>Dữ liệu được lưu trữ và quản lý bằng hệ </a:t>
            </a:r>
            <a:r>
              <a:rPr lang="vi-VN" b="1" dirty="0"/>
              <a:t>Cơ sở dữ liệu MySQL</a:t>
            </a:r>
            <a:r>
              <a:rPr lang="vi-VN" dirty="0"/>
              <a:t>, phục vụ cho các hoạt động như quản lý đề thi, thí sinh, kết quả bài làm,...</a:t>
            </a:r>
          </a:p>
          <a:p>
            <a:pPr>
              <a:buFont typeface="Arial" panose="020B0604020202020204" pitchFamily="34" charset="0"/>
              <a:buChar char="•"/>
            </a:pPr>
            <a:r>
              <a:rPr lang="vi-VN" dirty="0"/>
              <a:t>Các client sẽ kết nối đến server thông qua </a:t>
            </a:r>
            <a:r>
              <a:rPr lang="vi-VN" b="1" dirty="0"/>
              <a:t>REST API sử dụng giao thức HTTP</a:t>
            </a:r>
            <a:r>
              <a:rPr lang="vi-VN" dirty="0"/>
              <a:t>, đảm bảo tính phân tán và dễ mở rộng.</a:t>
            </a:r>
          </a:p>
          <a:p>
            <a:endParaRPr lang="en-US" dirty="0"/>
          </a:p>
          <a:p>
            <a:pPr>
              <a:buNone/>
            </a:pPr>
            <a:r>
              <a:rPr lang="vi-VN" b="1" dirty="0"/>
              <a:t>2. Máy coi thi (Teacher Client)</a:t>
            </a:r>
          </a:p>
          <a:p>
            <a:pPr>
              <a:buFont typeface="Arial" panose="020B0604020202020204" pitchFamily="34" charset="0"/>
              <a:buChar char="•"/>
            </a:pPr>
            <a:r>
              <a:rPr lang="vi-VN" dirty="0"/>
              <a:t>Đây là ứng dụng Flutter dành cho giáo viên, có thể chạy độc lập và kết nối đến máy chủ khi cần.</a:t>
            </a:r>
          </a:p>
          <a:p>
            <a:pPr>
              <a:buFont typeface="Arial" panose="020B0604020202020204" pitchFamily="34" charset="0"/>
              <a:buChar char="•"/>
            </a:pPr>
            <a:r>
              <a:rPr lang="vi-VN" dirty="0"/>
              <a:t>Ứng dụng sử dụng </a:t>
            </a:r>
            <a:r>
              <a:rPr lang="vi-VN" b="1" dirty="0"/>
              <a:t>cơ sở dữ liệu cục bộ SQLite</a:t>
            </a:r>
            <a:r>
              <a:rPr lang="vi-VN" dirty="0"/>
              <a:t> để lưu trữ tạm thời thông tin thí sinh, đề thi và bài làm, giúp duy trì hoạt động ổn định ngay cả khi có sự cố mạng cục bộ.</a:t>
            </a:r>
          </a:p>
          <a:p>
            <a:pPr>
              <a:buFont typeface="Arial" panose="020B0604020202020204" pitchFamily="34" charset="0"/>
              <a:buChar char="•"/>
            </a:pPr>
            <a:r>
              <a:rPr lang="vi-VN" dirty="0"/>
              <a:t>Giáo viên có thể tải đề thi từ server, giám sát quá trình thi và đồng bộ kết quả sau buổi thi.</a:t>
            </a:r>
          </a:p>
          <a:p>
            <a:pPr>
              <a:buFont typeface="Arial" panose="020B0604020202020204" pitchFamily="34" charset="0"/>
              <a:buChar char="•"/>
            </a:pPr>
            <a:r>
              <a:rPr lang="vi-VN" dirty="0"/>
              <a:t>Giao tiếp giữa ứng dụng và server cũng được thực hiện qua </a:t>
            </a:r>
            <a:r>
              <a:rPr lang="vi-VN" b="1" dirty="0"/>
              <a:t>mạng LAN và HTTP Request</a:t>
            </a:r>
            <a:r>
              <a:rPr lang="vi-VN" dirty="0"/>
              <a:t>.</a:t>
            </a:r>
          </a:p>
          <a:p>
            <a:endParaRPr lang="en-US" dirty="0"/>
          </a:p>
          <a:p>
            <a:pPr>
              <a:buNone/>
            </a:pPr>
            <a:r>
              <a:rPr lang="vi-VN" b="1" dirty="0"/>
              <a:t>3. Máy thí sinh (Student Client)</a:t>
            </a:r>
          </a:p>
          <a:p>
            <a:pPr>
              <a:buFont typeface="Arial" panose="020B0604020202020204" pitchFamily="34" charset="0"/>
              <a:buChar char="•"/>
            </a:pPr>
            <a:r>
              <a:rPr lang="vi-VN" dirty="0"/>
              <a:t>Đây là ứng dụng được cài đặt trên máy của thí sinh, cũng được phát triển bằng </a:t>
            </a:r>
            <a:r>
              <a:rPr lang="vi-VN" b="1" dirty="0"/>
              <a:t>Flutter</a:t>
            </a:r>
            <a:r>
              <a:rPr lang="vi-VN" dirty="0"/>
              <a:t>.</a:t>
            </a:r>
          </a:p>
          <a:p>
            <a:pPr>
              <a:buFont typeface="Arial" panose="020B0604020202020204" pitchFamily="34" charset="0"/>
              <a:buChar char="•"/>
            </a:pPr>
            <a:r>
              <a:rPr lang="vi-VN" dirty="0"/>
              <a:t>Ứng dụng này có thể nhận đề thi, làm bài và gửi kết quả về cho máy coi thi.</a:t>
            </a:r>
          </a:p>
          <a:p>
            <a:pPr>
              <a:buFont typeface="Arial" panose="020B0604020202020204" pitchFamily="34" charset="0"/>
              <a:buChar char="•"/>
            </a:pPr>
            <a:r>
              <a:rPr lang="vi-VN" dirty="0"/>
              <a:t>Trong quá trình thi, các dữ liệu như câu hỏi, đáp án, thời gian được trao đổi trực tiếp với máy giáo viên thông qua mạng nội bộ, đảm bảo tốc độ và tính riêng tư.</a:t>
            </a:r>
          </a:p>
          <a:p>
            <a:endParaRPr lang="en-US" dirty="0"/>
          </a:p>
          <a:p>
            <a:pPr>
              <a:buNone/>
            </a:pPr>
            <a:r>
              <a:rPr lang="vi-VN" b="1" dirty="0"/>
              <a:t>4. Luồng dữ liệu &amp; kết nối</a:t>
            </a:r>
          </a:p>
          <a:p>
            <a:pPr>
              <a:buFont typeface="Arial" panose="020B0604020202020204" pitchFamily="34" charset="0"/>
              <a:buChar char="•"/>
            </a:pPr>
            <a:r>
              <a:rPr lang="vi-VN" dirty="0"/>
              <a:t>Dữ liệu di chuyển giữa các thành phần thông qua </a:t>
            </a:r>
            <a:r>
              <a:rPr lang="vi-VN" b="1" dirty="0"/>
              <a:t>mạng LAN nội bộ</a:t>
            </a:r>
            <a:r>
              <a:rPr lang="vi-VN" dirty="0"/>
              <a:t>, giảm thiểu độ trễ và tăng độ ổn định.</a:t>
            </a:r>
          </a:p>
          <a:p>
            <a:pPr>
              <a:buFont typeface="Arial" panose="020B0604020202020204" pitchFamily="34" charset="0"/>
              <a:buChar char="•"/>
            </a:pPr>
            <a:r>
              <a:rPr lang="vi-VN" dirty="0"/>
              <a:t>Máy coi thi đóng vai trò trung gian, vừa là nơi giám sát vừa là cầu nối giữa thí sinh và máy chủ.</a:t>
            </a:r>
          </a:p>
          <a:p>
            <a:endParaRPr lang="en-US" dirty="0"/>
          </a:p>
          <a:p>
            <a:endParaRPr lang="en-US" dirty="0"/>
          </a:p>
          <a:p>
            <a:r>
              <a:rPr lang="vi-VN" dirty="0"/>
              <a:t>Với kiến trúc này, hệ thống đảm bảo </a:t>
            </a:r>
            <a:r>
              <a:rPr lang="vi-VN" b="1" dirty="0"/>
              <a:t>tính bảo mật, hiệu năng cao và khả năng hoạt động ổn định trong môi trường thi offline hoặc </a:t>
            </a:r>
            <a:r>
              <a:rPr lang="en-US" b="1" dirty="0" err="1"/>
              <a:t>có</a:t>
            </a:r>
            <a:r>
              <a:rPr lang="en-US" b="1" dirty="0"/>
              <a:t> </a:t>
            </a:r>
            <a:r>
              <a:rPr lang="en-US" b="1" dirty="0" err="1"/>
              <a:t>thể</a:t>
            </a:r>
            <a:r>
              <a:rPr lang="en-US" b="1" dirty="0"/>
              <a:t> </a:t>
            </a:r>
            <a:r>
              <a:rPr lang="en-US" b="1" dirty="0" err="1"/>
              <a:t>là</a:t>
            </a:r>
            <a:r>
              <a:rPr lang="en-US" b="1" dirty="0"/>
              <a:t> </a:t>
            </a:r>
            <a:r>
              <a:rPr lang="vi-VN" b="1" dirty="0"/>
              <a:t>online</a:t>
            </a:r>
            <a:r>
              <a:rPr lang="vi-VN" dirty="0"/>
              <a:t>.</a:t>
            </a:r>
            <a:endParaRPr lang="en-US" dirty="0"/>
          </a:p>
          <a:p>
            <a:r>
              <a:rPr lang="vi-VN" dirty="0"/>
              <a:t>Đồng thời cũng rất phù hợp để triển khai tại các cơ sở giáo dục</a:t>
            </a:r>
            <a:r>
              <a:rPr lang="en-US" dirty="0"/>
              <a:t>.</a:t>
            </a:r>
            <a:endParaRPr lang="vi-VN" dirty="0"/>
          </a:p>
        </p:txBody>
      </p:sp>
      <p:sp>
        <p:nvSpPr>
          <p:cNvPr id="4" name="Slide Number Placeholder 3"/>
          <p:cNvSpPr>
            <a:spLocks noGrp="1"/>
          </p:cNvSpPr>
          <p:nvPr>
            <p:ph type="sldNum" sz="quarter" idx="5"/>
          </p:nvPr>
        </p:nvSpPr>
        <p:spPr/>
        <p:txBody>
          <a:bodyPr/>
          <a:lstStyle/>
          <a:p>
            <a:fld id="{AD5CDA81-BC04-4F77-BB21-8E2256771B2B}" type="slidenum">
              <a:rPr lang="vi-VN" smtClean="0"/>
              <a:t>8</a:t>
            </a:fld>
            <a:endParaRPr lang="vi-VN"/>
          </a:p>
        </p:txBody>
      </p:sp>
    </p:spTree>
    <p:extLst>
      <p:ext uri="{BB962C8B-B14F-4D97-AF65-F5344CB8AC3E}">
        <p14:creationId xmlns:p14="http://schemas.microsoft.com/office/powerpoint/2010/main" val="1860038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buNone/>
            </a:pPr>
            <a:r>
              <a:rPr lang="en-US" sz="1800" b="1" dirty="0" err="1">
                <a:effectLst/>
                <a:latin typeface="Times New Roman" panose="02020603050405020304" pitchFamily="18" charset="0"/>
                <a:ea typeface="Aptos" panose="020B0004020202020204" pitchFamily="34" charset="0"/>
              </a:rPr>
              <a:t>Mục</a:t>
            </a:r>
            <a:r>
              <a:rPr lang="en-US" sz="1800" b="1" dirty="0">
                <a:effectLst/>
                <a:latin typeface="Times New Roman" panose="02020603050405020304" pitchFamily="18" charset="0"/>
                <a:ea typeface="Aptos" panose="020B0004020202020204" pitchFamily="34" charset="0"/>
              </a:rPr>
              <a:t> </a:t>
            </a:r>
            <a:r>
              <a:rPr lang="en-US" sz="1800" b="1" dirty="0" err="1">
                <a:effectLst/>
                <a:latin typeface="Times New Roman" panose="02020603050405020304" pitchFamily="18" charset="0"/>
                <a:ea typeface="Aptos" panose="020B0004020202020204" pitchFamily="34" charset="0"/>
              </a:rPr>
              <a:t>đích</a:t>
            </a:r>
            <a:r>
              <a:rPr lang="en-US" sz="1800" b="1" dirty="0">
                <a:effectLst/>
                <a:latin typeface="Times New Roman" panose="02020603050405020304" pitchFamily="18" charset="0"/>
                <a:ea typeface="Aptos" panose="020B0004020202020204" pitchFamily="34" charset="0"/>
              </a:rPr>
              <a:t> </a:t>
            </a:r>
            <a:r>
              <a:rPr lang="en-US" sz="1800" b="1" dirty="0" err="1">
                <a:effectLst/>
                <a:latin typeface="Times New Roman" panose="02020603050405020304" pitchFamily="18" charset="0"/>
                <a:ea typeface="Aptos" panose="020B0004020202020204" pitchFamily="34" charset="0"/>
              </a:rPr>
              <a:t>cuối</a:t>
            </a:r>
            <a:r>
              <a:rPr lang="en-US" sz="1800" b="1" dirty="0">
                <a:effectLst/>
                <a:latin typeface="Times New Roman" panose="02020603050405020304" pitchFamily="18" charset="0"/>
                <a:ea typeface="Aptos" panose="020B0004020202020204" pitchFamily="34" charset="0"/>
              </a:rPr>
              <a:t> </a:t>
            </a:r>
            <a:r>
              <a:rPr lang="en-US" sz="1800" b="1" dirty="0" err="1">
                <a:effectLst/>
                <a:latin typeface="Times New Roman" panose="02020603050405020304" pitchFamily="18" charset="0"/>
                <a:ea typeface="Aptos" panose="020B0004020202020204" pitchFamily="34" charset="0"/>
              </a:rPr>
              <a:t>cùng</a:t>
            </a:r>
            <a:r>
              <a:rPr lang="en-US" sz="1800" b="1" dirty="0">
                <a:effectLst/>
                <a:latin typeface="Times New Roman" panose="02020603050405020304" pitchFamily="18" charset="0"/>
                <a:ea typeface="Aptos" panose="020B0004020202020204" pitchFamily="34" charset="0"/>
              </a:rPr>
              <a:t> </a:t>
            </a:r>
            <a:r>
              <a:rPr lang="en-US" sz="1800" b="1" dirty="0" err="1">
                <a:effectLst/>
                <a:latin typeface="Times New Roman" panose="02020603050405020304" pitchFamily="18" charset="0"/>
                <a:ea typeface="Aptos" panose="020B0004020202020204" pitchFamily="34" charset="0"/>
              </a:rPr>
              <a:t>là</a:t>
            </a:r>
            <a:r>
              <a:rPr lang="en-US" sz="1800" b="1" dirty="0">
                <a:effectLst/>
                <a:latin typeface="Times New Roman" panose="02020603050405020304" pitchFamily="18" charset="0"/>
                <a:ea typeface="Aptos" panose="020B0004020202020204" pitchFamily="34" charset="0"/>
              </a:rPr>
              <a:t>: </a:t>
            </a:r>
            <a:r>
              <a:rPr lang="en-US" sz="1800" b="0" dirty="0" err="1">
                <a:effectLst/>
                <a:latin typeface="Times New Roman" panose="02020603050405020304" pitchFamily="18" charset="0"/>
                <a:ea typeface="Aptos" panose="020B0004020202020204" pitchFamily="34" charset="0"/>
              </a:rPr>
              <a:t>tạo</a:t>
            </a:r>
            <a:r>
              <a:rPr lang="en-US" sz="1800" b="0" dirty="0">
                <a:effectLst/>
                <a:latin typeface="Times New Roman" panose="02020603050405020304" pitchFamily="18" charset="0"/>
                <a:ea typeface="Aptos" panose="020B0004020202020204" pitchFamily="34" charset="0"/>
              </a:rPr>
              <a:t> </a:t>
            </a:r>
            <a:r>
              <a:rPr lang="en-US" sz="1800" b="0" dirty="0" err="1">
                <a:effectLst/>
                <a:latin typeface="Times New Roman" panose="02020603050405020304" pitchFamily="18" charset="0"/>
                <a:ea typeface="Aptos" panose="020B0004020202020204" pitchFamily="34" charset="0"/>
              </a:rPr>
              <a:t>ra</a:t>
            </a:r>
            <a:r>
              <a:rPr lang="en-US" sz="1800" b="0" dirty="0">
                <a:effectLst/>
                <a:latin typeface="Times New Roman" panose="02020603050405020304" pitchFamily="18" charset="0"/>
                <a:ea typeface="Aptos" panose="020B0004020202020204" pitchFamily="34" charset="0"/>
              </a:rPr>
              <a:t> </a:t>
            </a:r>
            <a:r>
              <a:rPr lang="en-US" sz="1800" b="0" dirty="0" err="1">
                <a:effectLst/>
                <a:latin typeface="Times New Roman" panose="02020603050405020304" pitchFamily="18" charset="0"/>
                <a:ea typeface="Aptos" panose="020B0004020202020204" pitchFamily="34" charset="0"/>
              </a:rPr>
              <a:t>một</a:t>
            </a:r>
            <a:r>
              <a:rPr lang="en-US" sz="1800" b="0" dirty="0">
                <a:effectLst/>
                <a:latin typeface="Times New Roman" panose="02020603050405020304" pitchFamily="18" charset="0"/>
                <a:ea typeface="Aptos" panose="020B0004020202020204" pitchFamily="34" charset="0"/>
              </a:rPr>
              <a:t> </a:t>
            </a:r>
            <a:r>
              <a:rPr lang="en-US" sz="1800" b="0" dirty="0" err="1">
                <a:effectLst/>
                <a:latin typeface="Times New Roman" panose="02020603050405020304" pitchFamily="18" charset="0"/>
                <a:ea typeface="Aptos" panose="020B0004020202020204" pitchFamily="34" charset="0"/>
              </a:rPr>
              <a:t>hệ</a:t>
            </a:r>
            <a:r>
              <a:rPr lang="en-US" sz="1800" b="0" dirty="0">
                <a:effectLst/>
                <a:latin typeface="Times New Roman" panose="02020603050405020304" pitchFamily="18" charset="0"/>
                <a:ea typeface="Aptos" panose="020B0004020202020204" pitchFamily="34" charset="0"/>
              </a:rPr>
              <a:t> </a:t>
            </a:r>
            <a:r>
              <a:rPr lang="en-US" sz="1800" b="0" dirty="0" err="1">
                <a:effectLst/>
                <a:latin typeface="Times New Roman" panose="02020603050405020304" pitchFamily="18" charset="0"/>
                <a:ea typeface="Aptos" panose="020B0004020202020204" pitchFamily="34" charset="0"/>
              </a:rPr>
              <a:t>thống</a:t>
            </a:r>
            <a:r>
              <a:rPr lang="en-US" sz="1800" b="0" dirty="0">
                <a:effectLst/>
                <a:latin typeface="Times New Roman" panose="02020603050405020304" pitchFamily="18" charset="0"/>
                <a:ea typeface="Aptos" panose="020B0004020202020204" pitchFamily="34" charset="0"/>
              </a:rPr>
              <a:t> </a:t>
            </a:r>
            <a:r>
              <a:rPr lang="en-US" sz="1800" b="0" dirty="0" err="1">
                <a:effectLst/>
                <a:latin typeface="Times New Roman" panose="02020603050405020304" pitchFamily="18" charset="0"/>
                <a:ea typeface="Aptos" panose="020B0004020202020204" pitchFamily="34" charset="0"/>
              </a:rPr>
              <a:t>thi</a:t>
            </a:r>
            <a:r>
              <a:rPr lang="en-US" sz="1800" b="0" dirty="0">
                <a:effectLst/>
                <a:latin typeface="Times New Roman" panose="02020603050405020304" pitchFamily="18" charset="0"/>
                <a:ea typeface="Aptos" panose="020B0004020202020204" pitchFamily="34" charset="0"/>
              </a:rPr>
              <a:t> </a:t>
            </a:r>
            <a:r>
              <a:rPr lang="en-US" sz="1800" b="0" dirty="0" err="1">
                <a:effectLst/>
                <a:latin typeface="Times New Roman" panose="02020603050405020304" pitchFamily="18" charset="0"/>
                <a:ea typeface="Aptos" panose="020B0004020202020204" pitchFamily="34" charset="0"/>
              </a:rPr>
              <a:t>cử</a:t>
            </a:r>
            <a:r>
              <a:rPr lang="en-US" sz="1800" b="0" dirty="0">
                <a:effectLst/>
                <a:latin typeface="Times New Roman" panose="02020603050405020304" pitchFamily="18" charset="0"/>
                <a:ea typeface="Aptos" panose="020B0004020202020204" pitchFamily="34" charset="0"/>
              </a:rPr>
              <a:t> </a:t>
            </a:r>
            <a:r>
              <a:rPr lang="en-US" sz="1800" b="0" dirty="0" err="1">
                <a:effectLst/>
                <a:latin typeface="Times New Roman" panose="02020603050405020304" pitchFamily="18" charset="0"/>
                <a:ea typeface="Aptos" panose="020B0004020202020204" pitchFamily="34" charset="0"/>
              </a:rPr>
              <a:t>hiệu</a:t>
            </a:r>
            <a:r>
              <a:rPr lang="en-US" sz="1800" b="0" dirty="0">
                <a:effectLst/>
                <a:latin typeface="Times New Roman" panose="02020603050405020304" pitchFamily="18" charset="0"/>
                <a:ea typeface="Aptos" panose="020B0004020202020204" pitchFamily="34" charset="0"/>
              </a:rPr>
              <a:t> </a:t>
            </a:r>
            <a:r>
              <a:rPr lang="en-US" sz="1800" b="0" dirty="0" err="1">
                <a:effectLst/>
                <a:latin typeface="Times New Roman" panose="02020603050405020304" pitchFamily="18" charset="0"/>
                <a:ea typeface="Aptos" panose="020B0004020202020204" pitchFamily="34" charset="0"/>
              </a:rPr>
              <a:t>quả</a:t>
            </a:r>
            <a:r>
              <a:rPr lang="en-US" sz="1800" b="0" dirty="0">
                <a:effectLst/>
                <a:latin typeface="Times New Roman" panose="02020603050405020304" pitchFamily="18" charset="0"/>
                <a:ea typeface="Aptos" panose="020B0004020202020204" pitchFamily="34" charset="0"/>
              </a:rPr>
              <a:t>.</a:t>
            </a:r>
          </a:p>
          <a:p>
            <a:pPr>
              <a:lnSpc>
                <a:spcPct val="107000"/>
              </a:lnSpc>
              <a:spcAft>
                <a:spcPts val="800"/>
              </a:spcAft>
              <a:buNone/>
            </a:pPr>
            <a:br>
              <a:rPr lang="en-US" sz="1800" dirty="0">
                <a:effectLst/>
                <a:latin typeface="Times New Roman" panose="02020603050405020304" pitchFamily="18" charset="0"/>
                <a:ea typeface="Aptos" panose="020B0004020202020204" pitchFamily="34" charset="0"/>
              </a:rPr>
            </a:br>
            <a:r>
              <a:rPr lang="vi-VN" sz="1800" dirty="0">
                <a:effectLst/>
                <a:latin typeface="Times New Roman" panose="02020603050405020304" pitchFamily="18" charset="0"/>
                <a:ea typeface="Aptos" panose="020B0004020202020204" pitchFamily="34" charset="0"/>
              </a:rPr>
              <a:t>Qua quá trình nghiên cứu và phát triển hệ thống, em nhận thấy rằng một nền tảng thi trắc nghiệm hiện đại không chỉ mang lại lợi ích về mặt kỹ thuật mà còn tạo điều kiện cho một môi trường học tập – kiểm tra công bằng, hiệu quả và bền vững.</a:t>
            </a:r>
          </a:p>
          <a:p>
            <a:pPr>
              <a:lnSpc>
                <a:spcPct val="107000"/>
              </a:lnSpc>
              <a:spcAft>
                <a:spcPts val="800"/>
              </a:spcAft>
              <a:buNone/>
            </a:pPr>
            <a:r>
              <a:rPr lang="en-US" sz="1800" dirty="0">
                <a:effectLst/>
                <a:latin typeface="Times New Roman" panose="02020603050405020304" pitchFamily="18" charset="0"/>
                <a:ea typeface="Aptos" panose="020B0004020202020204" pitchFamily="34" charset="0"/>
              </a:rPr>
              <a:t> </a:t>
            </a:r>
            <a:endParaRPr lang="vi-VN" sz="1800" dirty="0">
              <a:effectLst/>
              <a:latin typeface="Times New Roman" panose="02020603050405020304" pitchFamily="18" charset="0"/>
              <a:ea typeface="Aptos" panose="020B0004020202020204" pitchFamily="34" charset="0"/>
            </a:endParaRPr>
          </a:p>
          <a:p>
            <a:pPr>
              <a:lnSpc>
                <a:spcPct val="107000"/>
              </a:lnSpc>
              <a:spcAft>
                <a:spcPts val="800"/>
              </a:spcAft>
              <a:buNone/>
            </a:pPr>
            <a:r>
              <a:rPr lang="vi-VN" sz="1800" dirty="0">
                <a:effectLst/>
                <a:latin typeface="Times New Roman" panose="02020603050405020304" pitchFamily="18" charset="0"/>
                <a:ea typeface="Aptos" panose="020B0004020202020204" pitchFamily="34" charset="0"/>
              </a:rPr>
              <a:t>Đề tài hoàn toàn có khả năng ứng dụng thực tiễn, đặc biệt phù hợp với các trường đang tìm kiếm giải pháp số hóa thi cử.</a:t>
            </a:r>
          </a:p>
          <a:p>
            <a:pPr>
              <a:lnSpc>
                <a:spcPct val="107000"/>
              </a:lnSpc>
              <a:spcAft>
                <a:spcPts val="800"/>
              </a:spcAft>
              <a:buNone/>
            </a:pPr>
            <a:r>
              <a:rPr lang="en-US" sz="1800" dirty="0">
                <a:effectLst/>
                <a:latin typeface="Times New Roman" panose="02020603050405020304" pitchFamily="18" charset="0"/>
                <a:ea typeface="Aptos" panose="020B0004020202020204" pitchFamily="34" charset="0"/>
              </a:rPr>
              <a:t> </a:t>
            </a:r>
            <a:endParaRPr lang="vi-VN" sz="1800" dirty="0">
              <a:effectLst/>
              <a:latin typeface="Times New Roman" panose="02020603050405020304" pitchFamily="18" charset="0"/>
              <a:ea typeface="Aptos" panose="020B0004020202020204" pitchFamily="34" charset="0"/>
            </a:endParaRPr>
          </a:p>
          <a:p>
            <a:pPr>
              <a:lnSpc>
                <a:spcPct val="107000"/>
              </a:lnSpc>
              <a:spcAft>
                <a:spcPts val="800"/>
              </a:spcAft>
            </a:pPr>
            <a:r>
              <a:rPr lang="vi-VN" sz="1800" dirty="0">
                <a:effectLst/>
                <a:latin typeface="Times New Roman" panose="02020603050405020304" pitchFamily="18" charset="0"/>
                <a:ea typeface="Aptos" panose="020B0004020202020204" pitchFamily="34" charset="0"/>
              </a:rPr>
              <a:t>Trong tương lai, hệ thống có thể tiếp tục mở rộng chức năng để phục vụ nhiều đối tượng người dùng hơn nữa.</a:t>
            </a:r>
          </a:p>
        </p:txBody>
      </p:sp>
      <p:sp>
        <p:nvSpPr>
          <p:cNvPr id="4" name="Slide Number Placeholder 3"/>
          <p:cNvSpPr>
            <a:spLocks noGrp="1"/>
          </p:cNvSpPr>
          <p:nvPr>
            <p:ph type="sldNum" sz="quarter" idx="5"/>
          </p:nvPr>
        </p:nvSpPr>
        <p:spPr/>
        <p:txBody>
          <a:bodyPr/>
          <a:lstStyle/>
          <a:p>
            <a:fld id="{AD5CDA81-BC04-4F77-BB21-8E2256771B2B}" type="slidenum">
              <a:rPr lang="vi-VN" smtClean="0"/>
              <a:t>9</a:t>
            </a:fld>
            <a:endParaRPr lang="vi-VN"/>
          </a:p>
        </p:txBody>
      </p:sp>
    </p:spTree>
    <p:extLst>
      <p:ext uri="{BB962C8B-B14F-4D97-AF65-F5344CB8AC3E}">
        <p14:creationId xmlns:p14="http://schemas.microsoft.com/office/powerpoint/2010/main" val="2690182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A8DBB-152D-7D12-9A0F-0FC719B0E9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3AC85F1C-808C-AAF3-2EB1-A22C24B5AC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94BDC5BA-0D79-BE65-CC33-84369C239C60}"/>
              </a:ext>
            </a:extLst>
          </p:cNvPr>
          <p:cNvSpPr>
            <a:spLocks noGrp="1"/>
          </p:cNvSpPr>
          <p:nvPr>
            <p:ph type="dt" sz="half" idx="10"/>
          </p:nvPr>
        </p:nvSpPr>
        <p:spPr/>
        <p:txBody>
          <a:bodyPr/>
          <a:lstStyle/>
          <a:p>
            <a:fld id="{44DB5E1E-9178-4650-86C2-B7894A08E5D0}" type="datetimeFigureOut">
              <a:rPr lang="vi-VN" smtClean="0"/>
              <a:t>20/04/2025</a:t>
            </a:fld>
            <a:endParaRPr lang="vi-VN"/>
          </a:p>
        </p:txBody>
      </p:sp>
      <p:sp>
        <p:nvSpPr>
          <p:cNvPr id="5" name="Footer Placeholder 4">
            <a:extLst>
              <a:ext uri="{FF2B5EF4-FFF2-40B4-BE49-F238E27FC236}">
                <a16:creationId xmlns:a16="http://schemas.microsoft.com/office/drawing/2014/main" id="{7D407C3E-D628-8C5D-E548-DC07F2F983A6}"/>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82E40F0-DC61-49B2-2AD6-6ED82FB737DE}"/>
              </a:ext>
            </a:extLst>
          </p:cNvPr>
          <p:cNvSpPr>
            <a:spLocks noGrp="1"/>
          </p:cNvSpPr>
          <p:nvPr>
            <p:ph type="sldNum" sz="quarter" idx="12"/>
          </p:nvPr>
        </p:nvSpPr>
        <p:spPr/>
        <p:txBody>
          <a:bodyPr/>
          <a:lstStyle/>
          <a:p>
            <a:fld id="{4C8C4714-9C09-424A-B2CF-E43329160DD7}" type="slidenum">
              <a:rPr lang="vi-VN" smtClean="0"/>
              <a:t>‹#›</a:t>
            </a:fld>
            <a:endParaRPr lang="vi-VN"/>
          </a:p>
        </p:txBody>
      </p:sp>
    </p:spTree>
    <p:extLst>
      <p:ext uri="{BB962C8B-B14F-4D97-AF65-F5344CB8AC3E}">
        <p14:creationId xmlns:p14="http://schemas.microsoft.com/office/powerpoint/2010/main" val="1250611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F355-465F-4257-D074-83F85E736D54}"/>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97E01911-C127-3FF1-6409-1EE2B54174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B58B1EC0-F6C8-C2AA-3EDD-FACE67166761}"/>
              </a:ext>
            </a:extLst>
          </p:cNvPr>
          <p:cNvSpPr>
            <a:spLocks noGrp="1"/>
          </p:cNvSpPr>
          <p:nvPr>
            <p:ph type="dt" sz="half" idx="10"/>
          </p:nvPr>
        </p:nvSpPr>
        <p:spPr/>
        <p:txBody>
          <a:bodyPr/>
          <a:lstStyle/>
          <a:p>
            <a:fld id="{44DB5E1E-9178-4650-86C2-B7894A08E5D0}" type="datetimeFigureOut">
              <a:rPr lang="vi-VN" smtClean="0"/>
              <a:t>20/04/2025</a:t>
            </a:fld>
            <a:endParaRPr lang="vi-VN"/>
          </a:p>
        </p:txBody>
      </p:sp>
      <p:sp>
        <p:nvSpPr>
          <p:cNvPr id="5" name="Footer Placeholder 4">
            <a:extLst>
              <a:ext uri="{FF2B5EF4-FFF2-40B4-BE49-F238E27FC236}">
                <a16:creationId xmlns:a16="http://schemas.microsoft.com/office/drawing/2014/main" id="{DABD78F4-4AC1-C459-1A36-6CE55753F09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3AE0217-D218-91C9-784B-8A27A1A62364}"/>
              </a:ext>
            </a:extLst>
          </p:cNvPr>
          <p:cNvSpPr>
            <a:spLocks noGrp="1"/>
          </p:cNvSpPr>
          <p:nvPr>
            <p:ph type="sldNum" sz="quarter" idx="12"/>
          </p:nvPr>
        </p:nvSpPr>
        <p:spPr/>
        <p:txBody>
          <a:bodyPr/>
          <a:lstStyle/>
          <a:p>
            <a:fld id="{4C8C4714-9C09-424A-B2CF-E43329160DD7}" type="slidenum">
              <a:rPr lang="vi-VN" smtClean="0"/>
              <a:t>‹#›</a:t>
            </a:fld>
            <a:endParaRPr lang="vi-VN"/>
          </a:p>
        </p:txBody>
      </p:sp>
    </p:spTree>
    <p:extLst>
      <p:ext uri="{BB962C8B-B14F-4D97-AF65-F5344CB8AC3E}">
        <p14:creationId xmlns:p14="http://schemas.microsoft.com/office/powerpoint/2010/main" val="3046072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478B3-42D6-12B7-254C-DD190AAF89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8CFD5A03-A8A8-47BD-9C94-651AA400C6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40CE5E-3E8B-D6BD-E8C1-D7110B2761E1}"/>
              </a:ext>
            </a:extLst>
          </p:cNvPr>
          <p:cNvSpPr>
            <a:spLocks noGrp="1"/>
          </p:cNvSpPr>
          <p:nvPr>
            <p:ph type="dt" sz="half" idx="10"/>
          </p:nvPr>
        </p:nvSpPr>
        <p:spPr/>
        <p:txBody>
          <a:bodyPr/>
          <a:lstStyle/>
          <a:p>
            <a:fld id="{44DB5E1E-9178-4650-86C2-B7894A08E5D0}" type="datetimeFigureOut">
              <a:rPr lang="vi-VN" smtClean="0"/>
              <a:t>20/04/2025</a:t>
            </a:fld>
            <a:endParaRPr lang="vi-VN"/>
          </a:p>
        </p:txBody>
      </p:sp>
      <p:sp>
        <p:nvSpPr>
          <p:cNvPr id="5" name="Footer Placeholder 4">
            <a:extLst>
              <a:ext uri="{FF2B5EF4-FFF2-40B4-BE49-F238E27FC236}">
                <a16:creationId xmlns:a16="http://schemas.microsoft.com/office/drawing/2014/main" id="{12BD11D5-2756-7AFB-0CA0-819DFA85F94A}"/>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36BBEAFE-AE61-5EB4-1A94-A49CDFD728F4}"/>
              </a:ext>
            </a:extLst>
          </p:cNvPr>
          <p:cNvSpPr>
            <a:spLocks noGrp="1"/>
          </p:cNvSpPr>
          <p:nvPr>
            <p:ph type="sldNum" sz="quarter" idx="12"/>
          </p:nvPr>
        </p:nvSpPr>
        <p:spPr/>
        <p:txBody>
          <a:bodyPr/>
          <a:lstStyle/>
          <a:p>
            <a:fld id="{4C8C4714-9C09-424A-B2CF-E43329160DD7}" type="slidenum">
              <a:rPr lang="vi-VN" smtClean="0"/>
              <a:t>‹#›</a:t>
            </a:fld>
            <a:endParaRPr lang="vi-VN"/>
          </a:p>
        </p:txBody>
      </p:sp>
    </p:spTree>
    <p:extLst>
      <p:ext uri="{BB962C8B-B14F-4D97-AF65-F5344CB8AC3E}">
        <p14:creationId xmlns:p14="http://schemas.microsoft.com/office/powerpoint/2010/main" val="4282381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1BFA6-D732-161C-C760-B7FDD6239CC7}"/>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937A5130-5066-F88E-E159-03CADBF3E1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61A53C72-7E09-B9A2-8B6B-8D9447C8BF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A61C5D96-7C52-8E49-1293-6DD8E24F43F3}"/>
              </a:ext>
            </a:extLst>
          </p:cNvPr>
          <p:cNvSpPr>
            <a:spLocks noGrp="1"/>
          </p:cNvSpPr>
          <p:nvPr>
            <p:ph type="dt" sz="half" idx="10"/>
          </p:nvPr>
        </p:nvSpPr>
        <p:spPr/>
        <p:txBody>
          <a:bodyPr/>
          <a:lstStyle/>
          <a:p>
            <a:fld id="{44DB5E1E-9178-4650-86C2-B7894A08E5D0}" type="datetimeFigureOut">
              <a:rPr lang="vi-VN" smtClean="0"/>
              <a:t>20/04/2025</a:t>
            </a:fld>
            <a:endParaRPr lang="vi-VN"/>
          </a:p>
        </p:txBody>
      </p:sp>
      <p:sp>
        <p:nvSpPr>
          <p:cNvPr id="6" name="Footer Placeholder 5">
            <a:extLst>
              <a:ext uri="{FF2B5EF4-FFF2-40B4-BE49-F238E27FC236}">
                <a16:creationId xmlns:a16="http://schemas.microsoft.com/office/drawing/2014/main" id="{9B7DAF69-4567-3794-7753-1CF048098D10}"/>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C2D77273-9F7D-E056-0A6F-75D97F6C15A1}"/>
              </a:ext>
            </a:extLst>
          </p:cNvPr>
          <p:cNvSpPr>
            <a:spLocks noGrp="1"/>
          </p:cNvSpPr>
          <p:nvPr>
            <p:ph type="sldNum" sz="quarter" idx="12"/>
          </p:nvPr>
        </p:nvSpPr>
        <p:spPr/>
        <p:txBody>
          <a:bodyPr/>
          <a:lstStyle/>
          <a:p>
            <a:fld id="{4C8C4714-9C09-424A-B2CF-E43329160DD7}" type="slidenum">
              <a:rPr lang="vi-VN" smtClean="0"/>
              <a:t>‹#›</a:t>
            </a:fld>
            <a:endParaRPr lang="vi-VN"/>
          </a:p>
        </p:txBody>
      </p:sp>
    </p:spTree>
    <p:extLst>
      <p:ext uri="{BB962C8B-B14F-4D97-AF65-F5344CB8AC3E}">
        <p14:creationId xmlns:p14="http://schemas.microsoft.com/office/powerpoint/2010/main" val="2048893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4350B-5741-B53B-BCE4-4A8A4610FC3D}"/>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387C21FB-BCEC-78B7-3AE8-08C1FE4F94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E99FCB-815C-3578-3957-25231AAA45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B18ABEC3-AE80-A3E4-BBC7-406C9E2865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DB2A3D-27A0-A74C-1C48-228C9BCAF7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7969178D-7FA5-6D42-5145-75222FD3233B}"/>
              </a:ext>
            </a:extLst>
          </p:cNvPr>
          <p:cNvSpPr>
            <a:spLocks noGrp="1"/>
          </p:cNvSpPr>
          <p:nvPr>
            <p:ph type="dt" sz="half" idx="10"/>
          </p:nvPr>
        </p:nvSpPr>
        <p:spPr/>
        <p:txBody>
          <a:bodyPr/>
          <a:lstStyle/>
          <a:p>
            <a:fld id="{44DB5E1E-9178-4650-86C2-B7894A08E5D0}" type="datetimeFigureOut">
              <a:rPr lang="vi-VN" smtClean="0"/>
              <a:t>20/04/2025</a:t>
            </a:fld>
            <a:endParaRPr lang="vi-VN"/>
          </a:p>
        </p:txBody>
      </p:sp>
      <p:sp>
        <p:nvSpPr>
          <p:cNvPr id="8" name="Footer Placeholder 7">
            <a:extLst>
              <a:ext uri="{FF2B5EF4-FFF2-40B4-BE49-F238E27FC236}">
                <a16:creationId xmlns:a16="http://schemas.microsoft.com/office/drawing/2014/main" id="{C5919B23-605E-685E-6061-D2D8633B85F7}"/>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E33B7743-B8BF-90DE-189E-B73DF79755FE}"/>
              </a:ext>
            </a:extLst>
          </p:cNvPr>
          <p:cNvSpPr>
            <a:spLocks noGrp="1"/>
          </p:cNvSpPr>
          <p:nvPr>
            <p:ph type="sldNum" sz="quarter" idx="12"/>
          </p:nvPr>
        </p:nvSpPr>
        <p:spPr/>
        <p:txBody>
          <a:bodyPr/>
          <a:lstStyle/>
          <a:p>
            <a:fld id="{4C8C4714-9C09-424A-B2CF-E43329160DD7}" type="slidenum">
              <a:rPr lang="vi-VN" smtClean="0"/>
              <a:t>‹#›</a:t>
            </a:fld>
            <a:endParaRPr lang="vi-VN"/>
          </a:p>
        </p:txBody>
      </p:sp>
    </p:spTree>
    <p:extLst>
      <p:ext uri="{BB962C8B-B14F-4D97-AF65-F5344CB8AC3E}">
        <p14:creationId xmlns:p14="http://schemas.microsoft.com/office/powerpoint/2010/main" val="2321819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9DAFA-DDF0-E3B2-F290-3B1AD657BD42}"/>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261E7B30-98F8-37EB-A6AE-21FA7427469A}"/>
              </a:ext>
            </a:extLst>
          </p:cNvPr>
          <p:cNvSpPr>
            <a:spLocks noGrp="1"/>
          </p:cNvSpPr>
          <p:nvPr>
            <p:ph type="dt" sz="half" idx="10"/>
          </p:nvPr>
        </p:nvSpPr>
        <p:spPr/>
        <p:txBody>
          <a:bodyPr/>
          <a:lstStyle/>
          <a:p>
            <a:fld id="{44DB5E1E-9178-4650-86C2-B7894A08E5D0}" type="datetimeFigureOut">
              <a:rPr lang="vi-VN" smtClean="0"/>
              <a:t>20/04/2025</a:t>
            </a:fld>
            <a:endParaRPr lang="vi-VN"/>
          </a:p>
        </p:txBody>
      </p:sp>
      <p:sp>
        <p:nvSpPr>
          <p:cNvPr id="4" name="Footer Placeholder 3">
            <a:extLst>
              <a:ext uri="{FF2B5EF4-FFF2-40B4-BE49-F238E27FC236}">
                <a16:creationId xmlns:a16="http://schemas.microsoft.com/office/drawing/2014/main" id="{54666F52-8B8F-2566-7E69-1D423488366A}"/>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F781C320-7055-01AE-AF64-3B6CA52B0F20}"/>
              </a:ext>
            </a:extLst>
          </p:cNvPr>
          <p:cNvSpPr>
            <a:spLocks noGrp="1"/>
          </p:cNvSpPr>
          <p:nvPr>
            <p:ph type="sldNum" sz="quarter" idx="12"/>
          </p:nvPr>
        </p:nvSpPr>
        <p:spPr/>
        <p:txBody>
          <a:bodyPr/>
          <a:lstStyle/>
          <a:p>
            <a:fld id="{4C8C4714-9C09-424A-B2CF-E43329160DD7}" type="slidenum">
              <a:rPr lang="vi-VN" smtClean="0"/>
              <a:t>‹#›</a:t>
            </a:fld>
            <a:endParaRPr lang="vi-VN"/>
          </a:p>
        </p:txBody>
      </p:sp>
    </p:spTree>
    <p:extLst>
      <p:ext uri="{BB962C8B-B14F-4D97-AF65-F5344CB8AC3E}">
        <p14:creationId xmlns:p14="http://schemas.microsoft.com/office/powerpoint/2010/main" val="3053386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26690F-E653-0924-84C6-240F3077CCB9}"/>
              </a:ext>
            </a:extLst>
          </p:cNvPr>
          <p:cNvSpPr>
            <a:spLocks noGrp="1"/>
          </p:cNvSpPr>
          <p:nvPr>
            <p:ph type="dt" sz="half" idx="10"/>
          </p:nvPr>
        </p:nvSpPr>
        <p:spPr/>
        <p:txBody>
          <a:bodyPr/>
          <a:lstStyle/>
          <a:p>
            <a:fld id="{44DB5E1E-9178-4650-86C2-B7894A08E5D0}" type="datetimeFigureOut">
              <a:rPr lang="vi-VN" smtClean="0"/>
              <a:t>20/04/2025</a:t>
            </a:fld>
            <a:endParaRPr lang="vi-VN"/>
          </a:p>
        </p:txBody>
      </p:sp>
      <p:sp>
        <p:nvSpPr>
          <p:cNvPr id="3" name="Footer Placeholder 2">
            <a:extLst>
              <a:ext uri="{FF2B5EF4-FFF2-40B4-BE49-F238E27FC236}">
                <a16:creationId xmlns:a16="http://schemas.microsoft.com/office/drawing/2014/main" id="{880939E7-B5D8-752E-EB53-6011A02C89A6}"/>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757DC45E-9377-1CAB-9972-0DEA19904980}"/>
              </a:ext>
            </a:extLst>
          </p:cNvPr>
          <p:cNvSpPr>
            <a:spLocks noGrp="1"/>
          </p:cNvSpPr>
          <p:nvPr>
            <p:ph type="sldNum" sz="quarter" idx="12"/>
          </p:nvPr>
        </p:nvSpPr>
        <p:spPr/>
        <p:txBody>
          <a:bodyPr/>
          <a:lstStyle/>
          <a:p>
            <a:fld id="{4C8C4714-9C09-424A-B2CF-E43329160DD7}" type="slidenum">
              <a:rPr lang="vi-VN" smtClean="0"/>
              <a:t>‹#›</a:t>
            </a:fld>
            <a:endParaRPr lang="vi-VN"/>
          </a:p>
        </p:txBody>
      </p:sp>
    </p:spTree>
    <p:extLst>
      <p:ext uri="{BB962C8B-B14F-4D97-AF65-F5344CB8AC3E}">
        <p14:creationId xmlns:p14="http://schemas.microsoft.com/office/powerpoint/2010/main" val="1690224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7BBDD-EC59-ED36-F1B0-2766E0EFFD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64C6FBBF-7754-3B61-D0F1-1F6C10D071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697D7B55-CD5A-FA60-D7CD-2BE824DC1C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77E25-127D-CECD-833A-CCBF000BA82B}"/>
              </a:ext>
            </a:extLst>
          </p:cNvPr>
          <p:cNvSpPr>
            <a:spLocks noGrp="1"/>
          </p:cNvSpPr>
          <p:nvPr>
            <p:ph type="dt" sz="half" idx="10"/>
          </p:nvPr>
        </p:nvSpPr>
        <p:spPr/>
        <p:txBody>
          <a:bodyPr/>
          <a:lstStyle/>
          <a:p>
            <a:fld id="{44DB5E1E-9178-4650-86C2-B7894A08E5D0}" type="datetimeFigureOut">
              <a:rPr lang="vi-VN" smtClean="0"/>
              <a:t>20/04/2025</a:t>
            </a:fld>
            <a:endParaRPr lang="vi-VN"/>
          </a:p>
        </p:txBody>
      </p:sp>
      <p:sp>
        <p:nvSpPr>
          <p:cNvPr id="6" name="Footer Placeholder 5">
            <a:extLst>
              <a:ext uri="{FF2B5EF4-FFF2-40B4-BE49-F238E27FC236}">
                <a16:creationId xmlns:a16="http://schemas.microsoft.com/office/drawing/2014/main" id="{952FCBB1-24CE-9062-06FF-817739E45633}"/>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2FE80D0D-5E7E-DD0A-CDB1-B71AD76F18EE}"/>
              </a:ext>
            </a:extLst>
          </p:cNvPr>
          <p:cNvSpPr>
            <a:spLocks noGrp="1"/>
          </p:cNvSpPr>
          <p:nvPr>
            <p:ph type="sldNum" sz="quarter" idx="12"/>
          </p:nvPr>
        </p:nvSpPr>
        <p:spPr/>
        <p:txBody>
          <a:bodyPr/>
          <a:lstStyle/>
          <a:p>
            <a:fld id="{4C8C4714-9C09-424A-B2CF-E43329160DD7}" type="slidenum">
              <a:rPr lang="vi-VN" smtClean="0"/>
              <a:t>‹#›</a:t>
            </a:fld>
            <a:endParaRPr lang="vi-VN"/>
          </a:p>
        </p:txBody>
      </p:sp>
    </p:spTree>
    <p:extLst>
      <p:ext uri="{BB962C8B-B14F-4D97-AF65-F5344CB8AC3E}">
        <p14:creationId xmlns:p14="http://schemas.microsoft.com/office/powerpoint/2010/main" val="3989310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4621E-9EA4-25D2-9B07-50D3E147FE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AB2BDA56-8125-4796-3DDE-02B8EFC29E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91101F81-2199-1DA8-17F6-336AB331BA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510BF1-F909-2DE3-D438-0D11CAA7084B}"/>
              </a:ext>
            </a:extLst>
          </p:cNvPr>
          <p:cNvSpPr>
            <a:spLocks noGrp="1"/>
          </p:cNvSpPr>
          <p:nvPr>
            <p:ph type="dt" sz="half" idx="10"/>
          </p:nvPr>
        </p:nvSpPr>
        <p:spPr/>
        <p:txBody>
          <a:bodyPr/>
          <a:lstStyle/>
          <a:p>
            <a:fld id="{44DB5E1E-9178-4650-86C2-B7894A08E5D0}" type="datetimeFigureOut">
              <a:rPr lang="vi-VN" smtClean="0"/>
              <a:t>20/04/2025</a:t>
            </a:fld>
            <a:endParaRPr lang="vi-VN"/>
          </a:p>
        </p:txBody>
      </p:sp>
      <p:sp>
        <p:nvSpPr>
          <p:cNvPr id="6" name="Footer Placeholder 5">
            <a:extLst>
              <a:ext uri="{FF2B5EF4-FFF2-40B4-BE49-F238E27FC236}">
                <a16:creationId xmlns:a16="http://schemas.microsoft.com/office/drawing/2014/main" id="{22D85659-1616-5435-C048-5AE2E1C72740}"/>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B922528D-166D-A3B1-99B2-0BB0FEA12149}"/>
              </a:ext>
            </a:extLst>
          </p:cNvPr>
          <p:cNvSpPr>
            <a:spLocks noGrp="1"/>
          </p:cNvSpPr>
          <p:nvPr>
            <p:ph type="sldNum" sz="quarter" idx="12"/>
          </p:nvPr>
        </p:nvSpPr>
        <p:spPr/>
        <p:txBody>
          <a:bodyPr/>
          <a:lstStyle/>
          <a:p>
            <a:fld id="{4C8C4714-9C09-424A-B2CF-E43329160DD7}" type="slidenum">
              <a:rPr lang="vi-VN" smtClean="0"/>
              <a:t>‹#›</a:t>
            </a:fld>
            <a:endParaRPr lang="vi-VN"/>
          </a:p>
        </p:txBody>
      </p:sp>
    </p:spTree>
    <p:extLst>
      <p:ext uri="{BB962C8B-B14F-4D97-AF65-F5344CB8AC3E}">
        <p14:creationId xmlns:p14="http://schemas.microsoft.com/office/powerpoint/2010/main" val="3202633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4CD9F-7F20-8860-3382-0B35DF712E65}"/>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72F62A2C-6D0F-CCC1-4BE6-A0FE6AEF2D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6352AA07-7586-A7C5-6E20-6E3A8FFF24DE}"/>
              </a:ext>
            </a:extLst>
          </p:cNvPr>
          <p:cNvSpPr>
            <a:spLocks noGrp="1"/>
          </p:cNvSpPr>
          <p:nvPr>
            <p:ph type="dt" sz="half" idx="10"/>
          </p:nvPr>
        </p:nvSpPr>
        <p:spPr/>
        <p:txBody>
          <a:bodyPr/>
          <a:lstStyle/>
          <a:p>
            <a:fld id="{44DB5E1E-9178-4650-86C2-B7894A08E5D0}" type="datetimeFigureOut">
              <a:rPr lang="vi-VN" smtClean="0"/>
              <a:t>20/04/2025</a:t>
            </a:fld>
            <a:endParaRPr lang="vi-VN"/>
          </a:p>
        </p:txBody>
      </p:sp>
      <p:sp>
        <p:nvSpPr>
          <p:cNvPr id="5" name="Footer Placeholder 4">
            <a:extLst>
              <a:ext uri="{FF2B5EF4-FFF2-40B4-BE49-F238E27FC236}">
                <a16:creationId xmlns:a16="http://schemas.microsoft.com/office/drawing/2014/main" id="{B0924B5B-3549-4482-60EB-BC845B661D2A}"/>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5D49C1B6-5AE5-1EE8-7385-8D000DE9A90F}"/>
              </a:ext>
            </a:extLst>
          </p:cNvPr>
          <p:cNvSpPr>
            <a:spLocks noGrp="1"/>
          </p:cNvSpPr>
          <p:nvPr>
            <p:ph type="sldNum" sz="quarter" idx="12"/>
          </p:nvPr>
        </p:nvSpPr>
        <p:spPr/>
        <p:txBody>
          <a:bodyPr/>
          <a:lstStyle/>
          <a:p>
            <a:fld id="{4C8C4714-9C09-424A-B2CF-E43329160DD7}" type="slidenum">
              <a:rPr lang="vi-VN" smtClean="0"/>
              <a:t>‹#›</a:t>
            </a:fld>
            <a:endParaRPr lang="vi-VN"/>
          </a:p>
        </p:txBody>
      </p:sp>
    </p:spTree>
    <p:extLst>
      <p:ext uri="{BB962C8B-B14F-4D97-AF65-F5344CB8AC3E}">
        <p14:creationId xmlns:p14="http://schemas.microsoft.com/office/powerpoint/2010/main" val="2107576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8AA23E-64FA-C6DF-FC37-3B64969A96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3AEF8957-C076-882D-DD20-262A9F52F3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D0B312BF-BF76-13C6-9A7D-D7509C043CB1}"/>
              </a:ext>
            </a:extLst>
          </p:cNvPr>
          <p:cNvSpPr>
            <a:spLocks noGrp="1"/>
          </p:cNvSpPr>
          <p:nvPr>
            <p:ph type="dt" sz="half" idx="10"/>
          </p:nvPr>
        </p:nvSpPr>
        <p:spPr/>
        <p:txBody>
          <a:bodyPr/>
          <a:lstStyle/>
          <a:p>
            <a:fld id="{44DB5E1E-9178-4650-86C2-B7894A08E5D0}" type="datetimeFigureOut">
              <a:rPr lang="vi-VN" smtClean="0"/>
              <a:t>20/04/2025</a:t>
            </a:fld>
            <a:endParaRPr lang="vi-VN"/>
          </a:p>
        </p:txBody>
      </p:sp>
      <p:sp>
        <p:nvSpPr>
          <p:cNvPr id="5" name="Footer Placeholder 4">
            <a:extLst>
              <a:ext uri="{FF2B5EF4-FFF2-40B4-BE49-F238E27FC236}">
                <a16:creationId xmlns:a16="http://schemas.microsoft.com/office/drawing/2014/main" id="{699F7C0A-F360-B888-6F17-8427ACBDBA94}"/>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BF106DB-1ED4-ADEA-6AF0-2DA354322DDC}"/>
              </a:ext>
            </a:extLst>
          </p:cNvPr>
          <p:cNvSpPr>
            <a:spLocks noGrp="1"/>
          </p:cNvSpPr>
          <p:nvPr>
            <p:ph type="sldNum" sz="quarter" idx="12"/>
          </p:nvPr>
        </p:nvSpPr>
        <p:spPr/>
        <p:txBody>
          <a:bodyPr/>
          <a:lstStyle/>
          <a:p>
            <a:fld id="{4C8C4714-9C09-424A-B2CF-E43329160DD7}" type="slidenum">
              <a:rPr lang="vi-VN" smtClean="0"/>
              <a:t>‹#›</a:t>
            </a:fld>
            <a:endParaRPr lang="vi-VN"/>
          </a:p>
        </p:txBody>
      </p:sp>
    </p:spTree>
    <p:extLst>
      <p:ext uri="{BB962C8B-B14F-4D97-AF65-F5344CB8AC3E}">
        <p14:creationId xmlns:p14="http://schemas.microsoft.com/office/powerpoint/2010/main" val="1009452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C6FF17-352D-2582-38D2-3CCA533ED0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C3A33B50-A456-2B59-00DE-0E2EEC13B9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397DEBC2-042C-102D-D42D-DD84E27442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DB5E1E-9178-4650-86C2-B7894A08E5D0}" type="datetimeFigureOut">
              <a:rPr lang="vi-VN" smtClean="0"/>
              <a:t>20/04/2025</a:t>
            </a:fld>
            <a:endParaRPr lang="vi-VN"/>
          </a:p>
        </p:txBody>
      </p:sp>
      <p:sp>
        <p:nvSpPr>
          <p:cNvPr id="5" name="Footer Placeholder 4">
            <a:extLst>
              <a:ext uri="{FF2B5EF4-FFF2-40B4-BE49-F238E27FC236}">
                <a16:creationId xmlns:a16="http://schemas.microsoft.com/office/drawing/2014/main" id="{184A6218-9B8D-B0AC-3737-9A30F5283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63338970-0A06-859A-92A8-5270BA578B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8C4714-9C09-424A-B2CF-E43329160DD7}" type="slidenum">
              <a:rPr lang="vi-VN" smtClean="0"/>
              <a:t>‹#›</a:t>
            </a:fld>
            <a:endParaRPr lang="vi-VN"/>
          </a:p>
        </p:txBody>
      </p:sp>
    </p:spTree>
    <p:extLst>
      <p:ext uri="{BB962C8B-B14F-4D97-AF65-F5344CB8AC3E}">
        <p14:creationId xmlns:p14="http://schemas.microsoft.com/office/powerpoint/2010/main" val="2065321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svg"/><Relationship Id="rId12"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1.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3.png"/><Relationship Id="rId5" Type="http://schemas.openxmlformats.org/officeDocument/2006/relationships/image" Target="../media/image6.svg"/><Relationship Id="rId10" Type="http://schemas.openxmlformats.org/officeDocument/2006/relationships/image" Target="../media/image1.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11.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Hình ảnh 14" descr="Ảnh có chứa biểu tượng, Nhãn hiệu, Phông chữ, vòng tròn&#10;&#10;Mô tả được tạo tự động">
            <a:extLst>
              <a:ext uri="{FF2B5EF4-FFF2-40B4-BE49-F238E27FC236}">
                <a16:creationId xmlns:a16="http://schemas.microsoft.com/office/drawing/2014/main" id="{651B1003-515A-F546-AE5D-559635FDB6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9806" y="1882806"/>
            <a:ext cx="3092388" cy="3092388"/>
          </a:xfrm>
          <a:prstGeom prst="rect">
            <a:avLst/>
          </a:prstGeom>
        </p:spPr>
      </p:pic>
      <p:sp>
        <p:nvSpPr>
          <p:cNvPr id="2" name="minhgiang.pro 3">
            <a:extLst>
              <a:ext uri="{FF2B5EF4-FFF2-40B4-BE49-F238E27FC236}">
                <a16:creationId xmlns:a16="http://schemas.microsoft.com/office/drawing/2014/main" id="{A22044FB-4B72-7265-8E93-1887B379FC82}"/>
              </a:ext>
            </a:extLst>
          </p:cNvPr>
          <p:cNvSpPr/>
          <p:nvPr/>
        </p:nvSpPr>
        <p:spPr>
          <a:xfrm>
            <a:off x="13284410" y="5139134"/>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inhgiang.pro 1">
            <a:extLst>
              <a:ext uri="{FF2B5EF4-FFF2-40B4-BE49-F238E27FC236}">
                <a16:creationId xmlns:a16="http://schemas.microsoft.com/office/drawing/2014/main" id="{3C93806C-7DA3-A243-0D42-7788699BD263}"/>
              </a:ext>
            </a:extLst>
          </p:cNvPr>
          <p:cNvSpPr/>
          <p:nvPr/>
        </p:nvSpPr>
        <p:spPr>
          <a:xfrm>
            <a:off x="4138613" y="-2575177"/>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noFill/>
          <a:ln w="38100">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minhgiang.pro 2">
            <a:extLst>
              <a:ext uri="{FF2B5EF4-FFF2-40B4-BE49-F238E27FC236}">
                <a16:creationId xmlns:a16="http://schemas.microsoft.com/office/drawing/2014/main" id="{AC92850C-9117-9C4D-0A9A-73CD29933DE7}"/>
              </a:ext>
            </a:extLst>
          </p:cNvPr>
          <p:cNvSpPr/>
          <p:nvPr/>
        </p:nvSpPr>
        <p:spPr>
          <a:xfrm>
            <a:off x="1863233" y="7878560"/>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solidFill>
            <a:schemeClr val="tx2">
              <a:lumMod val="25000"/>
              <a:lumOff val="7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minhgiang.pro 3">
            <a:extLst>
              <a:ext uri="{FF2B5EF4-FFF2-40B4-BE49-F238E27FC236}">
                <a16:creationId xmlns:a16="http://schemas.microsoft.com/office/drawing/2014/main" id="{B5C25C1F-47EC-3B54-77B9-7CE45530FAD6}"/>
              </a:ext>
            </a:extLst>
          </p:cNvPr>
          <p:cNvSpPr/>
          <p:nvPr/>
        </p:nvSpPr>
        <p:spPr>
          <a:xfrm>
            <a:off x="-2071064" y="-954042"/>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E884664-BCC7-EE08-7D14-CC9EB4F1CF50}"/>
              </a:ext>
            </a:extLst>
          </p:cNvPr>
          <p:cNvSpPr txBox="1"/>
          <p:nvPr/>
        </p:nvSpPr>
        <p:spPr>
          <a:xfrm>
            <a:off x="11365727" y="6380480"/>
            <a:ext cx="308098" cy="369332"/>
          </a:xfrm>
          <a:prstGeom prst="rect">
            <a:avLst/>
          </a:prstGeom>
          <a:noFill/>
        </p:spPr>
        <p:txBody>
          <a:bodyPr wrap="none" rtlCol="0">
            <a:spAutoFit/>
          </a:bodyPr>
          <a:lstStyle/>
          <a:p>
            <a:r>
              <a:rPr lang="en-US" dirty="0"/>
              <a:t>1</a:t>
            </a:r>
            <a:endParaRPr lang="vi-VN" dirty="0"/>
          </a:p>
        </p:txBody>
      </p:sp>
    </p:spTree>
    <p:extLst>
      <p:ext uri="{BB962C8B-B14F-4D97-AF65-F5344CB8AC3E}">
        <p14:creationId xmlns:p14="http://schemas.microsoft.com/office/powerpoint/2010/main" val="2927128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
        <p159:morph option="byObject"/>
      </p:transition>
    </mc:Choice>
    <mc:Fallback xmlns="">
      <p:transition spd="slow" advClick="0" advTm="2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8F0038F-A898-D352-6ABB-239782B456F3}"/>
            </a:ext>
          </a:extLst>
        </p:cNvPr>
        <p:cNvGrpSpPr/>
        <p:nvPr/>
      </p:nvGrpSpPr>
      <p:grpSpPr>
        <a:xfrm>
          <a:off x="0" y="0"/>
          <a:ext cx="0" cy="0"/>
          <a:chOff x="0" y="0"/>
          <a:chExt cx="0" cy="0"/>
        </a:xfrm>
      </p:grpSpPr>
      <p:sp>
        <p:nvSpPr>
          <p:cNvPr id="10" name="Giang">
            <a:extLst>
              <a:ext uri="{FF2B5EF4-FFF2-40B4-BE49-F238E27FC236}">
                <a16:creationId xmlns:a16="http://schemas.microsoft.com/office/drawing/2014/main" id="{CF966350-755E-B6B7-E5ED-E1B3C9AB970D}"/>
              </a:ext>
            </a:extLst>
          </p:cNvPr>
          <p:cNvSpPr/>
          <p:nvPr/>
        </p:nvSpPr>
        <p:spPr>
          <a:xfrm>
            <a:off x="5431384" y="2711697"/>
            <a:ext cx="1620668" cy="911626"/>
          </a:xfrm>
          <a:prstGeom prst="roundRect">
            <a:avLst>
              <a:gd name="adj" fmla="val 5625"/>
            </a:avLst>
          </a:prstGeom>
          <a:solidFill>
            <a:schemeClr val="bg1"/>
          </a:solidFill>
          <a:ln w="19050">
            <a:solidFill>
              <a:schemeClr val="bg1"/>
            </a:solidFill>
          </a:ln>
          <a:effectLst>
            <a:outerShdw blurRad="965200" dist="38100" dir="10800000" algn="r" rotWithShape="0">
              <a:srgbClr val="819C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noProof="1">
              <a:cs typeface="+mn-ea"/>
              <a:sym typeface="+mn-lt"/>
            </a:endParaRPr>
          </a:p>
        </p:txBody>
      </p:sp>
      <p:sp>
        <p:nvSpPr>
          <p:cNvPr id="12" name="TextBox 11">
            <a:extLst>
              <a:ext uri="{FF2B5EF4-FFF2-40B4-BE49-F238E27FC236}">
                <a16:creationId xmlns:a16="http://schemas.microsoft.com/office/drawing/2014/main" id="{56863BC6-6B85-3A7D-1A49-441B7742A1F4}"/>
              </a:ext>
            </a:extLst>
          </p:cNvPr>
          <p:cNvSpPr txBox="1"/>
          <p:nvPr/>
        </p:nvSpPr>
        <p:spPr>
          <a:xfrm>
            <a:off x="4471516" y="2100105"/>
            <a:ext cx="3587262" cy="2238147"/>
          </a:xfrm>
          <a:prstGeom prst="rect">
            <a:avLst/>
          </a:prstGeom>
          <a:solidFill>
            <a:schemeClr val="bg1"/>
          </a:solidFill>
        </p:spPr>
        <p:txBody>
          <a:bodyPr wrap="square" rtlCol="0">
            <a:spAutoFit/>
          </a:bodyPr>
          <a:lstStyle/>
          <a:p>
            <a:endParaRPr lang="vi-VN" dirty="0"/>
          </a:p>
        </p:txBody>
      </p:sp>
      <p:sp>
        <p:nvSpPr>
          <p:cNvPr id="3" name="minhgiang.pro 8">
            <a:extLst>
              <a:ext uri="{FF2B5EF4-FFF2-40B4-BE49-F238E27FC236}">
                <a16:creationId xmlns:a16="http://schemas.microsoft.com/office/drawing/2014/main" id="{45B8CAA4-A9C9-BA4C-0B66-34E969EE656B}"/>
              </a:ext>
            </a:extLst>
          </p:cNvPr>
          <p:cNvSpPr txBox="1"/>
          <p:nvPr/>
        </p:nvSpPr>
        <p:spPr>
          <a:xfrm>
            <a:off x="5028610" y="2505790"/>
            <a:ext cx="6356172" cy="2123658"/>
          </a:xfrm>
          <a:prstGeom prst="rect">
            <a:avLst/>
          </a:prstGeom>
          <a:noFill/>
        </p:spPr>
        <p:txBody>
          <a:bodyPr wrap="square">
            <a:spAutoFit/>
          </a:bodyPr>
          <a:lstStyle/>
          <a:p>
            <a:r>
              <a:rPr lang="vi-VN" sz="4400" b="1" noProof="1">
                <a:solidFill>
                  <a:schemeClr val="tx2">
                    <a:lumMod val="50000"/>
                    <a:lumOff val="50000"/>
                  </a:schemeClr>
                </a:solidFill>
                <a:latin typeface="Arial" panose="020B0604020202020204" pitchFamily="34" charset="0"/>
                <a:ea typeface="STHupo" panose="020B0503020204020204" pitchFamily="2" charset="-122"/>
                <a:cs typeface="Arial" panose="020B0604020202020204" pitchFamily="34" charset="0"/>
              </a:rPr>
              <a:t>GIẢI PHÁP PHẦN MỀM THI TRẮC NGHIỆM CHO TRƯỜNG HPC</a:t>
            </a:r>
          </a:p>
        </p:txBody>
      </p:sp>
      <p:sp>
        <p:nvSpPr>
          <p:cNvPr id="6" name="minhgiang.pro 3">
            <a:extLst>
              <a:ext uri="{FF2B5EF4-FFF2-40B4-BE49-F238E27FC236}">
                <a16:creationId xmlns:a16="http://schemas.microsoft.com/office/drawing/2014/main" id="{25C3C66A-65E5-39EE-5936-3C7E67123E72}"/>
              </a:ext>
            </a:extLst>
          </p:cNvPr>
          <p:cNvSpPr/>
          <p:nvPr/>
        </p:nvSpPr>
        <p:spPr>
          <a:xfrm>
            <a:off x="11645351" y="1311094"/>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inhgiang.pro 1">
            <a:extLst>
              <a:ext uri="{FF2B5EF4-FFF2-40B4-BE49-F238E27FC236}">
                <a16:creationId xmlns:a16="http://schemas.microsoft.com/office/drawing/2014/main" id="{1FE5AB91-986D-2B3E-2138-460BBC13C903}"/>
              </a:ext>
            </a:extLst>
          </p:cNvPr>
          <p:cNvSpPr/>
          <p:nvPr/>
        </p:nvSpPr>
        <p:spPr>
          <a:xfrm>
            <a:off x="8465080" y="-1635317"/>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noFill/>
          <a:ln w="38100">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minhgiang.pro 2">
            <a:extLst>
              <a:ext uri="{FF2B5EF4-FFF2-40B4-BE49-F238E27FC236}">
                <a16:creationId xmlns:a16="http://schemas.microsoft.com/office/drawing/2014/main" id="{AC21BD3D-398F-928D-C0EC-1231962515C8}"/>
              </a:ext>
            </a:extLst>
          </p:cNvPr>
          <p:cNvSpPr/>
          <p:nvPr/>
        </p:nvSpPr>
        <p:spPr>
          <a:xfrm>
            <a:off x="7898273" y="6070399"/>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solidFill>
            <a:schemeClr val="tx2">
              <a:lumMod val="25000"/>
              <a:lumOff val="7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minhgiang.pro 3">
            <a:extLst>
              <a:ext uri="{FF2B5EF4-FFF2-40B4-BE49-F238E27FC236}">
                <a16:creationId xmlns:a16="http://schemas.microsoft.com/office/drawing/2014/main" id="{A114BA0D-0C9C-2D61-F8DF-63E1F1C40820}"/>
              </a:ext>
            </a:extLst>
          </p:cNvPr>
          <p:cNvSpPr/>
          <p:nvPr/>
        </p:nvSpPr>
        <p:spPr>
          <a:xfrm>
            <a:off x="-1100866" y="928764"/>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Hình ảnh 14" descr="Ảnh có chứa biểu tượng, Nhãn hiệu, Phông chữ, vòng tròn&#10;&#10;Mô tả được tạo tự động">
            <a:extLst>
              <a:ext uri="{FF2B5EF4-FFF2-40B4-BE49-F238E27FC236}">
                <a16:creationId xmlns:a16="http://schemas.microsoft.com/office/drawing/2014/main" id="{53D8572A-6F8E-7CBC-D866-2652C60801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5653" y="1882806"/>
            <a:ext cx="3092388" cy="3092388"/>
          </a:xfrm>
          <a:prstGeom prst="rect">
            <a:avLst/>
          </a:prstGeom>
        </p:spPr>
      </p:pic>
      <p:sp>
        <p:nvSpPr>
          <p:cNvPr id="13" name="TextBox 12">
            <a:extLst>
              <a:ext uri="{FF2B5EF4-FFF2-40B4-BE49-F238E27FC236}">
                <a16:creationId xmlns:a16="http://schemas.microsoft.com/office/drawing/2014/main" id="{A633D3F1-1F83-77FC-A8C0-1276C16BC990}"/>
              </a:ext>
            </a:extLst>
          </p:cNvPr>
          <p:cNvSpPr txBox="1"/>
          <p:nvPr/>
        </p:nvSpPr>
        <p:spPr>
          <a:xfrm>
            <a:off x="11365727" y="6380480"/>
            <a:ext cx="308098" cy="369332"/>
          </a:xfrm>
          <a:prstGeom prst="rect">
            <a:avLst/>
          </a:prstGeom>
          <a:noFill/>
        </p:spPr>
        <p:txBody>
          <a:bodyPr wrap="none" rtlCol="0">
            <a:spAutoFit/>
          </a:bodyPr>
          <a:lstStyle/>
          <a:p>
            <a:r>
              <a:rPr lang="en-US" dirty="0"/>
              <a:t>1</a:t>
            </a:r>
            <a:endParaRPr lang="vi-VN" dirty="0"/>
          </a:p>
        </p:txBody>
      </p:sp>
      <p:sp>
        <p:nvSpPr>
          <p:cNvPr id="2" name="TextBox 12">
            <a:extLst>
              <a:ext uri="{FF2B5EF4-FFF2-40B4-BE49-F238E27FC236}">
                <a16:creationId xmlns:a16="http://schemas.microsoft.com/office/drawing/2014/main" id="{AD0CFAD5-C399-A874-4902-302D0885EF26}"/>
              </a:ext>
            </a:extLst>
          </p:cNvPr>
          <p:cNvSpPr txBox="1"/>
          <p:nvPr/>
        </p:nvSpPr>
        <p:spPr>
          <a:xfrm>
            <a:off x="-3252604" y="811522"/>
            <a:ext cx="6211560" cy="707886"/>
          </a:xfrm>
          <a:prstGeom prst="rect">
            <a:avLst/>
          </a:prstGeom>
          <a:noFill/>
        </p:spPr>
        <p:txBody>
          <a:bodyPr wrap="square">
            <a:spAutoFit/>
          </a:bodyPr>
          <a:lstStyle/>
          <a:p>
            <a:r>
              <a:rPr lang="en-US" sz="4000" b="1" noProof="1">
                <a:solidFill>
                  <a:schemeClr val="tx2">
                    <a:lumMod val="50000"/>
                    <a:lumOff val="50000"/>
                  </a:schemeClr>
                </a:solidFill>
                <a:cs typeface="Arial" panose="020B0604020202020204" pitchFamily="34" charset="0"/>
              </a:rPr>
              <a:t>Đặt vấn đề</a:t>
            </a:r>
            <a:endParaRPr lang="vi-VN" sz="4000" noProof="1">
              <a:solidFill>
                <a:schemeClr val="tx2">
                  <a:lumMod val="50000"/>
                  <a:lumOff val="50000"/>
                </a:schemeClr>
              </a:solidFill>
              <a:cs typeface="Arial" panose="020B0604020202020204" pitchFamily="34" charset="0"/>
            </a:endParaRPr>
          </a:p>
        </p:txBody>
      </p:sp>
      <p:sp>
        <p:nvSpPr>
          <p:cNvPr id="4" name="TextBox 3">
            <a:extLst>
              <a:ext uri="{FF2B5EF4-FFF2-40B4-BE49-F238E27FC236}">
                <a16:creationId xmlns:a16="http://schemas.microsoft.com/office/drawing/2014/main" id="{716BBFF1-AE55-1551-6CAC-CF66BDDDA6F8}"/>
              </a:ext>
            </a:extLst>
          </p:cNvPr>
          <p:cNvSpPr txBox="1"/>
          <p:nvPr/>
        </p:nvSpPr>
        <p:spPr>
          <a:xfrm>
            <a:off x="-9615473" y="1803983"/>
            <a:ext cx="9014926" cy="3020827"/>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en-US" sz="2600" dirty="0" err="1">
                <a:latin typeface="Times New Roman" panose="02020603050405020304" pitchFamily="18" charset="0"/>
                <a:ea typeface="Aptos" panose="020B0004020202020204" pitchFamily="34" charset="0"/>
              </a:rPr>
              <a:t>Ứng</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dụng</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phần</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mềm</a:t>
            </a:r>
            <a:r>
              <a:rPr lang="en-US" sz="2600" dirty="0">
                <a:latin typeface="Times New Roman" panose="02020603050405020304" pitchFamily="18" charset="0"/>
                <a:ea typeface="Aptos" panose="020B0004020202020204" pitchFamily="34" charset="0"/>
              </a:rPr>
              <a:t> t</a:t>
            </a:r>
            <a:r>
              <a:rPr lang="vi-VN" sz="2600" dirty="0">
                <a:effectLst/>
                <a:latin typeface="Times New Roman" panose="02020603050405020304" pitchFamily="18" charset="0"/>
                <a:ea typeface="Aptos" panose="020B0004020202020204" pitchFamily="34" charset="0"/>
              </a:rPr>
              <a:t>hi trắc nghiệm đang là xu hướng phổ biến trong giáo dục hiện </a:t>
            </a:r>
            <a:r>
              <a:rPr lang="en-US" sz="2600" dirty="0" err="1">
                <a:effectLst/>
                <a:latin typeface="Times New Roman" panose="02020603050405020304" pitchFamily="18" charset="0"/>
                <a:ea typeface="Aptos" panose="020B0004020202020204" pitchFamily="34" charset="0"/>
              </a:rPr>
              <a:t>giờ</a:t>
            </a:r>
            <a:endParaRPr lang="en-US" sz="2600" dirty="0">
              <a:effectLst/>
              <a:latin typeface="Times New Roman" panose="02020603050405020304" pitchFamily="18" charset="0"/>
              <a:ea typeface="Aptos" panose="020B0004020202020204" pitchFamily="34" charset="0"/>
            </a:endParaRPr>
          </a:p>
          <a:p>
            <a:pPr marL="457200" indent="-457200">
              <a:lnSpc>
                <a:spcPct val="150000"/>
              </a:lnSpc>
              <a:buFont typeface="Wingdings" panose="05000000000000000000" pitchFamily="2" charset="2"/>
              <a:buChar char="Ø"/>
            </a:pPr>
            <a:r>
              <a:rPr lang="en-US" sz="2600" dirty="0">
                <a:effectLst/>
                <a:latin typeface="Times New Roman" panose="02020603050405020304" pitchFamily="18" charset="0"/>
                <a:ea typeface="Aptos" panose="020B0004020202020204" pitchFamily="34" charset="0"/>
              </a:rPr>
              <a:t>Trường HPC </a:t>
            </a:r>
            <a:r>
              <a:rPr lang="vi-VN" sz="2600" dirty="0">
                <a:effectLst/>
                <a:latin typeface="Times New Roman" panose="02020603050405020304" pitchFamily="18" charset="0"/>
                <a:ea typeface="Aptos" panose="020B0004020202020204" pitchFamily="34" charset="0"/>
              </a:rPr>
              <a:t>vẫn tổ chức thi theo phương pháp t</a:t>
            </a:r>
            <a:r>
              <a:rPr lang="en-US" sz="2600" dirty="0" err="1">
                <a:latin typeface="Times New Roman" panose="02020603050405020304" pitchFamily="18" charset="0"/>
                <a:ea typeface="Aptos" panose="020B0004020202020204" pitchFamily="34" charset="0"/>
              </a:rPr>
              <a:t>ruyền</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thống</a:t>
            </a:r>
            <a:endParaRPr lang="en-US" sz="2600" dirty="0">
              <a:effectLst/>
              <a:latin typeface="Times New Roman" panose="02020603050405020304" pitchFamily="18" charset="0"/>
              <a:ea typeface="Aptos" panose="020B0004020202020204" pitchFamily="34" charset="0"/>
            </a:endParaRPr>
          </a:p>
          <a:p>
            <a:pPr marL="457200" indent="-457200">
              <a:lnSpc>
                <a:spcPct val="150000"/>
              </a:lnSpc>
              <a:buFont typeface="Wingdings" panose="05000000000000000000" pitchFamily="2" charset="2"/>
              <a:buChar char="Ø"/>
            </a:pPr>
            <a:r>
              <a:rPr lang="vi-VN" sz="2600" dirty="0">
                <a:effectLst/>
                <a:latin typeface="Times New Roman" panose="02020603050405020304" pitchFamily="18" charset="0"/>
                <a:ea typeface="Aptos" panose="020B0004020202020204" pitchFamily="34" charset="0"/>
              </a:rPr>
              <a:t>Gây ra các hạn chế như tốn</a:t>
            </a:r>
            <a:r>
              <a:rPr lang="en-US" sz="2600" dirty="0">
                <a:effectLst/>
                <a:latin typeface="Times New Roman" panose="02020603050405020304" pitchFamily="18" charset="0"/>
                <a:ea typeface="Aptos" panose="020B0004020202020204" pitchFamily="34" charset="0"/>
              </a:rPr>
              <a:t> </a:t>
            </a:r>
            <a:r>
              <a:rPr lang="en-US" sz="2600" dirty="0" err="1">
                <a:effectLst/>
                <a:latin typeface="Times New Roman" panose="02020603050405020304" pitchFamily="18" charset="0"/>
                <a:ea typeface="Aptos" panose="020B0004020202020204" pitchFamily="34" charset="0"/>
              </a:rPr>
              <a:t>tài</a:t>
            </a:r>
            <a:r>
              <a:rPr lang="en-US" sz="2600" dirty="0">
                <a:effectLst/>
                <a:latin typeface="Times New Roman" panose="02020603050405020304" pitchFamily="18" charset="0"/>
                <a:ea typeface="Aptos" panose="020B0004020202020204" pitchFamily="34" charset="0"/>
              </a:rPr>
              <a:t> </a:t>
            </a:r>
            <a:r>
              <a:rPr lang="en-US" sz="2600" dirty="0" err="1">
                <a:effectLst/>
                <a:latin typeface="Times New Roman" panose="02020603050405020304" pitchFamily="18" charset="0"/>
                <a:ea typeface="Aptos" panose="020B0004020202020204" pitchFamily="34" charset="0"/>
              </a:rPr>
              <a:t>nguyên</a:t>
            </a:r>
            <a:r>
              <a:rPr lang="en-US" sz="2600" dirty="0">
                <a:latin typeface="Times New Roman" panose="02020603050405020304" pitchFamily="18" charset="0"/>
                <a:ea typeface="Aptos" panose="020B0004020202020204" pitchFamily="34" charset="0"/>
              </a:rPr>
              <a:t>,</a:t>
            </a:r>
            <a:r>
              <a:rPr lang="vi-VN" sz="2600" dirty="0">
                <a:effectLst/>
                <a:latin typeface="Times New Roman" panose="02020603050405020304" pitchFamily="18" charset="0"/>
                <a:ea typeface="Aptos" panose="020B0004020202020204" pitchFamily="34" charset="0"/>
              </a:rPr>
              <a:t> thời gian, dễ sai sót</a:t>
            </a:r>
            <a:endParaRPr lang="en-US" sz="2600" dirty="0">
              <a:effectLst/>
              <a:latin typeface="Times New Roman" panose="02020603050405020304" pitchFamily="18" charset="0"/>
              <a:ea typeface="Aptos" panose="020B0004020202020204" pitchFamily="34" charset="0"/>
            </a:endParaRPr>
          </a:p>
          <a:p>
            <a:pPr marL="457200" indent="-457200">
              <a:lnSpc>
                <a:spcPct val="150000"/>
              </a:lnSpc>
              <a:buFont typeface="Wingdings" panose="05000000000000000000" pitchFamily="2" charset="2"/>
              <a:buChar char="Ø"/>
            </a:pPr>
            <a:r>
              <a:rPr lang="vi-VN" sz="2600" dirty="0">
                <a:effectLst/>
                <a:latin typeface="Times New Roman" panose="02020603050405020304" pitchFamily="18" charset="0"/>
                <a:ea typeface="Aptos" panose="020B0004020202020204" pitchFamily="34" charset="0"/>
              </a:rPr>
              <a:t>Cần một giải pháp số hóa và tự động hóa toàn bộ quy trình thi</a:t>
            </a:r>
            <a:endParaRPr lang="vi-VN" sz="2600" dirty="0"/>
          </a:p>
        </p:txBody>
      </p:sp>
    </p:spTree>
    <p:extLst>
      <p:ext uri="{BB962C8B-B14F-4D97-AF65-F5344CB8AC3E}">
        <p14:creationId xmlns:p14="http://schemas.microsoft.com/office/powerpoint/2010/main" val="2003551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A6F5892-ACBC-826F-C113-25E81EAB99E6}"/>
            </a:ext>
          </a:extLst>
        </p:cNvPr>
        <p:cNvGrpSpPr/>
        <p:nvPr/>
      </p:nvGrpSpPr>
      <p:grpSpPr>
        <a:xfrm>
          <a:off x="0" y="0"/>
          <a:ext cx="0" cy="0"/>
          <a:chOff x="0" y="0"/>
          <a:chExt cx="0" cy="0"/>
        </a:xfrm>
      </p:grpSpPr>
      <p:sp>
        <p:nvSpPr>
          <p:cNvPr id="2" name="minhgiang.pro 3">
            <a:extLst>
              <a:ext uri="{FF2B5EF4-FFF2-40B4-BE49-F238E27FC236}">
                <a16:creationId xmlns:a16="http://schemas.microsoft.com/office/drawing/2014/main" id="{84B965E3-C038-F68D-80EE-B656C3457FD2}"/>
              </a:ext>
            </a:extLst>
          </p:cNvPr>
          <p:cNvSpPr/>
          <p:nvPr/>
        </p:nvSpPr>
        <p:spPr>
          <a:xfrm>
            <a:off x="11516570" y="4255214"/>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inhgiang.pro 1">
            <a:extLst>
              <a:ext uri="{FF2B5EF4-FFF2-40B4-BE49-F238E27FC236}">
                <a16:creationId xmlns:a16="http://schemas.microsoft.com/office/drawing/2014/main" id="{1AEAEAC1-3EB6-5510-FDC3-09799ABF87F7}"/>
              </a:ext>
            </a:extLst>
          </p:cNvPr>
          <p:cNvSpPr/>
          <p:nvPr/>
        </p:nvSpPr>
        <p:spPr>
          <a:xfrm>
            <a:off x="4062413" y="-1645537"/>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noFill/>
          <a:ln w="38100">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minhgiang.pro 2">
            <a:extLst>
              <a:ext uri="{FF2B5EF4-FFF2-40B4-BE49-F238E27FC236}">
                <a16:creationId xmlns:a16="http://schemas.microsoft.com/office/drawing/2014/main" id="{E3460BA0-D85D-4F1C-6C65-946384A5C7FE}"/>
              </a:ext>
            </a:extLst>
          </p:cNvPr>
          <p:cNvSpPr/>
          <p:nvPr/>
        </p:nvSpPr>
        <p:spPr>
          <a:xfrm>
            <a:off x="2716673" y="5653520"/>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solidFill>
            <a:schemeClr val="tx2">
              <a:lumMod val="25000"/>
              <a:lumOff val="7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minhgiang.pro 3">
            <a:extLst>
              <a:ext uri="{FF2B5EF4-FFF2-40B4-BE49-F238E27FC236}">
                <a16:creationId xmlns:a16="http://schemas.microsoft.com/office/drawing/2014/main" id="{AB5D4519-A17F-9168-943F-20892D030088}"/>
              </a:ext>
            </a:extLst>
          </p:cNvPr>
          <p:cNvSpPr/>
          <p:nvPr/>
        </p:nvSpPr>
        <p:spPr>
          <a:xfrm>
            <a:off x="-232431" y="-693496"/>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iang">
            <a:extLst>
              <a:ext uri="{FF2B5EF4-FFF2-40B4-BE49-F238E27FC236}">
                <a16:creationId xmlns:a16="http://schemas.microsoft.com/office/drawing/2014/main" id="{B3454964-3165-C662-8D67-92583955218F}"/>
              </a:ext>
            </a:extLst>
          </p:cNvPr>
          <p:cNvSpPr/>
          <p:nvPr/>
        </p:nvSpPr>
        <p:spPr>
          <a:xfrm>
            <a:off x="447368" y="210435"/>
            <a:ext cx="11297264" cy="6354711"/>
          </a:xfrm>
          <a:prstGeom prst="roundRect">
            <a:avLst>
              <a:gd name="adj" fmla="val 5625"/>
            </a:avLst>
          </a:prstGeom>
          <a:solidFill>
            <a:schemeClr val="bg1"/>
          </a:solidFill>
          <a:ln w="19050">
            <a:solidFill>
              <a:schemeClr val="bg1"/>
            </a:solidFill>
          </a:ln>
          <a:effectLst>
            <a:outerShdw blurRad="965200" dist="38100" dir="10800000" algn="r" rotWithShape="0">
              <a:srgbClr val="819C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noProof="1">
              <a:cs typeface="+mn-ea"/>
              <a:sym typeface="+mn-lt"/>
            </a:endParaRPr>
          </a:p>
        </p:txBody>
      </p:sp>
      <p:sp>
        <p:nvSpPr>
          <p:cNvPr id="9" name="TextBox 12">
            <a:extLst>
              <a:ext uri="{FF2B5EF4-FFF2-40B4-BE49-F238E27FC236}">
                <a16:creationId xmlns:a16="http://schemas.microsoft.com/office/drawing/2014/main" id="{591B78B8-AA4C-DA61-2EEB-0386CEF334FD}"/>
              </a:ext>
            </a:extLst>
          </p:cNvPr>
          <p:cNvSpPr txBox="1"/>
          <p:nvPr/>
        </p:nvSpPr>
        <p:spPr>
          <a:xfrm>
            <a:off x="1560868" y="811522"/>
            <a:ext cx="6211560" cy="707886"/>
          </a:xfrm>
          <a:prstGeom prst="rect">
            <a:avLst/>
          </a:prstGeom>
          <a:noFill/>
        </p:spPr>
        <p:txBody>
          <a:bodyPr wrap="square">
            <a:spAutoFit/>
          </a:bodyPr>
          <a:lstStyle/>
          <a:p>
            <a:r>
              <a:rPr lang="en-US" sz="4000" b="1" noProof="1">
                <a:solidFill>
                  <a:schemeClr val="tx2">
                    <a:lumMod val="50000"/>
                    <a:lumOff val="50000"/>
                  </a:schemeClr>
                </a:solidFill>
                <a:cs typeface="Arial" panose="020B0604020202020204" pitchFamily="34" charset="0"/>
              </a:rPr>
              <a:t>Đặt vấn đề</a:t>
            </a:r>
            <a:endParaRPr lang="vi-VN" sz="4000" noProof="1">
              <a:solidFill>
                <a:schemeClr val="tx2">
                  <a:lumMod val="50000"/>
                  <a:lumOff val="50000"/>
                </a:schemeClr>
              </a:solidFill>
              <a:cs typeface="Arial" panose="020B0604020202020204" pitchFamily="34" charset="0"/>
            </a:endParaRPr>
          </a:p>
        </p:txBody>
      </p:sp>
      <p:pic>
        <p:nvPicPr>
          <p:cNvPr id="8" name="Hình ảnh 14" descr="Ảnh có chứa biểu tượng, Nhãn hiệu, Phông chữ, vòng tròn&#10;&#10;Mô tả được tạo tự động">
            <a:extLst>
              <a:ext uri="{FF2B5EF4-FFF2-40B4-BE49-F238E27FC236}">
                <a16:creationId xmlns:a16="http://schemas.microsoft.com/office/drawing/2014/main" id="{9C5F0BCE-59DD-1D66-6723-4D49EC240F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24009" y="59750"/>
            <a:ext cx="847781" cy="847781"/>
          </a:xfrm>
          <a:prstGeom prst="rect">
            <a:avLst/>
          </a:prstGeom>
        </p:spPr>
      </p:pic>
      <p:sp>
        <p:nvSpPr>
          <p:cNvPr id="11" name="TextBox 10">
            <a:extLst>
              <a:ext uri="{FF2B5EF4-FFF2-40B4-BE49-F238E27FC236}">
                <a16:creationId xmlns:a16="http://schemas.microsoft.com/office/drawing/2014/main" id="{D791FC64-5C11-F583-31AE-18014FDA89EE}"/>
              </a:ext>
            </a:extLst>
          </p:cNvPr>
          <p:cNvSpPr txBox="1"/>
          <p:nvPr/>
        </p:nvSpPr>
        <p:spPr>
          <a:xfrm>
            <a:off x="1675653" y="1803983"/>
            <a:ext cx="9014926" cy="3020827"/>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en-US" sz="2600" dirty="0" err="1">
                <a:latin typeface="Times New Roman" panose="02020603050405020304" pitchFamily="18" charset="0"/>
                <a:ea typeface="Aptos" panose="020B0004020202020204" pitchFamily="34" charset="0"/>
              </a:rPr>
              <a:t>Ứng</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dụng</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phần</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mềm</a:t>
            </a:r>
            <a:r>
              <a:rPr lang="en-US" sz="2600" dirty="0">
                <a:latin typeface="Times New Roman" panose="02020603050405020304" pitchFamily="18" charset="0"/>
                <a:ea typeface="Aptos" panose="020B0004020202020204" pitchFamily="34" charset="0"/>
              </a:rPr>
              <a:t> t</a:t>
            </a:r>
            <a:r>
              <a:rPr lang="vi-VN" sz="2600" dirty="0">
                <a:effectLst/>
                <a:latin typeface="Times New Roman" panose="02020603050405020304" pitchFamily="18" charset="0"/>
                <a:ea typeface="Aptos" panose="020B0004020202020204" pitchFamily="34" charset="0"/>
              </a:rPr>
              <a:t>hi trắc nghiệm đang là xu hướng phổ biến trong giáo dục hiện </a:t>
            </a:r>
            <a:r>
              <a:rPr lang="en-US" sz="2600" dirty="0" err="1">
                <a:effectLst/>
                <a:latin typeface="Times New Roman" panose="02020603050405020304" pitchFamily="18" charset="0"/>
                <a:ea typeface="Aptos" panose="020B0004020202020204" pitchFamily="34" charset="0"/>
              </a:rPr>
              <a:t>giờ</a:t>
            </a:r>
            <a:endParaRPr lang="en-US" sz="2600" dirty="0">
              <a:effectLst/>
              <a:latin typeface="Times New Roman" panose="02020603050405020304" pitchFamily="18" charset="0"/>
              <a:ea typeface="Aptos" panose="020B0004020202020204" pitchFamily="34" charset="0"/>
            </a:endParaRPr>
          </a:p>
          <a:p>
            <a:pPr marL="457200" indent="-457200">
              <a:lnSpc>
                <a:spcPct val="150000"/>
              </a:lnSpc>
              <a:buFont typeface="Wingdings" panose="05000000000000000000" pitchFamily="2" charset="2"/>
              <a:buChar char="Ø"/>
            </a:pPr>
            <a:r>
              <a:rPr lang="en-US" sz="2600" dirty="0">
                <a:effectLst/>
                <a:latin typeface="Times New Roman" panose="02020603050405020304" pitchFamily="18" charset="0"/>
                <a:ea typeface="Aptos" panose="020B0004020202020204" pitchFamily="34" charset="0"/>
              </a:rPr>
              <a:t>Trường HPC </a:t>
            </a:r>
            <a:r>
              <a:rPr lang="vi-VN" sz="2600" dirty="0">
                <a:effectLst/>
                <a:latin typeface="Times New Roman" panose="02020603050405020304" pitchFamily="18" charset="0"/>
                <a:ea typeface="Aptos" panose="020B0004020202020204" pitchFamily="34" charset="0"/>
              </a:rPr>
              <a:t>vẫn tổ chức thi theo phương pháp t</a:t>
            </a:r>
            <a:r>
              <a:rPr lang="en-US" sz="2600" dirty="0" err="1">
                <a:latin typeface="Times New Roman" panose="02020603050405020304" pitchFamily="18" charset="0"/>
                <a:ea typeface="Aptos" panose="020B0004020202020204" pitchFamily="34" charset="0"/>
              </a:rPr>
              <a:t>ruyền</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thống</a:t>
            </a:r>
            <a:endParaRPr lang="en-US" sz="2600" dirty="0">
              <a:effectLst/>
              <a:latin typeface="Times New Roman" panose="02020603050405020304" pitchFamily="18" charset="0"/>
              <a:ea typeface="Aptos" panose="020B0004020202020204" pitchFamily="34" charset="0"/>
            </a:endParaRPr>
          </a:p>
          <a:p>
            <a:pPr marL="457200" indent="-457200">
              <a:lnSpc>
                <a:spcPct val="150000"/>
              </a:lnSpc>
              <a:buFont typeface="Wingdings" panose="05000000000000000000" pitchFamily="2" charset="2"/>
              <a:buChar char="Ø"/>
            </a:pPr>
            <a:r>
              <a:rPr lang="vi-VN" sz="2600" dirty="0">
                <a:effectLst/>
                <a:latin typeface="Times New Roman" panose="02020603050405020304" pitchFamily="18" charset="0"/>
                <a:ea typeface="Aptos" panose="020B0004020202020204" pitchFamily="34" charset="0"/>
              </a:rPr>
              <a:t>Gây ra các hạn chế như tốn</a:t>
            </a:r>
            <a:r>
              <a:rPr lang="en-US" sz="2600" dirty="0">
                <a:effectLst/>
                <a:latin typeface="Times New Roman" panose="02020603050405020304" pitchFamily="18" charset="0"/>
                <a:ea typeface="Aptos" panose="020B0004020202020204" pitchFamily="34" charset="0"/>
              </a:rPr>
              <a:t> </a:t>
            </a:r>
            <a:r>
              <a:rPr lang="en-US" sz="2600" dirty="0" err="1">
                <a:effectLst/>
                <a:latin typeface="Times New Roman" panose="02020603050405020304" pitchFamily="18" charset="0"/>
                <a:ea typeface="Aptos" panose="020B0004020202020204" pitchFamily="34" charset="0"/>
              </a:rPr>
              <a:t>tài</a:t>
            </a:r>
            <a:r>
              <a:rPr lang="en-US" sz="2600" dirty="0">
                <a:effectLst/>
                <a:latin typeface="Times New Roman" panose="02020603050405020304" pitchFamily="18" charset="0"/>
                <a:ea typeface="Aptos" panose="020B0004020202020204" pitchFamily="34" charset="0"/>
              </a:rPr>
              <a:t> </a:t>
            </a:r>
            <a:r>
              <a:rPr lang="en-US" sz="2600" dirty="0" err="1">
                <a:effectLst/>
                <a:latin typeface="Times New Roman" panose="02020603050405020304" pitchFamily="18" charset="0"/>
                <a:ea typeface="Aptos" panose="020B0004020202020204" pitchFamily="34" charset="0"/>
              </a:rPr>
              <a:t>nguyên</a:t>
            </a:r>
            <a:r>
              <a:rPr lang="en-US" sz="2600" dirty="0">
                <a:latin typeface="Times New Roman" panose="02020603050405020304" pitchFamily="18" charset="0"/>
                <a:ea typeface="Aptos" panose="020B0004020202020204" pitchFamily="34" charset="0"/>
              </a:rPr>
              <a:t>,</a:t>
            </a:r>
            <a:r>
              <a:rPr lang="vi-VN" sz="2600" dirty="0">
                <a:effectLst/>
                <a:latin typeface="Times New Roman" panose="02020603050405020304" pitchFamily="18" charset="0"/>
                <a:ea typeface="Aptos" panose="020B0004020202020204" pitchFamily="34" charset="0"/>
              </a:rPr>
              <a:t> thời gian, dễ sai sót</a:t>
            </a:r>
            <a:endParaRPr lang="en-US" sz="2600" dirty="0">
              <a:effectLst/>
              <a:latin typeface="Times New Roman" panose="02020603050405020304" pitchFamily="18" charset="0"/>
              <a:ea typeface="Aptos" panose="020B0004020202020204" pitchFamily="34" charset="0"/>
            </a:endParaRPr>
          </a:p>
          <a:p>
            <a:pPr marL="457200" indent="-457200">
              <a:lnSpc>
                <a:spcPct val="150000"/>
              </a:lnSpc>
              <a:buFont typeface="Wingdings" panose="05000000000000000000" pitchFamily="2" charset="2"/>
              <a:buChar char="Ø"/>
            </a:pPr>
            <a:r>
              <a:rPr lang="vi-VN" sz="2600" dirty="0">
                <a:effectLst/>
                <a:latin typeface="Times New Roman" panose="02020603050405020304" pitchFamily="18" charset="0"/>
                <a:ea typeface="Aptos" panose="020B0004020202020204" pitchFamily="34" charset="0"/>
              </a:rPr>
              <a:t>Cần một giải pháp số hóa và tự động hóa toàn bộ quy trình thi</a:t>
            </a:r>
            <a:endParaRPr lang="vi-VN" sz="2600" dirty="0"/>
          </a:p>
        </p:txBody>
      </p:sp>
      <p:sp>
        <p:nvSpPr>
          <p:cNvPr id="621" name="TextBox 620">
            <a:extLst>
              <a:ext uri="{FF2B5EF4-FFF2-40B4-BE49-F238E27FC236}">
                <a16:creationId xmlns:a16="http://schemas.microsoft.com/office/drawing/2014/main" id="{325A91B9-5A41-0DA0-44A6-23217223216D}"/>
              </a:ext>
            </a:extLst>
          </p:cNvPr>
          <p:cNvSpPr txBox="1"/>
          <p:nvPr/>
        </p:nvSpPr>
        <p:spPr>
          <a:xfrm>
            <a:off x="11365727" y="6380480"/>
            <a:ext cx="301686" cy="369332"/>
          </a:xfrm>
          <a:prstGeom prst="rect">
            <a:avLst/>
          </a:prstGeom>
          <a:noFill/>
        </p:spPr>
        <p:txBody>
          <a:bodyPr wrap="none" rtlCol="0">
            <a:spAutoFit/>
          </a:bodyPr>
          <a:lstStyle/>
          <a:p>
            <a:r>
              <a:rPr lang="en-US" dirty="0"/>
              <a:t>2</a:t>
            </a:r>
            <a:endParaRPr lang="vi-VN" dirty="0"/>
          </a:p>
        </p:txBody>
      </p:sp>
      <p:sp>
        <p:nvSpPr>
          <p:cNvPr id="10" name="TextBox 12">
            <a:extLst>
              <a:ext uri="{FF2B5EF4-FFF2-40B4-BE49-F238E27FC236}">
                <a16:creationId xmlns:a16="http://schemas.microsoft.com/office/drawing/2014/main" id="{B4D843F3-68E6-9F73-3536-F42351C6998F}"/>
              </a:ext>
            </a:extLst>
          </p:cNvPr>
          <p:cNvSpPr txBox="1"/>
          <p:nvPr/>
        </p:nvSpPr>
        <p:spPr>
          <a:xfrm>
            <a:off x="-11199788" y="553588"/>
            <a:ext cx="6211560" cy="707886"/>
          </a:xfrm>
          <a:prstGeom prst="rect">
            <a:avLst/>
          </a:prstGeom>
          <a:noFill/>
        </p:spPr>
        <p:txBody>
          <a:bodyPr wrap="square">
            <a:spAutoFit/>
          </a:bodyPr>
          <a:lstStyle/>
          <a:p>
            <a:r>
              <a:rPr lang="en-US" sz="4000" b="1" noProof="1">
                <a:solidFill>
                  <a:schemeClr val="tx2">
                    <a:lumMod val="50000"/>
                    <a:lumOff val="50000"/>
                  </a:schemeClr>
                </a:solidFill>
                <a:cs typeface="Arial" panose="020B0604020202020204" pitchFamily="34" charset="0"/>
              </a:rPr>
              <a:t>Lý do chọn đề tài</a:t>
            </a:r>
            <a:endParaRPr lang="vi-VN" sz="4000" noProof="1">
              <a:solidFill>
                <a:schemeClr val="tx2">
                  <a:lumMod val="50000"/>
                  <a:lumOff val="50000"/>
                </a:schemeClr>
              </a:solidFill>
              <a:cs typeface="Arial" panose="020B0604020202020204" pitchFamily="34" charset="0"/>
            </a:endParaRPr>
          </a:p>
        </p:txBody>
      </p:sp>
      <p:sp>
        <p:nvSpPr>
          <p:cNvPr id="13" name="TextBox 12">
            <a:extLst>
              <a:ext uri="{FF2B5EF4-FFF2-40B4-BE49-F238E27FC236}">
                <a16:creationId xmlns:a16="http://schemas.microsoft.com/office/drawing/2014/main" id="{FC0404D0-8E7D-0FEB-B4AD-6A80832C2595}"/>
              </a:ext>
            </a:extLst>
          </p:cNvPr>
          <p:cNvSpPr txBox="1"/>
          <p:nvPr/>
        </p:nvSpPr>
        <p:spPr>
          <a:xfrm>
            <a:off x="-11199788" y="1374825"/>
            <a:ext cx="10387806" cy="4221156"/>
          </a:xfrm>
          <a:prstGeom prst="rect">
            <a:avLst/>
          </a:prstGeom>
          <a:noFill/>
        </p:spPr>
        <p:txBody>
          <a:bodyPr wrap="square">
            <a:spAutoFit/>
          </a:bodyPr>
          <a:lstStyle/>
          <a:p>
            <a:pPr algn="just">
              <a:lnSpc>
                <a:spcPct val="150000"/>
              </a:lnSpc>
            </a:pPr>
            <a:r>
              <a:rPr lang="vi-VN" sz="2600" dirty="0">
                <a:latin typeface="Times New Roman" panose="02020603050405020304" pitchFamily="18" charset="0"/>
                <a:ea typeface="Aptos" panose="020B0004020202020204" pitchFamily="34" charset="0"/>
              </a:rPr>
              <a:t>Bối cảnh: CNTT phát triển, xu hướng số hóa giáo dục mạnh mẽ</a:t>
            </a:r>
            <a:endParaRPr lang="en-US" sz="2600" dirty="0">
              <a:latin typeface="Times New Roman" panose="02020603050405020304" pitchFamily="18" charset="0"/>
              <a:ea typeface="Aptos" panose="020B0004020202020204" pitchFamily="34" charset="0"/>
            </a:endParaRPr>
          </a:p>
          <a:p>
            <a:pPr algn="just">
              <a:lnSpc>
                <a:spcPct val="150000"/>
              </a:lnSpc>
            </a:pPr>
            <a:r>
              <a:rPr lang="vi-VN" sz="2600" dirty="0">
                <a:latin typeface="Times New Roman" panose="02020603050405020304" pitchFamily="18" charset="0"/>
                <a:ea typeface="Aptos" panose="020B0004020202020204" pitchFamily="34" charset="0"/>
              </a:rPr>
              <a:t>Tầm quan trọng: Đảm bảo công bằng, chính xác, tiết kiệm thời gian</a:t>
            </a:r>
            <a:endParaRPr lang="en-US" sz="2600" dirty="0">
              <a:latin typeface="Times New Roman" panose="02020603050405020304" pitchFamily="18" charset="0"/>
              <a:ea typeface="Aptos" panose="020B0004020202020204" pitchFamily="34" charset="0"/>
            </a:endParaRPr>
          </a:p>
          <a:p>
            <a:pPr algn="just">
              <a:lnSpc>
                <a:spcPct val="150000"/>
              </a:lnSpc>
            </a:pPr>
            <a:r>
              <a:rPr lang="vi-VN" sz="2600" dirty="0">
                <a:latin typeface="Times New Roman" panose="02020603050405020304" pitchFamily="18" charset="0"/>
                <a:ea typeface="Aptos" panose="020B0004020202020204" pitchFamily="34" charset="0"/>
              </a:rPr>
              <a:t>Khoảng trống: Nhiều đơn vị vẫn chưa có hệ thống thi trắc nghiệm hiệu quả</a:t>
            </a:r>
            <a:endParaRPr lang="en-US" sz="2600" dirty="0">
              <a:latin typeface="Times New Roman" panose="02020603050405020304" pitchFamily="18" charset="0"/>
              <a:ea typeface="Aptos" panose="020B0004020202020204" pitchFamily="34" charset="0"/>
            </a:endParaRPr>
          </a:p>
          <a:p>
            <a:pPr algn="just">
              <a:lnSpc>
                <a:spcPct val="150000"/>
              </a:lnSpc>
            </a:pPr>
            <a:r>
              <a:rPr lang="vi-VN" sz="2600" dirty="0">
                <a:latin typeface="Times New Roman" panose="02020603050405020304" pitchFamily="18" charset="0"/>
                <a:ea typeface="Aptos" panose="020B0004020202020204" pitchFamily="34" charset="0"/>
              </a:rPr>
              <a:t>Tính cấp thiết: Thi cử quy mô lớn cần công nghệ hỗ trợ</a:t>
            </a:r>
            <a:endParaRPr lang="en-US" sz="2600" dirty="0">
              <a:latin typeface="Times New Roman" panose="02020603050405020304" pitchFamily="18" charset="0"/>
              <a:ea typeface="Aptos" panose="020B0004020202020204" pitchFamily="34" charset="0"/>
            </a:endParaRPr>
          </a:p>
          <a:p>
            <a:pPr algn="just">
              <a:lnSpc>
                <a:spcPct val="150000"/>
              </a:lnSpc>
            </a:pPr>
            <a:r>
              <a:rPr lang="vi-VN" sz="2600" dirty="0">
                <a:latin typeface="Times New Roman" panose="02020603050405020304" pitchFamily="18" charset="0"/>
                <a:ea typeface="Aptos" panose="020B0004020202020204" pitchFamily="34" charset="0"/>
              </a:rPr>
              <a:t>Dẫn chứng:</a:t>
            </a:r>
            <a:r>
              <a:rPr lang="en-US" sz="2600" dirty="0">
                <a:latin typeface="Times New Roman" panose="02020603050405020304" pitchFamily="18" charset="0"/>
                <a:ea typeface="Aptos" panose="020B0004020202020204" pitchFamily="34" charset="0"/>
              </a:rPr>
              <a:t> </a:t>
            </a:r>
            <a:r>
              <a:rPr lang="vi-VN" sz="2600" dirty="0">
                <a:latin typeface="Times New Roman" panose="02020603050405020304" pitchFamily="18" charset="0"/>
                <a:ea typeface="Aptos" panose="020B0004020202020204" pitchFamily="34" charset="0"/>
              </a:rPr>
              <a:t>Trường ĐH </a:t>
            </a:r>
            <a:r>
              <a:rPr lang="en-US" sz="2600" dirty="0" err="1">
                <a:latin typeface="Times New Roman" panose="02020603050405020304" pitchFamily="18" charset="0"/>
                <a:ea typeface="Aptos" panose="020B0004020202020204" pitchFamily="34" charset="0"/>
              </a:rPr>
              <a:t>Luật</a:t>
            </a:r>
            <a:r>
              <a:rPr lang="en-US" sz="2600" dirty="0">
                <a:latin typeface="Times New Roman" panose="02020603050405020304" pitchFamily="18" charset="0"/>
                <a:ea typeface="Aptos" panose="020B0004020202020204" pitchFamily="34" charset="0"/>
              </a:rPr>
              <a:t> TPHCM, ĐH </a:t>
            </a:r>
            <a:r>
              <a:rPr lang="en-US" sz="2600" dirty="0" err="1">
                <a:latin typeface="Times New Roman" panose="02020603050405020304" pitchFamily="18" charset="0"/>
                <a:ea typeface="Aptos" panose="020B0004020202020204" pitchFamily="34" charset="0"/>
              </a:rPr>
              <a:t>Lạc</a:t>
            </a:r>
            <a:r>
              <a:rPr lang="en-US" sz="2600" dirty="0">
                <a:latin typeface="Times New Roman" panose="02020603050405020304" pitchFamily="18" charset="0"/>
                <a:ea typeface="Aptos" panose="020B0004020202020204" pitchFamily="34" charset="0"/>
              </a:rPr>
              <a:t> Hồng, ĐH Thành </a:t>
            </a:r>
            <a:r>
              <a:rPr lang="en-US" sz="2600" dirty="0" err="1">
                <a:latin typeface="Times New Roman" panose="02020603050405020304" pitchFamily="18" charset="0"/>
                <a:ea typeface="Aptos" panose="020B0004020202020204" pitchFamily="34" charset="0"/>
              </a:rPr>
              <a:t>Đô</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đều</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đã</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triển</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khai</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phần</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mềm</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thi</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cử</a:t>
            </a:r>
            <a:r>
              <a:rPr lang="en-US" sz="2600" dirty="0">
                <a:latin typeface="Times New Roman" panose="02020603050405020304" pitchFamily="18" charset="0"/>
                <a:ea typeface="Aptos" panose="020B0004020202020204" pitchFamily="34" charset="0"/>
              </a:rPr>
              <a:t> </a:t>
            </a:r>
            <a:r>
              <a:rPr lang="vi-VN" sz="2600" dirty="0">
                <a:latin typeface="Times New Roman" panose="02020603050405020304" pitchFamily="18" charset="0"/>
                <a:ea typeface="Aptos" panose="020B0004020202020204" pitchFamily="34" charset="0"/>
              </a:rPr>
              <a:t>➜ Cho thấy tính khả thi &amp; hiệu quả của hệ thống thi số hoá</a:t>
            </a:r>
            <a:endParaRPr lang="vi-VN" sz="2600" dirty="0"/>
          </a:p>
        </p:txBody>
      </p:sp>
    </p:spTree>
    <p:extLst>
      <p:ext uri="{BB962C8B-B14F-4D97-AF65-F5344CB8AC3E}">
        <p14:creationId xmlns:p14="http://schemas.microsoft.com/office/powerpoint/2010/main" val="1956323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3E5CCD8-5833-931B-C1A2-4EFF2E8D52B9}"/>
            </a:ext>
          </a:extLst>
        </p:cNvPr>
        <p:cNvGrpSpPr/>
        <p:nvPr/>
      </p:nvGrpSpPr>
      <p:grpSpPr>
        <a:xfrm>
          <a:off x="0" y="0"/>
          <a:ext cx="0" cy="0"/>
          <a:chOff x="0" y="0"/>
          <a:chExt cx="0" cy="0"/>
        </a:xfrm>
      </p:grpSpPr>
      <p:sp>
        <p:nvSpPr>
          <p:cNvPr id="622" name="minhgiang.pro 3">
            <a:extLst>
              <a:ext uri="{FF2B5EF4-FFF2-40B4-BE49-F238E27FC236}">
                <a16:creationId xmlns:a16="http://schemas.microsoft.com/office/drawing/2014/main" id="{67E7965E-7337-3944-8019-26F946B33208}"/>
              </a:ext>
            </a:extLst>
          </p:cNvPr>
          <p:cNvSpPr/>
          <p:nvPr/>
        </p:nvSpPr>
        <p:spPr>
          <a:xfrm>
            <a:off x="11516570" y="4255214"/>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minhgiang.pro 1">
            <a:extLst>
              <a:ext uri="{FF2B5EF4-FFF2-40B4-BE49-F238E27FC236}">
                <a16:creationId xmlns:a16="http://schemas.microsoft.com/office/drawing/2014/main" id="{D9A678FE-91FA-ECF5-861F-9118E684B2DD}"/>
              </a:ext>
            </a:extLst>
          </p:cNvPr>
          <p:cNvSpPr/>
          <p:nvPr/>
        </p:nvSpPr>
        <p:spPr>
          <a:xfrm>
            <a:off x="4062413" y="-1645537"/>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noFill/>
          <a:ln w="38100">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4" name="minhgiang.pro 2">
            <a:extLst>
              <a:ext uri="{FF2B5EF4-FFF2-40B4-BE49-F238E27FC236}">
                <a16:creationId xmlns:a16="http://schemas.microsoft.com/office/drawing/2014/main" id="{15446716-641B-5841-AC45-206A82789B01}"/>
              </a:ext>
            </a:extLst>
          </p:cNvPr>
          <p:cNvSpPr/>
          <p:nvPr/>
        </p:nvSpPr>
        <p:spPr>
          <a:xfrm>
            <a:off x="2716673" y="5653520"/>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solidFill>
            <a:schemeClr val="tx2">
              <a:lumMod val="25000"/>
              <a:lumOff val="7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5" name="minhgiang.pro 3">
            <a:extLst>
              <a:ext uri="{FF2B5EF4-FFF2-40B4-BE49-F238E27FC236}">
                <a16:creationId xmlns:a16="http://schemas.microsoft.com/office/drawing/2014/main" id="{B6CC6FDC-233C-5262-B9C5-16D69D097A34}"/>
              </a:ext>
            </a:extLst>
          </p:cNvPr>
          <p:cNvSpPr/>
          <p:nvPr/>
        </p:nvSpPr>
        <p:spPr>
          <a:xfrm>
            <a:off x="-232431" y="-693496"/>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Giang">
            <a:extLst>
              <a:ext uri="{FF2B5EF4-FFF2-40B4-BE49-F238E27FC236}">
                <a16:creationId xmlns:a16="http://schemas.microsoft.com/office/drawing/2014/main" id="{ADC03C00-725A-3FB6-D79F-D532B626BB22}"/>
              </a:ext>
            </a:extLst>
          </p:cNvPr>
          <p:cNvSpPr/>
          <p:nvPr/>
        </p:nvSpPr>
        <p:spPr>
          <a:xfrm>
            <a:off x="447368" y="210435"/>
            <a:ext cx="11297264" cy="6354711"/>
          </a:xfrm>
          <a:prstGeom prst="roundRect">
            <a:avLst>
              <a:gd name="adj" fmla="val 5625"/>
            </a:avLst>
          </a:prstGeom>
          <a:solidFill>
            <a:schemeClr val="bg1"/>
          </a:solidFill>
          <a:ln w="19050">
            <a:solidFill>
              <a:schemeClr val="bg1"/>
            </a:solidFill>
          </a:ln>
          <a:effectLst>
            <a:outerShdw blurRad="965200" dist="38100" dir="10800000" algn="r" rotWithShape="0">
              <a:srgbClr val="819C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noProof="1">
              <a:cs typeface="+mn-ea"/>
              <a:sym typeface="+mn-lt"/>
            </a:endParaRPr>
          </a:p>
        </p:txBody>
      </p:sp>
      <p:sp>
        <p:nvSpPr>
          <p:cNvPr id="621" name="TextBox 620">
            <a:extLst>
              <a:ext uri="{FF2B5EF4-FFF2-40B4-BE49-F238E27FC236}">
                <a16:creationId xmlns:a16="http://schemas.microsoft.com/office/drawing/2014/main" id="{2F0F5340-F3D8-1FEB-A11A-9D5214FD81C5}"/>
              </a:ext>
            </a:extLst>
          </p:cNvPr>
          <p:cNvSpPr txBox="1"/>
          <p:nvPr/>
        </p:nvSpPr>
        <p:spPr>
          <a:xfrm>
            <a:off x="11365727" y="6380480"/>
            <a:ext cx="308098" cy="369332"/>
          </a:xfrm>
          <a:prstGeom prst="rect">
            <a:avLst/>
          </a:prstGeom>
          <a:noFill/>
        </p:spPr>
        <p:txBody>
          <a:bodyPr wrap="none" rtlCol="0">
            <a:spAutoFit/>
          </a:bodyPr>
          <a:lstStyle/>
          <a:p>
            <a:r>
              <a:rPr lang="en-US" dirty="0"/>
              <a:t>3</a:t>
            </a:r>
            <a:endParaRPr lang="vi-VN" dirty="0"/>
          </a:p>
        </p:txBody>
      </p:sp>
      <p:sp>
        <p:nvSpPr>
          <p:cNvPr id="9" name="TextBox 12">
            <a:extLst>
              <a:ext uri="{FF2B5EF4-FFF2-40B4-BE49-F238E27FC236}">
                <a16:creationId xmlns:a16="http://schemas.microsoft.com/office/drawing/2014/main" id="{01193116-8844-A166-3CEE-8A17B5860856}"/>
              </a:ext>
            </a:extLst>
          </p:cNvPr>
          <p:cNvSpPr txBox="1"/>
          <p:nvPr/>
        </p:nvSpPr>
        <p:spPr>
          <a:xfrm>
            <a:off x="1128764" y="553588"/>
            <a:ext cx="6211560" cy="707886"/>
          </a:xfrm>
          <a:prstGeom prst="rect">
            <a:avLst/>
          </a:prstGeom>
          <a:noFill/>
        </p:spPr>
        <p:txBody>
          <a:bodyPr wrap="square">
            <a:spAutoFit/>
          </a:bodyPr>
          <a:lstStyle/>
          <a:p>
            <a:r>
              <a:rPr lang="en-US" sz="4000" b="1" noProof="1">
                <a:solidFill>
                  <a:schemeClr val="tx2">
                    <a:lumMod val="50000"/>
                    <a:lumOff val="50000"/>
                  </a:schemeClr>
                </a:solidFill>
                <a:cs typeface="Arial" panose="020B0604020202020204" pitchFamily="34" charset="0"/>
              </a:rPr>
              <a:t>Lý do chọn đề tài</a:t>
            </a:r>
            <a:endParaRPr lang="vi-VN" sz="4000" noProof="1">
              <a:solidFill>
                <a:schemeClr val="tx2">
                  <a:lumMod val="50000"/>
                  <a:lumOff val="50000"/>
                </a:schemeClr>
              </a:solidFill>
              <a:cs typeface="Arial" panose="020B0604020202020204" pitchFamily="34" charset="0"/>
            </a:endParaRPr>
          </a:p>
        </p:txBody>
      </p:sp>
      <p:pic>
        <p:nvPicPr>
          <p:cNvPr id="3" name="Hình ảnh 14" descr="Ảnh có chứa biểu tượng, Nhãn hiệu, Phông chữ, vòng tròn&#10;&#10;Mô tả được tạo tự động">
            <a:extLst>
              <a:ext uri="{FF2B5EF4-FFF2-40B4-BE49-F238E27FC236}">
                <a16:creationId xmlns:a16="http://schemas.microsoft.com/office/drawing/2014/main" id="{F5F3F208-BA11-6EAC-23CB-0083BD4337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24009" y="59750"/>
            <a:ext cx="847781" cy="847781"/>
          </a:xfrm>
          <a:prstGeom prst="rect">
            <a:avLst/>
          </a:prstGeom>
        </p:spPr>
      </p:pic>
      <p:sp>
        <p:nvSpPr>
          <p:cNvPr id="4" name="TextBox 3">
            <a:extLst>
              <a:ext uri="{FF2B5EF4-FFF2-40B4-BE49-F238E27FC236}">
                <a16:creationId xmlns:a16="http://schemas.microsoft.com/office/drawing/2014/main" id="{2279B270-6C7E-5F27-8B78-839728E5537E}"/>
              </a:ext>
            </a:extLst>
          </p:cNvPr>
          <p:cNvSpPr txBox="1"/>
          <p:nvPr/>
        </p:nvSpPr>
        <p:spPr>
          <a:xfrm>
            <a:off x="1128764" y="1374825"/>
            <a:ext cx="10387806" cy="4221156"/>
          </a:xfrm>
          <a:prstGeom prst="rect">
            <a:avLst/>
          </a:prstGeom>
          <a:noFill/>
        </p:spPr>
        <p:txBody>
          <a:bodyPr wrap="square">
            <a:spAutoFit/>
          </a:bodyPr>
          <a:lstStyle/>
          <a:p>
            <a:pPr algn="just">
              <a:lnSpc>
                <a:spcPct val="150000"/>
              </a:lnSpc>
            </a:pPr>
            <a:r>
              <a:rPr lang="vi-VN" sz="2600" dirty="0">
                <a:latin typeface="Times New Roman" panose="02020603050405020304" pitchFamily="18" charset="0"/>
                <a:ea typeface="Aptos" panose="020B0004020202020204" pitchFamily="34" charset="0"/>
              </a:rPr>
              <a:t>Bối cảnh: CNTT phát triển, xu hướng số hóa giáo dục mạnh mẽ</a:t>
            </a:r>
            <a:endParaRPr lang="en-US" sz="2600" dirty="0">
              <a:latin typeface="Times New Roman" panose="02020603050405020304" pitchFamily="18" charset="0"/>
              <a:ea typeface="Aptos" panose="020B0004020202020204" pitchFamily="34" charset="0"/>
            </a:endParaRPr>
          </a:p>
          <a:p>
            <a:pPr algn="just">
              <a:lnSpc>
                <a:spcPct val="150000"/>
              </a:lnSpc>
            </a:pPr>
            <a:r>
              <a:rPr lang="vi-VN" sz="2600" dirty="0">
                <a:latin typeface="Times New Roman" panose="02020603050405020304" pitchFamily="18" charset="0"/>
                <a:ea typeface="Aptos" panose="020B0004020202020204" pitchFamily="34" charset="0"/>
              </a:rPr>
              <a:t>Tầm quan trọng: Đảm bảo công bằng, chính xác, tiết kiệm thời gian</a:t>
            </a:r>
            <a:endParaRPr lang="en-US" sz="2600" dirty="0">
              <a:latin typeface="Times New Roman" panose="02020603050405020304" pitchFamily="18" charset="0"/>
              <a:ea typeface="Aptos" panose="020B0004020202020204" pitchFamily="34" charset="0"/>
            </a:endParaRPr>
          </a:p>
          <a:p>
            <a:pPr algn="just">
              <a:lnSpc>
                <a:spcPct val="150000"/>
              </a:lnSpc>
            </a:pPr>
            <a:r>
              <a:rPr lang="vi-VN" sz="2600" dirty="0">
                <a:latin typeface="Times New Roman" panose="02020603050405020304" pitchFamily="18" charset="0"/>
                <a:ea typeface="Aptos" panose="020B0004020202020204" pitchFamily="34" charset="0"/>
              </a:rPr>
              <a:t>Khoảng trống: Nhiều đơn vị vẫn chưa có hệ thống thi trắc nghiệm hiệu quả</a:t>
            </a:r>
            <a:endParaRPr lang="en-US" sz="2600" dirty="0">
              <a:latin typeface="Times New Roman" panose="02020603050405020304" pitchFamily="18" charset="0"/>
              <a:ea typeface="Aptos" panose="020B0004020202020204" pitchFamily="34" charset="0"/>
            </a:endParaRPr>
          </a:p>
          <a:p>
            <a:pPr algn="just">
              <a:lnSpc>
                <a:spcPct val="150000"/>
              </a:lnSpc>
            </a:pPr>
            <a:r>
              <a:rPr lang="vi-VN" sz="2600" dirty="0">
                <a:latin typeface="Times New Roman" panose="02020603050405020304" pitchFamily="18" charset="0"/>
                <a:ea typeface="Aptos" panose="020B0004020202020204" pitchFamily="34" charset="0"/>
              </a:rPr>
              <a:t>Tính cấp thiết: Thi cử quy mô lớn cần công nghệ hỗ trợ</a:t>
            </a:r>
            <a:endParaRPr lang="en-US" sz="2600" dirty="0">
              <a:latin typeface="Times New Roman" panose="02020603050405020304" pitchFamily="18" charset="0"/>
              <a:ea typeface="Aptos" panose="020B0004020202020204" pitchFamily="34" charset="0"/>
            </a:endParaRPr>
          </a:p>
          <a:p>
            <a:pPr algn="just">
              <a:lnSpc>
                <a:spcPct val="150000"/>
              </a:lnSpc>
            </a:pPr>
            <a:r>
              <a:rPr lang="vi-VN" sz="2600" dirty="0">
                <a:latin typeface="Times New Roman" panose="02020603050405020304" pitchFamily="18" charset="0"/>
                <a:ea typeface="Aptos" panose="020B0004020202020204" pitchFamily="34" charset="0"/>
              </a:rPr>
              <a:t>Dẫn chứng:</a:t>
            </a:r>
            <a:r>
              <a:rPr lang="en-US" sz="2600" dirty="0">
                <a:latin typeface="Times New Roman" panose="02020603050405020304" pitchFamily="18" charset="0"/>
                <a:ea typeface="Aptos" panose="020B0004020202020204" pitchFamily="34" charset="0"/>
              </a:rPr>
              <a:t> </a:t>
            </a:r>
            <a:r>
              <a:rPr lang="vi-VN" sz="2600" dirty="0">
                <a:latin typeface="Times New Roman" panose="02020603050405020304" pitchFamily="18" charset="0"/>
                <a:ea typeface="Aptos" panose="020B0004020202020204" pitchFamily="34" charset="0"/>
              </a:rPr>
              <a:t>Trường ĐH </a:t>
            </a:r>
            <a:r>
              <a:rPr lang="en-US" sz="2600" dirty="0" err="1">
                <a:latin typeface="Times New Roman" panose="02020603050405020304" pitchFamily="18" charset="0"/>
                <a:ea typeface="Aptos" panose="020B0004020202020204" pitchFamily="34" charset="0"/>
              </a:rPr>
              <a:t>Luật</a:t>
            </a:r>
            <a:r>
              <a:rPr lang="en-US" sz="2600" dirty="0">
                <a:latin typeface="Times New Roman" panose="02020603050405020304" pitchFamily="18" charset="0"/>
                <a:ea typeface="Aptos" panose="020B0004020202020204" pitchFamily="34" charset="0"/>
              </a:rPr>
              <a:t> TPHCM, ĐH </a:t>
            </a:r>
            <a:r>
              <a:rPr lang="en-US" sz="2600" dirty="0" err="1">
                <a:latin typeface="Times New Roman" panose="02020603050405020304" pitchFamily="18" charset="0"/>
                <a:ea typeface="Aptos" panose="020B0004020202020204" pitchFamily="34" charset="0"/>
              </a:rPr>
              <a:t>Lạc</a:t>
            </a:r>
            <a:r>
              <a:rPr lang="en-US" sz="2600" dirty="0">
                <a:latin typeface="Times New Roman" panose="02020603050405020304" pitchFamily="18" charset="0"/>
                <a:ea typeface="Aptos" panose="020B0004020202020204" pitchFamily="34" charset="0"/>
              </a:rPr>
              <a:t> Hồng, ĐH Thành </a:t>
            </a:r>
            <a:r>
              <a:rPr lang="en-US" sz="2600" dirty="0" err="1">
                <a:latin typeface="Times New Roman" panose="02020603050405020304" pitchFamily="18" charset="0"/>
                <a:ea typeface="Aptos" panose="020B0004020202020204" pitchFamily="34" charset="0"/>
              </a:rPr>
              <a:t>Đô</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đều</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đã</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triển</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khai</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phần</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mềm</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thi</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cử</a:t>
            </a:r>
            <a:r>
              <a:rPr lang="en-US" sz="2600" dirty="0">
                <a:latin typeface="Times New Roman" panose="02020603050405020304" pitchFamily="18" charset="0"/>
                <a:ea typeface="Aptos" panose="020B0004020202020204" pitchFamily="34" charset="0"/>
              </a:rPr>
              <a:t> </a:t>
            </a:r>
            <a:r>
              <a:rPr lang="vi-VN" sz="2600" dirty="0">
                <a:latin typeface="Times New Roman" panose="02020603050405020304" pitchFamily="18" charset="0"/>
                <a:ea typeface="Aptos" panose="020B0004020202020204" pitchFamily="34" charset="0"/>
              </a:rPr>
              <a:t>➜ Cho thấy tính khả thi &amp; hiệu quả của hệ thống thi số hoá</a:t>
            </a:r>
            <a:endParaRPr lang="vi-VN" sz="2600" dirty="0"/>
          </a:p>
        </p:txBody>
      </p:sp>
      <p:sp>
        <p:nvSpPr>
          <p:cNvPr id="6" name="TextBox 12">
            <a:extLst>
              <a:ext uri="{FF2B5EF4-FFF2-40B4-BE49-F238E27FC236}">
                <a16:creationId xmlns:a16="http://schemas.microsoft.com/office/drawing/2014/main" id="{4C0806B6-1334-9C06-E5E6-352667D24D9C}"/>
              </a:ext>
            </a:extLst>
          </p:cNvPr>
          <p:cNvSpPr txBox="1"/>
          <p:nvPr/>
        </p:nvSpPr>
        <p:spPr>
          <a:xfrm>
            <a:off x="14087129" y="811522"/>
            <a:ext cx="6211560" cy="707886"/>
          </a:xfrm>
          <a:prstGeom prst="rect">
            <a:avLst/>
          </a:prstGeom>
          <a:noFill/>
        </p:spPr>
        <p:txBody>
          <a:bodyPr wrap="square">
            <a:spAutoFit/>
          </a:bodyPr>
          <a:lstStyle/>
          <a:p>
            <a:r>
              <a:rPr lang="en-US" sz="4000" b="1" noProof="1">
                <a:solidFill>
                  <a:schemeClr val="tx2">
                    <a:lumMod val="50000"/>
                    <a:lumOff val="50000"/>
                  </a:schemeClr>
                </a:solidFill>
                <a:cs typeface="Arial" panose="020B0604020202020204" pitchFamily="34" charset="0"/>
              </a:rPr>
              <a:t>Đặt vấn đề</a:t>
            </a:r>
            <a:endParaRPr lang="vi-VN" sz="4000" noProof="1">
              <a:solidFill>
                <a:schemeClr val="tx2">
                  <a:lumMod val="50000"/>
                  <a:lumOff val="50000"/>
                </a:schemeClr>
              </a:solidFill>
              <a:cs typeface="Arial" panose="020B0604020202020204" pitchFamily="34" charset="0"/>
            </a:endParaRPr>
          </a:p>
        </p:txBody>
      </p:sp>
      <p:sp>
        <p:nvSpPr>
          <p:cNvPr id="7" name="TextBox 6">
            <a:extLst>
              <a:ext uri="{FF2B5EF4-FFF2-40B4-BE49-F238E27FC236}">
                <a16:creationId xmlns:a16="http://schemas.microsoft.com/office/drawing/2014/main" id="{25AEAB95-914C-8895-2556-5124B4734F31}"/>
              </a:ext>
            </a:extLst>
          </p:cNvPr>
          <p:cNvSpPr txBox="1"/>
          <p:nvPr/>
        </p:nvSpPr>
        <p:spPr>
          <a:xfrm>
            <a:off x="14201914" y="1803983"/>
            <a:ext cx="9014926" cy="3020827"/>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en-US" sz="2600" dirty="0" err="1">
                <a:latin typeface="Times New Roman" panose="02020603050405020304" pitchFamily="18" charset="0"/>
                <a:ea typeface="Aptos" panose="020B0004020202020204" pitchFamily="34" charset="0"/>
              </a:rPr>
              <a:t>Ứng</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dụng</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phần</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mềm</a:t>
            </a:r>
            <a:r>
              <a:rPr lang="en-US" sz="2600" dirty="0">
                <a:latin typeface="Times New Roman" panose="02020603050405020304" pitchFamily="18" charset="0"/>
                <a:ea typeface="Aptos" panose="020B0004020202020204" pitchFamily="34" charset="0"/>
              </a:rPr>
              <a:t> t</a:t>
            </a:r>
            <a:r>
              <a:rPr lang="vi-VN" sz="2600" dirty="0">
                <a:effectLst/>
                <a:latin typeface="Times New Roman" panose="02020603050405020304" pitchFamily="18" charset="0"/>
                <a:ea typeface="Aptos" panose="020B0004020202020204" pitchFamily="34" charset="0"/>
              </a:rPr>
              <a:t>hi trắc nghiệm đang là xu hướng phổ biến trong giáo dục hiện </a:t>
            </a:r>
            <a:r>
              <a:rPr lang="en-US" sz="2600" dirty="0" err="1">
                <a:effectLst/>
                <a:latin typeface="Times New Roman" panose="02020603050405020304" pitchFamily="18" charset="0"/>
                <a:ea typeface="Aptos" panose="020B0004020202020204" pitchFamily="34" charset="0"/>
              </a:rPr>
              <a:t>giờ</a:t>
            </a:r>
            <a:endParaRPr lang="en-US" sz="2600" dirty="0">
              <a:effectLst/>
              <a:latin typeface="Times New Roman" panose="02020603050405020304" pitchFamily="18" charset="0"/>
              <a:ea typeface="Aptos" panose="020B0004020202020204" pitchFamily="34" charset="0"/>
            </a:endParaRPr>
          </a:p>
          <a:p>
            <a:pPr marL="457200" indent="-457200">
              <a:lnSpc>
                <a:spcPct val="150000"/>
              </a:lnSpc>
              <a:buFont typeface="Wingdings" panose="05000000000000000000" pitchFamily="2" charset="2"/>
              <a:buChar char="Ø"/>
            </a:pPr>
            <a:r>
              <a:rPr lang="en-US" sz="2600" dirty="0">
                <a:effectLst/>
                <a:latin typeface="Times New Roman" panose="02020603050405020304" pitchFamily="18" charset="0"/>
                <a:ea typeface="Aptos" panose="020B0004020202020204" pitchFamily="34" charset="0"/>
              </a:rPr>
              <a:t>Trường HPC </a:t>
            </a:r>
            <a:r>
              <a:rPr lang="vi-VN" sz="2600" dirty="0">
                <a:effectLst/>
                <a:latin typeface="Times New Roman" panose="02020603050405020304" pitchFamily="18" charset="0"/>
                <a:ea typeface="Aptos" panose="020B0004020202020204" pitchFamily="34" charset="0"/>
              </a:rPr>
              <a:t>vẫn tổ chức thi theo phương pháp t</a:t>
            </a:r>
            <a:r>
              <a:rPr lang="en-US" sz="2600" dirty="0" err="1">
                <a:latin typeface="Times New Roman" panose="02020603050405020304" pitchFamily="18" charset="0"/>
                <a:ea typeface="Aptos" panose="020B0004020202020204" pitchFamily="34" charset="0"/>
              </a:rPr>
              <a:t>ruyền</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thống</a:t>
            </a:r>
            <a:endParaRPr lang="en-US" sz="2600" dirty="0">
              <a:effectLst/>
              <a:latin typeface="Times New Roman" panose="02020603050405020304" pitchFamily="18" charset="0"/>
              <a:ea typeface="Aptos" panose="020B0004020202020204" pitchFamily="34" charset="0"/>
            </a:endParaRPr>
          </a:p>
          <a:p>
            <a:pPr marL="457200" indent="-457200">
              <a:lnSpc>
                <a:spcPct val="150000"/>
              </a:lnSpc>
              <a:buFont typeface="Wingdings" panose="05000000000000000000" pitchFamily="2" charset="2"/>
              <a:buChar char="Ø"/>
            </a:pPr>
            <a:r>
              <a:rPr lang="vi-VN" sz="2600" dirty="0">
                <a:effectLst/>
                <a:latin typeface="Times New Roman" panose="02020603050405020304" pitchFamily="18" charset="0"/>
                <a:ea typeface="Aptos" panose="020B0004020202020204" pitchFamily="34" charset="0"/>
              </a:rPr>
              <a:t>Gây ra các hạn chế như tốn</a:t>
            </a:r>
            <a:r>
              <a:rPr lang="en-US" sz="2600" dirty="0">
                <a:effectLst/>
                <a:latin typeface="Times New Roman" panose="02020603050405020304" pitchFamily="18" charset="0"/>
                <a:ea typeface="Aptos" panose="020B0004020202020204" pitchFamily="34" charset="0"/>
              </a:rPr>
              <a:t> </a:t>
            </a:r>
            <a:r>
              <a:rPr lang="en-US" sz="2600" dirty="0" err="1">
                <a:effectLst/>
                <a:latin typeface="Times New Roman" panose="02020603050405020304" pitchFamily="18" charset="0"/>
                <a:ea typeface="Aptos" panose="020B0004020202020204" pitchFamily="34" charset="0"/>
              </a:rPr>
              <a:t>tài</a:t>
            </a:r>
            <a:r>
              <a:rPr lang="en-US" sz="2600" dirty="0">
                <a:effectLst/>
                <a:latin typeface="Times New Roman" panose="02020603050405020304" pitchFamily="18" charset="0"/>
                <a:ea typeface="Aptos" panose="020B0004020202020204" pitchFamily="34" charset="0"/>
              </a:rPr>
              <a:t> </a:t>
            </a:r>
            <a:r>
              <a:rPr lang="en-US" sz="2600" dirty="0" err="1">
                <a:effectLst/>
                <a:latin typeface="Times New Roman" panose="02020603050405020304" pitchFamily="18" charset="0"/>
                <a:ea typeface="Aptos" panose="020B0004020202020204" pitchFamily="34" charset="0"/>
              </a:rPr>
              <a:t>nguyên</a:t>
            </a:r>
            <a:r>
              <a:rPr lang="en-US" sz="2600" dirty="0">
                <a:latin typeface="Times New Roman" panose="02020603050405020304" pitchFamily="18" charset="0"/>
                <a:ea typeface="Aptos" panose="020B0004020202020204" pitchFamily="34" charset="0"/>
              </a:rPr>
              <a:t>,</a:t>
            </a:r>
            <a:r>
              <a:rPr lang="vi-VN" sz="2600" dirty="0">
                <a:effectLst/>
                <a:latin typeface="Times New Roman" panose="02020603050405020304" pitchFamily="18" charset="0"/>
                <a:ea typeface="Aptos" panose="020B0004020202020204" pitchFamily="34" charset="0"/>
              </a:rPr>
              <a:t> thời gian, dễ sai sót</a:t>
            </a:r>
            <a:endParaRPr lang="en-US" sz="2600" dirty="0">
              <a:effectLst/>
              <a:latin typeface="Times New Roman" panose="02020603050405020304" pitchFamily="18" charset="0"/>
              <a:ea typeface="Aptos" panose="020B0004020202020204" pitchFamily="34" charset="0"/>
            </a:endParaRPr>
          </a:p>
          <a:p>
            <a:pPr marL="457200" indent="-457200">
              <a:lnSpc>
                <a:spcPct val="150000"/>
              </a:lnSpc>
              <a:buFont typeface="Wingdings" panose="05000000000000000000" pitchFamily="2" charset="2"/>
              <a:buChar char="Ø"/>
            </a:pPr>
            <a:r>
              <a:rPr lang="vi-VN" sz="2600" dirty="0">
                <a:effectLst/>
                <a:latin typeface="Times New Roman" panose="02020603050405020304" pitchFamily="18" charset="0"/>
                <a:ea typeface="Aptos" panose="020B0004020202020204" pitchFamily="34" charset="0"/>
              </a:rPr>
              <a:t>Cần một giải pháp số hóa và tự động hóa toàn bộ quy trình thi</a:t>
            </a:r>
            <a:endParaRPr lang="vi-VN" sz="2600" dirty="0"/>
          </a:p>
        </p:txBody>
      </p:sp>
      <p:pic>
        <p:nvPicPr>
          <p:cNvPr id="8" name="Picture 7" descr="A black and white diagram&#10;&#10;AI-generated content may be incorrect.">
            <a:extLst>
              <a:ext uri="{FF2B5EF4-FFF2-40B4-BE49-F238E27FC236}">
                <a16:creationId xmlns:a16="http://schemas.microsoft.com/office/drawing/2014/main" id="{F2888CB3-07B0-394D-66E5-F9259080CE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84226" y="12107209"/>
            <a:ext cx="4823547" cy="2860448"/>
          </a:xfrm>
          <a:prstGeom prst="rect">
            <a:avLst/>
          </a:prstGeom>
        </p:spPr>
      </p:pic>
    </p:spTree>
    <p:extLst>
      <p:ext uri="{BB962C8B-B14F-4D97-AF65-F5344CB8AC3E}">
        <p14:creationId xmlns:p14="http://schemas.microsoft.com/office/powerpoint/2010/main" val="34654330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11CB116-F24F-3430-03F3-B3DB048F12A7}"/>
            </a:ext>
          </a:extLst>
        </p:cNvPr>
        <p:cNvGrpSpPr/>
        <p:nvPr/>
      </p:nvGrpSpPr>
      <p:grpSpPr>
        <a:xfrm>
          <a:off x="0" y="0"/>
          <a:ext cx="0" cy="0"/>
          <a:chOff x="0" y="0"/>
          <a:chExt cx="0" cy="0"/>
        </a:xfrm>
      </p:grpSpPr>
      <p:sp>
        <p:nvSpPr>
          <p:cNvPr id="2" name="minhgiang.pro 3">
            <a:extLst>
              <a:ext uri="{FF2B5EF4-FFF2-40B4-BE49-F238E27FC236}">
                <a16:creationId xmlns:a16="http://schemas.microsoft.com/office/drawing/2014/main" id="{D5198B62-8879-B9B4-0517-9FE3F0955133}"/>
              </a:ext>
            </a:extLst>
          </p:cNvPr>
          <p:cNvSpPr/>
          <p:nvPr/>
        </p:nvSpPr>
        <p:spPr>
          <a:xfrm>
            <a:off x="11516570" y="4255214"/>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inhgiang.pro 1">
            <a:extLst>
              <a:ext uri="{FF2B5EF4-FFF2-40B4-BE49-F238E27FC236}">
                <a16:creationId xmlns:a16="http://schemas.microsoft.com/office/drawing/2014/main" id="{D8988301-84C5-1621-9682-E1399BCCE580}"/>
              </a:ext>
            </a:extLst>
          </p:cNvPr>
          <p:cNvSpPr/>
          <p:nvPr/>
        </p:nvSpPr>
        <p:spPr>
          <a:xfrm>
            <a:off x="4062413" y="-1645537"/>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noFill/>
          <a:ln w="38100">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minhgiang.pro 2">
            <a:extLst>
              <a:ext uri="{FF2B5EF4-FFF2-40B4-BE49-F238E27FC236}">
                <a16:creationId xmlns:a16="http://schemas.microsoft.com/office/drawing/2014/main" id="{86763A36-F8F3-4172-56B4-65F1423E9E2B}"/>
              </a:ext>
            </a:extLst>
          </p:cNvPr>
          <p:cNvSpPr/>
          <p:nvPr/>
        </p:nvSpPr>
        <p:spPr>
          <a:xfrm>
            <a:off x="2716673" y="5653520"/>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solidFill>
            <a:schemeClr val="tx2">
              <a:lumMod val="25000"/>
              <a:lumOff val="7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minhgiang.pro 3">
            <a:extLst>
              <a:ext uri="{FF2B5EF4-FFF2-40B4-BE49-F238E27FC236}">
                <a16:creationId xmlns:a16="http://schemas.microsoft.com/office/drawing/2014/main" id="{332896FC-FB69-2F8C-4A58-8C227F8713AB}"/>
              </a:ext>
            </a:extLst>
          </p:cNvPr>
          <p:cNvSpPr/>
          <p:nvPr/>
        </p:nvSpPr>
        <p:spPr>
          <a:xfrm>
            <a:off x="-232431" y="-693496"/>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iang">
            <a:extLst>
              <a:ext uri="{FF2B5EF4-FFF2-40B4-BE49-F238E27FC236}">
                <a16:creationId xmlns:a16="http://schemas.microsoft.com/office/drawing/2014/main" id="{CAF68C12-6BCD-6917-DEEA-BB924722D1F5}"/>
              </a:ext>
            </a:extLst>
          </p:cNvPr>
          <p:cNvSpPr/>
          <p:nvPr/>
        </p:nvSpPr>
        <p:spPr>
          <a:xfrm>
            <a:off x="447368" y="210435"/>
            <a:ext cx="11297264" cy="6354711"/>
          </a:xfrm>
          <a:prstGeom prst="roundRect">
            <a:avLst>
              <a:gd name="adj" fmla="val 5625"/>
            </a:avLst>
          </a:prstGeom>
          <a:solidFill>
            <a:schemeClr val="bg1"/>
          </a:solidFill>
          <a:ln w="19050">
            <a:solidFill>
              <a:schemeClr val="bg1"/>
            </a:solidFill>
          </a:ln>
          <a:effectLst>
            <a:outerShdw blurRad="965200" dist="38100" dir="10800000" algn="r" rotWithShape="0">
              <a:srgbClr val="819C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noProof="1">
              <a:cs typeface="+mn-ea"/>
              <a:sym typeface="+mn-lt"/>
            </a:endParaRPr>
          </a:p>
        </p:txBody>
      </p:sp>
      <p:pic>
        <p:nvPicPr>
          <p:cNvPr id="8" name="Picture 7" descr="A black and white diagram&#10;&#10;AI-generated content may be incorrect.">
            <a:extLst>
              <a:ext uri="{FF2B5EF4-FFF2-40B4-BE49-F238E27FC236}">
                <a16:creationId xmlns:a16="http://schemas.microsoft.com/office/drawing/2014/main" id="{CA90FAE9-9769-2C84-10EF-DE5F9DA7CF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544" y="483640"/>
            <a:ext cx="10238376" cy="6071537"/>
          </a:xfrm>
          <a:prstGeom prst="rect">
            <a:avLst/>
          </a:prstGeom>
        </p:spPr>
      </p:pic>
      <p:pic>
        <p:nvPicPr>
          <p:cNvPr id="11" name="Hình ảnh 14" descr="Ảnh có chứa biểu tượng, Nhãn hiệu, Phông chữ, vòng tròn&#10;&#10;Mô tả được tạo tự động">
            <a:extLst>
              <a:ext uri="{FF2B5EF4-FFF2-40B4-BE49-F238E27FC236}">
                <a16:creationId xmlns:a16="http://schemas.microsoft.com/office/drawing/2014/main" id="{6948398A-A568-6EB2-B652-B50DD1CF8D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4009" y="59750"/>
            <a:ext cx="847781" cy="847781"/>
          </a:xfrm>
          <a:prstGeom prst="rect">
            <a:avLst/>
          </a:prstGeom>
        </p:spPr>
      </p:pic>
      <p:sp>
        <p:nvSpPr>
          <p:cNvPr id="621" name="TextBox 620">
            <a:extLst>
              <a:ext uri="{FF2B5EF4-FFF2-40B4-BE49-F238E27FC236}">
                <a16:creationId xmlns:a16="http://schemas.microsoft.com/office/drawing/2014/main" id="{EC6374C7-3C08-3594-D241-10D49E98B626}"/>
              </a:ext>
            </a:extLst>
          </p:cNvPr>
          <p:cNvSpPr txBox="1"/>
          <p:nvPr/>
        </p:nvSpPr>
        <p:spPr>
          <a:xfrm>
            <a:off x="11365727" y="6380480"/>
            <a:ext cx="308098" cy="369332"/>
          </a:xfrm>
          <a:prstGeom prst="rect">
            <a:avLst/>
          </a:prstGeom>
          <a:noFill/>
        </p:spPr>
        <p:txBody>
          <a:bodyPr wrap="none" rtlCol="0">
            <a:spAutoFit/>
          </a:bodyPr>
          <a:lstStyle/>
          <a:p>
            <a:r>
              <a:rPr lang="en-US" dirty="0"/>
              <a:t>4</a:t>
            </a:r>
            <a:endParaRPr lang="vi-VN" dirty="0"/>
          </a:p>
        </p:txBody>
      </p:sp>
      <p:sp>
        <p:nvSpPr>
          <p:cNvPr id="7" name="TextBox 12">
            <a:extLst>
              <a:ext uri="{FF2B5EF4-FFF2-40B4-BE49-F238E27FC236}">
                <a16:creationId xmlns:a16="http://schemas.microsoft.com/office/drawing/2014/main" id="{5F76374C-55BE-7C8C-61D8-0A74C5ECC2E7}"/>
              </a:ext>
            </a:extLst>
          </p:cNvPr>
          <p:cNvSpPr txBox="1"/>
          <p:nvPr/>
        </p:nvSpPr>
        <p:spPr>
          <a:xfrm>
            <a:off x="1128764" y="-6944492"/>
            <a:ext cx="6211560" cy="707886"/>
          </a:xfrm>
          <a:prstGeom prst="rect">
            <a:avLst/>
          </a:prstGeom>
          <a:noFill/>
        </p:spPr>
        <p:txBody>
          <a:bodyPr wrap="square">
            <a:spAutoFit/>
          </a:bodyPr>
          <a:lstStyle/>
          <a:p>
            <a:r>
              <a:rPr lang="en-US" sz="4000" b="1" noProof="1">
                <a:solidFill>
                  <a:schemeClr val="tx2">
                    <a:lumMod val="50000"/>
                    <a:lumOff val="50000"/>
                  </a:schemeClr>
                </a:solidFill>
                <a:cs typeface="Arial" panose="020B0604020202020204" pitchFamily="34" charset="0"/>
              </a:rPr>
              <a:t>Lý do chọn đề tài</a:t>
            </a:r>
            <a:endParaRPr lang="vi-VN" sz="4000" noProof="1">
              <a:solidFill>
                <a:schemeClr val="tx2">
                  <a:lumMod val="50000"/>
                  <a:lumOff val="50000"/>
                </a:schemeClr>
              </a:solidFill>
              <a:cs typeface="Arial" panose="020B0604020202020204" pitchFamily="34" charset="0"/>
            </a:endParaRPr>
          </a:p>
        </p:txBody>
      </p:sp>
      <p:sp>
        <p:nvSpPr>
          <p:cNvPr id="10" name="TextBox 9">
            <a:extLst>
              <a:ext uri="{FF2B5EF4-FFF2-40B4-BE49-F238E27FC236}">
                <a16:creationId xmlns:a16="http://schemas.microsoft.com/office/drawing/2014/main" id="{FF21F479-2056-1C70-BF75-E3F34EDAEF4F}"/>
              </a:ext>
            </a:extLst>
          </p:cNvPr>
          <p:cNvSpPr txBox="1"/>
          <p:nvPr/>
        </p:nvSpPr>
        <p:spPr>
          <a:xfrm>
            <a:off x="1128764" y="-6123255"/>
            <a:ext cx="10387806" cy="4221156"/>
          </a:xfrm>
          <a:prstGeom prst="rect">
            <a:avLst/>
          </a:prstGeom>
          <a:noFill/>
        </p:spPr>
        <p:txBody>
          <a:bodyPr wrap="square">
            <a:spAutoFit/>
          </a:bodyPr>
          <a:lstStyle/>
          <a:p>
            <a:pPr algn="just">
              <a:lnSpc>
                <a:spcPct val="150000"/>
              </a:lnSpc>
            </a:pPr>
            <a:r>
              <a:rPr lang="vi-VN" sz="2600" dirty="0">
                <a:latin typeface="Times New Roman" panose="02020603050405020304" pitchFamily="18" charset="0"/>
                <a:ea typeface="Aptos" panose="020B0004020202020204" pitchFamily="34" charset="0"/>
              </a:rPr>
              <a:t>Bối cảnh: CNTT phát triển, xu hướng số hóa giáo dục mạnh mẽ</a:t>
            </a:r>
            <a:endParaRPr lang="en-US" sz="2600" dirty="0">
              <a:latin typeface="Times New Roman" panose="02020603050405020304" pitchFamily="18" charset="0"/>
              <a:ea typeface="Aptos" panose="020B0004020202020204" pitchFamily="34" charset="0"/>
            </a:endParaRPr>
          </a:p>
          <a:p>
            <a:pPr algn="just">
              <a:lnSpc>
                <a:spcPct val="150000"/>
              </a:lnSpc>
            </a:pPr>
            <a:r>
              <a:rPr lang="vi-VN" sz="2600" dirty="0">
                <a:latin typeface="Times New Roman" panose="02020603050405020304" pitchFamily="18" charset="0"/>
                <a:ea typeface="Aptos" panose="020B0004020202020204" pitchFamily="34" charset="0"/>
              </a:rPr>
              <a:t>Tầm quan trọng: Đảm bảo công bằng, chính xác, tiết kiệm thời gian</a:t>
            </a:r>
            <a:endParaRPr lang="en-US" sz="2600" dirty="0">
              <a:latin typeface="Times New Roman" panose="02020603050405020304" pitchFamily="18" charset="0"/>
              <a:ea typeface="Aptos" panose="020B0004020202020204" pitchFamily="34" charset="0"/>
            </a:endParaRPr>
          </a:p>
          <a:p>
            <a:pPr algn="just">
              <a:lnSpc>
                <a:spcPct val="150000"/>
              </a:lnSpc>
            </a:pPr>
            <a:r>
              <a:rPr lang="vi-VN" sz="2600" dirty="0">
                <a:latin typeface="Times New Roman" panose="02020603050405020304" pitchFamily="18" charset="0"/>
                <a:ea typeface="Aptos" panose="020B0004020202020204" pitchFamily="34" charset="0"/>
              </a:rPr>
              <a:t>Khoảng trống: Nhiều đơn vị vẫn chưa có hệ thống thi trắc nghiệm hiệu quả</a:t>
            </a:r>
            <a:endParaRPr lang="en-US" sz="2600" dirty="0">
              <a:latin typeface="Times New Roman" panose="02020603050405020304" pitchFamily="18" charset="0"/>
              <a:ea typeface="Aptos" panose="020B0004020202020204" pitchFamily="34" charset="0"/>
            </a:endParaRPr>
          </a:p>
          <a:p>
            <a:pPr algn="just">
              <a:lnSpc>
                <a:spcPct val="150000"/>
              </a:lnSpc>
            </a:pPr>
            <a:r>
              <a:rPr lang="vi-VN" sz="2600" dirty="0">
                <a:latin typeface="Times New Roman" panose="02020603050405020304" pitchFamily="18" charset="0"/>
                <a:ea typeface="Aptos" panose="020B0004020202020204" pitchFamily="34" charset="0"/>
              </a:rPr>
              <a:t>Tính cấp thiết: Thi cử quy mô lớn cần công nghệ hỗ trợ</a:t>
            </a:r>
            <a:endParaRPr lang="en-US" sz="2600" dirty="0">
              <a:latin typeface="Times New Roman" panose="02020603050405020304" pitchFamily="18" charset="0"/>
              <a:ea typeface="Aptos" panose="020B0004020202020204" pitchFamily="34" charset="0"/>
            </a:endParaRPr>
          </a:p>
          <a:p>
            <a:pPr algn="just">
              <a:lnSpc>
                <a:spcPct val="150000"/>
              </a:lnSpc>
            </a:pPr>
            <a:r>
              <a:rPr lang="vi-VN" sz="2600" dirty="0">
                <a:latin typeface="Times New Roman" panose="02020603050405020304" pitchFamily="18" charset="0"/>
                <a:ea typeface="Aptos" panose="020B0004020202020204" pitchFamily="34" charset="0"/>
              </a:rPr>
              <a:t>Dẫn chứng:</a:t>
            </a:r>
            <a:r>
              <a:rPr lang="en-US" sz="2600" dirty="0">
                <a:latin typeface="Times New Roman" panose="02020603050405020304" pitchFamily="18" charset="0"/>
                <a:ea typeface="Aptos" panose="020B0004020202020204" pitchFamily="34" charset="0"/>
              </a:rPr>
              <a:t> </a:t>
            </a:r>
            <a:r>
              <a:rPr lang="vi-VN" sz="2600" dirty="0">
                <a:latin typeface="Times New Roman" panose="02020603050405020304" pitchFamily="18" charset="0"/>
                <a:ea typeface="Aptos" panose="020B0004020202020204" pitchFamily="34" charset="0"/>
              </a:rPr>
              <a:t>Trường ĐH </a:t>
            </a:r>
            <a:r>
              <a:rPr lang="en-US" sz="2600" dirty="0" err="1">
                <a:latin typeface="Times New Roman" panose="02020603050405020304" pitchFamily="18" charset="0"/>
                <a:ea typeface="Aptos" panose="020B0004020202020204" pitchFamily="34" charset="0"/>
              </a:rPr>
              <a:t>Luật</a:t>
            </a:r>
            <a:r>
              <a:rPr lang="en-US" sz="2600" dirty="0">
                <a:latin typeface="Times New Roman" panose="02020603050405020304" pitchFamily="18" charset="0"/>
                <a:ea typeface="Aptos" panose="020B0004020202020204" pitchFamily="34" charset="0"/>
              </a:rPr>
              <a:t> TPHCM, ĐH </a:t>
            </a:r>
            <a:r>
              <a:rPr lang="en-US" sz="2600" dirty="0" err="1">
                <a:latin typeface="Times New Roman" panose="02020603050405020304" pitchFamily="18" charset="0"/>
                <a:ea typeface="Aptos" panose="020B0004020202020204" pitchFamily="34" charset="0"/>
              </a:rPr>
              <a:t>Lạc</a:t>
            </a:r>
            <a:r>
              <a:rPr lang="en-US" sz="2600" dirty="0">
                <a:latin typeface="Times New Roman" panose="02020603050405020304" pitchFamily="18" charset="0"/>
                <a:ea typeface="Aptos" panose="020B0004020202020204" pitchFamily="34" charset="0"/>
              </a:rPr>
              <a:t> Hồng, ĐH Thành </a:t>
            </a:r>
            <a:r>
              <a:rPr lang="en-US" sz="2600" dirty="0" err="1">
                <a:latin typeface="Times New Roman" panose="02020603050405020304" pitchFamily="18" charset="0"/>
                <a:ea typeface="Aptos" panose="020B0004020202020204" pitchFamily="34" charset="0"/>
              </a:rPr>
              <a:t>Đô</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đều</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đã</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triển</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khai</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phần</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mềm</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thi</a:t>
            </a:r>
            <a:r>
              <a:rPr lang="en-US" sz="2600" dirty="0">
                <a:latin typeface="Times New Roman" panose="02020603050405020304" pitchFamily="18" charset="0"/>
                <a:ea typeface="Aptos" panose="020B0004020202020204" pitchFamily="34" charset="0"/>
              </a:rPr>
              <a:t> </a:t>
            </a:r>
            <a:r>
              <a:rPr lang="en-US" sz="2600" dirty="0" err="1">
                <a:latin typeface="Times New Roman" panose="02020603050405020304" pitchFamily="18" charset="0"/>
                <a:ea typeface="Aptos" panose="020B0004020202020204" pitchFamily="34" charset="0"/>
              </a:rPr>
              <a:t>cử</a:t>
            </a:r>
            <a:r>
              <a:rPr lang="en-US" sz="2600" dirty="0">
                <a:latin typeface="Times New Roman" panose="02020603050405020304" pitchFamily="18" charset="0"/>
                <a:ea typeface="Aptos" panose="020B0004020202020204" pitchFamily="34" charset="0"/>
              </a:rPr>
              <a:t> </a:t>
            </a:r>
            <a:r>
              <a:rPr lang="vi-VN" sz="2600" dirty="0">
                <a:latin typeface="Times New Roman" panose="02020603050405020304" pitchFamily="18" charset="0"/>
                <a:ea typeface="Aptos" panose="020B0004020202020204" pitchFamily="34" charset="0"/>
              </a:rPr>
              <a:t>➜ Cho thấy tính khả thi &amp; hiệu quả của hệ thống thi số hoá</a:t>
            </a:r>
            <a:endParaRPr lang="vi-VN" sz="2600" dirty="0"/>
          </a:p>
        </p:txBody>
      </p:sp>
      <p:pic>
        <p:nvPicPr>
          <p:cNvPr id="12" name="Picture 11" descr="A diagram of a diagram&#10;&#10;AI-generated content may be incorrect.">
            <a:extLst>
              <a:ext uri="{FF2B5EF4-FFF2-40B4-BE49-F238E27FC236}">
                <a16:creationId xmlns:a16="http://schemas.microsoft.com/office/drawing/2014/main" id="{30E0DEA0-CA3D-888C-1D90-34E5978D2D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88599" y="12124756"/>
            <a:ext cx="4266599" cy="2114810"/>
          </a:xfrm>
          <a:prstGeom prst="rect">
            <a:avLst/>
          </a:prstGeom>
        </p:spPr>
      </p:pic>
    </p:spTree>
    <p:extLst>
      <p:ext uri="{BB962C8B-B14F-4D97-AF65-F5344CB8AC3E}">
        <p14:creationId xmlns:p14="http://schemas.microsoft.com/office/powerpoint/2010/main" val="4034240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11A8A98-1FF4-8D4E-59AE-193B15FBA67B}"/>
            </a:ext>
          </a:extLst>
        </p:cNvPr>
        <p:cNvGrpSpPr/>
        <p:nvPr/>
      </p:nvGrpSpPr>
      <p:grpSpPr>
        <a:xfrm>
          <a:off x="0" y="0"/>
          <a:ext cx="0" cy="0"/>
          <a:chOff x="0" y="0"/>
          <a:chExt cx="0" cy="0"/>
        </a:xfrm>
      </p:grpSpPr>
      <p:sp>
        <p:nvSpPr>
          <p:cNvPr id="2" name="minhgiang.pro 3">
            <a:extLst>
              <a:ext uri="{FF2B5EF4-FFF2-40B4-BE49-F238E27FC236}">
                <a16:creationId xmlns:a16="http://schemas.microsoft.com/office/drawing/2014/main" id="{07C4290C-46E7-BC65-2B97-66304396012A}"/>
              </a:ext>
            </a:extLst>
          </p:cNvPr>
          <p:cNvSpPr/>
          <p:nvPr/>
        </p:nvSpPr>
        <p:spPr>
          <a:xfrm>
            <a:off x="11516570" y="4255214"/>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inhgiang.pro 1">
            <a:extLst>
              <a:ext uri="{FF2B5EF4-FFF2-40B4-BE49-F238E27FC236}">
                <a16:creationId xmlns:a16="http://schemas.microsoft.com/office/drawing/2014/main" id="{B7A6EBB2-2366-DF40-E2C3-43AB91EF8B82}"/>
              </a:ext>
            </a:extLst>
          </p:cNvPr>
          <p:cNvSpPr/>
          <p:nvPr/>
        </p:nvSpPr>
        <p:spPr>
          <a:xfrm>
            <a:off x="4062413" y="-1645537"/>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noFill/>
          <a:ln w="38100">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minhgiang.pro 2">
            <a:extLst>
              <a:ext uri="{FF2B5EF4-FFF2-40B4-BE49-F238E27FC236}">
                <a16:creationId xmlns:a16="http://schemas.microsoft.com/office/drawing/2014/main" id="{1792445A-A4A0-13DB-2228-F2BCFB49A315}"/>
              </a:ext>
            </a:extLst>
          </p:cNvPr>
          <p:cNvSpPr/>
          <p:nvPr/>
        </p:nvSpPr>
        <p:spPr>
          <a:xfrm>
            <a:off x="2716673" y="5653520"/>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solidFill>
            <a:schemeClr val="tx2">
              <a:lumMod val="25000"/>
              <a:lumOff val="7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minhgiang.pro 3">
            <a:extLst>
              <a:ext uri="{FF2B5EF4-FFF2-40B4-BE49-F238E27FC236}">
                <a16:creationId xmlns:a16="http://schemas.microsoft.com/office/drawing/2014/main" id="{54EECD41-C00E-40B7-02F1-2CE24A0E9DA1}"/>
              </a:ext>
            </a:extLst>
          </p:cNvPr>
          <p:cNvSpPr/>
          <p:nvPr/>
        </p:nvSpPr>
        <p:spPr>
          <a:xfrm>
            <a:off x="-232431" y="-693496"/>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iang">
            <a:extLst>
              <a:ext uri="{FF2B5EF4-FFF2-40B4-BE49-F238E27FC236}">
                <a16:creationId xmlns:a16="http://schemas.microsoft.com/office/drawing/2014/main" id="{880B7720-4637-0AF9-4C4C-D4F804DEA482}"/>
              </a:ext>
            </a:extLst>
          </p:cNvPr>
          <p:cNvSpPr/>
          <p:nvPr/>
        </p:nvSpPr>
        <p:spPr>
          <a:xfrm>
            <a:off x="447368" y="210435"/>
            <a:ext cx="11297264" cy="6354711"/>
          </a:xfrm>
          <a:prstGeom prst="roundRect">
            <a:avLst>
              <a:gd name="adj" fmla="val 5625"/>
            </a:avLst>
          </a:prstGeom>
          <a:solidFill>
            <a:schemeClr val="bg1"/>
          </a:solidFill>
          <a:ln w="19050">
            <a:solidFill>
              <a:schemeClr val="bg1"/>
            </a:solidFill>
          </a:ln>
          <a:effectLst>
            <a:outerShdw blurRad="965200" dist="38100" dir="10800000" algn="r" rotWithShape="0">
              <a:srgbClr val="819C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noProof="1">
              <a:cs typeface="+mn-ea"/>
              <a:sym typeface="+mn-lt"/>
            </a:endParaRPr>
          </a:p>
        </p:txBody>
      </p:sp>
      <p:pic>
        <p:nvPicPr>
          <p:cNvPr id="10" name="Picture 9" descr="A diagram of a diagram&#10;&#10;AI-generated content may be incorrect.">
            <a:extLst>
              <a:ext uri="{FF2B5EF4-FFF2-40B4-BE49-F238E27FC236}">
                <a16:creationId xmlns:a16="http://schemas.microsoft.com/office/drawing/2014/main" id="{CC8E89E8-B79D-BBB6-5C8A-25E8B95346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268" y="583247"/>
            <a:ext cx="11255463" cy="5578956"/>
          </a:xfrm>
          <a:prstGeom prst="rect">
            <a:avLst/>
          </a:prstGeom>
        </p:spPr>
      </p:pic>
      <p:pic>
        <p:nvPicPr>
          <p:cNvPr id="11" name="Hình ảnh 14" descr="Ảnh có chứa biểu tượng, Nhãn hiệu, Phông chữ, vòng tròn&#10;&#10;Mô tả được tạo tự động">
            <a:extLst>
              <a:ext uri="{FF2B5EF4-FFF2-40B4-BE49-F238E27FC236}">
                <a16:creationId xmlns:a16="http://schemas.microsoft.com/office/drawing/2014/main" id="{657C8B58-7874-1BEF-8692-8C0121CD68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4009" y="59750"/>
            <a:ext cx="847781" cy="847781"/>
          </a:xfrm>
          <a:prstGeom prst="rect">
            <a:avLst/>
          </a:prstGeom>
        </p:spPr>
      </p:pic>
      <p:sp>
        <p:nvSpPr>
          <p:cNvPr id="621" name="TextBox 620">
            <a:extLst>
              <a:ext uri="{FF2B5EF4-FFF2-40B4-BE49-F238E27FC236}">
                <a16:creationId xmlns:a16="http://schemas.microsoft.com/office/drawing/2014/main" id="{7F385BCF-B716-ECF2-12F5-6950D46BF920}"/>
              </a:ext>
            </a:extLst>
          </p:cNvPr>
          <p:cNvSpPr txBox="1"/>
          <p:nvPr/>
        </p:nvSpPr>
        <p:spPr>
          <a:xfrm>
            <a:off x="11365727" y="6380480"/>
            <a:ext cx="308098" cy="369332"/>
          </a:xfrm>
          <a:prstGeom prst="rect">
            <a:avLst/>
          </a:prstGeom>
          <a:noFill/>
        </p:spPr>
        <p:txBody>
          <a:bodyPr wrap="none" rtlCol="0">
            <a:spAutoFit/>
          </a:bodyPr>
          <a:lstStyle/>
          <a:p>
            <a:r>
              <a:rPr lang="en-US" dirty="0"/>
              <a:t>5</a:t>
            </a:r>
            <a:endParaRPr lang="vi-VN" dirty="0"/>
          </a:p>
        </p:txBody>
      </p:sp>
      <p:sp>
        <p:nvSpPr>
          <p:cNvPr id="7" name="TextBox 12">
            <a:extLst>
              <a:ext uri="{FF2B5EF4-FFF2-40B4-BE49-F238E27FC236}">
                <a16:creationId xmlns:a16="http://schemas.microsoft.com/office/drawing/2014/main" id="{0756DA98-9153-0CD6-0E5D-627DA8C136AC}"/>
              </a:ext>
            </a:extLst>
          </p:cNvPr>
          <p:cNvSpPr txBox="1"/>
          <p:nvPr/>
        </p:nvSpPr>
        <p:spPr>
          <a:xfrm>
            <a:off x="-6416321" y="486292"/>
            <a:ext cx="6211560" cy="707886"/>
          </a:xfrm>
          <a:prstGeom prst="rect">
            <a:avLst/>
          </a:prstGeom>
          <a:noFill/>
        </p:spPr>
        <p:txBody>
          <a:bodyPr wrap="square">
            <a:spAutoFit/>
          </a:bodyPr>
          <a:lstStyle/>
          <a:p>
            <a:r>
              <a:rPr lang="en-US" sz="4000" b="1" noProof="1">
                <a:solidFill>
                  <a:schemeClr val="tx2">
                    <a:lumMod val="50000"/>
                    <a:lumOff val="50000"/>
                  </a:schemeClr>
                </a:solidFill>
                <a:cs typeface="Arial" panose="020B0604020202020204" pitchFamily="34" charset="0"/>
              </a:rPr>
              <a:t>Công nghệ sử dụng</a:t>
            </a:r>
            <a:endParaRPr lang="vi-VN" sz="4000" noProof="1">
              <a:solidFill>
                <a:schemeClr val="tx2">
                  <a:lumMod val="50000"/>
                  <a:lumOff val="50000"/>
                </a:schemeClr>
              </a:solidFill>
              <a:cs typeface="Arial" panose="020B0604020202020204" pitchFamily="34" charset="0"/>
            </a:endParaRPr>
          </a:p>
        </p:txBody>
      </p:sp>
      <p:pic>
        <p:nvPicPr>
          <p:cNvPr id="8" name="Picture 7" descr="A logo with red letters&#10;&#10;AI-generated content may be incorrect.">
            <a:extLst>
              <a:ext uri="{FF2B5EF4-FFF2-40B4-BE49-F238E27FC236}">
                <a16:creationId xmlns:a16="http://schemas.microsoft.com/office/drawing/2014/main" id="{A4A3DAB8-E4EE-004B-1D65-B70A5990BA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6856" y="-2708319"/>
            <a:ext cx="3164354" cy="1977721"/>
          </a:xfrm>
          <a:prstGeom prst="rect">
            <a:avLst/>
          </a:prstGeom>
        </p:spPr>
      </p:pic>
      <p:pic>
        <p:nvPicPr>
          <p:cNvPr id="9" name="Graphic 8">
            <a:extLst>
              <a:ext uri="{FF2B5EF4-FFF2-40B4-BE49-F238E27FC236}">
                <a16:creationId xmlns:a16="http://schemas.microsoft.com/office/drawing/2014/main" id="{9B2781A7-21CF-F32F-446F-5E493E8C1D8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66310" y="1017079"/>
            <a:ext cx="2521265" cy="2521265"/>
          </a:xfrm>
          <a:prstGeom prst="rect">
            <a:avLst/>
          </a:prstGeom>
        </p:spPr>
      </p:pic>
      <p:grpSp>
        <p:nvGrpSpPr>
          <p:cNvPr id="12" name="Group 11">
            <a:extLst>
              <a:ext uri="{FF2B5EF4-FFF2-40B4-BE49-F238E27FC236}">
                <a16:creationId xmlns:a16="http://schemas.microsoft.com/office/drawing/2014/main" id="{DE89C83F-7985-2BBE-7E93-1660D8E0C31D}"/>
              </a:ext>
            </a:extLst>
          </p:cNvPr>
          <p:cNvGrpSpPr/>
          <p:nvPr/>
        </p:nvGrpSpPr>
        <p:grpSpPr>
          <a:xfrm>
            <a:off x="-4803337" y="4708363"/>
            <a:ext cx="2559832" cy="1788934"/>
            <a:chOff x="1126343" y="3916020"/>
            <a:chExt cx="2959665" cy="2068356"/>
          </a:xfrm>
        </p:grpSpPr>
        <p:sp>
          <p:nvSpPr>
            <p:cNvPr id="13" name="Freeform: Shape 12">
              <a:extLst>
                <a:ext uri="{FF2B5EF4-FFF2-40B4-BE49-F238E27FC236}">
                  <a16:creationId xmlns:a16="http://schemas.microsoft.com/office/drawing/2014/main" id="{436340E2-A867-C157-5EFA-EB1D8C44C7B1}"/>
                </a:ext>
              </a:extLst>
            </p:cNvPr>
            <p:cNvSpPr/>
            <p:nvPr/>
          </p:nvSpPr>
          <p:spPr>
            <a:xfrm>
              <a:off x="1126343" y="3961198"/>
              <a:ext cx="2959665" cy="1973250"/>
            </a:xfrm>
            <a:custGeom>
              <a:avLst/>
              <a:gdLst>
                <a:gd name="connsiteX0" fmla="*/ 2278679 w 2959665"/>
                <a:gd name="connsiteY0" fmla="*/ 1968601 h 1973250"/>
                <a:gd name="connsiteX1" fmla="*/ 1683753 w 2959665"/>
                <a:gd name="connsiteY1" fmla="*/ 1860197 h 1973250"/>
                <a:gd name="connsiteX2" fmla="*/ 1523647 w 2959665"/>
                <a:gd name="connsiteY2" fmla="*/ 1833125 h 1973250"/>
                <a:gd name="connsiteX3" fmla="*/ 894360 w 2959665"/>
                <a:gd name="connsiteY3" fmla="*/ 1965579 h 1973250"/>
                <a:gd name="connsiteX4" fmla="*/ 30436 w 2959665"/>
                <a:gd name="connsiteY4" fmla="*/ 1304911 h 1973250"/>
                <a:gd name="connsiteX5" fmla="*/ 59735 w 2959665"/>
                <a:gd name="connsiteY5" fmla="*/ 608696 h 1973250"/>
                <a:gd name="connsiteX6" fmla="*/ 991170 w 2959665"/>
                <a:gd name="connsiteY6" fmla="*/ 12147 h 1973250"/>
                <a:gd name="connsiteX7" fmla="*/ 1936068 w 2959665"/>
                <a:gd name="connsiteY7" fmla="*/ 115834 h 1973250"/>
                <a:gd name="connsiteX8" fmla="*/ 2801020 w 2959665"/>
                <a:gd name="connsiteY8" fmla="*/ 425334 h 1973250"/>
                <a:gd name="connsiteX9" fmla="*/ 2278679 w 2959665"/>
                <a:gd name="connsiteY9" fmla="*/ 1968601 h 197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665" h="1973250">
                  <a:moveTo>
                    <a:pt x="2278679" y="1968601"/>
                  </a:moveTo>
                  <a:cubicBezTo>
                    <a:pt x="2033798" y="1995425"/>
                    <a:pt x="1799837" y="1899134"/>
                    <a:pt x="1683753" y="1860197"/>
                  </a:cubicBezTo>
                  <a:cubicBezTo>
                    <a:pt x="1629706" y="1842085"/>
                    <a:pt x="1579485" y="1829300"/>
                    <a:pt x="1523647" y="1833125"/>
                  </a:cubicBezTo>
                  <a:cubicBezTo>
                    <a:pt x="1257869" y="1851335"/>
                    <a:pt x="1171127" y="1943379"/>
                    <a:pt x="894360" y="1965579"/>
                  </a:cubicBezTo>
                  <a:cubicBezTo>
                    <a:pt x="176280" y="2023180"/>
                    <a:pt x="71116" y="1510104"/>
                    <a:pt x="30436" y="1304911"/>
                  </a:cubicBezTo>
                  <a:cubicBezTo>
                    <a:pt x="-13005" y="1086351"/>
                    <a:pt x="-15523" y="834568"/>
                    <a:pt x="59735" y="608696"/>
                  </a:cubicBezTo>
                  <a:cubicBezTo>
                    <a:pt x="171122" y="274197"/>
                    <a:pt x="593277" y="-69407"/>
                    <a:pt x="991170" y="12147"/>
                  </a:cubicBezTo>
                  <a:cubicBezTo>
                    <a:pt x="1305619" y="76558"/>
                    <a:pt x="1597453" y="184990"/>
                    <a:pt x="1936068" y="115834"/>
                  </a:cubicBezTo>
                  <a:cubicBezTo>
                    <a:pt x="2207997" y="60286"/>
                    <a:pt x="2509719" y="-112712"/>
                    <a:pt x="2801020" y="425334"/>
                  </a:cubicBezTo>
                  <a:cubicBezTo>
                    <a:pt x="3092368" y="963331"/>
                    <a:pt x="3017821" y="1887637"/>
                    <a:pt x="2278679" y="1968601"/>
                  </a:cubicBezTo>
                  <a:close/>
                </a:path>
              </a:pathLst>
            </a:custGeom>
            <a:solidFill>
              <a:srgbClr val="BBEAF2"/>
            </a:solidFill>
            <a:ln w="4839" cap="flat">
              <a:noFill/>
              <a:prstDash val="solid"/>
              <a:miter/>
            </a:ln>
          </p:spPr>
          <p:txBody>
            <a:bodyPr rtlCol="0" anchor="ctr"/>
            <a:lstStyle/>
            <a:p>
              <a:endParaRPr lang="vi-VN"/>
            </a:p>
          </p:txBody>
        </p:sp>
        <p:grpSp>
          <p:nvGrpSpPr>
            <p:cNvPr id="14" name="Graphic 1991">
              <a:extLst>
                <a:ext uri="{FF2B5EF4-FFF2-40B4-BE49-F238E27FC236}">
                  <a16:creationId xmlns:a16="http://schemas.microsoft.com/office/drawing/2014/main" id="{63F32473-C07E-4A70-130C-057D15908A99}"/>
                </a:ext>
              </a:extLst>
            </p:cNvPr>
            <p:cNvGrpSpPr/>
            <p:nvPr/>
          </p:nvGrpSpPr>
          <p:grpSpPr>
            <a:xfrm>
              <a:off x="1980556" y="3916020"/>
              <a:ext cx="706273" cy="598717"/>
              <a:chOff x="1980556" y="3916020"/>
              <a:chExt cx="706273" cy="598717"/>
            </a:xfrm>
          </p:grpSpPr>
          <p:grpSp>
            <p:nvGrpSpPr>
              <p:cNvPr id="868" name="Graphic 1991">
                <a:extLst>
                  <a:ext uri="{FF2B5EF4-FFF2-40B4-BE49-F238E27FC236}">
                    <a16:creationId xmlns:a16="http://schemas.microsoft.com/office/drawing/2014/main" id="{309CC05E-6CA9-26FD-781D-9F9BE2624925}"/>
                  </a:ext>
                </a:extLst>
              </p:cNvPr>
              <p:cNvGrpSpPr/>
              <p:nvPr/>
            </p:nvGrpSpPr>
            <p:grpSpPr>
              <a:xfrm>
                <a:off x="1980556" y="4082417"/>
                <a:ext cx="188379" cy="432320"/>
                <a:chOff x="1980556" y="4082417"/>
                <a:chExt cx="188379" cy="432320"/>
              </a:xfrm>
            </p:grpSpPr>
            <p:sp>
              <p:nvSpPr>
                <p:cNvPr id="894" name="Freeform: Shape 893">
                  <a:extLst>
                    <a:ext uri="{FF2B5EF4-FFF2-40B4-BE49-F238E27FC236}">
                      <a16:creationId xmlns:a16="http://schemas.microsoft.com/office/drawing/2014/main" id="{8D3B9C87-5F07-C1E6-6921-4A56467E1446}"/>
                    </a:ext>
                  </a:extLst>
                </p:cNvPr>
                <p:cNvSpPr/>
                <p:nvPr/>
              </p:nvSpPr>
              <p:spPr>
                <a:xfrm>
                  <a:off x="1980556" y="4082417"/>
                  <a:ext cx="188379" cy="432320"/>
                </a:xfrm>
                <a:custGeom>
                  <a:avLst/>
                  <a:gdLst>
                    <a:gd name="connsiteX0" fmla="*/ 188379 w 188379"/>
                    <a:gd name="connsiteY0" fmla="*/ 432321 h 432320"/>
                    <a:gd name="connsiteX1" fmla="*/ 44167 w 188379"/>
                    <a:gd name="connsiteY1" fmla="*/ 402459 h 432320"/>
                    <a:gd name="connsiteX2" fmla="*/ 0 w 188379"/>
                    <a:gd name="connsiteY2" fmla="*/ 50226 h 432320"/>
                    <a:gd name="connsiteX3" fmla="*/ 173715 w 188379"/>
                    <a:gd name="connsiteY3" fmla="*/ 0 h 432320"/>
                  </a:gdLst>
                  <a:ahLst/>
                  <a:cxnLst>
                    <a:cxn ang="0">
                      <a:pos x="connsiteX0" y="connsiteY0"/>
                    </a:cxn>
                    <a:cxn ang="0">
                      <a:pos x="connsiteX1" y="connsiteY1"/>
                    </a:cxn>
                    <a:cxn ang="0">
                      <a:pos x="connsiteX2" y="connsiteY2"/>
                    </a:cxn>
                    <a:cxn ang="0">
                      <a:pos x="connsiteX3" y="connsiteY3"/>
                    </a:cxn>
                  </a:cxnLst>
                  <a:rect l="l" t="t" r="r" b="b"/>
                  <a:pathLst>
                    <a:path w="188379" h="432320">
                      <a:moveTo>
                        <a:pt x="188379" y="432321"/>
                      </a:moveTo>
                      <a:lnTo>
                        <a:pt x="44167" y="402459"/>
                      </a:lnTo>
                      <a:lnTo>
                        <a:pt x="0" y="50226"/>
                      </a:lnTo>
                      <a:lnTo>
                        <a:pt x="173715" y="0"/>
                      </a:lnTo>
                      <a:close/>
                    </a:path>
                  </a:pathLst>
                </a:custGeom>
                <a:solidFill>
                  <a:srgbClr val="91D1E8"/>
                </a:solidFill>
                <a:ln w="4839" cap="flat">
                  <a:noFill/>
                  <a:prstDash val="solid"/>
                  <a:miter/>
                </a:ln>
              </p:spPr>
              <p:txBody>
                <a:bodyPr rtlCol="0" anchor="ctr"/>
                <a:lstStyle/>
                <a:p>
                  <a:endParaRPr lang="vi-VN"/>
                </a:p>
              </p:txBody>
            </p:sp>
            <p:sp>
              <p:nvSpPr>
                <p:cNvPr id="895" name="Freeform: Shape 894">
                  <a:extLst>
                    <a:ext uri="{FF2B5EF4-FFF2-40B4-BE49-F238E27FC236}">
                      <a16:creationId xmlns:a16="http://schemas.microsoft.com/office/drawing/2014/main" id="{ADC0AA63-C38D-4851-14A9-9DE538DA64C1}"/>
                    </a:ext>
                  </a:extLst>
                </p:cNvPr>
                <p:cNvSpPr/>
                <p:nvPr/>
              </p:nvSpPr>
              <p:spPr>
                <a:xfrm>
                  <a:off x="1993976" y="4113535"/>
                  <a:ext cx="159651" cy="382978"/>
                </a:xfrm>
                <a:custGeom>
                  <a:avLst/>
                  <a:gdLst>
                    <a:gd name="connsiteX0" fmla="*/ 159651 w 159651"/>
                    <a:gd name="connsiteY0" fmla="*/ 382979 h 382978"/>
                    <a:gd name="connsiteX1" fmla="*/ 33866 w 159651"/>
                    <a:gd name="connsiteY1" fmla="*/ 366058 h 382978"/>
                    <a:gd name="connsiteX2" fmla="*/ 0 w 159651"/>
                    <a:gd name="connsiteY2" fmla="*/ 33341 h 382978"/>
                    <a:gd name="connsiteX3" fmla="*/ 1521 w 159651"/>
                    <a:gd name="connsiteY3" fmla="*/ 32915 h 382978"/>
                    <a:gd name="connsiteX4" fmla="*/ 71099 w 159651"/>
                    <a:gd name="connsiteY4" fmla="*/ 14357 h 382978"/>
                    <a:gd name="connsiteX5" fmla="*/ 144531 w 159651"/>
                    <a:gd name="connsiteY5" fmla="*/ 2017 h 382978"/>
                    <a:gd name="connsiteX6" fmla="*/ 159574 w 159651"/>
                    <a:gd name="connsiteY6" fmla="*/ 380761 h 382978"/>
                    <a:gd name="connsiteX7" fmla="*/ 159651 w 159651"/>
                    <a:gd name="connsiteY7" fmla="*/ 382979 h 382978"/>
                    <a:gd name="connsiteX8" fmla="*/ 37300 w 159651"/>
                    <a:gd name="connsiteY8" fmla="*/ 362740 h 382978"/>
                    <a:gd name="connsiteX9" fmla="*/ 155753 w 159651"/>
                    <a:gd name="connsiteY9" fmla="*/ 378673 h 382978"/>
                    <a:gd name="connsiteX10" fmla="*/ 141059 w 159651"/>
                    <a:gd name="connsiteY10" fmla="*/ 3746 h 382978"/>
                    <a:gd name="connsiteX11" fmla="*/ 4054 w 159651"/>
                    <a:gd name="connsiteY11" fmla="*/ 36101 h 382978"/>
                    <a:gd name="connsiteX12" fmla="*/ 37300 w 159651"/>
                    <a:gd name="connsiteY12" fmla="*/ 362740 h 382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651" h="382978">
                      <a:moveTo>
                        <a:pt x="159651" y="382979"/>
                      </a:moveTo>
                      <a:lnTo>
                        <a:pt x="33866" y="366058"/>
                      </a:lnTo>
                      <a:lnTo>
                        <a:pt x="0" y="33341"/>
                      </a:lnTo>
                      <a:lnTo>
                        <a:pt x="1521" y="32915"/>
                      </a:lnTo>
                      <a:cubicBezTo>
                        <a:pt x="1865" y="32818"/>
                        <a:pt x="36569" y="23117"/>
                        <a:pt x="71099" y="14357"/>
                      </a:cubicBezTo>
                      <a:cubicBezTo>
                        <a:pt x="142599" y="-3790"/>
                        <a:pt x="143665" y="-569"/>
                        <a:pt x="144531" y="2017"/>
                      </a:cubicBezTo>
                      <a:cubicBezTo>
                        <a:pt x="146759" y="8724"/>
                        <a:pt x="158271" y="342700"/>
                        <a:pt x="159574" y="380761"/>
                      </a:cubicBezTo>
                      <a:lnTo>
                        <a:pt x="159651" y="382979"/>
                      </a:lnTo>
                      <a:close/>
                      <a:moveTo>
                        <a:pt x="37300" y="362740"/>
                      </a:moveTo>
                      <a:lnTo>
                        <a:pt x="155753" y="378673"/>
                      </a:lnTo>
                      <a:cubicBezTo>
                        <a:pt x="151437" y="252894"/>
                        <a:pt x="143021" y="18870"/>
                        <a:pt x="141059" y="3746"/>
                      </a:cubicBezTo>
                      <a:cubicBezTo>
                        <a:pt x="131998" y="1988"/>
                        <a:pt x="53504" y="22299"/>
                        <a:pt x="4054" y="36101"/>
                      </a:cubicBezTo>
                      <a:lnTo>
                        <a:pt x="37300" y="362740"/>
                      </a:lnTo>
                      <a:close/>
                    </a:path>
                  </a:pathLst>
                </a:custGeom>
                <a:solidFill>
                  <a:srgbClr val="3C6282"/>
                </a:solidFill>
                <a:ln w="4839" cap="flat">
                  <a:noFill/>
                  <a:prstDash val="solid"/>
                  <a:miter/>
                </a:ln>
              </p:spPr>
              <p:txBody>
                <a:bodyPr rtlCol="0" anchor="ctr"/>
                <a:lstStyle/>
                <a:p>
                  <a:endParaRPr lang="vi-VN"/>
                </a:p>
              </p:txBody>
            </p:sp>
            <p:grpSp>
              <p:nvGrpSpPr>
                <p:cNvPr id="896" name="Graphic 1991">
                  <a:extLst>
                    <a:ext uri="{FF2B5EF4-FFF2-40B4-BE49-F238E27FC236}">
                      <a16:creationId xmlns:a16="http://schemas.microsoft.com/office/drawing/2014/main" id="{4E54FC74-960F-71BA-F591-FAA63467215D}"/>
                    </a:ext>
                  </a:extLst>
                </p:cNvPr>
                <p:cNvGrpSpPr/>
                <p:nvPr/>
              </p:nvGrpSpPr>
              <p:grpSpPr>
                <a:xfrm>
                  <a:off x="2013618" y="4161546"/>
                  <a:ext cx="56124" cy="80574"/>
                  <a:chOff x="2013618" y="4161546"/>
                  <a:chExt cx="56124" cy="80574"/>
                </a:xfrm>
              </p:grpSpPr>
              <p:grpSp>
                <p:nvGrpSpPr>
                  <p:cNvPr id="914" name="Graphic 1991">
                    <a:extLst>
                      <a:ext uri="{FF2B5EF4-FFF2-40B4-BE49-F238E27FC236}">
                        <a16:creationId xmlns:a16="http://schemas.microsoft.com/office/drawing/2014/main" id="{C8F567C3-2561-1A71-4934-4E9E1A4AABBA}"/>
                      </a:ext>
                    </a:extLst>
                  </p:cNvPr>
                  <p:cNvGrpSpPr/>
                  <p:nvPr/>
                </p:nvGrpSpPr>
                <p:grpSpPr>
                  <a:xfrm>
                    <a:off x="2013618" y="4164867"/>
                    <a:ext cx="56124" cy="77253"/>
                    <a:chOff x="2013618" y="4164867"/>
                    <a:chExt cx="56124" cy="77253"/>
                  </a:xfrm>
                </p:grpSpPr>
                <p:sp>
                  <p:nvSpPr>
                    <p:cNvPr id="916" name="Freeform: Shape 915">
                      <a:extLst>
                        <a:ext uri="{FF2B5EF4-FFF2-40B4-BE49-F238E27FC236}">
                          <a16:creationId xmlns:a16="http://schemas.microsoft.com/office/drawing/2014/main" id="{C1340EB9-C956-2945-8FDE-9DE98ED804C2}"/>
                        </a:ext>
                      </a:extLst>
                    </p:cNvPr>
                    <p:cNvSpPr/>
                    <p:nvPr/>
                  </p:nvSpPr>
                  <p:spPr>
                    <a:xfrm>
                      <a:off x="2013618" y="4164867"/>
                      <a:ext cx="56124" cy="77253"/>
                    </a:xfrm>
                    <a:custGeom>
                      <a:avLst/>
                      <a:gdLst>
                        <a:gd name="connsiteX0" fmla="*/ 0 w 56124"/>
                        <a:gd name="connsiteY0" fmla="*/ 10635 h 77253"/>
                        <a:gd name="connsiteX1" fmla="*/ 6121 w 56124"/>
                        <a:gd name="connsiteY1" fmla="*/ 70164 h 77253"/>
                        <a:gd name="connsiteX2" fmla="*/ 56124 w 56124"/>
                        <a:gd name="connsiteY2" fmla="*/ 77254 h 77253"/>
                        <a:gd name="connsiteX3" fmla="*/ 55940 w 56124"/>
                        <a:gd name="connsiteY3" fmla="*/ 0 h 77253"/>
                      </a:gdLst>
                      <a:ahLst/>
                      <a:cxnLst>
                        <a:cxn ang="0">
                          <a:pos x="connsiteX0" y="connsiteY0"/>
                        </a:cxn>
                        <a:cxn ang="0">
                          <a:pos x="connsiteX1" y="connsiteY1"/>
                        </a:cxn>
                        <a:cxn ang="0">
                          <a:pos x="connsiteX2" y="connsiteY2"/>
                        </a:cxn>
                        <a:cxn ang="0">
                          <a:pos x="connsiteX3" y="connsiteY3"/>
                        </a:cxn>
                      </a:cxnLst>
                      <a:rect l="l" t="t" r="r" b="b"/>
                      <a:pathLst>
                        <a:path w="56124" h="77253">
                          <a:moveTo>
                            <a:pt x="0" y="10635"/>
                          </a:moveTo>
                          <a:lnTo>
                            <a:pt x="6121" y="70164"/>
                          </a:lnTo>
                          <a:lnTo>
                            <a:pt x="56124" y="77254"/>
                          </a:lnTo>
                          <a:lnTo>
                            <a:pt x="55940" y="0"/>
                          </a:lnTo>
                          <a:close/>
                        </a:path>
                      </a:pathLst>
                    </a:custGeom>
                    <a:solidFill>
                      <a:srgbClr val="FFD255"/>
                    </a:solidFill>
                    <a:ln w="4839" cap="flat">
                      <a:noFill/>
                      <a:prstDash val="solid"/>
                      <a:miter/>
                    </a:ln>
                  </p:spPr>
                  <p:txBody>
                    <a:bodyPr rtlCol="0" anchor="ctr"/>
                    <a:lstStyle/>
                    <a:p>
                      <a:endParaRPr lang="vi-VN"/>
                    </a:p>
                  </p:txBody>
                </p:sp>
                <p:grpSp>
                  <p:nvGrpSpPr>
                    <p:cNvPr id="917" name="Graphic 1991">
                      <a:extLst>
                        <a:ext uri="{FF2B5EF4-FFF2-40B4-BE49-F238E27FC236}">
                          <a16:creationId xmlns:a16="http://schemas.microsoft.com/office/drawing/2014/main" id="{22C43435-BA32-5936-B672-88DD48BC689C}"/>
                        </a:ext>
                      </a:extLst>
                    </p:cNvPr>
                    <p:cNvGrpSpPr/>
                    <p:nvPr/>
                  </p:nvGrpSpPr>
                  <p:grpSpPr>
                    <a:xfrm>
                      <a:off x="2022651" y="4179237"/>
                      <a:ext cx="39253" cy="36238"/>
                      <a:chOff x="2022651" y="4179237"/>
                      <a:chExt cx="39253" cy="36238"/>
                    </a:xfrm>
                    <a:solidFill>
                      <a:srgbClr val="91D1E8"/>
                    </a:solidFill>
                  </p:grpSpPr>
                  <p:sp>
                    <p:nvSpPr>
                      <p:cNvPr id="918" name="Freeform: Shape 917">
                        <a:extLst>
                          <a:ext uri="{FF2B5EF4-FFF2-40B4-BE49-F238E27FC236}">
                            <a16:creationId xmlns:a16="http://schemas.microsoft.com/office/drawing/2014/main" id="{3C9393CC-A4F9-2A94-1A19-71A823F0004C}"/>
                          </a:ext>
                        </a:extLst>
                      </p:cNvPr>
                      <p:cNvSpPr/>
                      <p:nvPr/>
                    </p:nvSpPr>
                    <p:spPr>
                      <a:xfrm>
                        <a:off x="2022651" y="4179237"/>
                        <a:ext cx="39253" cy="10476"/>
                      </a:xfrm>
                      <a:custGeom>
                        <a:avLst/>
                        <a:gdLst>
                          <a:gd name="connsiteX0" fmla="*/ 38931 w 39253"/>
                          <a:gd name="connsiteY0" fmla="*/ 300 h 10476"/>
                          <a:gd name="connsiteX1" fmla="*/ 37866 w 39253"/>
                          <a:gd name="connsiteY1" fmla="*/ 314 h 10476"/>
                          <a:gd name="connsiteX2" fmla="*/ 36229 w 39253"/>
                          <a:gd name="connsiteY2" fmla="*/ 2455 h 10476"/>
                          <a:gd name="connsiteX3" fmla="*/ 33125 w 39253"/>
                          <a:gd name="connsiteY3" fmla="*/ 2959 h 10476"/>
                          <a:gd name="connsiteX4" fmla="*/ 27202 w 39253"/>
                          <a:gd name="connsiteY4" fmla="*/ 3496 h 10476"/>
                          <a:gd name="connsiteX5" fmla="*/ 23778 w 39253"/>
                          <a:gd name="connsiteY5" fmla="*/ 7293 h 10476"/>
                          <a:gd name="connsiteX6" fmla="*/ 18480 w 39253"/>
                          <a:gd name="connsiteY6" fmla="*/ 2474 h 10476"/>
                          <a:gd name="connsiteX7" fmla="*/ 16199 w 39253"/>
                          <a:gd name="connsiteY7" fmla="*/ 2929 h 10476"/>
                          <a:gd name="connsiteX8" fmla="*/ 9085 w 39253"/>
                          <a:gd name="connsiteY8" fmla="*/ 4494 h 10476"/>
                          <a:gd name="connsiteX9" fmla="*/ 6663 w 39253"/>
                          <a:gd name="connsiteY9" fmla="*/ 5273 h 10476"/>
                          <a:gd name="connsiteX10" fmla="*/ 5147 w 39253"/>
                          <a:gd name="connsiteY10" fmla="*/ 7797 h 10476"/>
                          <a:gd name="connsiteX11" fmla="*/ 1723 w 39253"/>
                          <a:gd name="connsiteY11" fmla="*/ 6271 h 10476"/>
                          <a:gd name="connsiteX12" fmla="*/ 14 w 39253"/>
                          <a:gd name="connsiteY12" fmla="*/ 6891 h 10476"/>
                          <a:gd name="connsiteX13" fmla="*/ 5709 w 39253"/>
                          <a:gd name="connsiteY13" fmla="*/ 10300 h 10476"/>
                          <a:gd name="connsiteX14" fmla="*/ 8658 w 39253"/>
                          <a:gd name="connsiteY14" fmla="*/ 7758 h 10476"/>
                          <a:gd name="connsiteX15" fmla="*/ 17419 w 39253"/>
                          <a:gd name="connsiteY15" fmla="*/ 6228 h 10476"/>
                          <a:gd name="connsiteX16" fmla="*/ 20843 w 39253"/>
                          <a:gd name="connsiteY16" fmla="*/ 9574 h 10476"/>
                          <a:gd name="connsiteX17" fmla="*/ 24475 w 39253"/>
                          <a:gd name="connsiteY17" fmla="*/ 9438 h 10476"/>
                          <a:gd name="connsiteX18" fmla="*/ 27202 w 39253"/>
                          <a:gd name="connsiteY18" fmla="*/ 5961 h 10476"/>
                          <a:gd name="connsiteX19" fmla="*/ 36093 w 39253"/>
                          <a:gd name="connsiteY19" fmla="*/ 4557 h 10476"/>
                          <a:gd name="connsiteX20" fmla="*/ 38931 w 39253"/>
                          <a:gd name="connsiteY20" fmla="*/ 300 h 1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253" h="10476">
                            <a:moveTo>
                              <a:pt x="38931" y="300"/>
                            </a:moveTo>
                            <a:cubicBezTo>
                              <a:pt x="38709" y="-78"/>
                              <a:pt x="38069" y="-126"/>
                              <a:pt x="37866" y="314"/>
                            </a:cubicBezTo>
                            <a:cubicBezTo>
                              <a:pt x="37449" y="1225"/>
                              <a:pt x="37173" y="1961"/>
                              <a:pt x="36229" y="2455"/>
                            </a:cubicBezTo>
                            <a:cubicBezTo>
                              <a:pt x="35285" y="2949"/>
                              <a:pt x="34161" y="3017"/>
                              <a:pt x="33125" y="2959"/>
                            </a:cubicBezTo>
                            <a:cubicBezTo>
                              <a:pt x="31134" y="2847"/>
                              <a:pt x="29047" y="2508"/>
                              <a:pt x="27202" y="3496"/>
                            </a:cubicBezTo>
                            <a:cubicBezTo>
                              <a:pt x="25570" y="4368"/>
                              <a:pt x="25187" y="6261"/>
                              <a:pt x="23778" y="7293"/>
                            </a:cubicBezTo>
                            <a:cubicBezTo>
                              <a:pt x="20858" y="9429"/>
                              <a:pt x="19042" y="4368"/>
                              <a:pt x="18480" y="2474"/>
                            </a:cubicBezTo>
                            <a:cubicBezTo>
                              <a:pt x="18073" y="1099"/>
                              <a:pt x="16267" y="1699"/>
                              <a:pt x="16199" y="2929"/>
                            </a:cubicBezTo>
                            <a:cubicBezTo>
                              <a:pt x="15991" y="6872"/>
                              <a:pt x="10935" y="7879"/>
                              <a:pt x="9085" y="4494"/>
                            </a:cubicBezTo>
                            <a:cubicBezTo>
                              <a:pt x="8363" y="3176"/>
                              <a:pt x="6542" y="3835"/>
                              <a:pt x="6663" y="5273"/>
                            </a:cubicBezTo>
                            <a:cubicBezTo>
                              <a:pt x="6746" y="6305"/>
                              <a:pt x="6140" y="7414"/>
                              <a:pt x="5147" y="7797"/>
                            </a:cubicBezTo>
                            <a:cubicBezTo>
                              <a:pt x="3796" y="8320"/>
                              <a:pt x="2489" y="7264"/>
                              <a:pt x="1723" y="6271"/>
                            </a:cubicBezTo>
                            <a:cubicBezTo>
                              <a:pt x="1191" y="5579"/>
                              <a:pt x="-151" y="5903"/>
                              <a:pt x="14" y="6891"/>
                            </a:cubicBezTo>
                            <a:cubicBezTo>
                              <a:pt x="445" y="9501"/>
                              <a:pt x="3162" y="11012"/>
                              <a:pt x="5709" y="10300"/>
                            </a:cubicBezTo>
                            <a:cubicBezTo>
                              <a:pt x="7104" y="9913"/>
                              <a:pt x="8092" y="8949"/>
                              <a:pt x="8658" y="7758"/>
                            </a:cubicBezTo>
                            <a:cubicBezTo>
                              <a:pt x="11492" y="9855"/>
                              <a:pt x="15492" y="9056"/>
                              <a:pt x="17419" y="6228"/>
                            </a:cubicBezTo>
                            <a:cubicBezTo>
                              <a:pt x="18160" y="7700"/>
                              <a:pt x="19197" y="8969"/>
                              <a:pt x="20843" y="9574"/>
                            </a:cubicBezTo>
                            <a:cubicBezTo>
                              <a:pt x="22020" y="10010"/>
                              <a:pt x="23347" y="10044"/>
                              <a:pt x="24475" y="9438"/>
                            </a:cubicBezTo>
                            <a:cubicBezTo>
                              <a:pt x="25952" y="8649"/>
                              <a:pt x="26243" y="7215"/>
                              <a:pt x="27202" y="5961"/>
                            </a:cubicBezTo>
                            <a:cubicBezTo>
                              <a:pt x="29255" y="3273"/>
                              <a:pt x="33231" y="5462"/>
                              <a:pt x="36093" y="4557"/>
                            </a:cubicBezTo>
                            <a:cubicBezTo>
                              <a:pt x="37788" y="4019"/>
                              <a:pt x="40113" y="2295"/>
                              <a:pt x="38931" y="300"/>
                            </a:cubicBezTo>
                            <a:close/>
                          </a:path>
                        </a:pathLst>
                      </a:custGeom>
                      <a:solidFill>
                        <a:srgbClr val="91D1E8"/>
                      </a:solidFill>
                      <a:ln w="4839" cap="flat">
                        <a:noFill/>
                        <a:prstDash val="solid"/>
                        <a:miter/>
                      </a:ln>
                    </p:spPr>
                    <p:txBody>
                      <a:bodyPr rtlCol="0" anchor="ctr"/>
                      <a:lstStyle/>
                      <a:p>
                        <a:endParaRPr lang="vi-VN"/>
                      </a:p>
                    </p:txBody>
                  </p:sp>
                  <p:sp>
                    <p:nvSpPr>
                      <p:cNvPr id="919" name="Freeform: Shape 918">
                        <a:extLst>
                          <a:ext uri="{FF2B5EF4-FFF2-40B4-BE49-F238E27FC236}">
                            <a16:creationId xmlns:a16="http://schemas.microsoft.com/office/drawing/2014/main" id="{7908DD5E-61E3-B910-6585-B5F63F12BA30}"/>
                          </a:ext>
                        </a:extLst>
                      </p:cNvPr>
                      <p:cNvSpPr/>
                      <p:nvPr/>
                    </p:nvSpPr>
                    <p:spPr>
                      <a:xfrm>
                        <a:off x="2026128" y="4196151"/>
                        <a:ext cx="32033" cy="4787"/>
                      </a:xfrm>
                      <a:custGeom>
                        <a:avLst/>
                        <a:gdLst>
                          <a:gd name="connsiteX0" fmla="*/ 30839 w 32033"/>
                          <a:gd name="connsiteY0" fmla="*/ 234 h 4787"/>
                          <a:gd name="connsiteX1" fmla="*/ 23163 w 32033"/>
                          <a:gd name="connsiteY1" fmla="*/ 215 h 4787"/>
                          <a:gd name="connsiteX2" fmla="*/ 20160 w 32033"/>
                          <a:gd name="connsiteY2" fmla="*/ 2017 h 4787"/>
                          <a:gd name="connsiteX3" fmla="*/ 16233 w 32033"/>
                          <a:gd name="connsiteY3" fmla="*/ 1891 h 4787"/>
                          <a:gd name="connsiteX4" fmla="*/ 9235 w 32033"/>
                          <a:gd name="connsiteY4" fmla="*/ 932 h 4787"/>
                          <a:gd name="connsiteX5" fmla="*/ 1622 w 32033"/>
                          <a:gd name="connsiteY5" fmla="*/ 660 h 4787"/>
                          <a:gd name="connsiteX6" fmla="*/ 19 w 32033"/>
                          <a:gd name="connsiteY6" fmla="*/ 1033 h 4787"/>
                          <a:gd name="connsiteX7" fmla="*/ 5961 w 32033"/>
                          <a:gd name="connsiteY7" fmla="*/ 3949 h 4787"/>
                          <a:gd name="connsiteX8" fmla="*/ 11729 w 32033"/>
                          <a:gd name="connsiteY8" fmla="*/ 2060 h 4787"/>
                          <a:gd name="connsiteX9" fmla="*/ 16625 w 32033"/>
                          <a:gd name="connsiteY9" fmla="*/ 4293 h 4787"/>
                          <a:gd name="connsiteX10" fmla="*/ 20344 w 32033"/>
                          <a:gd name="connsiteY10" fmla="*/ 4283 h 4787"/>
                          <a:gd name="connsiteX11" fmla="*/ 22238 w 32033"/>
                          <a:gd name="connsiteY11" fmla="*/ 2782 h 4787"/>
                          <a:gd name="connsiteX12" fmla="*/ 25434 w 32033"/>
                          <a:gd name="connsiteY12" fmla="*/ 2452 h 4787"/>
                          <a:gd name="connsiteX13" fmla="*/ 29807 w 32033"/>
                          <a:gd name="connsiteY13" fmla="*/ 3150 h 4787"/>
                          <a:gd name="connsiteX14" fmla="*/ 32021 w 32033"/>
                          <a:gd name="connsiteY14" fmla="*/ 622 h 4787"/>
                          <a:gd name="connsiteX15" fmla="*/ 30839 w 32033"/>
                          <a:gd name="connsiteY15" fmla="*/ 234 h 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033" h="4787">
                            <a:moveTo>
                              <a:pt x="30839" y="234"/>
                            </a:moveTo>
                            <a:cubicBezTo>
                              <a:pt x="28868" y="2816"/>
                              <a:pt x="25705" y="-177"/>
                              <a:pt x="23163" y="215"/>
                            </a:cubicBezTo>
                            <a:cubicBezTo>
                              <a:pt x="21928" y="409"/>
                              <a:pt x="21066" y="1237"/>
                              <a:pt x="20160" y="2017"/>
                            </a:cubicBezTo>
                            <a:cubicBezTo>
                              <a:pt x="18688" y="3280"/>
                              <a:pt x="17729" y="2941"/>
                              <a:pt x="16233" y="1891"/>
                            </a:cubicBezTo>
                            <a:cubicBezTo>
                              <a:pt x="13932" y="278"/>
                              <a:pt x="11923" y="-85"/>
                              <a:pt x="9235" y="932"/>
                            </a:cubicBezTo>
                            <a:cubicBezTo>
                              <a:pt x="7491" y="1590"/>
                              <a:pt x="2338" y="4084"/>
                              <a:pt x="1622" y="660"/>
                            </a:cubicBezTo>
                            <a:cubicBezTo>
                              <a:pt x="1404" y="-381"/>
                              <a:pt x="-190" y="-8"/>
                              <a:pt x="19" y="1033"/>
                            </a:cubicBezTo>
                            <a:cubicBezTo>
                              <a:pt x="556" y="3726"/>
                              <a:pt x="3607" y="4375"/>
                              <a:pt x="5961" y="3949"/>
                            </a:cubicBezTo>
                            <a:cubicBezTo>
                              <a:pt x="7956" y="3586"/>
                              <a:pt x="9690" y="2259"/>
                              <a:pt x="11729" y="2060"/>
                            </a:cubicBezTo>
                            <a:cubicBezTo>
                              <a:pt x="13811" y="1857"/>
                              <a:pt x="14945" y="3431"/>
                              <a:pt x="16625" y="4293"/>
                            </a:cubicBezTo>
                            <a:cubicBezTo>
                              <a:pt x="17855" y="4927"/>
                              <a:pt x="19129" y="4980"/>
                              <a:pt x="20344" y="4283"/>
                            </a:cubicBezTo>
                            <a:cubicBezTo>
                              <a:pt x="21056" y="3876"/>
                              <a:pt x="21594" y="3276"/>
                              <a:pt x="22238" y="2782"/>
                            </a:cubicBezTo>
                            <a:cubicBezTo>
                              <a:pt x="23308" y="1968"/>
                              <a:pt x="24209" y="2055"/>
                              <a:pt x="25434" y="2452"/>
                            </a:cubicBezTo>
                            <a:cubicBezTo>
                              <a:pt x="26907" y="2927"/>
                              <a:pt x="28238" y="3489"/>
                              <a:pt x="29807" y="3150"/>
                            </a:cubicBezTo>
                            <a:cubicBezTo>
                              <a:pt x="31013" y="2888"/>
                              <a:pt x="32166" y="1949"/>
                              <a:pt x="32021" y="622"/>
                            </a:cubicBezTo>
                            <a:cubicBezTo>
                              <a:pt x="31953" y="84"/>
                              <a:pt x="31207" y="-250"/>
                              <a:pt x="30839" y="234"/>
                            </a:cubicBezTo>
                            <a:close/>
                          </a:path>
                        </a:pathLst>
                      </a:custGeom>
                      <a:solidFill>
                        <a:srgbClr val="91D1E8"/>
                      </a:solidFill>
                      <a:ln w="4839" cap="flat">
                        <a:noFill/>
                        <a:prstDash val="solid"/>
                        <a:miter/>
                      </a:ln>
                    </p:spPr>
                    <p:txBody>
                      <a:bodyPr rtlCol="0" anchor="ctr"/>
                      <a:lstStyle/>
                      <a:p>
                        <a:endParaRPr lang="vi-VN"/>
                      </a:p>
                    </p:txBody>
                  </p:sp>
                  <p:sp>
                    <p:nvSpPr>
                      <p:cNvPr id="920" name="Freeform: Shape 919">
                        <a:extLst>
                          <a:ext uri="{FF2B5EF4-FFF2-40B4-BE49-F238E27FC236}">
                            <a16:creationId xmlns:a16="http://schemas.microsoft.com/office/drawing/2014/main" id="{3D6EF5A4-0A0C-10BF-E92B-A7073A40771A}"/>
                          </a:ext>
                        </a:extLst>
                      </p:cNvPr>
                      <p:cNvSpPr/>
                      <p:nvPr/>
                    </p:nvSpPr>
                    <p:spPr>
                      <a:xfrm>
                        <a:off x="2031123" y="4209433"/>
                        <a:ext cx="22653" cy="6042"/>
                      </a:xfrm>
                      <a:custGeom>
                        <a:avLst/>
                        <a:gdLst>
                          <a:gd name="connsiteX0" fmla="*/ 21258 w 22653"/>
                          <a:gd name="connsiteY0" fmla="*/ 1050 h 6042"/>
                          <a:gd name="connsiteX1" fmla="*/ 17354 w 22653"/>
                          <a:gd name="connsiteY1" fmla="*/ 4217 h 6042"/>
                          <a:gd name="connsiteX2" fmla="*/ 12134 w 22653"/>
                          <a:gd name="connsiteY2" fmla="*/ 2677 h 6042"/>
                          <a:gd name="connsiteX3" fmla="*/ 6250 w 22653"/>
                          <a:gd name="connsiteY3" fmla="*/ 2329 h 6042"/>
                          <a:gd name="connsiteX4" fmla="*/ 3112 w 22653"/>
                          <a:gd name="connsiteY4" fmla="*/ 2813 h 6042"/>
                          <a:gd name="connsiteX5" fmla="*/ 1727 w 22653"/>
                          <a:gd name="connsiteY5" fmla="*/ 973 h 6042"/>
                          <a:gd name="connsiteX6" fmla="*/ 264 w 22653"/>
                          <a:gd name="connsiteY6" fmla="*/ 459 h 6042"/>
                          <a:gd name="connsiteX7" fmla="*/ 3494 w 22653"/>
                          <a:gd name="connsiteY7" fmla="*/ 4522 h 6042"/>
                          <a:gd name="connsiteX8" fmla="*/ 7480 w 22653"/>
                          <a:gd name="connsiteY8" fmla="*/ 3651 h 6042"/>
                          <a:gd name="connsiteX9" fmla="*/ 9901 w 22653"/>
                          <a:gd name="connsiteY9" fmla="*/ 3409 h 6042"/>
                          <a:gd name="connsiteX10" fmla="*/ 11892 w 22653"/>
                          <a:gd name="connsiteY10" fmla="*/ 4643 h 6042"/>
                          <a:gd name="connsiteX11" fmla="*/ 22614 w 22653"/>
                          <a:gd name="connsiteY11" fmla="*/ 1592 h 6042"/>
                          <a:gd name="connsiteX12" fmla="*/ 21258 w 22653"/>
                          <a:gd name="connsiteY12" fmla="*/ 1050 h 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53" h="6042">
                            <a:moveTo>
                              <a:pt x="21258" y="1050"/>
                            </a:moveTo>
                            <a:cubicBezTo>
                              <a:pt x="20570" y="2658"/>
                              <a:pt x="19035" y="3806"/>
                              <a:pt x="17354" y="4217"/>
                            </a:cubicBezTo>
                            <a:cubicBezTo>
                              <a:pt x="15238" y="4735"/>
                              <a:pt x="13795" y="3878"/>
                              <a:pt x="12134" y="2677"/>
                            </a:cubicBezTo>
                            <a:cubicBezTo>
                              <a:pt x="10226" y="1302"/>
                              <a:pt x="8352" y="1583"/>
                              <a:pt x="6250" y="2329"/>
                            </a:cubicBezTo>
                            <a:cubicBezTo>
                              <a:pt x="5233" y="2687"/>
                              <a:pt x="4192" y="3137"/>
                              <a:pt x="3112" y="2813"/>
                            </a:cubicBezTo>
                            <a:cubicBezTo>
                              <a:pt x="2288" y="2566"/>
                              <a:pt x="1252" y="1941"/>
                              <a:pt x="1727" y="973"/>
                            </a:cubicBezTo>
                            <a:cubicBezTo>
                              <a:pt x="2167" y="77"/>
                              <a:pt x="709" y="-417"/>
                              <a:pt x="264" y="459"/>
                            </a:cubicBezTo>
                            <a:cubicBezTo>
                              <a:pt x="-811" y="2580"/>
                              <a:pt x="1625" y="4300"/>
                              <a:pt x="3494" y="4522"/>
                            </a:cubicBezTo>
                            <a:cubicBezTo>
                              <a:pt x="4884" y="4687"/>
                              <a:pt x="6182" y="4043"/>
                              <a:pt x="7480" y="3651"/>
                            </a:cubicBezTo>
                            <a:cubicBezTo>
                              <a:pt x="8260" y="3413"/>
                              <a:pt x="9093" y="3191"/>
                              <a:pt x="9901" y="3409"/>
                            </a:cubicBezTo>
                            <a:cubicBezTo>
                              <a:pt x="10667" y="3612"/>
                              <a:pt x="11277" y="4174"/>
                              <a:pt x="11892" y="4643"/>
                            </a:cubicBezTo>
                            <a:cubicBezTo>
                              <a:pt x="15437" y="7341"/>
                              <a:pt x="21180" y="6038"/>
                              <a:pt x="22614" y="1592"/>
                            </a:cubicBezTo>
                            <a:cubicBezTo>
                              <a:pt x="22890" y="716"/>
                              <a:pt x="21631" y="178"/>
                              <a:pt x="21258" y="1050"/>
                            </a:cubicBezTo>
                            <a:close/>
                          </a:path>
                        </a:pathLst>
                      </a:custGeom>
                      <a:solidFill>
                        <a:srgbClr val="91D1E8"/>
                      </a:solidFill>
                      <a:ln w="4839" cap="flat">
                        <a:noFill/>
                        <a:prstDash val="solid"/>
                        <a:miter/>
                      </a:ln>
                    </p:spPr>
                    <p:txBody>
                      <a:bodyPr rtlCol="0" anchor="ctr"/>
                      <a:lstStyle/>
                      <a:p>
                        <a:endParaRPr lang="vi-VN"/>
                      </a:p>
                    </p:txBody>
                  </p:sp>
                </p:grpSp>
              </p:grpSp>
              <p:sp>
                <p:nvSpPr>
                  <p:cNvPr id="915" name="Freeform: Shape 914">
                    <a:extLst>
                      <a:ext uri="{FF2B5EF4-FFF2-40B4-BE49-F238E27FC236}">
                        <a16:creationId xmlns:a16="http://schemas.microsoft.com/office/drawing/2014/main" id="{D27CD040-FC9C-ABAD-0D67-B6A77D93C55A}"/>
                      </a:ext>
                    </a:extLst>
                  </p:cNvPr>
                  <p:cNvSpPr/>
                  <p:nvPr/>
                </p:nvSpPr>
                <p:spPr>
                  <a:xfrm rot="-475215">
                    <a:off x="2032276" y="4162072"/>
                    <a:ext cx="8451" cy="11904"/>
                  </a:xfrm>
                  <a:custGeom>
                    <a:avLst/>
                    <a:gdLst>
                      <a:gd name="connsiteX0" fmla="*/ 0 w 8451"/>
                      <a:gd name="connsiteY0" fmla="*/ 0 h 11904"/>
                      <a:gd name="connsiteX1" fmla="*/ 8451 w 8451"/>
                      <a:gd name="connsiteY1" fmla="*/ 0 h 11904"/>
                      <a:gd name="connsiteX2" fmla="*/ 8451 w 8451"/>
                      <a:gd name="connsiteY2" fmla="*/ 11904 h 11904"/>
                      <a:gd name="connsiteX3" fmla="*/ 0 w 8451"/>
                      <a:gd name="connsiteY3" fmla="*/ 11904 h 11904"/>
                    </a:gdLst>
                    <a:ahLst/>
                    <a:cxnLst>
                      <a:cxn ang="0">
                        <a:pos x="connsiteX0" y="connsiteY0"/>
                      </a:cxn>
                      <a:cxn ang="0">
                        <a:pos x="connsiteX1" y="connsiteY1"/>
                      </a:cxn>
                      <a:cxn ang="0">
                        <a:pos x="connsiteX2" y="connsiteY2"/>
                      </a:cxn>
                      <a:cxn ang="0">
                        <a:pos x="connsiteX3" y="connsiteY3"/>
                      </a:cxn>
                    </a:cxnLst>
                    <a:rect l="l" t="t" r="r" b="b"/>
                    <a:pathLst>
                      <a:path w="8451" h="11904">
                        <a:moveTo>
                          <a:pt x="0" y="0"/>
                        </a:moveTo>
                        <a:lnTo>
                          <a:pt x="8451" y="0"/>
                        </a:lnTo>
                        <a:lnTo>
                          <a:pt x="8451" y="11904"/>
                        </a:lnTo>
                        <a:lnTo>
                          <a:pt x="0" y="11904"/>
                        </a:lnTo>
                        <a:close/>
                      </a:path>
                    </a:pathLst>
                  </a:custGeom>
                  <a:solidFill>
                    <a:srgbClr val="FFFFFF">
                      <a:alpha val="63000"/>
                    </a:srgbClr>
                  </a:solidFill>
                  <a:ln w="4839" cap="flat">
                    <a:noFill/>
                    <a:prstDash val="solid"/>
                    <a:miter/>
                  </a:ln>
                </p:spPr>
                <p:txBody>
                  <a:bodyPr rtlCol="0" anchor="ctr"/>
                  <a:lstStyle/>
                  <a:p>
                    <a:endParaRPr lang="vi-VN"/>
                  </a:p>
                </p:txBody>
              </p:sp>
            </p:grpSp>
            <p:grpSp>
              <p:nvGrpSpPr>
                <p:cNvPr id="897" name="Graphic 1991">
                  <a:extLst>
                    <a:ext uri="{FF2B5EF4-FFF2-40B4-BE49-F238E27FC236}">
                      <a16:creationId xmlns:a16="http://schemas.microsoft.com/office/drawing/2014/main" id="{30559856-751A-E662-F805-10A75BC90CF1}"/>
                    </a:ext>
                  </a:extLst>
                </p:cNvPr>
                <p:cNvGrpSpPr/>
                <p:nvPr/>
              </p:nvGrpSpPr>
              <p:grpSpPr>
                <a:xfrm>
                  <a:off x="2079235" y="4208195"/>
                  <a:ext cx="38263" cy="54973"/>
                  <a:chOff x="2079235" y="4208195"/>
                  <a:chExt cx="38263" cy="54973"/>
                </a:xfrm>
              </p:grpSpPr>
              <p:grpSp>
                <p:nvGrpSpPr>
                  <p:cNvPr id="907" name="Graphic 1991">
                    <a:extLst>
                      <a:ext uri="{FF2B5EF4-FFF2-40B4-BE49-F238E27FC236}">
                        <a16:creationId xmlns:a16="http://schemas.microsoft.com/office/drawing/2014/main" id="{58359C65-C8FE-AB0B-EF58-F70AFEF015BB}"/>
                      </a:ext>
                    </a:extLst>
                  </p:cNvPr>
                  <p:cNvGrpSpPr/>
                  <p:nvPr/>
                </p:nvGrpSpPr>
                <p:grpSpPr>
                  <a:xfrm>
                    <a:off x="2079235" y="4210502"/>
                    <a:ext cx="38263" cy="52666"/>
                    <a:chOff x="2079235" y="4210502"/>
                    <a:chExt cx="38263" cy="52666"/>
                  </a:xfrm>
                </p:grpSpPr>
                <p:sp>
                  <p:nvSpPr>
                    <p:cNvPr id="909" name="Freeform: Shape 908">
                      <a:extLst>
                        <a:ext uri="{FF2B5EF4-FFF2-40B4-BE49-F238E27FC236}">
                          <a16:creationId xmlns:a16="http://schemas.microsoft.com/office/drawing/2014/main" id="{422309F4-6C8C-9DD4-85B9-D1627C5A45F0}"/>
                        </a:ext>
                      </a:extLst>
                    </p:cNvPr>
                    <p:cNvSpPr/>
                    <p:nvPr/>
                  </p:nvSpPr>
                  <p:spPr>
                    <a:xfrm>
                      <a:off x="2079235" y="4210502"/>
                      <a:ext cx="38263" cy="52666"/>
                    </a:xfrm>
                    <a:custGeom>
                      <a:avLst/>
                      <a:gdLst>
                        <a:gd name="connsiteX0" fmla="*/ 0 w 38263"/>
                        <a:gd name="connsiteY0" fmla="*/ 7250 h 52666"/>
                        <a:gd name="connsiteX1" fmla="*/ 4175 w 38263"/>
                        <a:gd name="connsiteY1" fmla="*/ 47833 h 52666"/>
                        <a:gd name="connsiteX2" fmla="*/ 38264 w 38263"/>
                        <a:gd name="connsiteY2" fmla="*/ 52667 h 52666"/>
                        <a:gd name="connsiteX3" fmla="*/ 38138 w 38263"/>
                        <a:gd name="connsiteY3" fmla="*/ 0 h 52666"/>
                      </a:gdLst>
                      <a:ahLst/>
                      <a:cxnLst>
                        <a:cxn ang="0">
                          <a:pos x="connsiteX0" y="connsiteY0"/>
                        </a:cxn>
                        <a:cxn ang="0">
                          <a:pos x="connsiteX1" y="connsiteY1"/>
                        </a:cxn>
                        <a:cxn ang="0">
                          <a:pos x="connsiteX2" y="connsiteY2"/>
                        </a:cxn>
                        <a:cxn ang="0">
                          <a:pos x="connsiteX3" y="connsiteY3"/>
                        </a:cxn>
                      </a:cxnLst>
                      <a:rect l="l" t="t" r="r" b="b"/>
                      <a:pathLst>
                        <a:path w="38263" h="52666">
                          <a:moveTo>
                            <a:pt x="0" y="7250"/>
                          </a:moveTo>
                          <a:lnTo>
                            <a:pt x="4175" y="47833"/>
                          </a:lnTo>
                          <a:lnTo>
                            <a:pt x="38264" y="52667"/>
                          </a:lnTo>
                          <a:lnTo>
                            <a:pt x="38138" y="0"/>
                          </a:lnTo>
                          <a:close/>
                        </a:path>
                      </a:pathLst>
                    </a:custGeom>
                    <a:solidFill>
                      <a:srgbClr val="FFD255"/>
                    </a:solidFill>
                    <a:ln w="4839" cap="flat">
                      <a:noFill/>
                      <a:prstDash val="solid"/>
                      <a:miter/>
                    </a:ln>
                  </p:spPr>
                  <p:txBody>
                    <a:bodyPr rtlCol="0" anchor="ctr"/>
                    <a:lstStyle/>
                    <a:p>
                      <a:endParaRPr lang="vi-VN"/>
                    </a:p>
                  </p:txBody>
                </p:sp>
                <p:grpSp>
                  <p:nvGrpSpPr>
                    <p:cNvPr id="910" name="Graphic 1991">
                      <a:extLst>
                        <a:ext uri="{FF2B5EF4-FFF2-40B4-BE49-F238E27FC236}">
                          <a16:creationId xmlns:a16="http://schemas.microsoft.com/office/drawing/2014/main" id="{66CA4523-1737-9167-C4B1-07AFCAB3D9B3}"/>
                        </a:ext>
                      </a:extLst>
                    </p:cNvPr>
                    <p:cNvGrpSpPr/>
                    <p:nvPr/>
                  </p:nvGrpSpPr>
                  <p:grpSpPr>
                    <a:xfrm>
                      <a:off x="2085391" y="4220299"/>
                      <a:ext cx="26764" cy="24708"/>
                      <a:chOff x="2085391" y="4220299"/>
                      <a:chExt cx="26764" cy="24708"/>
                    </a:xfrm>
                    <a:solidFill>
                      <a:srgbClr val="91D1E8"/>
                    </a:solidFill>
                  </p:grpSpPr>
                  <p:sp>
                    <p:nvSpPr>
                      <p:cNvPr id="911" name="Freeform: Shape 910">
                        <a:extLst>
                          <a:ext uri="{FF2B5EF4-FFF2-40B4-BE49-F238E27FC236}">
                            <a16:creationId xmlns:a16="http://schemas.microsoft.com/office/drawing/2014/main" id="{E63FDB75-2B2C-DA72-F7EE-2984AF53C7A5}"/>
                          </a:ext>
                        </a:extLst>
                      </p:cNvPr>
                      <p:cNvSpPr/>
                      <p:nvPr/>
                    </p:nvSpPr>
                    <p:spPr>
                      <a:xfrm>
                        <a:off x="2085391" y="4220299"/>
                        <a:ext cx="26764" cy="7137"/>
                      </a:xfrm>
                      <a:custGeom>
                        <a:avLst/>
                        <a:gdLst>
                          <a:gd name="connsiteX0" fmla="*/ 26544 w 26764"/>
                          <a:gd name="connsiteY0" fmla="*/ 204 h 7137"/>
                          <a:gd name="connsiteX1" fmla="*/ 25817 w 26764"/>
                          <a:gd name="connsiteY1" fmla="*/ 214 h 7137"/>
                          <a:gd name="connsiteX2" fmla="*/ 24699 w 26764"/>
                          <a:gd name="connsiteY2" fmla="*/ 1672 h 7137"/>
                          <a:gd name="connsiteX3" fmla="*/ 22582 w 26764"/>
                          <a:gd name="connsiteY3" fmla="*/ 2015 h 7137"/>
                          <a:gd name="connsiteX4" fmla="*/ 18548 w 26764"/>
                          <a:gd name="connsiteY4" fmla="*/ 2383 h 7137"/>
                          <a:gd name="connsiteX5" fmla="*/ 16214 w 26764"/>
                          <a:gd name="connsiteY5" fmla="*/ 4970 h 7137"/>
                          <a:gd name="connsiteX6" fmla="*/ 12601 w 26764"/>
                          <a:gd name="connsiteY6" fmla="*/ 1686 h 7137"/>
                          <a:gd name="connsiteX7" fmla="*/ 11046 w 26764"/>
                          <a:gd name="connsiteY7" fmla="*/ 1996 h 7137"/>
                          <a:gd name="connsiteX8" fmla="*/ 6194 w 26764"/>
                          <a:gd name="connsiteY8" fmla="*/ 3061 h 7137"/>
                          <a:gd name="connsiteX9" fmla="*/ 4542 w 26764"/>
                          <a:gd name="connsiteY9" fmla="*/ 3594 h 7137"/>
                          <a:gd name="connsiteX10" fmla="*/ 3511 w 26764"/>
                          <a:gd name="connsiteY10" fmla="*/ 5313 h 7137"/>
                          <a:gd name="connsiteX11" fmla="*/ 1177 w 26764"/>
                          <a:gd name="connsiteY11" fmla="*/ 4272 h 7137"/>
                          <a:gd name="connsiteX12" fmla="*/ 9 w 26764"/>
                          <a:gd name="connsiteY12" fmla="*/ 4693 h 7137"/>
                          <a:gd name="connsiteX13" fmla="*/ 3893 w 26764"/>
                          <a:gd name="connsiteY13" fmla="*/ 7018 h 7137"/>
                          <a:gd name="connsiteX14" fmla="*/ 5903 w 26764"/>
                          <a:gd name="connsiteY14" fmla="*/ 5284 h 7137"/>
                          <a:gd name="connsiteX15" fmla="*/ 11879 w 26764"/>
                          <a:gd name="connsiteY15" fmla="*/ 4243 h 7137"/>
                          <a:gd name="connsiteX16" fmla="*/ 14214 w 26764"/>
                          <a:gd name="connsiteY16" fmla="*/ 6524 h 7137"/>
                          <a:gd name="connsiteX17" fmla="*/ 16688 w 26764"/>
                          <a:gd name="connsiteY17" fmla="*/ 6432 h 7137"/>
                          <a:gd name="connsiteX18" fmla="*/ 18548 w 26764"/>
                          <a:gd name="connsiteY18" fmla="*/ 4059 h 7137"/>
                          <a:gd name="connsiteX19" fmla="*/ 24606 w 26764"/>
                          <a:gd name="connsiteY19" fmla="*/ 3100 h 7137"/>
                          <a:gd name="connsiteX20" fmla="*/ 26544 w 26764"/>
                          <a:gd name="connsiteY20" fmla="*/ 204 h 7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764" h="7137">
                            <a:moveTo>
                              <a:pt x="26544" y="204"/>
                            </a:moveTo>
                            <a:cubicBezTo>
                              <a:pt x="26389" y="-53"/>
                              <a:pt x="25953" y="-86"/>
                              <a:pt x="25817" y="214"/>
                            </a:cubicBezTo>
                            <a:cubicBezTo>
                              <a:pt x="25531" y="834"/>
                              <a:pt x="25343" y="1337"/>
                              <a:pt x="24699" y="1672"/>
                            </a:cubicBezTo>
                            <a:cubicBezTo>
                              <a:pt x="24054" y="2011"/>
                              <a:pt x="23289" y="2054"/>
                              <a:pt x="22582" y="2015"/>
                            </a:cubicBezTo>
                            <a:cubicBezTo>
                              <a:pt x="21226" y="1943"/>
                              <a:pt x="19802" y="1710"/>
                              <a:pt x="18548" y="2383"/>
                            </a:cubicBezTo>
                            <a:cubicBezTo>
                              <a:pt x="17439" y="2979"/>
                              <a:pt x="17177" y="4267"/>
                              <a:pt x="16214" y="4970"/>
                            </a:cubicBezTo>
                            <a:cubicBezTo>
                              <a:pt x="14223" y="6422"/>
                              <a:pt x="12984" y="2974"/>
                              <a:pt x="12601" y="1686"/>
                            </a:cubicBezTo>
                            <a:cubicBezTo>
                              <a:pt x="12325" y="751"/>
                              <a:pt x="11090" y="1158"/>
                              <a:pt x="11046" y="1996"/>
                            </a:cubicBezTo>
                            <a:cubicBezTo>
                              <a:pt x="10906" y="4684"/>
                              <a:pt x="7458" y="5371"/>
                              <a:pt x="6194" y="3061"/>
                            </a:cubicBezTo>
                            <a:cubicBezTo>
                              <a:pt x="5705" y="2161"/>
                              <a:pt x="4465" y="2611"/>
                              <a:pt x="4542" y="3594"/>
                            </a:cubicBezTo>
                            <a:cubicBezTo>
                              <a:pt x="4600" y="4296"/>
                              <a:pt x="4189" y="5052"/>
                              <a:pt x="3511" y="5313"/>
                            </a:cubicBezTo>
                            <a:cubicBezTo>
                              <a:pt x="2591" y="5672"/>
                              <a:pt x="1699" y="4950"/>
                              <a:pt x="1177" y="4272"/>
                            </a:cubicBezTo>
                            <a:cubicBezTo>
                              <a:pt x="813" y="3802"/>
                              <a:pt x="-102" y="4020"/>
                              <a:pt x="9" y="4693"/>
                            </a:cubicBezTo>
                            <a:cubicBezTo>
                              <a:pt x="305" y="6476"/>
                              <a:pt x="2155" y="7502"/>
                              <a:pt x="3893" y="7018"/>
                            </a:cubicBezTo>
                            <a:cubicBezTo>
                              <a:pt x="4843" y="6752"/>
                              <a:pt x="5516" y="6098"/>
                              <a:pt x="5903" y="5284"/>
                            </a:cubicBezTo>
                            <a:cubicBezTo>
                              <a:pt x="7836" y="6713"/>
                              <a:pt x="10562" y="6171"/>
                              <a:pt x="11879" y="4243"/>
                            </a:cubicBezTo>
                            <a:cubicBezTo>
                              <a:pt x="12383" y="5246"/>
                              <a:pt x="13090" y="6112"/>
                              <a:pt x="14214" y="6524"/>
                            </a:cubicBezTo>
                            <a:cubicBezTo>
                              <a:pt x="15017" y="6820"/>
                              <a:pt x="15918" y="6844"/>
                              <a:pt x="16688" y="6432"/>
                            </a:cubicBezTo>
                            <a:cubicBezTo>
                              <a:pt x="17696" y="5895"/>
                              <a:pt x="17894" y="4916"/>
                              <a:pt x="18548" y="4059"/>
                            </a:cubicBezTo>
                            <a:cubicBezTo>
                              <a:pt x="19948" y="2228"/>
                              <a:pt x="22660" y="3720"/>
                              <a:pt x="24606" y="3100"/>
                            </a:cubicBezTo>
                            <a:cubicBezTo>
                              <a:pt x="25764" y="2742"/>
                              <a:pt x="27352" y="1565"/>
                              <a:pt x="26544" y="204"/>
                            </a:cubicBezTo>
                            <a:close/>
                          </a:path>
                        </a:pathLst>
                      </a:custGeom>
                      <a:solidFill>
                        <a:srgbClr val="91D1E8"/>
                      </a:solidFill>
                      <a:ln w="4839" cap="flat">
                        <a:noFill/>
                        <a:prstDash val="solid"/>
                        <a:miter/>
                      </a:ln>
                    </p:spPr>
                    <p:txBody>
                      <a:bodyPr rtlCol="0" anchor="ctr"/>
                      <a:lstStyle/>
                      <a:p>
                        <a:endParaRPr lang="vi-VN"/>
                      </a:p>
                    </p:txBody>
                  </p:sp>
                  <p:sp>
                    <p:nvSpPr>
                      <p:cNvPr id="912" name="Freeform: Shape 911">
                        <a:extLst>
                          <a:ext uri="{FF2B5EF4-FFF2-40B4-BE49-F238E27FC236}">
                            <a16:creationId xmlns:a16="http://schemas.microsoft.com/office/drawing/2014/main" id="{DA234AC0-14A1-5E34-8474-B1C2C26EB85C}"/>
                          </a:ext>
                        </a:extLst>
                      </p:cNvPr>
                      <p:cNvSpPr/>
                      <p:nvPr/>
                    </p:nvSpPr>
                    <p:spPr>
                      <a:xfrm>
                        <a:off x="2087756" y="4231831"/>
                        <a:ext cx="21833" cy="3261"/>
                      </a:xfrm>
                      <a:custGeom>
                        <a:avLst/>
                        <a:gdLst>
                          <a:gd name="connsiteX0" fmla="*/ 21031 w 21833"/>
                          <a:gd name="connsiteY0" fmla="*/ 159 h 3261"/>
                          <a:gd name="connsiteX1" fmla="*/ 15796 w 21833"/>
                          <a:gd name="connsiteY1" fmla="*/ 145 h 3261"/>
                          <a:gd name="connsiteX2" fmla="*/ 13747 w 21833"/>
                          <a:gd name="connsiteY2" fmla="*/ 1375 h 3261"/>
                          <a:gd name="connsiteX3" fmla="*/ 11069 w 21833"/>
                          <a:gd name="connsiteY3" fmla="*/ 1293 h 3261"/>
                          <a:gd name="connsiteX4" fmla="*/ 6299 w 21833"/>
                          <a:gd name="connsiteY4" fmla="*/ 639 h 3261"/>
                          <a:gd name="connsiteX5" fmla="*/ 1107 w 21833"/>
                          <a:gd name="connsiteY5" fmla="*/ 455 h 3261"/>
                          <a:gd name="connsiteX6" fmla="*/ 13 w 21833"/>
                          <a:gd name="connsiteY6" fmla="*/ 707 h 3261"/>
                          <a:gd name="connsiteX7" fmla="*/ 4061 w 21833"/>
                          <a:gd name="connsiteY7" fmla="*/ 2692 h 3261"/>
                          <a:gd name="connsiteX8" fmla="*/ 7994 w 21833"/>
                          <a:gd name="connsiteY8" fmla="*/ 1404 h 3261"/>
                          <a:gd name="connsiteX9" fmla="*/ 11330 w 21833"/>
                          <a:gd name="connsiteY9" fmla="*/ 2925 h 3261"/>
                          <a:gd name="connsiteX10" fmla="*/ 13868 w 21833"/>
                          <a:gd name="connsiteY10" fmla="*/ 2920 h 3261"/>
                          <a:gd name="connsiteX11" fmla="*/ 15156 w 21833"/>
                          <a:gd name="connsiteY11" fmla="*/ 1898 h 3261"/>
                          <a:gd name="connsiteX12" fmla="*/ 17336 w 21833"/>
                          <a:gd name="connsiteY12" fmla="*/ 1670 h 3261"/>
                          <a:gd name="connsiteX13" fmla="*/ 20319 w 21833"/>
                          <a:gd name="connsiteY13" fmla="*/ 2145 h 3261"/>
                          <a:gd name="connsiteX14" fmla="*/ 21825 w 21833"/>
                          <a:gd name="connsiteY14" fmla="*/ 421 h 3261"/>
                          <a:gd name="connsiteX15" fmla="*/ 21031 w 21833"/>
                          <a:gd name="connsiteY15" fmla="*/ 159 h 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33" h="3261">
                            <a:moveTo>
                              <a:pt x="21031" y="159"/>
                            </a:moveTo>
                            <a:cubicBezTo>
                              <a:pt x="19689" y="1917"/>
                              <a:pt x="17529" y="-122"/>
                              <a:pt x="15796" y="145"/>
                            </a:cubicBezTo>
                            <a:cubicBezTo>
                              <a:pt x="14953" y="276"/>
                              <a:pt x="14367" y="842"/>
                              <a:pt x="13747" y="1375"/>
                            </a:cubicBezTo>
                            <a:cubicBezTo>
                              <a:pt x="12744" y="2237"/>
                              <a:pt x="12091" y="2004"/>
                              <a:pt x="11069" y="1293"/>
                            </a:cubicBezTo>
                            <a:cubicBezTo>
                              <a:pt x="9500" y="193"/>
                              <a:pt x="8134" y="-54"/>
                              <a:pt x="6299" y="639"/>
                            </a:cubicBezTo>
                            <a:cubicBezTo>
                              <a:pt x="5107" y="1089"/>
                              <a:pt x="1596" y="2789"/>
                              <a:pt x="1107" y="455"/>
                            </a:cubicBezTo>
                            <a:cubicBezTo>
                              <a:pt x="957" y="-252"/>
                              <a:pt x="-128" y="-1"/>
                              <a:pt x="13" y="707"/>
                            </a:cubicBezTo>
                            <a:cubicBezTo>
                              <a:pt x="381" y="2542"/>
                              <a:pt x="2458" y="2988"/>
                              <a:pt x="4061" y="2692"/>
                            </a:cubicBezTo>
                            <a:cubicBezTo>
                              <a:pt x="5422" y="2445"/>
                              <a:pt x="6604" y="1540"/>
                              <a:pt x="7994" y="1404"/>
                            </a:cubicBezTo>
                            <a:cubicBezTo>
                              <a:pt x="9413" y="1263"/>
                              <a:pt x="10188" y="2339"/>
                              <a:pt x="11330" y="2925"/>
                            </a:cubicBezTo>
                            <a:cubicBezTo>
                              <a:pt x="12168" y="3356"/>
                              <a:pt x="13035" y="3394"/>
                              <a:pt x="13868" y="2920"/>
                            </a:cubicBezTo>
                            <a:cubicBezTo>
                              <a:pt x="14352" y="2644"/>
                              <a:pt x="14716" y="2232"/>
                              <a:pt x="15156" y="1898"/>
                            </a:cubicBezTo>
                            <a:cubicBezTo>
                              <a:pt x="15883" y="1341"/>
                              <a:pt x="16498" y="1404"/>
                              <a:pt x="17336" y="1670"/>
                            </a:cubicBezTo>
                            <a:cubicBezTo>
                              <a:pt x="18338" y="1995"/>
                              <a:pt x="19248" y="2377"/>
                              <a:pt x="20319" y="2145"/>
                            </a:cubicBezTo>
                            <a:cubicBezTo>
                              <a:pt x="21142" y="1966"/>
                              <a:pt x="21927" y="1326"/>
                              <a:pt x="21825" y="421"/>
                            </a:cubicBezTo>
                            <a:cubicBezTo>
                              <a:pt x="21791" y="58"/>
                              <a:pt x="21283" y="-170"/>
                              <a:pt x="21031" y="159"/>
                            </a:cubicBezTo>
                            <a:close/>
                          </a:path>
                        </a:pathLst>
                      </a:custGeom>
                      <a:solidFill>
                        <a:srgbClr val="91D1E8"/>
                      </a:solidFill>
                      <a:ln w="4839" cap="flat">
                        <a:noFill/>
                        <a:prstDash val="solid"/>
                        <a:miter/>
                      </a:ln>
                    </p:spPr>
                    <p:txBody>
                      <a:bodyPr rtlCol="0" anchor="ctr"/>
                      <a:lstStyle/>
                      <a:p>
                        <a:endParaRPr lang="vi-VN"/>
                      </a:p>
                    </p:txBody>
                  </p:sp>
                  <p:sp>
                    <p:nvSpPr>
                      <p:cNvPr id="913" name="Freeform: Shape 912">
                        <a:extLst>
                          <a:ext uri="{FF2B5EF4-FFF2-40B4-BE49-F238E27FC236}">
                            <a16:creationId xmlns:a16="http://schemas.microsoft.com/office/drawing/2014/main" id="{8E839F44-3926-DAB3-5281-5114075BE4D0}"/>
                          </a:ext>
                        </a:extLst>
                      </p:cNvPr>
                      <p:cNvSpPr/>
                      <p:nvPr/>
                    </p:nvSpPr>
                    <p:spPr>
                      <a:xfrm>
                        <a:off x="2091161" y="4240887"/>
                        <a:ext cx="15446" cy="4120"/>
                      </a:xfrm>
                      <a:custGeom>
                        <a:avLst/>
                        <a:gdLst>
                          <a:gd name="connsiteX0" fmla="*/ 14497 w 15446"/>
                          <a:gd name="connsiteY0" fmla="*/ 717 h 4120"/>
                          <a:gd name="connsiteX1" fmla="*/ 11833 w 15446"/>
                          <a:gd name="connsiteY1" fmla="*/ 2876 h 4120"/>
                          <a:gd name="connsiteX2" fmla="*/ 8274 w 15446"/>
                          <a:gd name="connsiteY2" fmla="*/ 1826 h 4120"/>
                          <a:gd name="connsiteX3" fmla="*/ 4264 w 15446"/>
                          <a:gd name="connsiteY3" fmla="*/ 1588 h 4120"/>
                          <a:gd name="connsiteX4" fmla="*/ 2123 w 15446"/>
                          <a:gd name="connsiteY4" fmla="*/ 1918 h 4120"/>
                          <a:gd name="connsiteX5" fmla="*/ 1179 w 15446"/>
                          <a:gd name="connsiteY5" fmla="*/ 663 h 4120"/>
                          <a:gd name="connsiteX6" fmla="*/ 181 w 15446"/>
                          <a:gd name="connsiteY6" fmla="*/ 315 h 4120"/>
                          <a:gd name="connsiteX7" fmla="*/ 2380 w 15446"/>
                          <a:gd name="connsiteY7" fmla="*/ 3085 h 4120"/>
                          <a:gd name="connsiteX8" fmla="*/ 5097 w 15446"/>
                          <a:gd name="connsiteY8" fmla="*/ 2489 h 4120"/>
                          <a:gd name="connsiteX9" fmla="*/ 6748 w 15446"/>
                          <a:gd name="connsiteY9" fmla="*/ 2324 h 4120"/>
                          <a:gd name="connsiteX10" fmla="*/ 8104 w 15446"/>
                          <a:gd name="connsiteY10" fmla="*/ 3167 h 4120"/>
                          <a:gd name="connsiteX11" fmla="*/ 15417 w 15446"/>
                          <a:gd name="connsiteY11" fmla="*/ 1085 h 4120"/>
                          <a:gd name="connsiteX12" fmla="*/ 14497 w 15446"/>
                          <a:gd name="connsiteY12" fmla="*/ 717 h 4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446" h="4120">
                            <a:moveTo>
                              <a:pt x="14497" y="717"/>
                            </a:moveTo>
                            <a:cubicBezTo>
                              <a:pt x="14027" y="1811"/>
                              <a:pt x="12981" y="2596"/>
                              <a:pt x="11833" y="2876"/>
                            </a:cubicBezTo>
                            <a:cubicBezTo>
                              <a:pt x="10390" y="3230"/>
                              <a:pt x="9407" y="2644"/>
                              <a:pt x="8274" y="1826"/>
                            </a:cubicBezTo>
                            <a:cubicBezTo>
                              <a:pt x="6971" y="886"/>
                              <a:pt x="5697" y="1080"/>
                              <a:pt x="4264" y="1588"/>
                            </a:cubicBezTo>
                            <a:cubicBezTo>
                              <a:pt x="3571" y="1835"/>
                              <a:pt x="2859" y="2140"/>
                              <a:pt x="2123" y="1918"/>
                            </a:cubicBezTo>
                            <a:cubicBezTo>
                              <a:pt x="1562" y="1748"/>
                              <a:pt x="854" y="1322"/>
                              <a:pt x="1179" y="663"/>
                            </a:cubicBezTo>
                            <a:cubicBezTo>
                              <a:pt x="1479" y="53"/>
                              <a:pt x="486" y="-286"/>
                              <a:pt x="181" y="315"/>
                            </a:cubicBezTo>
                            <a:cubicBezTo>
                              <a:pt x="-555" y="1763"/>
                              <a:pt x="1106" y="2935"/>
                              <a:pt x="2380" y="3085"/>
                            </a:cubicBezTo>
                            <a:cubicBezTo>
                              <a:pt x="3324" y="3196"/>
                              <a:pt x="4215" y="2760"/>
                              <a:pt x="5097" y="2489"/>
                            </a:cubicBezTo>
                            <a:cubicBezTo>
                              <a:pt x="5630" y="2329"/>
                              <a:pt x="6196" y="2179"/>
                              <a:pt x="6748" y="2324"/>
                            </a:cubicBezTo>
                            <a:cubicBezTo>
                              <a:pt x="7271" y="2465"/>
                              <a:pt x="7683" y="2847"/>
                              <a:pt x="8104" y="3167"/>
                            </a:cubicBezTo>
                            <a:cubicBezTo>
                              <a:pt x="10521" y="5007"/>
                              <a:pt x="14439" y="4116"/>
                              <a:pt x="15417" y="1085"/>
                            </a:cubicBezTo>
                            <a:cubicBezTo>
                              <a:pt x="15616" y="484"/>
                              <a:pt x="14754" y="121"/>
                              <a:pt x="14497" y="717"/>
                            </a:cubicBezTo>
                            <a:close/>
                          </a:path>
                        </a:pathLst>
                      </a:custGeom>
                      <a:solidFill>
                        <a:srgbClr val="91D1E8"/>
                      </a:solidFill>
                      <a:ln w="4839" cap="flat">
                        <a:noFill/>
                        <a:prstDash val="solid"/>
                        <a:miter/>
                      </a:ln>
                    </p:spPr>
                    <p:txBody>
                      <a:bodyPr rtlCol="0" anchor="ctr"/>
                      <a:lstStyle/>
                      <a:p>
                        <a:endParaRPr lang="vi-VN"/>
                      </a:p>
                    </p:txBody>
                  </p:sp>
                </p:grpSp>
              </p:grpSp>
              <p:sp>
                <p:nvSpPr>
                  <p:cNvPr id="908" name="Freeform: Shape 907">
                    <a:extLst>
                      <a:ext uri="{FF2B5EF4-FFF2-40B4-BE49-F238E27FC236}">
                        <a16:creationId xmlns:a16="http://schemas.microsoft.com/office/drawing/2014/main" id="{77715B04-B1CC-288C-4ED3-2A1BEE1772A2}"/>
                      </a:ext>
                    </a:extLst>
                  </p:cNvPr>
                  <p:cNvSpPr/>
                  <p:nvPr/>
                </p:nvSpPr>
                <p:spPr>
                  <a:xfrm rot="-475215">
                    <a:off x="2091981" y="4208553"/>
                    <a:ext cx="5758" cy="8117"/>
                  </a:xfrm>
                  <a:custGeom>
                    <a:avLst/>
                    <a:gdLst>
                      <a:gd name="connsiteX0" fmla="*/ 0 w 5758"/>
                      <a:gd name="connsiteY0" fmla="*/ 0 h 8117"/>
                      <a:gd name="connsiteX1" fmla="*/ 5758 w 5758"/>
                      <a:gd name="connsiteY1" fmla="*/ 0 h 8117"/>
                      <a:gd name="connsiteX2" fmla="*/ 5758 w 5758"/>
                      <a:gd name="connsiteY2" fmla="*/ 8117 h 8117"/>
                      <a:gd name="connsiteX3" fmla="*/ 0 w 5758"/>
                      <a:gd name="connsiteY3" fmla="*/ 8117 h 8117"/>
                    </a:gdLst>
                    <a:ahLst/>
                    <a:cxnLst>
                      <a:cxn ang="0">
                        <a:pos x="connsiteX0" y="connsiteY0"/>
                      </a:cxn>
                      <a:cxn ang="0">
                        <a:pos x="connsiteX1" y="connsiteY1"/>
                      </a:cxn>
                      <a:cxn ang="0">
                        <a:pos x="connsiteX2" y="connsiteY2"/>
                      </a:cxn>
                      <a:cxn ang="0">
                        <a:pos x="connsiteX3" y="connsiteY3"/>
                      </a:cxn>
                    </a:cxnLst>
                    <a:rect l="l" t="t" r="r" b="b"/>
                    <a:pathLst>
                      <a:path w="5758" h="8117">
                        <a:moveTo>
                          <a:pt x="0" y="0"/>
                        </a:moveTo>
                        <a:lnTo>
                          <a:pt x="5758" y="0"/>
                        </a:lnTo>
                        <a:lnTo>
                          <a:pt x="5758" y="8117"/>
                        </a:lnTo>
                        <a:lnTo>
                          <a:pt x="0" y="8117"/>
                        </a:lnTo>
                        <a:close/>
                      </a:path>
                    </a:pathLst>
                  </a:custGeom>
                  <a:solidFill>
                    <a:srgbClr val="FFFFFF">
                      <a:alpha val="63000"/>
                    </a:srgbClr>
                  </a:solidFill>
                  <a:ln w="4839" cap="flat">
                    <a:noFill/>
                    <a:prstDash val="solid"/>
                    <a:miter/>
                  </a:ln>
                </p:spPr>
                <p:txBody>
                  <a:bodyPr rtlCol="0" anchor="ctr"/>
                  <a:lstStyle/>
                  <a:p>
                    <a:endParaRPr lang="vi-VN"/>
                  </a:p>
                </p:txBody>
              </p:sp>
            </p:grpSp>
            <p:grpSp>
              <p:nvGrpSpPr>
                <p:cNvPr id="898" name="Graphic 1991">
                  <a:extLst>
                    <a:ext uri="{FF2B5EF4-FFF2-40B4-BE49-F238E27FC236}">
                      <a16:creationId xmlns:a16="http://schemas.microsoft.com/office/drawing/2014/main" id="{694E0AFA-4381-2A60-6920-7036F527BEA4}"/>
                    </a:ext>
                  </a:extLst>
                </p:cNvPr>
                <p:cNvGrpSpPr/>
                <p:nvPr/>
              </p:nvGrpSpPr>
              <p:grpSpPr>
                <a:xfrm>
                  <a:off x="2023546" y="4262525"/>
                  <a:ext cx="50051" cy="83874"/>
                  <a:chOff x="2023546" y="4262525"/>
                  <a:chExt cx="50051" cy="83874"/>
                </a:xfrm>
              </p:grpSpPr>
              <p:grpSp>
                <p:nvGrpSpPr>
                  <p:cNvPr id="899" name="Graphic 1991">
                    <a:extLst>
                      <a:ext uri="{FF2B5EF4-FFF2-40B4-BE49-F238E27FC236}">
                        <a16:creationId xmlns:a16="http://schemas.microsoft.com/office/drawing/2014/main" id="{7B9B9CE1-21EB-7A42-CFAE-98A3B336E7CA}"/>
                      </a:ext>
                    </a:extLst>
                  </p:cNvPr>
                  <p:cNvGrpSpPr/>
                  <p:nvPr/>
                </p:nvGrpSpPr>
                <p:grpSpPr>
                  <a:xfrm>
                    <a:off x="2023546" y="4265052"/>
                    <a:ext cx="50051" cy="81346"/>
                    <a:chOff x="2023546" y="4265052"/>
                    <a:chExt cx="50051" cy="81346"/>
                  </a:xfrm>
                </p:grpSpPr>
                <p:sp>
                  <p:nvSpPr>
                    <p:cNvPr id="901" name="Freeform: Shape 900">
                      <a:extLst>
                        <a:ext uri="{FF2B5EF4-FFF2-40B4-BE49-F238E27FC236}">
                          <a16:creationId xmlns:a16="http://schemas.microsoft.com/office/drawing/2014/main" id="{8CDA4557-0803-64F4-7FBD-9B2AC6DFA451}"/>
                        </a:ext>
                      </a:extLst>
                    </p:cNvPr>
                    <p:cNvSpPr/>
                    <p:nvPr/>
                  </p:nvSpPr>
                  <p:spPr>
                    <a:xfrm>
                      <a:off x="2023546" y="4265052"/>
                      <a:ext cx="50051" cy="81346"/>
                    </a:xfrm>
                    <a:custGeom>
                      <a:avLst/>
                      <a:gdLst>
                        <a:gd name="connsiteX0" fmla="*/ 0 w 50051"/>
                        <a:gd name="connsiteY0" fmla="*/ 0 h 81346"/>
                        <a:gd name="connsiteX1" fmla="*/ 6766 w 50051"/>
                        <a:gd name="connsiteY1" fmla="*/ 79908 h 81346"/>
                        <a:gd name="connsiteX2" fmla="*/ 50051 w 50051"/>
                        <a:gd name="connsiteY2" fmla="*/ 81346 h 81346"/>
                        <a:gd name="connsiteX3" fmla="*/ 49795 w 50051"/>
                        <a:gd name="connsiteY3" fmla="*/ 7962 h 81346"/>
                      </a:gdLst>
                      <a:ahLst/>
                      <a:cxnLst>
                        <a:cxn ang="0">
                          <a:pos x="connsiteX0" y="connsiteY0"/>
                        </a:cxn>
                        <a:cxn ang="0">
                          <a:pos x="connsiteX1" y="connsiteY1"/>
                        </a:cxn>
                        <a:cxn ang="0">
                          <a:pos x="connsiteX2" y="connsiteY2"/>
                        </a:cxn>
                        <a:cxn ang="0">
                          <a:pos x="connsiteX3" y="connsiteY3"/>
                        </a:cxn>
                      </a:cxnLst>
                      <a:rect l="l" t="t" r="r" b="b"/>
                      <a:pathLst>
                        <a:path w="50051" h="81346">
                          <a:moveTo>
                            <a:pt x="0" y="0"/>
                          </a:moveTo>
                          <a:lnTo>
                            <a:pt x="6766" y="79908"/>
                          </a:lnTo>
                          <a:lnTo>
                            <a:pt x="50051" y="81346"/>
                          </a:lnTo>
                          <a:lnTo>
                            <a:pt x="49795" y="7962"/>
                          </a:lnTo>
                          <a:close/>
                        </a:path>
                      </a:pathLst>
                    </a:custGeom>
                    <a:solidFill>
                      <a:srgbClr val="63A4FF"/>
                    </a:solidFill>
                    <a:ln w="4839" cap="flat">
                      <a:noFill/>
                      <a:prstDash val="solid"/>
                      <a:miter/>
                    </a:ln>
                  </p:spPr>
                  <p:txBody>
                    <a:bodyPr rtlCol="0" anchor="ctr"/>
                    <a:lstStyle/>
                    <a:p>
                      <a:endParaRPr lang="vi-VN"/>
                    </a:p>
                  </p:txBody>
                </p:sp>
                <p:sp>
                  <p:nvSpPr>
                    <p:cNvPr id="902" name="Freeform: Shape 901">
                      <a:extLst>
                        <a:ext uri="{FF2B5EF4-FFF2-40B4-BE49-F238E27FC236}">
                          <a16:creationId xmlns:a16="http://schemas.microsoft.com/office/drawing/2014/main" id="{DB69FED2-A7BB-86E3-72B8-52DDFB8DDCBE}"/>
                        </a:ext>
                      </a:extLst>
                    </p:cNvPr>
                    <p:cNvSpPr/>
                    <p:nvPr/>
                  </p:nvSpPr>
                  <p:spPr>
                    <a:xfrm>
                      <a:off x="2038069" y="4280189"/>
                      <a:ext cx="22727" cy="5124"/>
                    </a:xfrm>
                    <a:custGeom>
                      <a:avLst/>
                      <a:gdLst>
                        <a:gd name="connsiteX0" fmla="*/ 22623 w 22727"/>
                        <a:gd name="connsiteY0" fmla="*/ 903 h 5124"/>
                        <a:gd name="connsiteX1" fmla="*/ 17049 w 22727"/>
                        <a:gd name="connsiteY1" fmla="*/ 835 h 5124"/>
                        <a:gd name="connsiteX2" fmla="*/ 11034 w 22727"/>
                        <a:gd name="connsiteY2" fmla="*/ 3164 h 5124"/>
                        <a:gd name="connsiteX3" fmla="*/ 8380 w 22727"/>
                        <a:gd name="connsiteY3" fmla="*/ 1988 h 5124"/>
                        <a:gd name="connsiteX4" fmla="*/ 5658 w 22727"/>
                        <a:gd name="connsiteY4" fmla="*/ 1455 h 5124"/>
                        <a:gd name="connsiteX5" fmla="*/ 3590 w 22727"/>
                        <a:gd name="connsiteY5" fmla="*/ 3547 h 5124"/>
                        <a:gd name="connsiteX6" fmla="*/ 1343 w 22727"/>
                        <a:gd name="connsiteY6" fmla="*/ 1629 h 5124"/>
                        <a:gd name="connsiteX7" fmla="*/ 181 w 22727"/>
                        <a:gd name="connsiteY7" fmla="*/ 1164 h 5124"/>
                        <a:gd name="connsiteX8" fmla="*/ 3731 w 22727"/>
                        <a:gd name="connsiteY8" fmla="*/ 4961 h 5124"/>
                        <a:gd name="connsiteX9" fmla="*/ 5174 w 22727"/>
                        <a:gd name="connsiteY9" fmla="*/ 3687 h 5124"/>
                        <a:gd name="connsiteX10" fmla="*/ 6288 w 22727"/>
                        <a:gd name="connsiteY10" fmla="*/ 2191 h 5124"/>
                        <a:gd name="connsiteX11" fmla="*/ 8036 w 22727"/>
                        <a:gd name="connsiteY11" fmla="*/ 3019 h 5124"/>
                        <a:gd name="connsiteX12" fmla="*/ 9382 w 22727"/>
                        <a:gd name="connsiteY12" fmla="*/ 4022 h 5124"/>
                        <a:gd name="connsiteX13" fmla="*/ 15339 w 22727"/>
                        <a:gd name="connsiteY13" fmla="*/ 3009 h 5124"/>
                        <a:gd name="connsiteX14" fmla="*/ 18715 w 22727"/>
                        <a:gd name="connsiteY14" fmla="*/ 1581 h 5124"/>
                        <a:gd name="connsiteX15" fmla="*/ 20250 w 22727"/>
                        <a:gd name="connsiteY15" fmla="*/ 1329 h 5124"/>
                        <a:gd name="connsiteX16" fmla="*/ 22124 w 22727"/>
                        <a:gd name="connsiteY16" fmla="*/ 1741 h 5124"/>
                        <a:gd name="connsiteX17" fmla="*/ 22623 w 22727"/>
                        <a:gd name="connsiteY17" fmla="*/ 903 h 5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727" h="5124">
                          <a:moveTo>
                            <a:pt x="22623" y="903"/>
                          </a:moveTo>
                          <a:cubicBezTo>
                            <a:pt x="21388" y="-710"/>
                            <a:pt x="18545" y="205"/>
                            <a:pt x="17049" y="835"/>
                          </a:cubicBezTo>
                          <a:cubicBezTo>
                            <a:pt x="15126" y="1649"/>
                            <a:pt x="13170" y="3034"/>
                            <a:pt x="11034" y="3164"/>
                          </a:cubicBezTo>
                          <a:cubicBezTo>
                            <a:pt x="9886" y="3232"/>
                            <a:pt x="9223" y="2680"/>
                            <a:pt x="8380" y="1988"/>
                          </a:cubicBezTo>
                          <a:cubicBezTo>
                            <a:pt x="7605" y="1348"/>
                            <a:pt x="6632" y="956"/>
                            <a:pt x="5658" y="1455"/>
                          </a:cubicBezTo>
                          <a:cubicBezTo>
                            <a:pt x="4757" y="1915"/>
                            <a:pt x="4428" y="3034"/>
                            <a:pt x="3590" y="3547"/>
                          </a:cubicBezTo>
                          <a:cubicBezTo>
                            <a:pt x="2409" y="4273"/>
                            <a:pt x="878" y="2864"/>
                            <a:pt x="1343" y="1629"/>
                          </a:cubicBezTo>
                          <a:cubicBezTo>
                            <a:pt x="1590" y="971"/>
                            <a:pt x="447" y="506"/>
                            <a:pt x="181" y="1164"/>
                          </a:cubicBezTo>
                          <a:cubicBezTo>
                            <a:pt x="-647" y="3213"/>
                            <a:pt x="1513" y="5804"/>
                            <a:pt x="3731" y="4961"/>
                          </a:cubicBezTo>
                          <a:cubicBezTo>
                            <a:pt x="4355" y="4724"/>
                            <a:pt x="4791" y="4215"/>
                            <a:pt x="5174" y="3687"/>
                          </a:cubicBezTo>
                          <a:cubicBezTo>
                            <a:pt x="5508" y="3232"/>
                            <a:pt x="5794" y="2506"/>
                            <a:pt x="6288" y="2191"/>
                          </a:cubicBezTo>
                          <a:cubicBezTo>
                            <a:pt x="7034" y="1726"/>
                            <a:pt x="7547" y="2515"/>
                            <a:pt x="8036" y="3019"/>
                          </a:cubicBezTo>
                          <a:cubicBezTo>
                            <a:pt x="8433" y="3431"/>
                            <a:pt x="8859" y="3784"/>
                            <a:pt x="9382" y="4022"/>
                          </a:cubicBezTo>
                          <a:cubicBezTo>
                            <a:pt x="11358" y="4922"/>
                            <a:pt x="13542" y="3857"/>
                            <a:pt x="15339" y="3009"/>
                          </a:cubicBezTo>
                          <a:cubicBezTo>
                            <a:pt x="16443" y="2491"/>
                            <a:pt x="17538" y="1925"/>
                            <a:pt x="18715" y="1581"/>
                          </a:cubicBezTo>
                          <a:cubicBezTo>
                            <a:pt x="19213" y="1435"/>
                            <a:pt x="19727" y="1329"/>
                            <a:pt x="20250" y="1329"/>
                          </a:cubicBezTo>
                          <a:cubicBezTo>
                            <a:pt x="20928" y="1334"/>
                            <a:pt x="21475" y="1653"/>
                            <a:pt x="22124" y="1741"/>
                          </a:cubicBezTo>
                          <a:cubicBezTo>
                            <a:pt x="22579" y="1813"/>
                            <a:pt x="22904" y="1271"/>
                            <a:pt x="22623" y="903"/>
                          </a:cubicBezTo>
                          <a:close/>
                        </a:path>
                      </a:pathLst>
                    </a:custGeom>
                    <a:solidFill>
                      <a:srgbClr val="8A578C"/>
                    </a:solidFill>
                    <a:ln w="4839" cap="flat">
                      <a:noFill/>
                      <a:prstDash val="solid"/>
                      <a:miter/>
                    </a:ln>
                  </p:spPr>
                  <p:txBody>
                    <a:bodyPr rtlCol="0" anchor="ctr"/>
                    <a:lstStyle/>
                    <a:p>
                      <a:endParaRPr lang="vi-VN"/>
                    </a:p>
                  </p:txBody>
                </p:sp>
                <p:sp>
                  <p:nvSpPr>
                    <p:cNvPr id="903" name="Freeform: Shape 902">
                      <a:extLst>
                        <a:ext uri="{FF2B5EF4-FFF2-40B4-BE49-F238E27FC236}">
                          <a16:creationId xmlns:a16="http://schemas.microsoft.com/office/drawing/2014/main" id="{62A42AD5-378B-00EC-1C50-A8899C336652}"/>
                        </a:ext>
                      </a:extLst>
                    </p:cNvPr>
                    <p:cNvSpPr/>
                    <p:nvPr/>
                  </p:nvSpPr>
                  <p:spPr>
                    <a:xfrm>
                      <a:off x="2039651" y="4293784"/>
                      <a:ext cx="21740" cy="3395"/>
                    </a:xfrm>
                    <a:custGeom>
                      <a:avLst/>
                      <a:gdLst>
                        <a:gd name="connsiteX0" fmla="*/ 21550 w 21740"/>
                        <a:gd name="connsiteY0" fmla="*/ 403 h 3395"/>
                        <a:gd name="connsiteX1" fmla="*/ 17060 w 21740"/>
                        <a:gd name="connsiteY1" fmla="*/ 873 h 3395"/>
                        <a:gd name="connsiteX2" fmla="*/ 12033 w 21740"/>
                        <a:gd name="connsiteY2" fmla="*/ 2321 h 3395"/>
                        <a:gd name="connsiteX3" fmla="*/ 9316 w 21740"/>
                        <a:gd name="connsiteY3" fmla="*/ 921 h 3395"/>
                        <a:gd name="connsiteX4" fmla="*/ 6629 w 21740"/>
                        <a:gd name="connsiteY4" fmla="*/ 999 h 3395"/>
                        <a:gd name="connsiteX5" fmla="*/ 1238 w 21740"/>
                        <a:gd name="connsiteY5" fmla="*/ 815 h 3395"/>
                        <a:gd name="connsiteX6" fmla="*/ 23 w 21740"/>
                        <a:gd name="connsiteY6" fmla="*/ 1149 h 3395"/>
                        <a:gd name="connsiteX7" fmla="*/ 3824 w 21740"/>
                        <a:gd name="connsiteY7" fmla="*/ 3120 h 3395"/>
                        <a:gd name="connsiteX8" fmla="*/ 6817 w 21740"/>
                        <a:gd name="connsiteY8" fmla="*/ 2069 h 3395"/>
                        <a:gd name="connsiteX9" fmla="*/ 9074 w 21740"/>
                        <a:gd name="connsiteY9" fmla="*/ 1909 h 3395"/>
                        <a:gd name="connsiteX10" fmla="*/ 10750 w 21740"/>
                        <a:gd name="connsiteY10" fmla="*/ 2902 h 3395"/>
                        <a:gd name="connsiteX11" fmla="*/ 15777 w 21740"/>
                        <a:gd name="connsiteY11" fmla="*/ 2636 h 3395"/>
                        <a:gd name="connsiteX12" fmla="*/ 18387 w 21740"/>
                        <a:gd name="connsiteY12" fmla="*/ 1551 h 3395"/>
                        <a:gd name="connsiteX13" fmla="*/ 21283 w 21740"/>
                        <a:gd name="connsiteY13" fmla="*/ 1314 h 3395"/>
                        <a:gd name="connsiteX14" fmla="*/ 21550 w 21740"/>
                        <a:gd name="connsiteY14" fmla="*/ 403 h 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740" h="3395">
                          <a:moveTo>
                            <a:pt x="21550" y="403"/>
                          </a:moveTo>
                          <a:cubicBezTo>
                            <a:pt x="20319" y="-512"/>
                            <a:pt x="18290" y="345"/>
                            <a:pt x="17060" y="873"/>
                          </a:cubicBezTo>
                          <a:cubicBezTo>
                            <a:pt x="15544" y="1522"/>
                            <a:pt x="13757" y="2694"/>
                            <a:pt x="12033" y="2321"/>
                          </a:cubicBezTo>
                          <a:cubicBezTo>
                            <a:pt x="11011" y="2098"/>
                            <a:pt x="10299" y="1241"/>
                            <a:pt x="9316" y="921"/>
                          </a:cubicBezTo>
                          <a:cubicBezTo>
                            <a:pt x="8435" y="636"/>
                            <a:pt x="7505" y="761"/>
                            <a:pt x="6629" y="999"/>
                          </a:cubicBezTo>
                          <a:cubicBezTo>
                            <a:pt x="5374" y="1338"/>
                            <a:pt x="1810" y="3062"/>
                            <a:pt x="1238" y="815"/>
                          </a:cubicBezTo>
                          <a:cubicBezTo>
                            <a:pt x="1040" y="25"/>
                            <a:pt x="-181" y="364"/>
                            <a:pt x="23" y="1149"/>
                          </a:cubicBezTo>
                          <a:cubicBezTo>
                            <a:pt x="454" y="2834"/>
                            <a:pt x="2270" y="3319"/>
                            <a:pt x="3824" y="3120"/>
                          </a:cubicBezTo>
                          <a:cubicBezTo>
                            <a:pt x="4895" y="2980"/>
                            <a:pt x="5820" y="2442"/>
                            <a:pt x="6817" y="2069"/>
                          </a:cubicBezTo>
                          <a:cubicBezTo>
                            <a:pt x="7563" y="1793"/>
                            <a:pt x="8299" y="1633"/>
                            <a:pt x="9074" y="1909"/>
                          </a:cubicBezTo>
                          <a:cubicBezTo>
                            <a:pt x="9694" y="2132"/>
                            <a:pt x="10178" y="2587"/>
                            <a:pt x="10750" y="2902"/>
                          </a:cubicBezTo>
                          <a:cubicBezTo>
                            <a:pt x="12382" y="3808"/>
                            <a:pt x="14159" y="3314"/>
                            <a:pt x="15777" y="2636"/>
                          </a:cubicBezTo>
                          <a:cubicBezTo>
                            <a:pt x="16644" y="2272"/>
                            <a:pt x="17491" y="1846"/>
                            <a:pt x="18387" y="1551"/>
                          </a:cubicBezTo>
                          <a:cubicBezTo>
                            <a:pt x="19399" y="1212"/>
                            <a:pt x="20285" y="1435"/>
                            <a:pt x="21283" y="1314"/>
                          </a:cubicBezTo>
                          <a:cubicBezTo>
                            <a:pt x="21704" y="1265"/>
                            <a:pt x="21922" y="679"/>
                            <a:pt x="21550" y="403"/>
                          </a:cubicBezTo>
                          <a:close/>
                        </a:path>
                      </a:pathLst>
                    </a:custGeom>
                    <a:solidFill>
                      <a:srgbClr val="8A578C"/>
                    </a:solidFill>
                    <a:ln w="4839" cap="flat">
                      <a:noFill/>
                      <a:prstDash val="solid"/>
                      <a:miter/>
                    </a:ln>
                  </p:spPr>
                  <p:txBody>
                    <a:bodyPr rtlCol="0" anchor="ctr"/>
                    <a:lstStyle/>
                    <a:p>
                      <a:endParaRPr lang="vi-VN"/>
                    </a:p>
                  </p:txBody>
                </p:sp>
                <p:sp>
                  <p:nvSpPr>
                    <p:cNvPr id="904" name="Freeform: Shape 903">
                      <a:extLst>
                        <a:ext uri="{FF2B5EF4-FFF2-40B4-BE49-F238E27FC236}">
                          <a16:creationId xmlns:a16="http://schemas.microsoft.com/office/drawing/2014/main" id="{A8770CBB-B182-FDDF-09EC-77E9BAA379FB}"/>
                        </a:ext>
                      </a:extLst>
                    </p:cNvPr>
                    <p:cNvSpPr/>
                    <p:nvPr/>
                  </p:nvSpPr>
                  <p:spPr>
                    <a:xfrm>
                      <a:off x="2038173" y="4307259"/>
                      <a:ext cx="23692" cy="5403"/>
                    </a:xfrm>
                    <a:custGeom>
                      <a:avLst/>
                      <a:gdLst>
                        <a:gd name="connsiteX0" fmla="*/ 23521 w 23692"/>
                        <a:gd name="connsiteY0" fmla="*/ 2043 h 5403"/>
                        <a:gd name="connsiteX1" fmla="*/ 19361 w 23692"/>
                        <a:gd name="connsiteY1" fmla="*/ 648 h 5403"/>
                        <a:gd name="connsiteX2" fmla="*/ 14930 w 23692"/>
                        <a:gd name="connsiteY2" fmla="*/ 1777 h 5403"/>
                        <a:gd name="connsiteX3" fmla="*/ 10251 w 23692"/>
                        <a:gd name="connsiteY3" fmla="*/ 3021 h 5403"/>
                        <a:gd name="connsiteX4" fmla="*/ 7389 w 23692"/>
                        <a:gd name="connsiteY4" fmla="*/ 600 h 5403"/>
                        <a:gd name="connsiteX5" fmla="*/ 6159 w 23692"/>
                        <a:gd name="connsiteY5" fmla="*/ 445 h 5403"/>
                        <a:gd name="connsiteX6" fmla="*/ 4174 w 23692"/>
                        <a:gd name="connsiteY6" fmla="*/ 3496 h 5403"/>
                        <a:gd name="connsiteX7" fmla="*/ 1365 w 23692"/>
                        <a:gd name="connsiteY7" fmla="*/ 2958 h 5403"/>
                        <a:gd name="connsiteX8" fmla="*/ 38 w 23692"/>
                        <a:gd name="connsiteY8" fmla="*/ 3520 h 5403"/>
                        <a:gd name="connsiteX9" fmla="*/ 3772 w 23692"/>
                        <a:gd name="connsiteY9" fmla="*/ 5302 h 5403"/>
                        <a:gd name="connsiteX10" fmla="*/ 6697 w 23692"/>
                        <a:gd name="connsiteY10" fmla="*/ 2401 h 5403"/>
                        <a:gd name="connsiteX11" fmla="*/ 11985 w 23692"/>
                        <a:gd name="connsiteY11" fmla="*/ 4242 h 5403"/>
                        <a:gd name="connsiteX12" fmla="*/ 17235 w 23692"/>
                        <a:gd name="connsiteY12" fmla="*/ 2416 h 5403"/>
                        <a:gd name="connsiteX13" fmla="*/ 20494 w 23692"/>
                        <a:gd name="connsiteY13" fmla="*/ 2406 h 5403"/>
                        <a:gd name="connsiteX14" fmla="*/ 22921 w 23692"/>
                        <a:gd name="connsiteY14" fmla="*/ 3074 h 5403"/>
                        <a:gd name="connsiteX15" fmla="*/ 23521 w 23692"/>
                        <a:gd name="connsiteY15" fmla="*/ 2043 h 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692" h="5403">
                          <a:moveTo>
                            <a:pt x="23521" y="2043"/>
                          </a:moveTo>
                          <a:cubicBezTo>
                            <a:pt x="22581" y="953"/>
                            <a:pt x="20732" y="600"/>
                            <a:pt x="19361" y="648"/>
                          </a:cubicBezTo>
                          <a:cubicBezTo>
                            <a:pt x="17826" y="701"/>
                            <a:pt x="16334" y="1191"/>
                            <a:pt x="14930" y="1777"/>
                          </a:cubicBezTo>
                          <a:cubicBezTo>
                            <a:pt x="13467" y="2387"/>
                            <a:pt x="11884" y="3215"/>
                            <a:pt x="10251" y="3021"/>
                          </a:cubicBezTo>
                          <a:cubicBezTo>
                            <a:pt x="8924" y="2866"/>
                            <a:pt x="7433" y="2091"/>
                            <a:pt x="7389" y="600"/>
                          </a:cubicBezTo>
                          <a:cubicBezTo>
                            <a:pt x="7365" y="-146"/>
                            <a:pt x="6406" y="-195"/>
                            <a:pt x="6159" y="445"/>
                          </a:cubicBezTo>
                          <a:cubicBezTo>
                            <a:pt x="5748" y="1520"/>
                            <a:pt x="5123" y="2803"/>
                            <a:pt x="4174" y="3496"/>
                          </a:cubicBezTo>
                          <a:cubicBezTo>
                            <a:pt x="3292" y="4145"/>
                            <a:pt x="1747" y="4145"/>
                            <a:pt x="1365" y="2958"/>
                          </a:cubicBezTo>
                          <a:cubicBezTo>
                            <a:pt x="1079" y="2072"/>
                            <a:pt x="-238" y="2648"/>
                            <a:pt x="38" y="3520"/>
                          </a:cubicBezTo>
                          <a:cubicBezTo>
                            <a:pt x="527" y="5070"/>
                            <a:pt x="2290" y="5661"/>
                            <a:pt x="3772" y="5302"/>
                          </a:cubicBezTo>
                          <a:cubicBezTo>
                            <a:pt x="5297" y="4934"/>
                            <a:pt x="6101" y="3723"/>
                            <a:pt x="6697" y="2401"/>
                          </a:cubicBezTo>
                          <a:cubicBezTo>
                            <a:pt x="7748" y="3990"/>
                            <a:pt x="10106" y="4605"/>
                            <a:pt x="11985" y="4242"/>
                          </a:cubicBezTo>
                          <a:cubicBezTo>
                            <a:pt x="13821" y="3883"/>
                            <a:pt x="15438" y="2900"/>
                            <a:pt x="17235" y="2416"/>
                          </a:cubicBezTo>
                          <a:cubicBezTo>
                            <a:pt x="18325" y="2125"/>
                            <a:pt x="19400" y="2193"/>
                            <a:pt x="20494" y="2406"/>
                          </a:cubicBezTo>
                          <a:cubicBezTo>
                            <a:pt x="21318" y="2566"/>
                            <a:pt x="22097" y="2963"/>
                            <a:pt x="22921" y="3074"/>
                          </a:cubicBezTo>
                          <a:cubicBezTo>
                            <a:pt x="23516" y="3162"/>
                            <a:pt x="23947" y="2542"/>
                            <a:pt x="23521" y="2043"/>
                          </a:cubicBezTo>
                          <a:close/>
                        </a:path>
                      </a:pathLst>
                    </a:custGeom>
                    <a:solidFill>
                      <a:srgbClr val="8A578C"/>
                    </a:solidFill>
                    <a:ln w="4839" cap="flat">
                      <a:noFill/>
                      <a:prstDash val="solid"/>
                      <a:miter/>
                    </a:ln>
                  </p:spPr>
                  <p:txBody>
                    <a:bodyPr rtlCol="0" anchor="ctr"/>
                    <a:lstStyle/>
                    <a:p>
                      <a:endParaRPr lang="vi-VN"/>
                    </a:p>
                  </p:txBody>
                </p:sp>
                <p:sp>
                  <p:nvSpPr>
                    <p:cNvPr id="905" name="Freeform: Shape 904">
                      <a:extLst>
                        <a:ext uri="{FF2B5EF4-FFF2-40B4-BE49-F238E27FC236}">
                          <a16:creationId xmlns:a16="http://schemas.microsoft.com/office/drawing/2014/main" id="{6DFEC140-311D-39AE-7588-3BDF9A12B99A}"/>
                        </a:ext>
                      </a:extLst>
                    </p:cNvPr>
                    <p:cNvSpPr/>
                    <p:nvPr/>
                  </p:nvSpPr>
                  <p:spPr>
                    <a:xfrm>
                      <a:off x="2041335" y="4317746"/>
                      <a:ext cx="20773" cy="5774"/>
                    </a:xfrm>
                    <a:custGeom>
                      <a:avLst/>
                      <a:gdLst>
                        <a:gd name="connsiteX0" fmla="*/ 20161 w 20773"/>
                        <a:gd name="connsiteY0" fmla="*/ 6 h 5774"/>
                        <a:gd name="connsiteX1" fmla="*/ 15163 w 20773"/>
                        <a:gd name="connsiteY1" fmla="*/ 728 h 5774"/>
                        <a:gd name="connsiteX2" fmla="*/ 10702 w 20773"/>
                        <a:gd name="connsiteY2" fmla="*/ 113 h 5774"/>
                        <a:gd name="connsiteX3" fmla="*/ 9918 w 20773"/>
                        <a:gd name="connsiteY3" fmla="*/ 646 h 5774"/>
                        <a:gd name="connsiteX4" fmla="*/ 7370 w 20773"/>
                        <a:gd name="connsiteY4" fmla="*/ 1546 h 5774"/>
                        <a:gd name="connsiteX5" fmla="*/ 4532 w 20773"/>
                        <a:gd name="connsiteY5" fmla="*/ 2166 h 5774"/>
                        <a:gd name="connsiteX6" fmla="*/ 3099 w 20773"/>
                        <a:gd name="connsiteY6" fmla="*/ 4331 h 5774"/>
                        <a:gd name="connsiteX7" fmla="*/ 1263 w 20773"/>
                        <a:gd name="connsiteY7" fmla="*/ 2278 h 5774"/>
                        <a:gd name="connsiteX8" fmla="*/ 24 w 20773"/>
                        <a:gd name="connsiteY8" fmla="*/ 2651 h 5774"/>
                        <a:gd name="connsiteX9" fmla="*/ 1893 w 20773"/>
                        <a:gd name="connsiteY9" fmla="*/ 5547 h 5774"/>
                        <a:gd name="connsiteX10" fmla="*/ 4721 w 20773"/>
                        <a:gd name="connsiteY10" fmla="*/ 4404 h 5774"/>
                        <a:gd name="connsiteX11" fmla="*/ 6102 w 20773"/>
                        <a:gd name="connsiteY11" fmla="*/ 2781 h 5774"/>
                        <a:gd name="connsiteX12" fmla="*/ 8610 w 20773"/>
                        <a:gd name="connsiteY12" fmla="*/ 2883 h 5774"/>
                        <a:gd name="connsiteX13" fmla="*/ 11007 w 20773"/>
                        <a:gd name="connsiteY13" fmla="*/ 1551 h 5774"/>
                        <a:gd name="connsiteX14" fmla="*/ 15502 w 20773"/>
                        <a:gd name="connsiteY14" fmla="*/ 1677 h 5774"/>
                        <a:gd name="connsiteX15" fmla="*/ 17870 w 20773"/>
                        <a:gd name="connsiteY15" fmla="*/ 1668 h 5774"/>
                        <a:gd name="connsiteX16" fmla="*/ 20340 w 20773"/>
                        <a:gd name="connsiteY16" fmla="*/ 1251 h 5774"/>
                        <a:gd name="connsiteX17" fmla="*/ 20161 w 20773"/>
                        <a:gd name="connsiteY17" fmla="*/ 6 h 5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73" h="5774">
                          <a:moveTo>
                            <a:pt x="20161" y="6"/>
                          </a:moveTo>
                          <a:cubicBezTo>
                            <a:pt x="18562" y="220"/>
                            <a:pt x="16741" y="1048"/>
                            <a:pt x="15163" y="728"/>
                          </a:cubicBezTo>
                          <a:cubicBezTo>
                            <a:pt x="13695" y="433"/>
                            <a:pt x="12184" y="345"/>
                            <a:pt x="10702" y="113"/>
                          </a:cubicBezTo>
                          <a:cubicBezTo>
                            <a:pt x="10378" y="65"/>
                            <a:pt x="9942" y="273"/>
                            <a:pt x="9918" y="646"/>
                          </a:cubicBezTo>
                          <a:cubicBezTo>
                            <a:pt x="9840" y="1813"/>
                            <a:pt x="8169" y="1609"/>
                            <a:pt x="7370" y="1546"/>
                          </a:cubicBezTo>
                          <a:cubicBezTo>
                            <a:pt x="6397" y="1474"/>
                            <a:pt x="5327" y="1513"/>
                            <a:pt x="4532" y="2166"/>
                          </a:cubicBezTo>
                          <a:cubicBezTo>
                            <a:pt x="3888" y="2694"/>
                            <a:pt x="3782" y="3934"/>
                            <a:pt x="3099" y="4331"/>
                          </a:cubicBezTo>
                          <a:cubicBezTo>
                            <a:pt x="2116" y="4898"/>
                            <a:pt x="1438" y="2912"/>
                            <a:pt x="1263" y="2278"/>
                          </a:cubicBezTo>
                          <a:cubicBezTo>
                            <a:pt x="1045" y="1469"/>
                            <a:pt x="-185" y="1847"/>
                            <a:pt x="24" y="2651"/>
                          </a:cubicBezTo>
                          <a:cubicBezTo>
                            <a:pt x="300" y="3726"/>
                            <a:pt x="852" y="5004"/>
                            <a:pt x="1893" y="5547"/>
                          </a:cubicBezTo>
                          <a:cubicBezTo>
                            <a:pt x="3070" y="6162"/>
                            <a:pt x="4145" y="5445"/>
                            <a:pt x="4721" y="4404"/>
                          </a:cubicBezTo>
                          <a:cubicBezTo>
                            <a:pt x="5094" y="3735"/>
                            <a:pt x="5269" y="2975"/>
                            <a:pt x="6102" y="2781"/>
                          </a:cubicBezTo>
                          <a:cubicBezTo>
                            <a:pt x="6915" y="2593"/>
                            <a:pt x="7787" y="2932"/>
                            <a:pt x="8610" y="2883"/>
                          </a:cubicBezTo>
                          <a:cubicBezTo>
                            <a:pt x="9569" y="2830"/>
                            <a:pt x="10576" y="2399"/>
                            <a:pt x="11007" y="1551"/>
                          </a:cubicBezTo>
                          <a:cubicBezTo>
                            <a:pt x="12494" y="1871"/>
                            <a:pt x="14000" y="1997"/>
                            <a:pt x="15502" y="1677"/>
                          </a:cubicBezTo>
                          <a:cubicBezTo>
                            <a:pt x="16310" y="1503"/>
                            <a:pt x="17051" y="1697"/>
                            <a:pt x="17870" y="1668"/>
                          </a:cubicBezTo>
                          <a:cubicBezTo>
                            <a:pt x="18688" y="1639"/>
                            <a:pt x="19560" y="1503"/>
                            <a:pt x="20340" y="1251"/>
                          </a:cubicBezTo>
                          <a:cubicBezTo>
                            <a:pt x="20979" y="1033"/>
                            <a:pt x="20906" y="-95"/>
                            <a:pt x="20161" y="6"/>
                          </a:cubicBezTo>
                          <a:close/>
                        </a:path>
                      </a:pathLst>
                    </a:custGeom>
                    <a:solidFill>
                      <a:srgbClr val="8A578C"/>
                    </a:solidFill>
                    <a:ln w="4839" cap="flat">
                      <a:noFill/>
                      <a:prstDash val="solid"/>
                      <a:miter/>
                    </a:ln>
                  </p:spPr>
                  <p:txBody>
                    <a:bodyPr rtlCol="0" anchor="ctr"/>
                    <a:lstStyle/>
                    <a:p>
                      <a:endParaRPr lang="vi-VN"/>
                    </a:p>
                  </p:txBody>
                </p:sp>
                <p:sp>
                  <p:nvSpPr>
                    <p:cNvPr id="906" name="Freeform: Shape 905">
                      <a:extLst>
                        <a:ext uri="{FF2B5EF4-FFF2-40B4-BE49-F238E27FC236}">
                          <a16:creationId xmlns:a16="http://schemas.microsoft.com/office/drawing/2014/main" id="{2B905EE8-D06C-930B-5048-7BABA80C9692}"/>
                        </a:ext>
                      </a:extLst>
                    </p:cNvPr>
                    <p:cNvSpPr/>
                    <p:nvPr/>
                  </p:nvSpPr>
                  <p:spPr>
                    <a:xfrm>
                      <a:off x="2041127" y="4333734"/>
                      <a:ext cx="13642" cy="2629"/>
                    </a:xfrm>
                    <a:custGeom>
                      <a:avLst/>
                      <a:gdLst>
                        <a:gd name="connsiteX0" fmla="*/ 13491 w 13642"/>
                        <a:gd name="connsiteY0" fmla="*/ 1633 h 2629"/>
                        <a:gd name="connsiteX1" fmla="*/ 10566 w 13642"/>
                        <a:gd name="connsiteY1" fmla="*/ 349 h 2629"/>
                        <a:gd name="connsiteX2" fmla="*/ 7065 w 13642"/>
                        <a:gd name="connsiteY2" fmla="*/ 1 h 2629"/>
                        <a:gd name="connsiteX3" fmla="*/ 3704 w 13642"/>
                        <a:gd name="connsiteY3" fmla="*/ 257 h 2629"/>
                        <a:gd name="connsiteX4" fmla="*/ 323 w 13642"/>
                        <a:gd name="connsiteY4" fmla="*/ 1468 h 2629"/>
                        <a:gd name="connsiteX5" fmla="*/ 958 w 13642"/>
                        <a:gd name="connsiteY5" fmla="*/ 2558 h 2629"/>
                        <a:gd name="connsiteX6" fmla="*/ 3858 w 13642"/>
                        <a:gd name="connsiteY6" fmla="*/ 1526 h 2629"/>
                        <a:gd name="connsiteX7" fmla="*/ 6837 w 13642"/>
                        <a:gd name="connsiteY7" fmla="*/ 1081 h 2629"/>
                        <a:gd name="connsiteX8" fmla="*/ 9956 w 13642"/>
                        <a:gd name="connsiteY8" fmla="*/ 1492 h 2629"/>
                        <a:gd name="connsiteX9" fmla="*/ 13060 w 13642"/>
                        <a:gd name="connsiteY9" fmla="*/ 2432 h 2629"/>
                        <a:gd name="connsiteX10" fmla="*/ 13491 w 13642"/>
                        <a:gd name="connsiteY10" fmla="*/ 1633 h 2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42" h="2629">
                          <a:moveTo>
                            <a:pt x="13491" y="1633"/>
                          </a:moveTo>
                          <a:cubicBezTo>
                            <a:pt x="12677" y="863"/>
                            <a:pt x="11651" y="563"/>
                            <a:pt x="10566" y="349"/>
                          </a:cubicBezTo>
                          <a:cubicBezTo>
                            <a:pt x="9423" y="122"/>
                            <a:pt x="8232" y="6"/>
                            <a:pt x="7065" y="1"/>
                          </a:cubicBezTo>
                          <a:cubicBezTo>
                            <a:pt x="5917" y="-4"/>
                            <a:pt x="4832" y="6"/>
                            <a:pt x="3704" y="257"/>
                          </a:cubicBezTo>
                          <a:cubicBezTo>
                            <a:pt x="2527" y="514"/>
                            <a:pt x="1398" y="935"/>
                            <a:pt x="323" y="1468"/>
                          </a:cubicBezTo>
                          <a:cubicBezTo>
                            <a:pt x="-408" y="1831"/>
                            <a:pt x="231" y="2916"/>
                            <a:pt x="958" y="2558"/>
                          </a:cubicBezTo>
                          <a:cubicBezTo>
                            <a:pt x="1883" y="2103"/>
                            <a:pt x="2851" y="1759"/>
                            <a:pt x="3858" y="1526"/>
                          </a:cubicBezTo>
                          <a:cubicBezTo>
                            <a:pt x="4808" y="1308"/>
                            <a:pt x="5859" y="1090"/>
                            <a:pt x="6837" y="1081"/>
                          </a:cubicBezTo>
                          <a:cubicBezTo>
                            <a:pt x="7898" y="1071"/>
                            <a:pt x="8934" y="1212"/>
                            <a:pt x="9956" y="1492"/>
                          </a:cubicBezTo>
                          <a:cubicBezTo>
                            <a:pt x="11002" y="1783"/>
                            <a:pt x="11980" y="2296"/>
                            <a:pt x="13060" y="2432"/>
                          </a:cubicBezTo>
                          <a:cubicBezTo>
                            <a:pt x="13506" y="2485"/>
                            <a:pt x="13854" y="1977"/>
                            <a:pt x="13491" y="1633"/>
                          </a:cubicBezTo>
                          <a:close/>
                        </a:path>
                      </a:pathLst>
                    </a:custGeom>
                    <a:solidFill>
                      <a:srgbClr val="8A578C"/>
                    </a:solidFill>
                    <a:ln w="4839" cap="flat">
                      <a:noFill/>
                      <a:prstDash val="solid"/>
                      <a:miter/>
                    </a:ln>
                  </p:spPr>
                  <p:txBody>
                    <a:bodyPr rtlCol="0" anchor="ctr"/>
                    <a:lstStyle/>
                    <a:p>
                      <a:endParaRPr lang="vi-VN"/>
                    </a:p>
                  </p:txBody>
                </p:sp>
              </p:grpSp>
              <p:sp>
                <p:nvSpPr>
                  <p:cNvPr id="900" name="Freeform: Shape 899">
                    <a:extLst>
                      <a:ext uri="{FF2B5EF4-FFF2-40B4-BE49-F238E27FC236}">
                        <a16:creationId xmlns:a16="http://schemas.microsoft.com/office/drawing/2014/main" id="{D3E8ECAE-7A31-6076-497D-A4EE7E5D74C5}"/>
                      </a:ext>
                    </a:extLst>
                  </p:cNvPr>
                  <p:cNvSpPr/>
                  <p:nvPr/>
                </p:nvSpPr>
                <p:spPr>
                  <a:xfrm rot="-290501">
                    <a:off x="2044319" y="4262755"/>
                    <a:ext cx="5816" cy="8193"/>
                  </a:xfrm>
                  <a:custGeom>
                    <a:avLst/>
                    <a:gdLst>
                      <a:gd name="connsiteX0" fmla="*/ 0 w 5816"/>
                      <a:gd name="connsiteY0" fmla="*/ 0 h 8193"/>
                      <a:gd name="connsiteX1" fmla="*/ 5816 w 5816"/>
                      <a:gd name="connsiteY1" fmla="*/ 0 h 8193"/>
                      <a:gd name="connsiteX2" fmla="*/ 5816 w 5816"/>
                      <a:gd name="connsiteY2" fmla="*/ 8194 h 8193"/>
                      <a:gd name="connsiteX3" fmla="*/ 0 w 5816"/>
                      <a:gd name="connsiteY3" fmla="*/ 8194 h 8193"/>
                    </a:gdLst>
                    <a:ahLst/>
                    <a:cxnLst>
                      <a:cxn ang="0">
                        <a:pos x="connsiteX0" y="connsiteY0"/>
                      </a:cxn>
                      <a:cxn ang="0">
                        <a:pos x="connsiteX1" y="connsiteY1"/>
                      </a:cxn>
                      <a:cxn ang="0">
                        <a:pos x="connsiteX2" y="connsiteY2"/>
                      </a:cxn>
                      <a:cxn ang="0">
                        <a:pos x="connsiteX3" y="connsiteY3"/>
                      </a:cxn>
                    </a:cxnLst>
                    <a:rect l="l" t="t" r="r" b="b"/>
                    <a:pathLst>
                      <a:path w="5816" h="8193">
                        <a:moveTo>
                          <a:pt x="0" y="0"/>
                        </a:moveTo>
                        <a:lnTo>
                          <a:pt x="5816" y="0"/>
                        </a:lnTo>
                        <a:lnTo>
                          <a:pt x="5816" y="8194"/>
                        </a:lnTo>
                        <a:lnTo>
                          <a:pt x="0" y="8194"/>
                        </a:lnTo>
                        <a:close/>
                      </a:path>
                    </a:pathLst>
                  </a:custGeom>
                  <a:solidFill>
                    <a:srgbClr val="FFFFFF">
                      <a:alpha val="63000"/>
                    </a:srgbClr>
                  </a:solidFill>
                  <a:ln w="4839" cap="flat">
                    <a:noFill/>
                    <a:prstDash val="solid"/>
                    <a:miter/>
                  </a:ln>
                </p:spPr>
                <p:txBody>
                  <a:bodyPr rtlCol="0" anchor="ctr"/>
                  <a:lstStyle/>
                  <a:p>
                    <a:endParaRPr lang="vi-VN"/>
                  </a:p>
                </p:txBody>
              </p:sp>
            </p:grpSp>
          </p:grpSp>
          <p:grpSp>
            <p:nvGrpSpPr>
              <p:cNvPr id="869" name="Graphic 1991">
                <a:extLst>
                  <a:ext uri="{FF2B5EF4-FFF2-40B4-BE49-F238E27FC236}">
                    <a16:creationId xmlns:a16="http://schemas.microsoft.com/office/drawing/2014/main" id="{54AB95EF-9D41-B53A-45D1-D99C361C5072}"/>
                  </a:ext>
                </a:extLst>
              </p:cNvPr>
              <p:cNvGrpSpPr/>
              <p:nvPr/>
            </p:nvGrpSpPr>
            <p:grpSpPr>
              <a:xfrm>
                <a:off x="2312401" y="3916020"/>
                <a:ext cx="374428" cy="577292"/>
                <a:chOff x="2312401" y="3916020"/>
                <a:chExt cx="374428" cy="577292"/>
              </a:xfrm>
            </p:grpSpPr>
            <p:grpSp>
              <p:nvGrpSpPr>
                <p:cNvPr id="870" name="Graphic 1991">
                  <a:extLst>
                    <a:ext uri="{FF2B5EF4-FFF2-40B4-BE49-F238E27FC236}">
                      <a16:creationId xmlns:a16="http://schemas.microsoft.com/office/drawing/2014/main" id="{3CAA931B-08FD-0E35-35FB-B6F0F99473B8}"/>
                    </a:ext>
                  </a:extLst>
                </p:cNvPr>
                <p:cNvGrpSpPr/>
                <p:nvPr/>
              </p:nvGrpSpPr>
              <p:grpSpPr>
                <a:xfrm>
                  <a:off x="2312401" y="3916020"/>
                  <a:ext cx="374428" cy="577292"/>
                  <a:chOff x="2312401" y="3916020"/>
                  <a:chExt cx="374428" cy="577292"/>
                </a:xfrm>
              </p:grpSpPr>
              <p:sp>
                <p:nvSpPr>
                  <p:cNvPr id="892" name="Freeform: Shape 891">
                    <a:extLst>
                      <a:ext uri="{FF2B5EF4-FFF2-40B4-BE49-F238E27FC236}">
                        <a16:creationId xmlns:a16="http://schemas.microsoft.com/office/drawing/2014/main" id="{0B8940A2-E20A-5EB2-8B2A-02DA41EADCF1}"/>
                      </a:ext>
                    </a:extLst>
                  </p:cNvPr>
                  <p:cNvSpPr/>
                  <p:nvPr/>
                </p:nvSpPr>
                <p:spPr>
                  <a:xfrm>
                    <a:off x="2312401" y="3916020"/>
                    <a:ext cx="374428" cy="577292"/>
                  </a:xfrm>
                  <a:custGeom>
                    <a:avLst/>
                    <a:gdLst>
                      <a:gd name="connsiteX0" fmla="*/ 322019 w 374428"/>
                      <a:gd name="connsiteY0" fmla="*/ 577293 h 577292"/>
                      <a:gd name="connsiteX1" fmla="*/ 31057 w 374428"/>
                      <a:gd name="connsiteY1" fmla="*/ 552919 h 577292"/>
                      <a:gd name="connsiteX2" fmla="*/ 0 w 374428"/>
                      <a:gd name="connsiteY2" fmla="*/ 30438 h 577292"/>
                      <a:gd name="connsiteX3" fmla="*/ 374429 w 374428"/>
                      <a:gd name="connsiteY3" fmla="*/ 0 h 577292"/>
                    </a:gdLst>
                    <a:ahLst/>
                    <a:cxnLst>
                      <a:cxn ang="0">
                        <a:pos x="connsiteX0" y="connsiteY0"/>
                      </a:cxn>
                      <a:cxn ang="0">
                        <a:pos x="connsiteX1" y="connsiteY1"/>
                      </a:cxn>
                      <a:cxn ang="0">
                        <a:pos x="connsiteX2" y="connsiteY2"/>
                      </a:cxn>
                      <a:cxn ang="0">
                        <a:pos x="connsiteX3" y="connsiteY3"/>
                      </a:cxn>
                    </a:cxnLst>
                    <a:rect l="l" t="t" r="r" b="b"/>
                    <a:pathLst>
                      <a:path w="374428" h="577292">
                        <a:moveTo>
                          <a:pt x="322019" y="577293"/>
                        </a:moveTo>
                        <a:lnTo>
                          <a:pt x="31057" y="552919"/>
                        </a:lnTo>
                        <a:lnTo>
                          <a:pt x="0" y="30438"/>
                        </a:lnTo>
                        <a:lnTo>
                          <a:pt x="374429" y="0"/>
                        </a:lnTo>
                        <a:close/>
                      </a:path>
                    </a:pathLst>
                  </a:custGeom>
                  <a:solidFill>
                    <a:srgbClr val="D18BCF"/>
                  </a:solidFill>
                  <a:ln w="4839" cap="flat">
                    <a:noFill/>
                    <a:prstDash val="solid"/>
                    <a:miter/>
                  </a:ln>
                </p:spPr>
                <p:txBody>
                  <a:bodyPr rtlCol="0" anchor="ctr"/>
                  <a:lstStyle/>
                  <a:p>
                    <a:endParaRPr lang="vi-VN"/>
                  </a:p>
                </p:txBody>
              </p:sp>
              <p:sp>
                <p:nvSpPr>
                  <p:cNvPr id="893" name="Freeform: Shape 892">
                    <a:extLst>
                      <a:ext uri="{FF2B5EF4-FFF2-40B4-BE49-F238E27FC236}">
                        <a16:creationId xmlns:a16="http://schemas.microsoft.com/office/drawing/2014/main" id="{2BAECD7A-5D45-2BE8-F26F-6F71963253D2}"/>
                      </a:ext>
                    </a:extLst>
                  </p:cNvPr>
                  <p:cNvSpPr/>
                  <p:nvPr/>
                </p:nvSpPr>
                <p:spPr>
                  <a:xfrm>
                    <a:off x="2331952" y="3949296"/>
                    <a:ext cx="314870" cy="519047"/>
                  </a:xfrm>
                  <a:custGeom>
                    <a:avLst/>
                    <a:gdLst>
                      <a:gd name="connsiteX0" fmla="*/ 250906 w 314870"/>
                      <a:gd name="connsiteY0" fmla="*/ 519047 h 519047"/>
                      <a:gd name="connsiteX1" fmla="*/ 97662 w 314870"/>
                      <a:gd name="connsiteY1" fmla="*/ 509347 h 519047"/>
                      <a:gd name="connsiteX2" fmla="*/ 31624 w 314870"/>
                      <a:gd name="connsiteY2" fmla="*/ 504833 h 519047"/>
                      <a:gd name="connsiteX3" fmla="*/ 28719 w 314870"/>
                      <a:gd name="connsiteY3" fmla="*/ 504993 h 519047"/>
                      <a:gd name="connsiteX4" fmla="*/ 0 w 314870"/>
                      <a:gd name="connsiteY4" fmla="*/ 15241 h 519047"/>
                      <a:gd name="connsiteX5" fmla="*/ 314871 w 314870"/>
                      <a:gd name="connsiteY5" fmla="*/ 0 h 519047"/>
                      <a:gd name="connsiteX6" fmla="*/ 314522 w 314870"/>
                      <a:gd name="connsiteY6" fmla="*/ 3380 h 519047"/>
                      <a:gd name="connsiteX7" fmla="*/ 262897 w 314870"/>
                      <a:gd name="connsiteY7" fmla="*/ 515541 h 519047"/>
                      <a:gd name="connsiteX8" fmla="*/ 262844 w 314870"/>
                      <a:gd name="connsiteY8" fmla="*/ 516747 h 519047"/>
                      <a:gd name="connsiteX9" fmla="*/ 261889 w 314870"/>
                      <a:gd name="connsiteY9" fmla="*/ 517759 h 519047"/>
                      <a:gd name="connsiteX10" fmla="*/ 250906 w 314870"/>
                      <a:gd name="connsiteY10" fmla="*/ 519047 h 519047"/>
                      <a:gd name="connsiteX11" fmla="*/ 257071 w 314870"/>
                      <a:gd name="connsiteY11" fmla="*/ 515163 h 519047"/>
                      <a:gd name="connsiteX12" fmla="*/ 257051 w 314870"/>
                      <a:gd name="connsiteY12" fmla="*/ 515478 h 519047"/>
                      <a:gd name="connsiteX13" fmla="*/ 257071 w 314870"/>
                      <a:gd name="connsiteY13" fmla="*/ 515163 h 519047"/>
                      <a:gd name="connsiteX14" fmla="*/ 34230 w 314870"/>
                      <a:gd name="connsiteY14" fmla="*/ 499041 h 519047"/>
                      <a:gd name="connsiteX15" fmla="*/ 98098 w 314870"/>
                      <a:gd name="connsiteY15" fmla="*/ 503516 h 519047"/>
                      <a:gd name="connsiteX16" fmla="*/ 257235 w 314870"/>
                      <a:gd name="connsiteY16" fmla="*/ 513207 h 519047"/>
                      <a:gd name="connsiteX17" fmla="*/ 308362 w 314870"/>
                      <a:gd name="connsiteY17" fmla="*/ 6170 h 519047"/>
                      <a:gd name="connsiteX18" fmla="*/ 6184 w 314870"/>
                      <a:gd name="connsiteY18" fmla="*/ 20800 h 519047"/>
                      <a:gd name="connsiteX19" fmla="*/ 34230 w 314870"/>
                      <a:gd name="connsiteY19" fmla="*/ 499041 h 51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4870" h="519047">
                        <a:moveTo>
                          <a:pt x="250906" y="519047"/>
                        </a:moveTo>
                        <a:cubicBezTo>
                          <a:pt x="234067" y="519047"/>
                          <a:pt x="193362" y="516481"/>
                          <a:pt x="97662" y="509347"/>
                        </a:cubicBezTo>
                        <a:cubicBezTo>
                          <a:pt x="63902" y="506834"/>
                          <a:pt x="34704" y="504683"/>
                          <a:pt x="31624" y="504833"/>
                        </a:cubicBezTo>
                        <a:lnTo>
                          <a:pt x="28719" y="504993"/>
                        </a:lnTo>
                        <a:lnTo>
                          <a:pt x="0" y="15241"/>
                        </a:lnTo>
                        <a:lnTo>
                          <a:pt x="314871" y="0"/>
                        </a:lnTo>
                        <a:lnTo>
                          <a:pt x="314522" y="3380"/>
                        </a:lnTo>
                        <a:cubicBezTo>
                          <a:pt x="314014" y="8427"/>
                          <a:pt x="263207" y="508020"/>
                          <a:pt x="262897" y="515541"/>
                        </a:cubicBezTo>
                        <a:lnTo>
                          <a:pt x="262844" y="516747"/>
                        </a:lnTo>
                        <a:lnTo>
                          <a:pt x="261889" y="517759"/>
                        </a:lnTo>
                        <a:cubicBezTo>
                          <a:pt x="261037" y="518563"/>
                          <a:pt x="258219" y="519047"/>
                          <a:pt x="250906" y="519047"/>
                        </a:cubicBezTo>
                        <a:close/>
                        <a:moveTo>
                          <a:pt x="257071" y="515163"/>
                        </a:moveTo>
                        <a:cubicBezTo>
                          <a:pt x="257061" y="515265"/>
                          <a:pt x="257051" y="515367"/>
                          <a:pt x="257051" y="515478"/>
                        </a:cubicBezTo>
                        <a:cubicBezTo>
                          <a:pt x="257051" y="515425"/>
                          <a:pt x="257061" y="515323"/>
                          <a:pt x="257071" y="515163"/>
                        </a:cubicBezTo>
                        <a:close/>
                        <a:moveTo>
                          <a:pt x="34230" y="499041"/>
                        </a:moveTo>
                        <a:cubicBezTo>
                          <a:pt x="42128" y="499361"/>
                          <a:pt x="63883" y="500969"/>
                          <a:pt x="98098" y="503516"/>
                        </a:cubicBezTo>
                        <a:cubicBezTo>
                          <a:pt x="153002" y="507608"/>
                          <a:pt x="243240" y="514325"/>
                          <a:pt x="257235" y="513207"/>
                        </a:cubicBezTo>
                        <a:cubicBezTo>
                          <a:pt x="260325" y="478740"/>
                          <a:pt x="301931" y="69428"/>
                          <a:pt x="308362" y="6170"/>
                        </a:cubicBezTo>
                        <a:lnTo>
                          <a:pt x="6184" y="20800"/>
                        </a:lnTo>
                        <a:lnTo>
                          <a:pt x="34230" y="499041"/>
                        </a:lnTo>
                        <a:close/>
                      </a:path>
                    </a:pathLst>
                  </a:custGeom>
                  <a:solidFill>
                    <a:srgbClr val="8A578C"/>
                  </a:solidFill>
                  <a:ln w="4839" cap="flat">
                    <a:noFill/>
                    <a:prstDash val="solid"/>
                    <a:miter/>
                  </a:ln>
                </p:spPr>
                <p:txBody>
                  <a:bodyPr rtlCol="0" anchor="ctr"/>
                  <a:lstStyle/>
                  <a:p>
                    <a:endParaRPr lang="vi-VN"/>
                  </a:p>
                </p:txBody>
              </p:sp>
            </p:grpSp>
            <p:grpSp>
              <p:nvGrpSpPr>
                <p:cNvPr id="871" name="Graphic 1991">
                  <a:extLst>
                    <a:ext uri="{FF2B5EF4-FFF2-40B4-BE49-F238E27FC236}">
                      <a16:creationId xmlns:a16="http://schemas.microsoft.com/office/drawing/2014/main" id="{3E110A31-459D-06C4-5376-E8E9ABA0A4E1}"/>
                    </a:ext>
                  </a:extLst>
                </p:cNvPr>
                <p:cNvGrpSpPr/>
                <p:nvPr/>
              </p:nvGrpSpPr>
              <p:grpSpPr>
                <a:xfrm>
                  <a:off x="2364099" y="3994121"/>
                  <a:ext cx="118525" cy="158658"/>
                  <a:chOff x="2364099" y="3994121"/>
                  <a:chExt cx="118525" cy="158658"/>
                </a:xfrm>
              </p:grpSpPr>
              <p:grpSp>
                <p:nvGrpSpPr>
                  <p:cNvPr id="886" name="Graphic 1991">
                    <a:extLst>
                      <a:ext uri="{FF2B5EF4-FFF2-40B4-BE49-F238E27FC236}">
                        <a16:creationId xmlns:a16="http://schemas.microsoft.com/office/drawing/2014/main" id="{7F75C3FB-FCC4-FA1D-1F9C-9139DC0C8F9C}"/>
                      </a:ext>
                    </a:extLst>
                  </p:cNvPr>
                  <p:cNvGrpSpPr/>
                  <p:nvPr/>
                </p:nvGrpSpPr>
                <p:grpSpPr>
                  <a:xfrm>
                    <a:off x="2364099" y="4001265"/>
                    <a:ext cx="118525" cy="151514"/>
                    <a:chOff x="2364099" y="4001265"/>
                    <a:chExt cx="118525" cy="151514"/>
                  </a:xfrm>
                </p:grpSpPr>
                <p:sp>
                  <p:nvSpPr>
                    <p:cNvPr id="888" name="Freeform: Shape 887">
                      <a:extLst>
                        <a:ext uri="{FF2B5EF4-FFF2-40B4-BE49-F238E27FC236}">
                          <a16:creationId xmlns:a16="http://schemas.microsoft.com/office/drawing/2014/main" id="{EFDA7C69-7C0C-DC7D-2B60-55FAECC1800A}"/>
                        </a:ext>
                      </a:extLst>
                    </p:cNvPr>
                    <p:cNvSpPr/>
                    <p:nvPr/>
                  </p:nvSpPr>
                  <p:spPr>
                    <a:xfrm>
                      <a:off x="2364099" y="4001265"/>
                      <a:ext cx="118525" cy="151514"/>
                    </a:xfrm>
                    <a:custGeom>
                      <a:avLst/>
                      <a:gdLst>
                        <a:gd name="connsiteX0" fmla="*/ 0 w 118525"/>
                        <a:gd name="connsiteY0" fmla="*/ 12872 h 151514"/>
                        <a:gd name="connsiteX1" fmla="*/ 10993 w 118525"/>
                        <a:gd name="connsiteY1" fmla="*/ 124458 h 151514"/>
                        <a:gd name="connsiteX2" fmla="*/ 105391 w 118525"/>
                        <a:gd name="connsiteY2" fmla="*/ 151515 h 151514"/>
                        <a:gd name="connsiteX3" fmla="*/ 118525 w 118525"/>
                        <a:gd name="connsiteY3" fmla="*/ 0 h 151514"/>
                      </a:gdLst>
                      <a:ahLst/>
                      <a:cxnLst>
                        <a:cxn ang="0">
                          <a:pos x="connsiteX0" y="connsiteY0"/>
                        </a:cxn>
                        <a:cxn ang="0">
                          <a:pos x="connsiteX1" y="connsiteY1"/>
                        </a:cxn>
                        <a:cxn ang="0">
                          <a:pos x="connsiteX2" y="connsiteY2"/>
                        </a:cxn>
                        <a:cxn ang="0">
                          <a:pos x="connsiteX3" y="connsiteY3"/>
                        </a:cxn>
                      </a:cxnLst>
                      <a:rect l="l" t="t" r="r" b="b"/>
                      <a:pathLst>
                        <a:path w="118525" h="151514">
                          <a:moveTo>
                            <a:pt x="0" y="12872"/>
                          </a:moveTo>
                          <a:lnTo>
                            <a:pt x="10993" y="124458"/>
                          </a:lnTo>
                          <a:lnTo>
                            <a:pt x="105391" y="151515"/>
                          </a:lnTo>
                          <a:lnTo>
                            <a:pt x="118525" y="0"/>
                          </a:lnTo>
                          <a:close/>
                        </a:path>
                      </a:pathLst>
                    </a:custGeom>
                    <a:solidFill>
                      <a:srgbClr val="E8B3E8"/>
                    </a:solidFill>
                    <a:ln w="4839" cap="flat">
                      <a:noFill/>
                      <a:prstDash val="solid"/>
                      <a:miter/>
                    </a:ln>
                  </p:spPr>
                  <p:txBody>
                    <a:bodyPr rtlCol="0" anchor="ctr"/>
                    <a:lstStyle/>
                    <a:p>
                      <a:endParaRPr lang="vi-VN"/>
                    </a:p>
                  </p:txBody>
                </p:sp>
                <p:sp>
                  <p:nvSpPr>
                    <p:cNvPr id="889" name="Freeform: Shape 888">
                      <a:extLst>
                        <a:ext uri="{FF2B5EF4-FFF2-40B4-BE49-F238E27FC236}">
                          <a16:creationId xmlns:a16="http://schemas.microsoft.com/office/drawing/2014/main" id="{4CEB8619-5315-31B4-D550-1778FACA241C}"/>
                        </a:ext>
                      </a:extLst>
                    </p:cNvPr>
                    <p:cNvSpPr/>
                    <p:nvPr/>
                  </p:nvSpPr>
                  <p:spPr>
                    <a:xfrm>
                      <a:off x="2378680" y="4031660"/>
                      <a:ext cx="77070" cy="17285"/>
                    </a:xfrm>
                    <a:custGeom>
                      <a:avLst/>
                      <a:gdLst>
                        <a:gd name="connsiteX0" fmla="*/ 76707 w 77070"/>
                        <a:gd name="connsiteY0" fmla="*/ 3103 h 17285"/>
                        <a:gd name="connsiteX1" fmla="*/ 74659 w 77070"/>
                        <a:gd name="connsiteY1" fmla="*/ 2842 h 17285"/>
                        <a:gd name="connsiteX2" fmla="*/ 70930 w 77070"/>
                        <a:gd name="connsiteY2" fmla="*/ 6522 h 17285"/>
                        <a:gd name="connsiteX3" fmla="*/ 64813 w 77070"/>
                        <a:gd name="connsiteY3" fmla="*/ 6658 h 17285"/>
                        <a:gd name="connsiteX4" fmla="*/ 53268 w 77070"/>
                        <a:gd name="connsiteY4" fmla="*/ 6106 h 17285"/>
                        <a:gd name="connsiteX5" fmla="*/ 45655 w 77070"/>
                        <a:gd name="connsiteY5" fmla="*/ 12498 h 17285"/>
                        <a:gd name="connsiteX6" fmla="*/ 36744 w 77070"/>
                        <a:gd name="connsiteY6" fmla="*/ 1800 h 17285"/>
                        <a:gd name="connsiteX7" fmla="*/ 32235 w 77070"/>
                        <a:gd name="connsiteY7" fmla="*/ 2067 h 17285"/>
                        <a:gd name="connsiteX8" fmla="*/ 18113 w 77070"/>
                        <a:gd name="connsiteY8" fmla="*/ 3171 h 17285"/>
                        <a:gd name="connsiteX9" fmla="*/ 13236 w 77070"/>
                        <a:gd name="connsiteY9" fmla="*/ 4028 h 17285"/>
                        <a:gd name="connsiteX10" fmla="*/ 9643 w 77070"/>
                        <a:gd name="connsiteY10" fmla="*/ 8484 h 17285"/>
                        <a:gd name="connsiteX11" fmla="*/ 3459 w 77070"/>
                        <a:gd name="connsiteY11" fmla="*/ 4624 h 17285"/>
                        <a:gd name="connsiteX12" fmla="*/ 1 w 77070"/>
                        <a:gd name="connsiteY12" fmla="*/ 5360 h 17285"/>
                        <a:gd name="connsiteX13" fmla="*/ 10050 w 77070"/>
                        <a:gd name="connsiteY13" fmla="*/ 13452 h 17285"/>
                        <a:gd name="connsiteX14" fmla="*/ 16409 w 77070"/>
                        <a:gd name="connsiteY14" fmla="*/ 9346 h 17285"/>
                        <a:gd name="connsiteX15" fmla="*/ 33693 w 77070"/>
                        <a:gd name="connsiteY15" fmla="*/ 8750 h 17285"/>
                        <a:gd name="connsiteX16" fmla="*/ 39393 w 77070"/>
                        <a:gd name="connsiteY16" fmla="*/ 16116 h 17285"/>
                        <a:gd name="connsiteX17" fmla="*/ 46425 w 77070"/>
                        <a:gd name="connsiteY17" fmla="*/ 16828 h 17285"/>
                        <a:gd name="connsiteX18" fmla="*/ 52614 w 77070"/>
                        <a:gd name="connsiteY18" fmla="*/ 10861 h 17285"/>
                        <a:gd name="connsiteX19" fmla="*/ 70111 w 77070"/>
                        <a:gd name="connsiteY19" fmla="*/ 10537 h 17285"/>
                        <a:gd name="connsiteX20" fmla="*/ 76707 w 77070"/>
                        <a:gd name="connsiteY20" fmla="*/ 3103 h 1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7070" h="17285">
                          <a:moveTo>
                            <a:pt x="76707" y="3103"/>
                          </a:moveTo>
                          <a:cubicBezTo>
                            <a:pt x="76378" y="2318"/>
                            <a:pt x="75158" y="2057"/>
                            <a:pt x="74659" y="2842"/>
                          </a:cubicBezTo>
                          <a:cubicBezTo>
                            <a:pt x="73613" y="4483"/>
                            <a:pt x="72881" y="5825"/>
                            <a:pt x="70930" y="6522"/>
                          </a:cubicBezTo>
                          <a:cubicBezTo>
                            <a:pt x="68978" y="7219"/>
                            <a:pt x="66799" y="7045"/>
                            <a:pt x="64813" y="6658"/>
                          </a:cubicBezTo>
                          <a:cubicBezTo>
                            <a:pt x="61012" y="5912"/>
                            <a:pt x="57079" y="4701"/>
                            <a:pt x="53268" y="6106"/>
                          </a:cubicBezTo>
                          <a:cubicBezTo>
                            <a:pt x="49897" y="7345"/>
                            <a:pt x="48648" y="10890"/>
                            <a:pt x="45655" y="12498"/>
                          </a:cubicBezTo>
                          <a:cubicBezTo>
                            <a:pt x="39456" y="15825"/>
                            <a:pt x="37315" y="5597"/>
                            <a:pt x="36744" y="1800"/>
                          </a:cubicBezTo>
                          <a:cubicBezTo>
                            <a:pt x="36327" y="-955"/>
                            <a:pt x="32690" y="-292"/>
                            <a:pt x="32235" y="2067"/>
                          </a:cubicBezTo>
                          <a:cubicBezTo>
                            <a:pt x="30782" y="9602"/>
                            <a:pt x="20772" y="10193"/>
                            <a:pt x="18113" y="3171"/>
                          </a:cubicBezTo>
                          <a:cubicBezTo>
                            <a:pt x="17077" y="435"/>
                            <a:pt x="13396" y="1224"/>
                            <a:pt x="13236" y="4028"/>
                          </a:cubicBezTo>
                          <a:cubicBezTo>
                            <a:pt x="13120" y="6038"/>
                            <a:pt x="11658" y="8009"/>
                            <a:pt x="9643" y="8484"/>
                          </a:cubicBezTo>
                          <a:cubicBezTo>
                            <a:pt x="6907" y="9128"/>
                            <a:pt x="4669" y="6750"/>
                            <a:pt x="3459" y="4624"/>
                          </a:cubicBezTo>
                          <a:cubicBezTo>
                            <a:pt x="2621" y="3151"/>
                            <a:pt x="-53" y="3413"/>
                            <a:pt x="1" y="5360"/>
                          </a:cubicBezTo>
                          <a:cubicBezTo>
                            <a:pt x="131" y="10503"/>
                            <a:pt x="4960" y="14140"/>
                            <a:pt x="10050" y="13452"/>
                          </a:cubicBezTo>
                          <a:cubicBezTo>
                            <a:pt x="12834" y="13075"/>
                            <a:pt x="14994" y="11491"/>
                            <a:pt x="16409" y="9346"/>
                          </a:cubicBezTo>
                          <a:cubicBezTo>
                            <a:pt x="21300" y="14140"/>
                            <a:pt x="29223" y="13680"/>
                            <a:pt x="33693" y="8750"/>
                          </a:cubicBezTo>
                          <a:cubicBezTo>
                            <a:pt x="34729" y="11782"/>
                            <a:pt x="36381" y="14503"/>
                            <a:pt x="39393" y="16116"/>
                          </a:cubicBezTo>
                          <a:cubicBezTo>
                            <a:pt x="41543" y="17269"/>
                            <a:pt x="44091" y="17690"/>
                            <a:pt x="46425" y="16828"/>
                          </a:cubicBezTo>
                          <a:cubicBezTo>
                            <a:pt x="49485" y="15699"/>
                            <a:pt x="50425" y="13026"/>
                            <a:pt x="52614" y="10861"/>
                          </a:cubicBezTo>
                          <a:cubicBezTo>
                            <a:pt x="57287" y="6241"/>
                            <a:pt x="64363" y="11515"/>
                            <a:pt x="70111" y="10537"/>
                          </a:cubicBezTo>
                          <a:cubicBezTo>
                            <a:pt x="73511" y="9956"/>
                            <a:pt x="78456" y="7253"/>
                            <a:pt x="76707" y="3103"/>
                          </a:cubicBezTo>
                          <a:close/>
                        </a:path>
                      </a:pathLst>
                    </a:custGeom>
                    <a:solidFill>
                      <a:srgbClr val="8A578C"/>
                    </a:solidFill>
                    <a:ln w="4839" cap="flat">
                      <a:noFill/>
                      <a:prstDash val="solid"/>
                      <a:miter/>
                    </a:ln>
                  </p:spPr>
                  <p:txBody>
                    <a:bodyPr rtlCol="0" anchor="ctr"/>
                    <a:lstStyle/>
                    <a:p>
                      <a:endParaRPr lang="vi-VN"/>
                    </a:p>
                  </p:txBody>
                </p:sp>
                <p:sp>
                  <p:nvSpPr>
                    <p:cNvPr id="890" name="Freeform: Shape 889">
                      <a:extLst>
                        <a:ext uri="{FF2B5EF4-FFF2-40B4-BE49-F238E27FC236}">
                          <a16:creationId xmlns:a16="http://schemas.microsoft.com/office/drawing/2014/main" id="{96085421-8AE9-5FB2-BB16-175AC50F491F}"/>
                        </a:ext>
                      </a:extLst>
                    </p:cNvPr>
                    <p:cNvSpPr/>
                    <p:nvPr/>
                  </p:nvSpPr>
                  <p:spPr>
                    <a:xfrm>
                      <a:off x="2382402" y="4057561"/>
                      <a:ext cx="61736" cy="13945"/>
                    </a:xfrm>
                    <a:custGeom>
                      <a:avLst/>
                      <a:gdLst>
                        <a:gd name="connsiteX0" fmla="*/ 59581 w 61736"/>
                        <a:gd name="connsiteY0" fmla="*/ 8409 h 13945"/>
                        <a:gd name="connsiteX1" fmla="*/ 44800 w 61736"/>
                        <a:gd name="connsiteY1" fmla="*/ 6317 h 13945"/>
                        <a:gd name="connsiteX2" fmla="*/ 38534 w 61736"/>
                        <a:gd name="connsiteY2" fmla="*/ 8986 h 13945"/>
                        <a:gd name="connsiteX3" fmla="*/ 30998 w 61736"/>
                        <a:gd name="connsiteY3" fmla="*/ 7693 h 13945"/>
                        <a:gd name="connsiteX4" fmla="*/ 17782 w 61736"/>
                        <a:gd name="connsiteY4" fmla="*/ 3968 h 13945"/>
                        <a:gd name="connsiteX5" fmla="*/ 3190 w 61736"/>
                        <a:gd name="connsiteY5" fmla="*/ 1407 h 13945"/>
                        <a:gd name="connsiteX6" fmla="*/ 3 w 61736"/>
                        <a:gd name="connsiteY6" fmla="*/ 1692 h 13945"/>
                        <a:gd name="connsiteX7" fmla="*/ 10663 w 61736"/>
                        <a:gd name="connsiteY7" fmla="*/ 8894 h 13945"/>
                        <a:gd name="connsiteX8" fmla="*/ 22276 w 61736"/>
                        <a:gd name="connsiteY8" fmla="*/ 6806 h 13945"/>
                        <a:gd name="connsiteX9" fmla="*/ 31104 w 61736"/>
                        <a:gd name="connsiteY9" fmla="*/ 12419 h 13945"/>
                        <a:gd name="connsiteX10" fmla="*/ 38272 w 61736"/>
                        <a:gd name="connsiteY10" fmla="*/ 13402 h 13945"/>
                        <a:gd name="connsiteX11" fmla="*/ 42321 w 61736"/>
                        <a:gd name="connsiteY11" fmla="*/ 11015 h 13945"/>
                        <a:gd name="connsiteX12" fmla="*/ 48563 w 61736"/>
                        <a:gd name="connsiteY12" fmla="*/ 11233 h 13945"/>
                        <a:gd name="connsiteX13" fmla="*/ 56801 w 61736"/>
                        <a:gd name="connsiteY13" fmla="*/ 13751 h 13945"/>
                        <a:gd name="connsiteX14" fmla="*/ 61736 w 61736"/>
                        <a:gd name="connsiteY14" fmla="*/ 9480 h 13945"/>
                        <a:gd name="connsiteX15" fmla="*/ 59581 w 61736"/>
                        <a:gd name="connsiteY15" fmla="*/ 8409 h 13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736" h="13945">
                          <a:moveTo>
                            <a:pt x="59581" y="8409"/>
                          </a:moveTo>
                          <a:cubicBezTo>
                            <a:pt x="55096" y="12855"/>
                            <a:pt x="49803" y="6235"/>
                            <a:pt x="44800" y="6317"/>
                          </a:cubicBezTo>
                          <a:cubicBezTo>
                            <a:pt x="42369" y="6356"/>
                            <a:pt x="40490" y="7727"/>
                            <a:pt x="38534" y="8986"/>
                          </a:cubicBezTo>
                          <a:cubicBezTo>
                            <a:pt x="35362" y="11025"/>
                            <a:pt x="33599" y="10114"/>
                            <a:pt x="30998" y="7693"/>
                          </a:cubicBezTo>
                          <a:cubicBezTo>
                            <a:pt x="26998" y="3973"/>
                            <a:pt x="23230" y="2733"/>
                            <a:pt x="17782" y="3968"/>
                          </a:cubicBezTo>
                          <a:cubicBezTo>
                            <a:pt x="14242" y="4768"/>
                            <a:pt x="3655" y="8187"/>
                            <a:pt x="3190" y="1407"/>
                          </a:cubicBezTo>
                          <a:cubicBezTo>
                            <a:pt x="3050" y="-652"/>
                            <a:pt x="-118" y="-361"/>
                            <a:pt x="3" y="1692"/>
                          </a:cubicBezTo>
                          <a:cubicBezTo>
                            <a:pt x="318" y="7024"/>
                            <a:pt x="6013" y="9092"/>
                            <a:pt x="10663" y="8894"/>
                          </a:cubicBezTo>
                          <a:cubicBezTo>
                            <a:pt x="14600" y="8729"/>
                            <a:pt x="18295" y="6642"/>
                            <a:pt x="22276" y="6806"/>
                          </a:cubicBezTo>
                          <a:cubicBezTo>
                            <a:pt x="26339" y="6971"/>
                            <a:pt x="28107" y="10303"/>
                            <a:pt x="31104" y="12419"/>
                          </a:cubicBezTo>
                          <a:cubicBezTo>
                            <a:pt x="33303" y="13969"/>
                            <a:pt x="35744" y="14415"/>
                            <a:pt x="38272" y="13402"/>
                          </a:cubicBezTo>
                          <a:cubicBezTo>
                            <a:pt x="39754" y="12807"/>
                            <a:pt x="40945" y="11795"/>
                            <a:pt x="42321" y="11015"/>
                          </a:cubicBezTo>
                          <a:cubicBezTo>
                            <a:pt x="44597" y="9731"/>
                            <a:pt x="46306" y="10143"/>
                            <a:pt x="48563" y="11233"/>
                          </a:cubicBezTo>
                          <a:cubicBezTo>
                            <a:pt x="51266" y="12540"/>
                            <a:pt x="53682" y="13979"/>
                            <a:pt x="56801" y="13751"/>
                          </a:cubicBezTo>
                          <a:cubicBezTo>
                            <a:pt x="59193" y="13572"/>
                            <a:pt x="61663" y="12071"/>
                            <a:pt x="61736" y="9480"/>
                          </a:cubicBezTo>
                          <a:cubicBezTo>
                            <a:pt x="61765" y="8419"/>
                            <a:pt x="60419" y="7576"/>
                            <a:pt x="59581" y="8409"/>
                          </a:cubicBezTo>
                          <a:close/>
                        </a:path>
                      </a:pathLst>
                    </a:custGeom>
                    <a:solidFill>
                      <a:srgbClr val="8A578C"/>
                    </a:solidFill>
                    <a:ln w="4839" cap="flat">
                      <a:noFill/>
                      <a:prstDash val="solid"/>
                      <a:miter/>
                    </a:ln>
                  </p:spPr>
                  <p:txBody>
                    <a:bodyPr rtlCol="0" anchor="ctr"/>
                    <a:lstStyle/>
                    <a:p>
                      <a:endParaRPr lang="vi-VN"/>
                    </a:p>
                  </p:txBody>
                </p:sp>
                <p:sp>
                  <p:nvSpPr>
                    <p:cNvPr id="891" name="Freeform: Shape 890">
                      <a:extLst>
                        <a:ext uri="{FF2B5EF4-FFF2-40B4-BE49-F238E27FC236}">
                          <a16:creationId xmlns:a16="http://schemas.microsoft.com/office/drawing/2014/main" id="{A6CD3754-C751-798E-1B14-722C72BFA78B}"/>
                        </a:ext>
                      </a:extLst>
                    </p:cNvPr>
                    <p:cNvSpPr/>
                    <p:nvPr/>
                  </p:nvSpPr>
                  <p:spPr>
                    <a:xfrm>
                      <a:off x="2388251" y="4084430"/>
                      <a:ext cx="43736" cy="15843"/>
                    </a:xfrm>
                    <a:custGeom>
                      <a:avLst/>
                      <a:gdLst>
                        <a:gd name="connsiteX0" fmla="*/ 41115 w 43736"/>
                        <a:gd name="connsiteY0" fmla="*/ 7465 h 15843"/>
                        <a:gd name="connsiteX1" fmla="*/ 32747 w 43736"/>
                        <a:gd name="connsiteY1" fmla="*/ 12516 h 15843"/>
                        <a:gd name="connsiteX2" fmla="*/ 23100 w 43736"/>
                        <a:gd name="connsiteY2" fmla="*/ 8152 h 15843"/>
                        <a:gd name="connsiteX3" fmla="*/ 11859 w 43736"/>
                        <a:gd name="connsiteY3" fmla="*/ 5900 h 15843"/>
                        <a:gd name="connsiteX4" fmla="*/ 5685 w 43736"/>
                        <a:gd name="connsiteY4" fmla="*/ 5992 h 15843"/>
                        <a:gd name="connsiteX5" fmla="*/ 3510 w 43736"/>
                        <a:gd name="connsiteY5" fmla="*/ 2079 h 15843"/>
                        <a:gd name="connsiteX6" fmla="*/ 827 w 43736"/>
                        <a:gd name="connsiteY6" fmla="*/ 699 h 15843"/>
                        <a:gd name="connsiteX7" fmla="*/ 5956 w 43736"/>
                        <a:gd name="connsiteY7" fmla="*/ 9392 h 15843"/>
                        <a:gd name="connsiteX8" fmla="*/ 13864 w 43736"/>
                        <a:gd name="connsiteY8" fmla="*/ 8777 h 15843"/>
                        <a:gd name="connsiteX9" fmla="*/ 18596 w 43736"/>
                        <a:gd name="connsiteY9" fmla="*/ 8961 h 15843"/>
                        <a:gd name="connsiteX10" fmla="*/ 22102 w 43736"/>
                        <a:gd name="connsiteY10" fmla="*/ 11872 h 15843"/>
                        <a:gd name="connsiteX11" fmla="*/ 43576 w 43736"/>
                        <a:gd name="connsiteY11" fmla="*/ 8869 h 15843"/>
                        <a:gd name="connsiteX12" fmla="*/ 41115 w 43736"/>
                        <a:gd name="connsiteY12" fmla="*/ 7465 h 15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736" h="15843">
                          <a:moveTo>
                            <a:pt x="41115" y="7465"/>
                          </a:moveTo>
                          <a:cubicBezTo>
                            <a:pt x="39357" y="10375"/>
                            <a:pt x="36093" y="12172"/>
                            <a:pt x="32747" y="12516"/>
                          </a:cubicBezTo>
                          <a:cubicBezTo>
                            <a:pt x="28533" y="12947"/>
                            <a:pt x="25981" y="10913"/>
                            <a:pt x="23100" y="8152"/>
                          </a:cubicBezTo>
                          <a:cubicBezTo>
                            <a:pt x="19792" y="4985"/>
                            <a:pt x="16111" y="5033"/>
                            <a:pt x="11859" y="5900"/>
                          </a:cubicBezTo>
                          <a:cubicBezTo>
                            <a:pt x="9806" y="6322"/>
                            <a:pt x="7680" y="6908"/>
                            <a:pt x="5685" y="5992"/>
                          </a:cubicBezTo>
                          <a:cubicBezTo>
                            <a:pt x="4159" y="5295"/>
                            <a:pt x="2333" y="3818"/>
                            <a:pt x="3510" y="2079"/>
                          </a:cubicBezTo>
                          <a:cubicBezTo>
                            <a:pt x="4600" y="471"/>
                            <a:pt x="1917" y="-870"/>
                            <a:pt x="827" y="699"/>
                          </a:cubicBezTo>
                          <a:cubicBezTo>
                            <a:pt x="-1817" y="4496"/>
                            <a:pt x="2416" y="8462"/>
                            <a:pt x="5956" y="9392"/>
                          </a:cubicBezTo>
                          <a:cubicBezTo>
                            <a:pt x="8586" y="10085"/>
                            <a:pt x="11264" y="9189"/>
                            <a:pt x="13864" y="8777"/>
                          </a:cubicBezTo>
                          <a:cubicBezTo>
                            <a:pt x="15433" y="8530"/>
                            <a:pt x="17090" y="8327"/>
                            <a:pt x="18596" y="8961"/>
                          </a:cubicBezTo>
                          <a:cubicBezTo>
                            <a:pt x="20015" y="9562"/>
                            <a:pt x="21037" y="10801"/>
                            <a:pt x="22102" y="11872"/>
                          </a:cubicBezTo>
                          <a:cubicBezTo>
                            <a:pt x="28214" y="18017"/>
                            <a:pt x="39619" y="17044"/>
                            <a:pt x="43576" y="8869"/>
                          </a:cubicBezTo>
                          <a:cubicBezTo>
                            <a:pt x="44360" y="7256"/>
                            <a:pt x="42074" y="5886"/>
                            <a:pt x="41115" y="7465"/>
                          </a:cubicBezTo>
                          <a:close/>
                        </a:path>
                      </a:pathLst>
                    </a:custGeom>
                    <a:solidFill>
                      <a:srgbClr val="8A578C"/>
                    </a:solidFill>
                    <a:ln w="4839" cap="flat">
                      <a:noFill/>
                      <a:prstDash val="solid"/>
                      <a:miter/>
                    </a:ln>
                  </p:spPr>
                  <p:txBody>
                    <a:bodyPr rtlCol="0" anchor="ctr"/>
                    <a:lstStyle/>
                    <a:p>
                      <a:endParaRPr lang="vi-VN"/>
                    </a:p>
                  </p:txBody>
                </p:sp>
              </p:grpSp>
              <p:sp>
                <p:nvSpPr>
                  <p:cNvPr id="887" name="Freeform: Shape 886">
                    <a:extLst>
                      <a:ext uri="{FF2B5EF4-FFF2-40B4-BE49-F238E27FC236}">
                        <a16:creationId xmlns:a16="http://schemas.microsoft.com/office/drawing/2014/main" id="{9634E148-E88C-C0B3-447E-0250B088B60D}"/>
                      </a:ext>
                    </a:extLst>
                  </p:cNvPr>
                  <p:cNvSpPr/>
                  <p:nvPr/>
                </p:nvSpPr>
                <p:spPr>
                  <a:xfrm>
                    <a:off x="2401903" y="3994121"/>
                    <a:ext cx="16427" cy="23149"/>
                  </a:xfrm>
                  <a:custGeom>
                    <a:avLst/>
                    <a:gdLst>
                      <a:gd name="connsiteX0" fmla="*/ 0 w 16427"/>
                      <a:gd name="connsiteY0" fmla="*/ 0 h 23149"/>
                      <a:gd name="connsiteX1" fmla="*/ 16427 w 16427"/>
                      <a:gd name="connsiteY1" fmla="*/ 0 h 23149"/>
                      <a:gd name="connsiteX2" fmla="*/ 16427 w 16427"/>
                      <a:gd name="connsiteY2" fmla="*/ 23149 h 23149"/>
                      <a:gd name="connsiteX3" fmla="*/ 0 w 16427"/>
                      <a:gd name="connsiteY3" fmla="*/ 23149 h 23149"/>
                    </a:gdLst>
                    <a:ahLst/>
                    <a:cxnLst>
                      <a:cxn ang="0">
                        <a:pos x="connsiteX0" y="connsiteY0"/>
                      </a:cxn>
                      <a:cxn ang="0">
                        <a:pos x="connsiteX1" y="connsiteY1"/>
                      </a:cxn>
                      <a:cxn ang="0">
                        <a:pos x="connsiteX2" y="connsiteY2"/>
                      </a:cxn>
                      <a:cxn ang="0">
                        <a:pos x="connsiteX3" y="connsiteY3"/>
                      </a:cxn>
                    </a:cxnLst>
                    <a:rect l="l" t="t" r="r" b="b"/>
                    <a:pathLst>
                      <a:path w="16427" h="23149">
                        <a:moveTo>
                          <a:pt x="0" y="0"/>
                        </a:moveTo>
                        <a:lnTo>
                          <a:pt x="16427" y="0"/>
                        </a:lnTo>
                        <a:lnTo>
                          <a:pt x="16427" y="23149"/>
                        </a:lnTo>
                        <a:lnTo>
                          <a:pt x="0" y="23149"/>
                        </a:lnTo>
                        <a:close/>
                      </a:path>
                    </a:pathLst>
                  </a:custGeom>
                  <a:solidFill>
                    <a:srgbClr val="FFFFFF">
                      <a:alpha val="63000"/>
                    </a:srgbClr>
                  </a:solidFill>
                  <a:ln w="4839" cap="flat">
                    <a:noFill/>
                    <a:prstDash val="solid"/>
                    <a:miter/>
                  </a:ln>
                </p:spPr>
                <p:txBody>
                  <a:bodyPr rtlCol="0" anchor="ctr"/>
                  <a:lstStyle/>
                  <a:p>
                    <a:endParaRPr lang="vi-VN"/>
                  </a:p>
                </p:txBody>
              </p:sp>
            </p:grpSp>
            <p:grpSp>
              <p:nvGrpSpPr>
                <p:cNvPr id="872" name="Graphic 1991">
                  <a:extLst>
                    <a:ext uri="{FF2B5EF4-FFF2-40B4-BE49-F238E27FC236}">
                      <a16:creationId xmlns:a16="http://schemas.microsoft.com/office/drawing/2014/main" id="{37A2F582-42F5-0A20-34E7-F87DAC016C31}"/>
                    </a:ext>
                  </a:extLst>
                </p:cNvPr>
                <p:cNvGrpSpPr/>
                <p:nvPr/>
              </p:nvGrpSpPr>
              <p:grpSpPr>
                <a:xfrm>
                  <a:off x="2448443" y="4186757"/>
                  <a:ext cx="138245" cy="241796"/>
                  <a:chOff x="2448443" y="4186757"/>
                  <a:chExt cx="138245" cy="241796"/>
                </a:xfrm>
              </p:grpSpPr>
              <p:grpSp>
                <p:nvGrpSpPr>
                  <p:cNvPr id="878" name="Graphic 1991">
                    <a:extLst>
                      <a:ext uri="{FF2B5EF4-FFF2-40B4-BE49-F238E27FC236}">
                        <a16:creationId xmlns:a16="http://schemas.microsoft.com/office/drawing/2014/main" id="{03DC9A17-3F1A-2666-D4C9-70675741B0C3}"/>
                      </a:ext>
                    </a:extLst>
                  </p:cNvPr>
                  <p:cNvGrpSpPr/>
                  <p:nvPr/>
                </p:nvGrpSpPr>
                <p:grpSpPr>
                  <a:xfrm>
                    <a:off x="2448443" y="4187677"/>
                    <a:ext cx="138245" cy="240876"/>
                    <a:chOff x="2448443" y="4187677"/>
                    <a:chExt cx="138245" cy="240876"/>
                  </a:xfrm>
                </p:grpSpPr>
                <p:sp>
                  <p:nvSpPr>
                    <p:cNvPr id="880" name="Freeform: Shape 879">
                      <a:extLst>
                        <a:ext uri="{FF2B5EF4-FFF2-40B4-BE49-F238E27FC236}">
                          <a16:creationId xmlns:a16="http://schemas.microsoft.com/office/drawing/2014/main" id="{E5848AE9-C44E-2E60-6B7B-CBF2AD2204CA}"/>
                        </a:ext>
                      </a:extLst>
                    </p:cNvPr>
                    <p:cNvSpPr/>
                    <p:nvPr/>
                  </p:nvSpPr>
                  <p:spPr>
                    <a:xfrm>
                      <a:off x="2448443" y="4187677"/>
                      <a:ext cx="138245" cy="240876"/>
                    </a:xfrm>
                    <a:custGeom>
                      <a:avLst/>
                      <a:gdLst>
                        <a:gd name="connsiteX0" fmla="*/ 0 w 138245"/>
                        <a:gd name="connsiteY0" fmla="*/ 0 h 240876"/>
                        <a:gd name="connsiteX1" fmla="*/ 0 w 138245"/>
                        <a:gd name="connsiteY1" fmla="*/ 226507 h 240876"/>
                        <a:gd name="connsiteX2" fmla="*/ 121474 w 138245"/>
                        <a:gd name="connsiteY2" fmla="*/ 240876 h 240876"/>
                        <a:gd name="connsiteX3" fmla="*/ 138245 w 138245"/>
                        <a:gd name="connsiteY3" fmla="*/ 34283 h 240876"/>
                      </a:gdLst>
                      <a:ahLst/>
                      <a:cxnLst>
                        <a:cxn ang="0">
                          <a:pos x="connsiteX0" y="connsiteY0"/>
                        </a:cxn>
                        <a:cxn ang="0">
                          <a:pos x="connsiteX1" y="connsiteY1"/>
                        </a:cxn>
                        <a:cxn ang="0">
                          <a:pos x="connsiteX2" y="connsiteY2"/>
                        </a:cxn>
                        <a:cxn ang="0">
                          <a:pos x="connsiteX3" y="connsiteY3"/>
                        </a:cxn>
                      </a:cxnLst>
                      <a:rect l="l" t="t" r="r" b="b"/>
                      <a:pathLst>
                        <a:path w="138245" h="240876">
                          <a:moveTo>
                            <a:pt x="0" y="0"/>
                          </a:moveTo>
                          <a:lnTo>
                            <a:pt x="0" y="226507"/>
                          </a:lnTo>
                          <a:lnTo>
                            <a:pt x="121474" y="240876"/>
                          </a:lnTo>
                          <a:lnTo>
                            <a:pt x="138245" y="34283"/>
                          </a:lnTo>
                          <a:close/>
                        </a:path>
                      </a:pathLst>
                    </a:custGeom>
                    <a:solidFill>
                      <a:srgbClr val="E8B3E8"/>
                    </a:solidFill>
                    <a:ln w="4839" cap="flat">
                      <a:noFill/>
                      <a:prstDash val="solid"/>
                      <a:miter/>
                    </a:ln>
                  </p:spPr>
                  <p:txBody>
                    <a:bodyPr rtlCol="0" anchor="ctr"/>
                    <a:lstStyle/>
                    <a:p>
                      <a:endParaRPr lang="vi-VN"/>
                    </a:p>
                  </p:txBody>
                </p:sp>
                <p:sp>
                  <p:nvSpPr>
                    <p:cNvPr id="881" name="Freeform: Shape 880">
                      <a:extLst>
                        <a:ext uri="{FF2B5EF4-FFF2-40B4-BE49-F238E27FC236}">
                          <a16:creationId xmlns:a16="http://schemas.microsoft.com/office/drawing/2014/main" id="{196A1390-8A01-C358-7BC3-F5244F515472}"/>
                        </a:ext>
                      </a:extLst>
                    </p:cNvPr>
                    <p:cNvSpPr/>
                    <p:nvPr/>
                  </p:nvSpPr>
                  <p:spPr>
                    <a:xfrm>
                      <a:off x="2485187" y="4236276"/>
                      <a:ext cx="64200" cy="12594"/>
                    </a:xfrm>
                    <a:custGeom>
                      <a:avLst/>
                      <a:gdLst>
                        <a:gd name="connsiteX0" fmla="*/ 63974 w 64200"/>
                        <a:gd name="connsiteY0" fmla="*/ 5400 h 12594"/>
                        <a:gd name="connsiteX1" fmla="*/ 48303 w 64200"/>
                        <a:gd name="connsiteY1" fmla="*/ 3884 h 12594"/>
                        <a:gd name="connsiteX2" fmla="*/ 30810 w 64200"/>
                        <a:gd name="connsiteY2" fmla="*/ 9008 h 12594"/>
                        <a:gd name="connsiteX3" fmla="*/ 23623 w 64200"/>
                        <a:gd name="connsiteY3" fmla="*/ 5066 h 12594"/>
                        <a:gd name="connsiteX4" fmla="*/ 16088 w 64200"/>
                        <a:gd name="connsiteY4" fmla="*/ 2916 h 12594"/>
                        <a:gd name="connsiteX5" fmla="*/ 9777 w 64200"/>
                        <a:gd name="connsiteY5" fmla="*/ 8306 h 12594"/>
                        <a:gd name="connsiteX6" fmla="*/ 3917 w 64200"/>
                        <a:gd name="connsiteY6" fmla="*/ 2373 h 12594"/>
                        <a:gd name="connsiteX7" fmla="*/ 760 w 64200"/>
                        <a:gd name="connsiteY7" fmla="*/ 790 h 12594"/>
                        <a:gd name="connsiteX8" fmla="*/ 9845 w 64200"/>
                        <a:gd name="connsiteY8" fmla="*/ 12316 h 12594"/>
                        <a:gd name="connsiteX9" fmla="*/ 14214 w 64200"/>
                        <a:gd name="connsiteY9" fmla="*/ 9081 h 12594"/>
                        <a:gd name="connsiteX10" fmla="*/ 17700 w 64200"/>
                        <a:gd name="connsiteY10" fmla="*/ 5139 h 12594"/>
                        <a:gd name="connsiteX11" fmla="*/ 22422 w 64200"/>
                        <a:gd name="connsiteY11" fmla="*/ 7894 h 12594"/>
                        <a:gd name="connsiteX12" fmla="*/ 25972 w 64200"/>
                        <a:gd name="connsiteY12" fmla="*/ 11037 h 12594"/>
                        <a:gd name="connsiteX13" fmla="*/ 42975 w 64200"/>
                        <a:gd name="connsiteY13" fmla="*/ 9614 h 12594"/>
                        <a:gd name="connsiteX14" fmla="*/ 52811 w 64200"/>
                        <a:gd name="connsiteY14" fmla="*/ 6403 h 12594"/>
                        <a:gd name="connsiteX15" fmla="*/ 57189 w 64200"/>
                        <a:gd name="connsiteY15" fmla="*/ 6064 h 12594"/>
                        <a:gd name="connsiteX16" fmla="*/ 62371 w 64200"/>
                        <a:gd name="connsiteY16" fmla="*/ 7672 h 12594"/>
                        <a:gd name="connsiteX17" fmla="*/ 63974 w 64200"/>
                        <a:gd name="connsiteY17" fmla="*/ 5400 h 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200" h="12594">
                          <a:moveTo>
                            <a:pt x="63974" y="5400"/>
                          </a:moveTo>
                          <a:cubicBezTo>
                            <a:pt x="60889" y="572"/>
                            <a:pt x="52666" y="2461"/>
                            <a:pt x="48303" y="3884"/>
                          </a:cubicBezTo>
                          <a:cubicBezTo>
                            <a:pt x="42699" y="5715"/>
                            <a:pt x="36859" y="9149"/>
                            <a:pt x="30810" y="9008"/>
                          </a:cubicBezTo>
                          <a:cubicBezTo>
                            <a:pt x="27560" y="8931"/>
                            <a:pt x="25827" y="7221"/>
                            <a:pt x="23623" y="5066"/>
                          </a:cubicBezTo>
                          <a:cubicBezTo>
                            <a:pt x="21594" y="3085"/>
                            <a:pt x="18955" y="1754"/>
                            <a:pt x="16088" y="2916"/>
                          </a:cubicBezTo>
                          <a:cubicBezTo>
                            <a:pt x="13439" y="3991"/>
                            <a:pt x="12247" y="7061"/>
                            <a:pt x="9777" y="8306"/>
                          </a:cubicBezTo>
                          <a:cubicBezTo>
                            <a:pt x="6281" y="10069"/>
                            <a:pt x="2310" y="5730"/>
                            <a:pt x="3917" y="2373"/>
                          </a:cubicBezTo>
                          <a:cubicBezTo>
                            <a:pt x="4775" y="582"/>
                            <a:pt x="1670" y="-1007"/>
                            <a:pt x="760" y="790"/>
                          </a:cubicBezTo>
                          <a:cubicBezTo>
                            <a:pt x="-2059" y="6359"/>
                            <a:pt x="3409" y="14171"/>
                            <a:pt x="9845" y="12316"/>
                          </a:cubicBezTo>
                          <a:cubicBezTo>
                            <a:pt x="11661" y="11793"/>
                            <a:pt x="13012" y="10471"/>
                            <a:pt x="14214" y="9081"/>
                          </a:cubicBezTo>
                          <a:cubicBezTo>
                            <a:pt x="15260" y="7875"/>
                            <a:pt x="16233" y="5894"/>
                            <a:pt x="17700" y="5139"/>
                          </a:cubicBezTo>
                          <a:cubicBezTo>
                            <a:pt x="19904" y="4005"/>
                            <a:pt x="21173" y="6354"/>
                            <a:pt x="22422" y="7894"/>
                          </a:cubicBezTo>
                          <a:cubicBezTo>
                            <a:pt x="23439" y="9149"/>
                            <a:pt x="24558" y="10243"/>
                            <a:pt x="25972" y="11037"/>
                          </a:cubicBezTo>
                          <a:cubicBezTo>
                            <a:pt x="31319" y="14035"/>
                            <a:pt x="37721" y="11560"/>
                            <a:pt x="42975" y="9614"/>
                          </a:cubicBezTo>
                          <a:cubicBezTo>
                            <a:pt x="46206" y="8417"/>
                            <a:pt x="49421" y="7086"/>
                            <a:pt x="52811" y="6403"/>
                          </a:cubicBezTo>
                          <a:cubicBezTo>
                            <a:pt x="54250" y="6112"/>
                            <a:pt x="55717" y="5928"/>
                            <a:pt x="57189" y="6064"/>
                          </a:cubicBezTo>
                          <a:cubicBezTo>
                            <a:pt x="59093" y="6238"/>
                            <a:pt x="60565" y="7274"/>
                            <a:pt x="62371" y="7672"/>
                          </a:cubicBezTo>
                          <a:cubicBezTo>
                            <a:pt x="63630" y="7952"/>
                            <a:pt x="64676" y="6495"/>
                            <a:pt x="63974" y="5400"/>
                          </a:cubicBezTo>
                          <a:close/>
                        </a:path>
                      </a:pathLst>
                    </a:custGeom>
                    <a:solidFill>
                      <a:srgbClr val="8A578C"/>
                    </a:solidFill>
                    <a:ln w="4839" cap="flat">
                      <a:noFill/>
                      <a:prstDash val="solid"/>
                      <a:miter/>
                    </a:ln>
                  </p:spPr>
                  <p:txBody>
                    <a:bodyPr rtlCol="0" anchor="ctr"/>
                    <a:lstStyle/>
                    <a:p>
                      <a:endParaRPr lang="vi-VN"/>
                    </a:p>
                  </p:txBody>
                </p:sp>
                <p:sp>
                  <p:nvSpPr>
                    <p:cNvPr id="882" name="Freeform: Shape 881">
                      <a:extLst>
                        <a:ext uri="{FF2B5EF4-FFF2-40B4-BE49-F238E27FC236}">
                          <a16:creationId xmlns:a16="http://schemas.microsoft.com/office/drawing/2014/main" id="{F5B97C3A-9497-3404-EF19-B54AF9215300}"/>
                        </a:ext>
                      </a:extLst>
                    </p:cNvPr>
                    <p:cNvSpPr/>
                    <p:nvPr/>
                  </p:nvSpPr>
                  <p:spPr>
                    <a:xfrm>
                      <a:off x="2486669" y="4273570"/>
                      <a:ext cx="61260" cy="11459"/>
                    </a:xfrm>
                    <a:custGeom>
                      <a:avLst/>
                      <a:gdLst>
                        <a:gd name="connsiteX0" fmla="*/ 60812 w 61260"/>
                        <a:gd name="connsiteY0" fmla="*/ 5077 h 11459"/>
                        <a:gd name="connsiteX1" fmla="*/ 48060 w 61260"/>
                        <a:gd name="connsiteY1" fmla="*/ 5329 h 11459"/>
                        <a:gd name="connsiteX2" fmla="*/ 33561 w 61260"/>
                        <a:gd name="connsiteY2" fmla="*/ 8205 h 11459"/>
                        <a:gd name="connsiteX3" fmla="*/ 26243 w 61260"/>
                        <a:gd name="connsiteY3" fmla="*/ 3624 h 11459"/>
                        <a:gd name="connsiteX4" fmla="*/ 18659 w 61260"/>
                        <a:gd name="connsiteY4" fmla="*/ 3203 h 11459"/>
                        <a:gd name="connsiteX5" fmla="*/ 3535 w 61260"/>
                        <a:gd name="connsiteY5" fmla="*/ 1406 h 11459"/>
                        <a:gd name="connsiteX6" fmla="*/ 28 w 61260"/>
                        <a:gd name="connsiteY6" fmla="*/ 2065 h 11459"/>
                        <a:gd name="connsiteX7" fmla="*/ 10252 w 61260"/>
                        <a:gd name="connsiteY7" fmla="*/ 8515 h 11459"/>
                        <a:gd name="connsiteX8" fmla="*/ 18930 w 61260"/>
                        <a:gd name="connsiteY8" fmla="*/ 6273 h 11459"/>
                        <a:gd name="connsiteX9" fmla="*/ 25313 w 61260"/>
                        <a:gd name="connsiteY9" fmla="*/ 6360 h 11459"/>
                        <a:gd name="connsiteX10" fmla="*/ 29788 w 61260"/>
                        <a:gd name="connsiteY10" fmla="*/ 9557 h 11459"/>
                        <a:gd name="connsiteX11" fmla="*/ 43997 w 61260"/>
                        <a:gd name="connsiteY11" fmla="*/ 10002 h 11459"/>
                        <a:gd name="connsiteX12" fmla="*/ 51600 w 61260"/>
                        <a:gd name="connsiteY12" fmla="*/ 7566 h 11459"/>
                        <a:gd name="connsiteX13" fmla="*/ 59814 w 61260"/>
                        <a:gd name="connsiteY13" fmla="*/ 7590 h 11459"/>
                        <a:gd name="connsiteX14" fmla="*/ 60812 w 61260"/>
                        <a:gd name="connsiteY14" fmla="*/ 5077 h 1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60" h="11459">
                          <a:moveTo>
                            <a:pt x="60812" y="5077"/>
                          </a:moveTo>
                          <a:cubicBezTo>
                            <a:pt x="57567" y="2210"/>
                            <a:pt x="51654" y="4137"/>
                            <a:pt x="48060" y="5329"/>
                          </a:cubicBezTo>
                          <a:cubicBezTo>
                            <a:pt x="43634" y="6796"/>
                            <a:pt x="38326" y="9673"/>
                            <a:pt x="33561" y="8205"/>
                          </a:cubicBezTo>
                          <a:cubicBezTo>
                            <a:pt x="30737" y="7338"/>
                            <a:pt x="28936" y="4752"/>
                            <a:pt x="26243" y="3624"/>
                          </a:cubicBezTo>
                          <a:cubicBezTo>
                            <a:pt x="23826" y="2612"/>
                            <a:pt x="21187" y="2743"/>
                            <a:pt x="18659" y="3203"/>
                          </a:cubicBezTo>
                          <a:cubicBezTo>
                            <a:pt x="15041" y="3861"/>
                            <a:pt x="4600" y="7866"/>
                            <a:pt x="3535" y="1406"/>
                          </a:cubicBezTo>
                          <a:cubicBezTo>
                            <a:pt x="3162" y="-861"/>
                            <a:pt x="-349" y="-202"/>
                            <a:pt x="28" y="2065"/>
                          </a:cubicBezTo>
                          <a:cubicBezTo>
                            <a:pt x="847" y="6912"/>
                            <a:pt x="5840" y="8709"/>
                            <a:pt x="10252" y="8515"/>
                          </a:cubicBezTo>
                          <a:cubicBezTo>
                            <a:pt x="13303" y="8380"/>
                            <a:pt x="16029" y="7082"/>
                            <a:pt x="18930" y="6273"/>
                          </a:cubicBezTo>
                          <a:cubicBezTo>
                            <a:pt x="21090" y="5673"/>
                            <a:pt x="23211" y="5396"/>
                            <a:pt x="25313" y="6360"/>
                          </a:cubicBezTo>
                          <a:cubicBezTo>
                            <a:pt x="27003" y="7135"/>
                            <a:pt x="28263" y="8530"/>
                            <a:pt x="29788" y="9557"/>
                          </a:cubicBezTo>
                          <a:cubicBezTo>
                            <a:pt x="34171" y="12501"/>
                            <a:pt x="39285" y="11523"/>
                            <a:pt x="43997" y="10002"/>
                          </a:cubicBezTo>
                          <a:cubicBezTo>
                            <a:pt x="46530" y="9184"/>
                            <a:pt x="49014" y="8196"/>
                            <a:pt x="51600" y="7566"/>
                          </a:cubicBezTo>
                          <a:cubicBezTo>
                            <a:pt x="54530" y="6854"/>
                            <a:pt x="56966" y="7687"/>
                            <a:pt x="59814" y="7590"/>
                          </a:cubicBezTo>
                          <a:cubicBezTo>
                            <a:pt x="61039" y="7547"/>
                            <a:pt x="61790" y="5939"/>
                            <a:pt x="60812" y="5077"/>
                          </a:cubicBezTo>
                          <a:close/>
                        </a:path>
                      </a:pathLst>
                    </a:custGeom>
                    <a:solidFill>
                      <a:srgbClr val="8A578C"/>
                    </a:solidFill>
                    <a:ln w="4839" cap="flat">
                      <a:noFill/>
                      <a:prstDash val="solid"/>
                      <a:miter/>
                    </a:ln>
                  </p:spPr>
                  <p:txBody>
                    <a:bodyPr rtlCol="0" anchor="ctr"/>
                    <a:lstStyle/>
                    <a:p>
                      <a:endParaRPr lang="vi-VN"/>
                    </a:p>
                  </p:txBody>
                </p:sp>
                <p:sp>
                  <p:nvSpPr>
                    <p:cNvPr id="883" name="Freeform: Shape 882">
                      <a:extLst>
                        <a:ext uri="{FF2B5EF4-FFF2-40B4-BE49-F238E27FC236}">
                          <a16:creationId xmlns:a16="http://schemas.microsoft.com/office/drawing/2014/main" id="{E464FF56-4C6D-9AAE-57B8-6E8870E61272}"/>
                        </a:ext>
                      </a:extLst>
                    </p:cNvPr>
                    <p:cNvSpPr/>
                    <p:nvPr/>
                  </p:nvSpPr>
                  <p:spPr>
                    <a:xfrm>
                      <a:off x="2478732" y="4311576"/>
                      <a:ext cx="66915" cy="14343"/>
                    </a:xfrm>
                    <a:custGeom>
                      <a:avLst/>
                      <a:gdLst>
                        <a:gd name="connsiteX0" fmla="*/ 66526 w 66915"/>
                        <a:gd name="connsiteY0" fmla="*/ 9737 h 14343"/>
                        <a:gd name="connsiteX1" fmla="*/ 55145 w 66915"/>
                        <a:gd name="connsiteY1" fmla="*/ 4816 h 14343"/>
                        <a:gd name="connsiteX2" fmla="*/ 42403 w 66915"/>
                        <a:gd name="connsiteY2" fmla="*/ 6937 h 14343"/>
                        <a:gd name="connsiteX3" fmla="*/ 28935 w 66915"/>
                        <a:gd name="connsiteY3" fmla="*/ 9330 h 14343"/>
                        <a:gd name="connsiteX4" fmla="*/ 21458 w 66915"/>
                        <a:gd name="connsiteY4" fmla="*/ 1838 h 14343"/>
                        <a:gd name="connsiteX5" fmla="*/ 18029 w 66915"/>
                        <a:gd name="connsiteY5" fmla="*/ 1111 h 14343"/>
                        <a:gd name="connsiteX6" fmla="*/ 11704 w 66915"/>
                        <a:gd name="connsiteY6" fmla="*/ 9228 h 14343"/>
                        <a:gd name="connsiteX7" fmla="*/ 3922 w 66915"/>
                        <a:gd name="connsiteY7" fmla="*/ 7049 h 14343"/>
                        <a:gd name="connsiteX8" fmla="*/ 57 w 66915"/>
                        <a:gd name="connsiteY8" fmla="*/ 8318 h 14343"/>
                        <a:gd name="connsiteX9" fmla="*/ 10140 w 66915"/>
                        <a:gd name="connsiteY9" fmla="*/ 14226 h 14343"/>
                        <a:gd name="connsiteX10" fmla="*/ 19065 w 66915"/>
                        <a:gd name="connsiteY10" fmla="*/ 6758 h 14343"/>
                        <a:gd name="connsiteX11" fmla="*/ 33502 w 66915"/>
                        <a:gd name="connsiteY11" fmla="*/ 13194 h 14343"/>
                        <a:gd name="connsiteX12" fmla="*/ 48714 w 66915"/>
                        <a:gd name="connsiteY12" fmla="*/ 9306 h 14343"/>
                        <a:gd name="connsiteX13" fmla="*/ 57896 w 66915"/>
                        <a:gd name="connsiteY13" fmla="*/ 10061 h 14343"/>
                        <a:gd name="connsiteX14" fmla="*/ 64569 w 66915"/>
                        <a:gd name="connsiteY14" fmla="*/ 12516 h 14343"/>
                        <a:gd name="connsiteX15" fmla="*/ 66526 w 66915"/>
                        <a:gd name="connsiteY15" fmla="*/ 9737 h 1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915" h="14343">
                          <a:moveTo>
                            <a:pt x="66526" y="9737"/>
                          </a:moveTo>
                          <a:cubicBezTo>
                            <a:pt x="64138" y="6453"/>
                            <a:pt x="59014" y="5005"/>
                            <a:pt x="55145" y="4816"/>
                          </a:cubicBezTo>
                          <a:cubicBezTo>
                            <a:pt x="50806" y="4603"/>
                            <a:pt x="46500" y="5620"/>
                            <a:pt x="42403" y="6937"/>
                          </a:cubicBezTo>
                          <a:cubicBezTo>
                            <a:pt x="38137" y="8308"/>
                            <a:pt x="33488" y="10264"/>
                            <a:pt x="28935" y="9330"/>
                          </a:cubicBezTo>
                          <a:cubicBezTo>
                            <a:pt x="25235" y="8574"/>
                            <a:pt x="21230" y="6041"/>
                            <a:pt x="21458" y="1838"/>
                          </a:cubicBezTo>
                          <a:cubicBezTo>
                            <a:pt x="21574" y="-269"/>
                            <a:pt x="18877" y="-637"/>
                            <a:pt x="18029" y="1111"/>
                          </a:cubicBezTo>
                          <a:cubicBezTo>
                            <a:pt x="16615" y="4032"/>
                            <a:pt x="14542" y="7494"/>
                            <a:pt x="11704" y="9228"/>
                          </a:cubicBezTo>
                          <a:cubicBezTo>
                            <a:pt x="9065" y="10841"/>
                            <a:pt x="4725" y="10478"/>
                            <a:pt x="3922" y="7049"/>
                          </a:cubicBezTo>
                          <a:cubicBezTo>
                            <a:pt x="3321" y="4492"/>
                            <a:pt x="-510" y="5790"/>
                            <a:pt x="57" y="8318"/>
                          </a:cubicBezTo>
                          <a:cubicBezTo>
                            <a:pt x="1059" y="12792"/>
                            <a:pt x="5878" y="14880"/>
                            <a:pt x="10140" y="14226"/>
                          </a:cubicBezTo>
                          <a:cubicBezTo>
                            <a:pt x="14518" y="13553"/>
                            <a:pt x="17070" y="10332"/>
                            <a:pt x="19065" y="6758"/>
                          </a:cubicBezTo>
                          <a:cubicBezTo>
                            <a:pt x="21647" y="11480"/>
                            <a:pt x="28131" y="13780"/>
                            <a:pt x="33502" y="13194"/>
                          </a:cubicBezTo>
                          <a:cubicBezTo>
                            <a:pt x="38752" y="12623"/>
                            <a:pt x="43546" y="10235"/>
                            <a:pt x="48714" y="9306"/>
                          </a:cubicBezTo>
                          <a:cubicBezTo>
                            <a:pt x="51842" y="8744"/>
                            <a:pt x="54854" y="9194"/>
                            <a:pt x="57896" y="10061"/>
                          </a:cubicBezTo>
                          <a:cubicBezTo>
                            <a:pt x="60177" y="10710"/>
                            <a:pt x="62274" y="12013"/>
                            <a:pt x="64569" y="12516"/>
                          </a:cubicBezTo>
                          <a:cubicBezTo>
                            <a:pt x="66245" y="12880"/>
                            <a:pt x="67615" y="11238"/>
                            <a:pt x="66526" y="9737"/>
                          </a:cubicBezTo>
                          <a:close/>
                        </a:path>
                      </a:pathLst>
                    </a:custGeom>
                    <a:solidFill>
                      <a:srgbClr val="8A578C"/>
                    </a:solidFill>
                    <a:ln w="4839" cap="flat">
                      <a:noFill/>
                      <a:prstDash val="solid"/>
                      <a:miter/>
                    </a:ln>
                  </p:spPr>
                  <p:txBody>
                    <a:bodyPr rtlCol="0" anchor="ctr"/>
                    <a:lstStyle/>
                    <a:p>
                      <a:endParaRPr lang="vi-VN"/>
                    </a:p>
                  </p:txBody>
                </p:sp>
                <p:sp>
                  <p:nvSpPr>
                    <p:cNvPr id="884" name="Freeform: Shape 883">
                      <a:extLst>
                        <a:ext uri="{FF2B5EF4-FFF2-40B4-BE49-F238E27FC236}">
                          <a16:creationId xmlns:a16="http://schemas.microsoft.com/office/drawing/2014/main" id="{86F57518-E5CB-F703-E4D3-240FCC842D14}"/>
                        </a:ext>
                      </a:extLst>
                    </p:cNvPr>
                    <p:cNvSpPr/>
                    <p:nvPr/>
                  </p:nvSpPr>
                  <p:spPr>
                    <a:xfrm>
                      <a:off x="2485349" y="4343044"/>
                      <a:ext cx="58931" cy="14107"/>
                    </a:xfrm>
                    <a:custGeom>
                      <a:avLst/>
                      <a:gdLst>
                        <a:gd name="connsiteX0" fmla="*/ 57337 w 58931"/>
                        <a:gd name="connsiteY0" fmla="*/ 1998 h 14107"/>
                        <a:gd name="connsiteX1" fmla="*/ 43099 w 58931"/>
                        <a:gd name="connsiteY1" fmla="*/ 2841 h 14107"/>
                        <a:gd name="connsiteX2" fmla="*/ 30687 w 58931"/>
                        <a:gd name="connsiteY2" fmla="*/ 51 h 14107"/>
                        <a:gd name="connsiteX3" fmla="*/ 28352 w 58931"/>
                        <a:gd name="connsiteY3" fmla="*/ 1364 h 14107"/>
                        <a:gd name="connsiteX4" fmla="*/ 20972 w 58931"/>
                        <a:gd name="connsiteY4" fmla="*/ 3296 h 14107"/>
                        <a:gd name="connsiteX5" fmla="*/ 12836 w 58931"/>
                        <a:gd name="connsiteY5" fmla="*/ 4361 h 14107"/>
                        <a:gd name="connsiteX6" fmla="*/ 8283 w 58931"/>
                        <a:gd name="connsiteY6" fmla="*/ 10105 h 14107"/>
                        <a:gd name="connsiteX7" fmla="*/ 3605 w 58931"/>
                        <a:gd name="connsiteY7" fmla="*/ 3887 h 14107"/>
                        <a:gd name="connsiteX8" fmla="*/ 31 w 58931"/>
                        <a:gd name="connsiteY8" fmla="*/ 4647 h 14107"/>
                        <a:gd name="connsiteX9" fmla="*/ 4603 w 58931"/>
                        <a:gd name="connsiteY9" fmla="*/ 13243 h 14107"/>
                        <a:gd name="connsiteX10" fmla="*/ 12836 w 58931"/>
                        <a:gd name="connsiteY10" fmla="*/ 10696 h 14107"/>
                        <a:gd name="connsiteX11" fmla="*/ 17112 w 58931"/>
                        <a:gd name="connsiteY11" fmla="*/ 6458 h 14107"/>
                        <a:gd name="connsiteX12" fmla="*/ 24149 w 58931"/>
                        <a:gd name="connsiteY12" fmla="*/ 7340 h 14107"/>
                        <a:gd name="connsiteX13" fmla="*/ 31210 w 58931"/>
                        <a:gd name="connsiteY13" fmla="*/ 4158 h 14107"/>
                        <a:gd name="connsiteX14" fmla="*/ 43821 w 58931"/>
                        <a:gd name="connsiteY14" fmla="*/ 5587 h 14107"/>
                        <a:gd name="connsiteX15" fmla="*/ 50480 w 58931"/>
                        <a:gd name="connsiteY15" fmla="*/ 6119 h 14107"/>
                        <a:gd name="connsiteX16" fmla="*/ 57536 w 58931"/>
                        <a:gd name="connsiteY16" fmla="*/ 5529 h 14107"/>
                        <a:gd name="connsiteX17" fmla="*/ 57337 w 58931"/>
                        <a:gd name="connsiteY17" fmla="*/ 1998 h 1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931" h="14107">
                          <a:moveTo>
                            <a:pt x="57337" y="1998"/>
                          </a:moveTo>
                          <a:cubicBezTo>
                            <a:pt x="52780" y="2221"/>
                            <a:pt x="47467" y="4119"/>
                            <a:pt x="43099" y="2841"/>
                          </a:cubicBezTo>
                          <a:cubicBezTo>
                            <a:pt x="39045" y="1654"/>
                            <a:pt x="34803" y="1049"/>
                            <a:pt x="30687" y="51"/>
                          </a:cubicBezTo>
                          <a:cubicBezTo>
                            <a:pt x="29786" y="-167"/>
                            <a:pt x="28512" y="318"/>
                            <a:pt x="28352" y="1364"/>
                          </a:cubicBezTo>
                          <a:cubicBezTo>
                            <a:pt x="27853" y="4623"/>
                            <a:pt x="23209" y="3659"/>
                            <a:pt x="20972" y="3296"/>
                          </a:cubicBezTo>
                          <a:cubicBezTo>
                            <a:pt x="18245" y="2855"/>
                            <a:pt x="15228" y="2720"/>
                            <a:pt x="12836" y="4361"/>
                          </a:cubicBezTo>
                          <a:cubicBezTo>
                            <a:pt x="10899" y="5688"/>
                            <a:pt x="10303" y="9156"/>
                            <a:pt x="8283" y="10105"/>
                          </a:cubicBezTo>
                          <a:cubicBezTo>
                            <a:pt x="5382" y="11466"/>
                            <a:pt x="3944" y="5717"/>
                            <a:pt x="3605" y="3887"/>
                          </a:cubicBezTo>
                          <a:cubicBezTo>
                            <a:pt x="3179" y="1562"/>
                            <a:pt x="-366" y="2332"/>
                            <a:pt x="31" y="4647"/>
                          </a:cubicBezTo>
                          <a:cubicBezTo>
                            <a:pt x="559" y="7747"/>
                            <a:pt x="1803" y="11466"/>
                            <a:pt x="4603" y="13243"/>
                          </a:cubicBezTo>
                          <a:cubicBezTo>
                            <a:pt x="7770" y="15253"/>
                            <a:pt x="10961" y="13490"/>
                            <a:pt x="12836" y="10696"/>
                          </a:cubicBezTo>
                          <a:cubicBezTo>
                            <a:pt x="14042" y="8899"/>
                            <a:pt x="14715" y="6807"/>
                            <a:pt x="17112" y="6458"/>
                          </a:cubicBezTo>
                          <a:cubicBezTo>
                            <a:pt x="19446" y="6119"/>
                            <a:pt x="21824" y="7282"/>
                            <a:pt x="24149" y="7340"/>
                          </a:cubicBezTo>
                          <a:cubicBezTo>
                            <a:pt x="26856" y="7412"/>
                            <a:pt x="29805" y="6444"/>
                            <a:pt x="31210" y="4158"/>
                          </a:cubicBezTo>
                          <a:cubicBezTo>
                            <a:pt x="35321" y="5408"/>
                            <a:pt x="39525" y="6134"/>
                            <a:pt x="43821" y="5587"/>
                          </a:cubicBezTo>
                          <a:cubicBezTo>
                            <a:pt x="46140" y="5291"/>
                            <a:pt x="48169" y="6013"/>
                            <a:pt x="50480" y="6119"/>
                          </a:cubicBezTo>
                          <a:cubicBezTo>
                            <a:pt x="52794" y="6226"/>
                            <a:pt x="55274" y="6066"/>
                            <a:pt x="57536" y="5529"/>
                          </a:cubicBezTo>
                          <a:cubicBezTo>
                            <a:pt x="59395" y="5088"/>
                            <a:pt x="59463" y="1892"/>
                            <a:pt x="57337" y="1998"/>
                          </a:cubicBezTo>
                          <a:close/>
                        </a:path>
                      </a:pathLst>
                    </a:custGeom>
                    <a:solidFill>
                      <a:srgbClr val="8A578C"/>
                    </a:solidFill>
                    <a:ln w="4839" cap="flat">
                      <a:noFill/>
                      <a:prstDash val="solid"/>
                      <a:miter/>
                    </a:ln>
                  </p:spPr>
                  <p:txBody>
                    <a:bodyPr rtlCol="0" anchor="ctr"/>
                    <a:lstStyle/>
                    <a:p>
                      <a:endParaRPr lang="vi-VN"/>
                    </a:p>
                  </p:txBody>
                </p:sp>
                <p:sp>
                  <p:nvSpPr>
                    <p:cNvPr id="885" name="Freeform: Shape 884">
                      <a:extLst>
                        <a:ext uri="{FF2B5EF4-FFF2-40B4-BE49-F238E27FC236}">
                          <a16:creationId xmlns:a16="http://schemas.microsoft.com/office/drawing/2014/main" id="{CE3ED4B4-E822-E362-43E6-25005E83AAE2}"/>
                        </a:ext>
                      </a:extLst>
                    </p:cNvPr>
                    <p:cNvSpPr/>
                    <p:nvPr/>
                  </p:nvSpPr>
                  <p:spPr>
                    <a:xfrm>
                      <a:off x="2481097" y="4386533"/>
                      <a:ext cx="38394" cy="8617"/>
                    </a:xfrm>
                    <a:custGeom>
                      <a:avLst/>
                      <a:gdLst>
                        <a:gd name="connsiteX0" fmla="*/ 38043 w 38394"/>
                        <a:gd name="connsiteY0" fmla="*/ 6444 h 8617"/>
                        <a:gd name="connsiteX1" fmla="*/ 30120 w 38394"/>
                        <a:gd name="connsiteY1" fmla="*/ 2134 h 8617"/>
                        <a:gd name="connsiteX2" fmla="*/ 20352 w 38394"/>
                        <a:gd name="connsiteY2" fmla="*/ 323 h 8617"/>
                        <a:gd name="connsiteX3" fmla="*/ 10835 w 38394"/>
                        <a:gd name="connsiteY3" fmla="*/ 236 h 8617"/>
                        <a:gd name="connsiteX4" fmla="*/ 1029 w 38394"/>
                        <a:gd name="connsiteY4" fmla="*/ 2836 h 8617"/>
                        <a:gd name="connsiteX5" fmla="*/ 2554 w 38394"/>
                        <a:gd name="connsiteY5" fmla="*/ 6057 h 8617"/>
                        <a:gd name="connsiteX6" fmla="*/ 10966 w 38394"/>
                        <a:gd name="connsiteY6" fmla="*/ 3839 h 8617"/>
                        <a:gd name="connsiteX7" fmla="*/ 19451 w 38394"/>
                        <a:gd name="connsiteY7" fmla="*/ 3292 h 8617"/>
                        <a:gd name="connsiteX8" fmla="*/ 28134 w 38394"/>
                        <a:gd name="connsiteY8" fmla="*/ 5200 h 8617"/>
                        <a:gd name="connsiteX9" fmla="*/ 36653 w 38394"/>
                        <a:gd name="connsiteY9" fmla="*/ 8585 h 8617"/>
                        <a:gd name="connsiteX10" fmla="*/ 38043 w 38394"/>
                        <a:gd name="connsiteY10" fmla="*/ 6444 h 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394" h="8617">
                          <a:moveTo>
                            <a:pt x="38043" y="6444"/>
                          </a:moveTo>
                          <a:cubicBezTo>
                            <a:pt x="35936" y="4086"/>
                            <a:pt x="33118" y="2991"/>
                            <a:pt x="30120" y="2134"/>
                          </a:cubicBezTo>
                          <a:cubicBezTo>
                            <a:pt x="26953" y="1224"/>
                            <a:pt x="23635" y="613"/>
                            <a:pt x="20352" y="323"/>
                          </a:cubicBezTo>
                          <a:cubicBezTo>
                            <a:pt x="17126" y="37"/>
                            <a:pt x="14066" y="-190"/>
                            <a:pt x="10835" y="236"/>
                          </a:cubicBezTo>
                          <a:cubicBezTo>
                            <a:pt x="7465" y="681"/>
                            <a:pt x="4186" y="1587"/>
                            <a:pt x="1029" y="2836"/>
                          </a:cubicBezTo>
                          <a:cubicBezTo>
                            <a:pt x="-1112" y="3684"/>
                            <a:pt x="428" y="6890"/>
                            <a:pt x="2554" y="6057"/>
                          </a:cubicBezTo>
                          <a:cubicBezTo>
                            <a:pt x="5266" y="4991"/>
                            <a:pt x="8080" y="4255"/>
                            <a:pt x="10966" y="3839"/>
                          </a:cubicBezTo>
                          <a:cubicBezTo>
                            <a:pt x="13683" y="3447"/>
                            <a:pt x="16705" y="3083"/>
                            <a:pt x="19451" y="3292"/>
                          </a:cubicBezTo>
                          <a:cubicBezTo>
                            <a:pt x="22444" y="3514"/>
                            <a:pt x="25321" y="4154"/>
                            <a:pt x="28134" y="5200"/>
                          </a:cubicBezTo>
                          <a:cubicBezTo>
                            <a:pt x="31011" y="6265"/>
                            <a:pt x="33641" y="7950"/>
                            <a:pt x="36653" y="8585"/>
                          </a:cubicBezTo>
                          <a:cubicBezTo>
                            <a:pt x="37873" y="8846"/>
                            <a:pt x="38982" y="7495"/>
                            <a:pt x="38043" y="6444"/>
                          </a:cubicBezTo>
                          <a:close/>
                        </a:path>
                      </a:pathLst>
                    </a:custGeom>
                    <a:solidFill>
                      <a:srgbClr val="8A578C"/>
                    </a:solidFill>
                    <a:ln w="4839" cap="flat">
                      <a:noFill/>
                      <a:prstDash val="solid"/>
                      <a:miter/>
                    </a:ln>
                  </p:spPr>
                  <p:txBody>
                    <a:bodyPr rtlCol="0" anchor="ctr"/>
                    <a:lstStyle/>
                    <a:p>
                      <a:endParaRPr lang="vi-VN"/>
                    </a:p>
                  </p:txBody>
                </p:sp>
              </p:grpSp>
              <p:sp>
                <p:nvSpPr>
                  <p:cNvPr id="879" name="Freeform: Shape 878">
                    <a:extLst>
                      <a:ext uri="{FF2B5EF4-FFF2-40B4-BE49-F238E27FC236}">
                        <a16:creationId xmlns:a16="http://schemas.microsoft.com/office/drawing/2014/main" id="{CD0A0BC1-9C74-1711-7939-6DCCA5C4A88B}"/>
                      </a:ext>
                    </a:extLst>
                  </p:cNvPr>
                  <p:cNvSpPr/>
                  <p:nvPr/>
                </p:nvSpPr>
                <p:spPr>
                  <a:xfrm>
                    <a:off x="2506601" y="4186757"/>
                    <a:ext cx="16427" cy="23149"/>
                  </a:xfrm>
                  <a:custGeom>
                    <a:avLst/>
                    <a:gdLst>
                      <a:gd name="connsiteX0" fmla="*/ 0 w 16427"/>
                      <a:gd name="connsiteY0" fmla="*/ 0 h 23149"/>
                      <a:gd name="connsiteX1" fmla="*/ 16427 w 16427"/>
                      <a:gd name="connsiteY1" fmla="*/ 0 h 23149"/>
                      <a:gd name="connsiteX2" fmla="*/ 16427 w 16427"/>
                      <a:gd name="connsiteY2" fmla="*/ 23149 h 23149"/>
                      <a:gd name="connsiteX3" fmla="*/ 0 w 16427"/>
                      <a:gd name="connsiteY3" fmla="*/ 23149 h 23149"/>
                    </a:gdLst>
                    <a:ahLst/>
                    <a:cxnLst>
                      <a:cxn ang="0">
                        <a:pos x="connsiteX0" y="connsiteY0"/>
                      </a:cxn>
                      <a:cxn ang="0">
                        <a:pos x="connsiteX1" y="connsiteY1"/>
                      </a:cxn>
                      <a:cxn ang="0">
                        <a:pos x="connsiteX2" y="connsiteY2"/>
                      </a:cxn>
                      <a:cxn ang="0">
                        <a:pos x="connsiteX3" y="connsiteY3"/>
                      </a:cxn>
                    </a:cxnLst>
                    <a:rect l="l" t="t" r="r" b="b"/>
                    <a:pathLst>
                      <a:path w="16427" h="23149">
                        <a:moveTo>
                          <a:pt x="0" y="0"/>
                        </a:moveTo>
                        <a:lnTo>
                          <a:pt x="16427" y="0"/>
                        </a:lnTo>
                        <a:lnTo>
                          <a:pt x="16427" y="23149"/>
                        </a:lnTo>
                        <a:lnTo>
                          <a:pt x="0" y="23149"/>
                        </a:lnTo>
                        <a:close/>
                      </a:path>
                    </a:pathLst>
                  </a:custGeom>
                  <a:solidFill>
                    <a:srgbClr val="FFFFFF">
                      <a:alpha val="63000"/>
                    </a:srgbClr>
                  </a:solidFill>
                  <a:ln w="4839" cap="flat">
                    <a:noFill/>
                    <a:prstDash val="solid"/>
                    <a:miter/>
                  </a:ln>
                </p:spPr>
                <p:txBody>
                  <a:bodyPr rtlCol="0" anchor="ctr"/>
                  <a:lstStyle/>
                  <a:p>
                    <a:endParaRPr lang="vi-VN"/>
                  </a:p>
                </p:txBody>
              </p:sp>
            </p:grpSp>
            <p:grpSp>
              <p:nvGrpSpPr>
                <p:cNvPr id="873" name="Graphic 1991">
                  <a:extLst>
                    <a:ext uri="{FF2B5EF4-FFF2-40B4-BE49-F238E27FC236}">
                      <a16:creationId xmlns:a16="http://schemas.microsoft.com/office/drawing/2014/main" id="{245D7B4E-C593-2A88-328F-740E38EC63D5}"/>
                    </a:ext>
                  </a:extLst>
                </p:cNvPr>
                <p:cNvGrpSpPr/>
                <p:nvPr/>
              </p:nvGrpSpPr>
              <p:grpSpPr>
                <a:xfrm>
                  <a:off x="2500296" y="3997182"/>
                  <a:ext cx="96116" cy="97869"/>
                  <a:chOff x="2500296" y="3997182"/>
                  <a:chExt cx="96116" cy="97869"/>
                </a:xfrm>
              </p:grpSpPr>
              <p:sp>
                <p:nvSpPr>
                  <p:cNvPr id="875" name="Freeform: Shape 874">
                    <a:extLst>
                      <a:ext uri="{FF2B5EF4-FFF2-40B4-BE49-F238E27FC236}">
                        <a16:creationId xmlns:a16="http://schemas.microsoft.com/office/drawing/2014/main" id="{A228F5CD-2E4C-83E3-2AC2-96F5283CE1B9}"/>
                      </a:ext>
                    </a:extLst>
                  </p:cNvPr>
                  <p:cNvSpPr/>
                  <p:nvPr/>
                </p:nvSpPr>
                <p:spPr>
                  <a:xfrm>
                    <a:off x="2500296" y="3997182"/>
                    <a:ext cx="96116" cy="97869"/>
                  </a:xfrm>
                  <a:custGeom>
                    <a:avLst/>
                    <a:gdLst>
                      <a:gd name="connsiteX0" fmla="*/ 4262 w 96116"/>
                      <a:gd name="connsiteY0" fmla="*/ 2988 h 97869"/>
                      <a:gd name="connsiteX1" fmla="*/ 0 w 96116"/>
                      <a:gd name="connsiteY1" fmla="*/ 89197 h 97869"/>
                      <a:gd name="connsiteX2" fmla="*/ 96117 w 96116"/>
                      <a:gd name="connsiteY2" fmla="*/ 97119 h 97869"/>
                      <a:gd name="connsiteX3" fmla="*/ 96117 w 96116"/>
                      <a:gd name="connsiteY3" fmla="*/ 0 h 97869"/>
                      <a:gd name="connsiteX4" fmla="*/ 4262 w 96116"/>
                      <a:gd name="connsiteY4" fmla="*/ 2988 h 97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16" h="97869">
                        <a:moveTo>
                          <a:pt x="4262" y="2988"/>
                        </a:moveTo>
                        <a:lnTo>
                          <a:pt x="0" y="89197"/>
                        </a:lnTo>
                        <a:cubicBezTo>
                          <a:pt x="0" y="89197"/>
                          <a:pt x="96117" y="100892"/>
                          <a:pt x="96117" y="97119"/>
                        </a:cubicBezTo>
                        <a:cubicBezTo>
                          <a:pt x="96117" y="93347"/>
                          <a:pt x="96117" y="0"/>
                          <a:pt x="96117" y="0"/>
                        </a:cubicBezTo>
                        <a:lnTo>
                          <a:pt x="4262" y="2988"/>
                        </a:lnTo>
                        <a:close/>
                      </a:path>
                    </a:pathLst>
                  </a:custGeom>
                  <a:solidFill>
                    <a:srgbClr val="8A578C"/>
                  </a:solidFill>
                  <a:ln w="4839" cap="flat">
                    <a:noFill/>
                    <a:prstDash val="solid"/>
                    <a:miter/>
                  </a:ln>
                </p:spPr>
                <p:txBody>
                  <a:bodyPr rtlCol="0" anchor="ctr"/>
                  <a:lstStyle/>
                  <a:p>
                    <a:endParaRPr lang="vi-VN"/>
                  </a:p>
                </p:txBody>
              </p:sp>
              <p:sp>
                <p:nvSpPr>
                  <p:cNvPr id="876" name="Freeform: Shape 875">
                    <a:extLst>
                      <a:ext uri="{FF2B5EF4-FFF2-40B4-BE49-F238E27FC236}">
                        <a16:creationId xmlns:a16="http://schemas.microsoft.com/office/drawing/2014/main" id="{458BE09F-F71F-B4F8-816F-9C64565EB780}"/>
                      </a:ext>
                    </a:extLst>
                  </p:cNvPr>
                  <p:cNvSpPr/>
                  <p:nvPr/>
                </p:nvSpPr>
                <p:spPr>
                  <a:xfrm>
                    <a:off x="2518809" y="4018902"/>
                    <a:ext cx="38948" cy="18593"/>
                  </a:xfrm>
                  <a:custGeom>
                    <a:avLst/>
                    <a:gdLst>
                      <a:gd name="connsiteX0" fmla="*/ 38425 w 38948"/>
                      <a:gd name="connsiteY0" fmla="*/ 7037 h 18593"/>
                      <a:gd name="connsiteX1" fmla="*/ 31979 w 38948"/>
                      <a:gd name="connsiteY1" fmla="*/ 8442 h 18593"/>
                      <a:gd name="connsiteX2" fmla="*/ 28022 w 38948"/>
                      <a:gd name="connsiteY2" fmla="*/ 7497 h 18593"/>
                      <a:gd name="connsiteX3" fmla="*/ 24225 w 38948"/>
                      <a:gd name="connsiteY3" fmla="*/ 6170 h 18593"/>
                      <a:gd name="connsiteX4" fmla="*/ 21848 w 38948"/>
                      <a:gd name="connsiteY4" fmla="*/ 11343 h 18593"/>
                      <a:gd name="connsiteX5" fmla="*/ 20356 w 38948"/>
                      <a:gd name="connsiteY5" fmla="*/ 13866 h 18593"/>
                      <a:gd name="connsiteX6" fmla="*/ 20220 w 38948"/>
                      <a:gd name="connsiteY6" fmla="*/ 14050 h 18593"/>
                      <a:gd name="connsiteX7" fmla="*/ 19644 w 38948"/>
                      <a:gd name="connsiteY7" fmla="*/ 13139 h 18593"/>
                      <a:gd name="connsiteX8" fmla="*/ 15605 w 38948"/>
                      <a:gd name="connsiteY8" fmla="*/ 1851 h 18593"/>
                      <a:gd name="connsiteX9" fmla="*/ 11978 w 38948"/>
                      <a:gd name="connsiteY9" fmla="*/ 495 h 18593"/>
                      <a:gd name="connsiteX10" fmla="*/ 9314 w 38948"/>
                      <a:gd name="connsiteY10" fmla="*/ 5507 h 18593"/>
                      <a:gd name="connsiteX11" fmla="*/ 7890 w 38948"/>
                      <a:gd name="connsiteY11" fmla="*/ 9628 h 18593"/>
                      <a:gd name="connsiteX12" fmla="*/ 4263 w 38948"/>
                      <a:gd name="connsiteY12" fmla="*/ 6509 h 18593"/>
                      <a:gd name="connsiteX13" fmla="*/ 1507 w 38948"/>
                      <a:gd name="connsiteY13" fmla="*/ 2456 h 18593"/>
                      <a:gd name="connsiteX14" fmla="*/ 1352 w 38948"/>
                      <a:gd name="connsiteY14" fmla="*/ 10548 h 18593"/>
                      <a:gd name="connsiteX15" fmla="*/ 7731 w 38948"/>
                      <a:gd name="connsiteY15" fmla="*/ 14089 h 18593"/>
                      <a:gd name="connsiteX16" fmla="*/ 12762 w 38948"/>
                      <a:gd name="connsiteY16" fmla="*/ 9837 h 18593"/>
                      <a:gd name="connsiteX17" fmla="*/ 13019 w 38948"/>
                      <a:gd name="connsiteY17" fmla="*/ 8839 h 18593"/>
                      <a:gd name="connsiteX18" fmla="*/ 14031 w 38948"/>
                      <a:gd name="connsiteY18" fmla="*/ 11512 h 18593"/>
                      <a:gd name="connsiteX19" fmla="*/ 18734 w 38948"/>
                      <a:gd name="connsiteY19" fmla="*/ 18263 h 18593"/>
                      <a:gd name="connsiteX20" fmla="*/ 24535 w 38948"/>
                      <a:gd name="connsiteY20" fmla="*/ 15377 h 18593"/>
                      <a:gd name="connsiteX21" fmla="*/ 26540 w 38948"/>
                      <a:gd name="connsiteY21" fmla="*/ 11648 h 18593"/>
                      <a:gd name="connsiteX22" fmla="*/ 29533 w 38948"/>
                      <a:gd name="connsiteY22" fmla="*/ 12737 h 18593"/>
                      <a:gd name="connsiteX23" fmla="*/ 38827 w 38948"/>
                      <a:gd name="connsiteY23" fmla="*/ 8369 h 18593"/>
                      <a:gd name="connsiteX24" fmla="*/ 38425 w 38948"/>
                      <a:gd name="connsiteY24" fmla="*/ 7037 h 18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948" h="18593">
                        <a:moveTo>
                          <a:pt x="38425" y="7037"/>
                        </a:moveTo>
                        <a:cubicBezTo>
                          <a:pt x="36134" y="6088"/>
                          <a:pt x="34037" y="7633"/>
                          <a:pt x="31979" y="8442"/>
                        </a:cubicBezTo>
                        <a:cubicBezTo>
                          <a:pt x="31238" y="8732"/>
                          <a:pt x="27557" y="9299"/>
                          <a:pt x="28022" y="7497"/>
                        </a:cubicBezTo>
                        <a:cubicBezTo>
                          <a:pt x="28589" y="5294"/>
                          <a:pt x="25184" y="4093"/>
                          <a:pt x="24225" y="6170"/>
                        </a:cubicBezTo>
                        <a:cubicBezTo>
                          <a:pt x="23431" y="7895"/>
                          <a:pt x="22724" y="9653"/>
                          <a:pt x="21848" y="11343"/>
                        </a:cubicBezTo>
                        <a:cubicBezTo>
                          <a:pt x="21417" y="12176"/>
                          <a:pt x="20700" y="13009"/>
                          <a:pt x="20356" y="13866"/>
                        </a:cubicBezTo>
                        <a:cubicBezTo>
                          <a:pt x="20298" y="14011"/>
                          <a:pt x="20264" y="14011"/>
                          <a:pt x="20220" y="14050"/>
                        </a:cubicBezTo>
                        <a:cubicBezTo>
                          <a:pt x="19988" y="13803"/>
                          <a:pt x="19760" y="13338"/>
                          <a:pt x="19644" y="13139"/>
                        </a:cubicBezTo>
                        <a:cubicBezTo>
                          <a:pt x="17566" y="9662"/>
                          <a:pt x="16288" y="5827"/>
                          <a:pt x="15605" y="1851"/>
                        </a:cubicBezTo>
                        <a:cubicBezTo>
                          <a:pt x="15319" y="199"/>
                          <a:pt x="13276" y="-581"/>
                          <a:pt x="11978" y="495"/>
                        </a:cubicBezTo>
                        <a:cubicBezTo>
                          <a:pt x="10399" y="1802"/>
                          <a:pt x="9750" y="3560"/>
                          <a:pt x="9314" y="5507"/>
                        </a:cubicBezTo>
                        <a:cubicBezTo>
                          <a:pt x="9053" y="6679"/>
                          <a:pt x="8995" y="8878"/>
                          <a:pt x="7890" y="9628"/>
                        </a:cubicBezTo>
                        <a:cubicBezTo>
                          <a:pt x="6011" y="10907"/>
                          <a:pt x="4486" y="7885"/>
                          <a:pt x="4263" y="6509"/>
                        </a:cubicBezTo>
                        <a:cubicBezTo>
                          <a:pt x="4031" y="5047"/>
                          <a:pt x="4152" y="1328"/>
                          <a:pt x="1507" y="2456"/>
                        </a:cubicBezTo>
                        <a:cubicBezTo>
                          <a:pt x="-1142" y="3589"/>
                          <a:pt x="292" y="8689"/>
                          <a:pt x="1352" y="10548"/>
                        </a:cubicBezTo>
                        <a:cubicBezTo>
                          <a:pt x="2626" y="12776"/>
                          <a:pt x="5125" y="14292"/>
                          <a:pt x="7731" y="14089"/>
                        </a:cubicBezTo>
                        <a:cubicBezTo>
                          <a:pt x="10186" y="13895"/>
                          <a:pt x="11963" y="12064"/>
                          <a:pt x="12762" y="9837"/>
                        </a:cubicBezTo>
                        <a:cubicBezTo>
                          <a:pt x="12869" y="9536"/>
                          <a:pt x="12941" y="9183"/>
                          <a:pt x="13019" y="8839"/>
                        </a:cubicBezTo>
                        <a:cubicBezTo>
                          <a:pt x="13343" y="9735"/>
                          <a:pt x="13644" y="10640"/>
                          <a:pt x="14031" y="11512"/>
                        </a:cubicBezTo>
                        <a:cubicBezTo>
                          <a:pt x="15014" y="13750"/>
                          <a:pt x="16317" y="17212"/>
                          <a:pt x="18734" y="18263"/>
                        </a:cubicBezTo>
                        <a:cubicBezTo>
                          <a:pt x="21334" y="19392"/>
                          <a:pt x="23286" y="17425"/>
                          <a:pt x="24535" y="15377"/>
                        </a:cubicBezTo>
                        <a:cubicBezTo>
                          <a:pt x="25276" y="14166"/>
                          <a:pt x="25954" y="12926"/>
                          <a:pt x="26540" y="11648"/>
                        </a:cubicBezTo>
                        <a:cubicBezTo>
                          <a:pt x="27402" y="12205"/>
                          <a:pt x="28376" y="12636"/>
                          <a:pt x="29533" y="12737"/>
                        </a:cubicBezTo>
                        <a:cubicBezTo>
                          <a:pt x="32604" y="13013"/>
                          <a:pt x="37088" y="10897"/>
                          <a:pt x="38827" y="8369"/>
                        </a:cubicBezTo>
                        <a:cubicBezTo>
                          <a:pt x="39108" y="7958"/>
                          <a:pt x="38875" y="7226"/>
                          <a:pt x="38425" y="7037"/>
                        </a:cubicBezTo>
                        <a:close/>
                      </a:path>
                    </a:pathLst>
                  </a:custGeom>
                  <a:solidFill>
                    <a:srgbClr val="FFFFFF"/>
                  </a:solidFill>
                  <a:ln w="4839" cap="flat">
                    <a:noFill/>
                    <a:prstDash val="solid"/>
                    <a:miter/>
                  </a:ln>
                </p:spPr>
                <p:txBody>
                  <a:bodyPr rtlCol="0" anchor="ctr"/>
                  <a:lstStyle/>
                  <a:p>
                    <a:endParaRPr lang="vi-VN"/>
                  </a:p>
                </p:txBody>
              </p:sp>
              <p:sp>
                <p:nvSpPr>
                  <p:cNvPr id="877" name="Freeform: Shape 876">
                    <a:extLst>
                      <a:ext uri="{FF2B5EF4-FFF2-40B4-BE49-F238E27FC236}">
                        <a16:creationId xmlns:a16="http://schemas.microsoft.com/office/drawing/2014/main" id="{3363FD8A-D360-C099-AC03-4F8ACBAFB5E1}"/>
                      </a:ext>
                    </a:extLst>
                  </p:cNvPr>
                  <p:cNvSpPr/>
                  <p:nvPr/>
                </p:nvSpPr>
                <p:spPr>
                  <a:xfrm>
                    <a:off x="2516613" y="4053111"/>
                    <a:ext cx="58506" cy="12373"/>
                  </a:xfrm>
                  <a:custGeom>
                    <a:avLst/>
                    <a:gdLst>
                      <a:gd name="connsiteX0" fmla="*/ 57571 w 58506"/>
                      <a:gd name="connsiteY0" fmla="*/ 4995 h 12373"/>
                      <a:gd name="connsiteX1" fmla="*/ 54660 w 58506"/>
                      <a:gd name="connsiteY1" fmla="*/ 5464 h 12373"/>
                      <a:gd name="connsiteX2" fmla="*/ 53580 w 58506"/>
                      <a:gd name="connsiteY2" fmla="*/ 6215 h 12373"/>
                      <a:gd name="connsiteX3" fmla="*/ 52829 w 58506"/>
                      <a:gd name="connsiteY3" fmla="*/ 6767 h 12373"/>
                      <a:gd name="connsiteX4" fmla="*/ 52689 w 58506"/>
                      <a:gd name="connsiteY4" fmla="*/ 4099 h 12373"/>
                      <a:gd name="connsiteX5" fmla="*/ 50471 w 58506"/>
                      <a:gd name="connsiteY5" fmla="*/ 2239 h 12373"/>
                      <a:gd name="connsiteX6" fmla="*/ 44921 w 58506"/>
                      <a:gd name="connsiteY6" fmla="*/ 3828 h 12373"/>
                      <a:gd name="connsiteX7" fmla="*/ 41904 w 58506"/>
                      <a:gd name="connsiteY7" fmla="*/ 6724 h 12373"/>
                      <a:gd name="connsiteX8" fmla="*/ 38722 w 58506"/>
                      <a:gd name="connsiteY8" fmla="*/ 2903 h 12373"/>
                      <a:gd name="connsiteX9" fmla="*/ 34988 w 58506"/>
                      <a:gd name="connsiteY9" fmla="*/ 2399 h 12373"/>
                      <a:gd name="connsiteX10" fmla="*/ 30518 w 58506"/>
                      <a:gd name="connsiteY10" fmla="*/ 7116 h 12373"/>
                      <a:gd name="connsiteX11" fmla="*/ 30509 w 58506"/>
                      <a:gd name="connsiteY11" fmla="*/ 4234 h 12373"/>
                      <a:gd name="connsiteX12" fmla="*/ 29889 w 58506"/>
                      <a:gd name="connsiteY12" fmla="*/ 1508 h 12373"/>
                      <a:gd name="connsiteX13" fmla="*/ 27075 w 58506"/>
                      <a:gd name="connsiteY13" fmla="*/ 312 h 12373"/>
                      <a:gd name="connsiteX14" fmla="*/ 23699 w 58506"/>
                      <a:gd name="connsiteY14" fmla="*/ 3246 h 12373"/>
                      <a:gd name="connsiteX15" fmla="*/ 20978 w 58506"/>
                      <a:gd name="connsiteY15" fmla="*/ 6554 h 12373"/>
                      <a:gd name="connsiteX16" fmla="*/ 15341 w 58506"/>
                      <a:gd name="connsiteY16" fmla="*/ 1314 h 12373"/>
                      <a:gd name="connsiteX17" fmla="*/ 8415 w 58506"/>
                      <a:gd name="connsiteY17" fmla="*/ 2820 h 12373"/>
                      <a:gd name="connsiteX18" fmla="*/ 6638 w 58506"/>
                      <a:gd name="connsiteY18" fmla="*/ 6520 h 12373"/>
                      <a:gd name="connsiteX19" fmla="*/ 4555 w 58506"/>
                      <a:gd name="connsiteY19" fmla="*/ 7876 h 12373"/>
                      <a:gd name="connsiteX20" fmla="*/ 4434 w 58506"/>
                      <a:gd name="connsiteY20" fmla="*/ 2346 h 12373"/>
                      <a:gd name="connsiteX21" fmla="*/ 725 w 58506"/>
                      <a:gd name="connsiteY21" fmla="*/ 1363 h 12373"/>
                      <a:gd name="connsiteX22" fmla="*/ 4521 w 58506"/>
                      <a:gd name="connsiteY22" fmla="*/ 12298 h 12373"/>
                      <a:gd name="connsiteX23" fmla="*/ 9229 w 58506"/>
                      <a:gd name="connsiteY23" fmla="*/ 10520 h 12373"/>
                      <a:gd name="connsiteX24" fmla="*/ 12391 w 58506"/>
                      <a:gd name="connsiteY24" fmla="*/ 4888 h 12373"/>
                      <a:gd name="connsiteX25" fmla="*/ 14968 w 58506"/>
                      <a:gd name="connsiteY25" fmla="*/ 9092 h 12373"/>
                      <a:gd name="connsiteX26" fmla="*/ 19680 w 58506"/>
                      <a:gd name="connsiteY26" fmla="*/ 10971 h 12373"/>
                      <a:gd name="connsiteX27" fmla="*/ 24610 w 58506"/>
                      <a:gd name="connsiteY27" fmla="*/ 9319 h 12373"/>
                      <a:gd name="connsiteX28" fmla="*/ 26223 w 58506"/>
                      <a:gd name="connsiteY28" fmla="*/ 7116 h 12373"/>
                      <a:gd name="connsiteX29" fmla="*/ 26513 w 58506"/>
                      <a:gd name="connsiteY29" fmla="*/ 8753 h 12373"/>
                      <a:gd name="connsiteX30" fmla="*/ 29613 w 58506"/>
                      <a:gd name="connsiteY30" fmla="*/ 11663 h 12373"/>
                      <a:gd name="connsiteX31" fmla="*/ 36368 w 58506"/>
                      <a:gd name="connsiteY31" fmla="*/ 7479 h 12373"/>
                      <a:gd name="connsiteX32" fmla="*/ 40751 w 58506"/>
                      <a:gd name="connsiteY32" fmla="*/ 10918 h 12373"/>
                      <a:gd name="connsiteX33" fmla="*/ 48205 w 58506"/>
                      <a:gd name="connsiteY33" fmla="*/ 6782 h 12373"/>
                      <a:gd name="connsiteX34" fmla="*/ 48529 w 58506"/>
                      <a:gd name="connsiteY34" fmla="*/ 7300 h 12373"/>
                      <a:gd name="connsiteX35" fmla="*/ 48747 w 58506"/>
                      <a:gd name="connsiteY35" fmla="*/ 9082 h 12373"/>
                      <a:gd name="connsiteX36" fmla="*/ 51362 w 58506"/>
                      <a:gd name="connsiteY36" fmla="*/ 11174 h 12373"/>
                      <a:gd name="connsiteX37" fmla="*/ 58234 w 58506"/>
                      <a:gd name="connsiteY37" fmla="*/ 6782 h 12373"/>
                      <a:gd name="connsiteX38" fmla="*/ 57571 w 58506"/>
                      <a:gd name="connsiteY38" fmla="*/ 4995 h 1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8506" h="12373">
                        <a:moveTo>
                          <a:pt x="57571" y="4995"/>
                        </a:moveTo>
                        <a:cubicBezTo>
                          <a:pt x="56500" y="4714"/>
                          <a:pt x="55619" y="4927"/>
                          <a:pt x="54660" y="5464"/>
                        </a:cubicBezTo>
                        <a:cubicBezTo>
                          <a:pt x="54277" y="5678"/>
                          <a:pt x="53934" y="5968"/>
                          <a:pt x="53580" y="6215"/>
                        </a:cubicBezTo>
                        <a:cubicBezTo>
                          <a:pt x="53352" y="6433"/>
                          <a:pt x="53101" y="6607"/>
                          <a:pt x="52829" y="6767"/>
                        </a:cubicBezTo>
                        <a:cubicBezTo>
                          <a:pt x="52825" y="5876"/>
                          <a:pt x="53149" y="5072"/>
                          <a:pt x="52689" y="4099"/>
                        </a:cubicBezTo>
                        <a:cubicBezTo>
                          <a:pt x="52258" y="3188"/>
                          <a:pt x="51415" y="2535"/>
                          <a:pt x="50471" y="2239"/>
                        </a:cubicBezTo>
                        <a:cubicBezTo>
                          <a:pt x="48481" y="1614"/>
                          <a:pt x="46345" y="2389"/>
                          <a:pt x="44921" y="3828"/>
                        </a:cubicBezTo>
                        <a:cubicBezTo>
                          <a:pt x="44190" y="4569"/>
                          <a:pt x="43105" y="6743"/>
                          <a:pt x="41904" y="6724"/>
                        </a:cubicBezTo>
                        <a:cubicBezTo>
                          <a:pt x="40432" y="6699"/>
                          <a:pt x="39202" y="3929"/>
                          <a:pt x="38722" y="2903"/>
                        </a:cubicBezTo>
                        <a:cubicBezTo>
                          <a:pt x="37986" y="1314"/>
                          <a:pt x="36126" y="1212"/>
                          <a:pt x="34988" y="2399"/>
                        </a:cubicBezTo>
                        <a:cubicBezTo>
                          <a:pt x="34707" y="2690"/>
                          <a:pt x="30765" y="7227"/>
                          <a:pt x="30518" y="7116"/>
                        </a:cubicBezTo>
                        <a:cubicBezTo>
                          <a:pt x="30305" y="7019"/>
                          <a:pt x="30518" y="4501"/>
                          <a:pt x="30509" y="4234"/>
                        </a:cubicBezTo>
                        <a:cubicBezTo>
                          <a:pt x="30475" y="3213"/>
                          <a:pt x="30300" y="2438"/>
                          <a:pt x="29889" y="1508"/>
                        </a:cubicBezTo>
                        <a:cubicBezTo>
                          <a:pt x="29424" y="462"/>
                          <a:pt x="28179" y="-163"/>
                          <a:pt x="27075" y="312"/>
                        </a:cubicBezTo>
                        <a:cubicBezTo>
                          <a:pt x="25583" y="961"/>
                          <a:pt x="24600" y="1895"/>
                          <a:pt x="23699" y="3246"/>
                        </a:cubicBezTo>
                        <a:cubicBezTo>
                          <a:pt x="22944" y="4385"/>
                          <a:pt x="22363" y="6041"/>
                          <a:pt x="20978" y="6554"/>
                        </a:cubicBezTo>
                        <a:cubicBezTo>
                          <a:pt x="17118" y="7978"/>
                          <a:pt x="17268" y="2966"/>
                          <a:pt x="15341" y="1314"/>
                        </a:cubicBezTo>
                        <a:cubicBezTo>
                          <a:pt x="13084" y="-613"/>
                          <a:pt x="10018" y="781"/>
                          <a:pt x="8415" y="2820"/>
                        </a:cubicBezTo>
                        <a:cubicBezTo>
                          <a:pt x="7539" y="3929"/>
                          <a:pt x="7200" y="5256"/>
                          <a:pt x="6638" y="6520"/>
                        </a:cubicBezTo>
                        <a:cubicBezTo>
                          <a:pt x="6260" y="7368"/>
                          <a:pt x="5742" y="8409"/>
                          <a:pt x="4555" y="7876"/>
                        </a:cubicBezTo>
                        <a:cubicBezTo>
                          <a:pt x="2894" y="7126"/>
                          <a:pt x="4105" y="3556"/>
                          <a:pt x="4434" y="2346"/>
                        </a:cubicBezTo>
                        <a:cubicBezTo>
                          <a:pt x="5088" y="-42"/>
                          <a:pt x="1441" y="-1001"/>
                          <a:pt x="725" y="1363"/>
                        </a:cubicBezTo>
                        <a:cubicBezTo>
                          <a:pt x="-457" y="5247"/>
                          <a:pt x="-796" y="11349"/>
                          <a:pt x="4521" y="12298"/>
                        </a:cubicBezTo>
                        <a:cubicBezTo>
                          <a:pt x="6313" y="12617"/>
                          <a:pt x="8067" y="11910"/>
                          <a:pt x="9229" y="10520"/>
                        </a:cubicBezTo>
                        <a:cubicBezTo>
                          <a:pt x="9887" y="9741"/>
                          <a:pt x="11403" y="4908"/>
                          <a:pt x="12391" y="4888"/>
                        </a:cubicBezTo>
                        <a:cubicBezTo>
                          <a:pt x="12614" y="4883"/>
                          <a:pt x="14372" y="8569"/>
                          <a:pt x="14968" y="9092"/>
                        </a:cubicBezTo>
                        <a:cubicBezTo>
                          <a:pt x="16261" y="10230"/>
                          <a:pt x="17961" y="10879"/>
                          <a:pt x="19680" y="10971"/>
                        </a:cubicBezTo>
                        <a:cubicBezTo>
                          <a:pt x="21481" y="11063"/>
                          <a:pt x="23249" y="10506"/>
                          <a:pt x="24610" y="9319"/>
                        </a:cubicBezTo>
                        <a:cubicBezTo>
                          <a:pt x="25264" y="8753"/>
                          <a:pt x="25743" y="7934"/>
                          <a:pt x="26223" y="7116"/>
                        </a:cubicBezTo>
                        <a:cubicBezTo>
                          <a:pt x="26242" y="7668"/>
                          <a:pt x="26305" y="8220"/>
                          <a:pt x="26513" y="8753"/>
                        </a:cubicBezTo>
                        <a:cubicBezTo>
                          <a:pt x="27051" y="10133"/>
                          <a:pt x="28121" y="11339"/>
                          <a:pt x="29613" y="11663"/>
                        </a:cubicBezTo>
                        <a:cubicBezTo>
                          <a:pt x="32082" y="12206"/>
                          <a:pt x="34465" y="9721"/>
                          <a:pt x="36368" y="7479"/>
                        </a:cubicBezTo>
                        <a:cubicBezTo>
                          <a:pt x="37463" y="9077"/>
                          <a:pt x="38843" y="10467"/>
                          <a:pt x="40751" y="10918"/>
                        </a:cubicBezTo>
                        <a:cubicBezTo>
                          <a:pt x="44461" y="11794"/>
                          <a:pt x="45894" y="8932"/>
                          <a:pt x="48205" y="6782"/>
                        </a:cubicBezTo>
                        <a:cubicBezTo>
                          <a:pt x="49270" y="5789"/>
                          <a:pt x="48708" y="6477"/>
                          <a:pt x="48529" y="7300"/>
                        </a:cubicBezTo>
                        <a:cubicBezTo>
                          <a:pt x="48408" y="7833"/>
                          <a:pt x="48553" y="8588"/>
                          <a:pt x="48747" y="9082"/>
                        </a:cubicBezTo>
                        <a:cubicBezTo>
                          <a:pt x="49188" y="10206"/>
                          <a:pt x="50209" y="10937"/>
                          <a:pt x="51362" y="11174"/>
                        </a:cubicBezTo>
                        <a:cubicBezTo>
                          <a:pt x="54747" y="11872"/>
                          <a:pt x="56215" y="8719"/>
                          <a:pt x="58234" y="6782"/>
                        </a:cubicBezTo>
                        <a:cubicBezTo>
                          <a:pt x="58873" y="6147"/>
                          <a:pt x="58278" y="5179"/>
                          <a:pt x="57571" y="4995"/>
                        </a:cubicBezTo>
                        <a:close/>
                      </a:path>
                    </a:pathLst>
                  </a:custGeom>
                  <a:solidFill>
                    <a:srgbClr val="FFFFFF"/>
                  </a:solidFill>
                  <a:ln w="4839" cap="flat">
                    <a:noFill/>
                    <a:prstDash val="solid"/>
                    <a:miter/>
                  </a:ln>
                </p:spPr>
                <p:txBody>
                  <a:bodyPr rtlCol="0" anchor="ctr"/>
                  <a:lstStyle/>
                  <a:p>
                    <a:endParaRPr lang="vi-VN"/>
                  </a:p>
                </p:txBody>
              </p:sp>
            </p:grpSp>
            <p:sp>
              <p:nvSpPr>
                <p:cNvPr id="874" name="Freeform: Shape 873">
                  <a:extLst>
                    <a:ext uri="{FF2B5EF4-FFF2-40B4-BE49-F238E27FC236}">
                      <a16:creationId xmlns:a16="http://schemas.microsoft.com/office/drawing/2014/main" id="{A6C5C9DB-2620-D48A-F701-63067ACB137C}"/>
                    </a:ext>
                  </a:extLst>
                </p:cNvPr>
                <p:cNvSpPr/>
                <p:nvPr/>
              </p:nvSpPr>
              <p:spPr>
                <a:xfrm>
                  <a:off x="2312401" y="3946458"/>
                  <a:ext cx="322018" cy="546855"/>
                </a:xfrm>
                <a:custGeom>
                  <a:avLst/>
                  <a:gdLst>
                    <a:gd name="connsiteX0" fmla="*/ 0 w 322018"/>
                    <a:gd name="connsiteY0" fmla="*/ 0 h 546855"/>
                    <a:gd name="connsiteX1" fmla="*/ 322019 w 322018"/>
                    <a:gd name="connsiteY1" fmla="*/ 546855 h 546855"/>
                    <a:gd name="connsiteX2" fmla="*/ 31057 w 322018"/>
                    <a:gd name="connsiteY2" fmla="*/ 522481 h 546855"/>
                  </a:gdLst>
                  <a:ahLst/>
                  <a:cxnLst>
                    <a:cxn ang="0">
                      <a:pos x="connsiteX0" y="connsiteY0"/>
                    </a:cxn>
                    <a:cxn ang="0">
                      <a:pos x="connsiteX1" y="connsiteY1"/>
                    </a:cxn>
                    <a:cxn ang="0">
                      <a:pos x="connsiteX2" y="connsiteY2"/>
                    </a:cxn>
                  </a:cxnLst>
                  <a:rect l="l" t="t" r="r" b="b"/>
                  <a:pathLst>
                    <a:path w="322018" h="546855">
                      <a:moveTo>
                        <a:pt x="0" y="0"/>
                      </a:moveTo>
                      <a:lnTo>
                        <a:pt x="322019" y="546855"/>
                      </a:lnTo>
                      <a:lnTo>
                        <a:pt x="31057" y="522481"/>
                      </a:lnTo>
                      <a:close/>
                    </a:path>
                  </a:pathLst>
                </a:custGeom>
                <a:solidFill>
                  <a:srgbClr val="8A578C">
                    <a:alpha val="10000"/>
                  </a:srgbClr>
                </a:solidFill>
                <a:ln w="4839" cap="flat">
                  <a:noFill/>
                  <a:prstDash val="solid"/>
                  <a:miter/>
                </a:ln>
              </p:spPr>
              <p:txBody>
                <a:bodyPr rtlCol="0" anchor="ctr"/>
                <a:lstStyle/>
                <a:p>
                  <a:endParaRPr lang="vi-VN"/>
                </a:p>
              </p:txBody>
            </p:sp>
          </p:grpSp>
        </p:grpSp>
        <p:grpSp>
          <p:nvGrpSpPr>
            <p:cNvPr id="15" name="Graphic 1991">
              <a:extLst>
                <a:ext uri="{FF2B5EF4-FFF2-40B4-BE49-F238E27FC236}">
                  <a16:creationId xmlns:a16="http://schemas.microsoft.com/office/drawing/2014/main" id="{53071041-42F1-659B-6B54-02D3E15C4F45}"/>
                </a:ext>
              </a:extLst>
            </p:cNvPr>
            <p:cNvGrpSpPr/>
            <p:nvPr/>
          </p:nvGrpSpPr>
          <p:grpSpPr>
            <a:xfrm>
              <a:off x="1156779" y="4145897"/>
              <a:ext cx="2770585" cy="1815927"/>
              <a:chOff x="1156779" y="4145897"/>
              <a:chExt cx="2770585" cy="1815927"/>
            </a:xfrm>
          </p:grpSpPr>
          <p:grpSp>
            <p:nvGrpSpPr>
              <p:cNvPr id="610" name="Graphic 1991">
                <a:extLst>
                  <a:ext uri="{FF2B5EF4-FFF2-40B4-BE49-F238E27FC236}">
                    <a16:creationId xmlns:a16="http://schemas.microsoft.com/office/drawing/2014/main" id="{02B84B8D-B7E8-246F-A0D0-180FDF7C448C}"/>
                  </a:ext>
                </a:extLst>
              </p:cNvPr>
              <p:cNvGrpSpPr/>
              <p:nvPr/>
            </p:nvGrpSpPr>
            <p:grpSpPr>
              <a:xfrm>
                <a:off x="2942863" y="4145897"/>
                <a:ext cx="984501" cy="1815927"/>
                <a:chOff x="2942863" y="4145897"/>
                <a:chExt cx="984501" cy="1815927"/>
              </a:xfrm>
            </p:grpSpPr>
            <p:grpSp>
              <p:nvGrpSpPr>
                <p:cNvPr id="803" name="Graphic 1991">
                  <a:extLst>
                    <a:ext uri="{FF2B5EF4-FFF2-40B4-BE49-F238E27FC236}">
                      <a16:creationId xmlns:a16="http://schemas.microsoft.com/office/drawing/2014/main" id="{75D07387-03D9-F01E-4545-BA97455A1A38}"/>
                    </a:ext>
                  </a:extLst>
                </p:cNvPr>
                <p:cNvGrpSpPr/>
                <p:nvPr/>
              </p:nvGrpSpPr>
              <p:grpSpPr>
                <a:xfrm>
                  <a:off x="2942863" y="4145897"/>
                  <a:ext cx="950203" cy="1347019"/>
                  <a:chOff x="2942863" y="4145897"/>
                  <a:chExt cx="950203" cy="1347019"/>
                </a:xfrm>
              </p:grpSpPr>
              <p:grpSp>
                <p:nvGrpSpPr>
                  <p:cNvPr id="815" name="Graphic 1991">
                    <a:extLst>
                      <a:ext uri="{FF2B5EF4-FFF2-40B4-BE49-F238E27FC236}">
                        <a16:creationId xmlns:a16="http://schemas.microsoft.com/office/drawing/2014/main" id="{1ACCB15D-1A1E-990A-6957-4F192329EFDF}"/>
                      </a:ext>
                    </a:extLst>
                  </p:cNvPr>
                  <p:cNvGrpSpPr/>
                  <p:nvPr/>
                </p:nvGrpSpPr>
                <p:grpSpPr>
                  <a:xfrm>
                    <a:off x="3208997" y="4695269"/>
                    <a:ext cx="275574" cy="754237"/>
                    <a:chOff x="3208997" y="4695269"/>
                    <a:chExt cx="275574" cy="754237"/>
                  </a:xfrm>
                </p:grpSpPr>
                <p:grpSp>
                  <p:nvGrpSpPr>
                    <p:cNvPr id="857" name="Graphic 1991">
                      <a:extLst>
                        <a:ext uri="{FF2B5EF4-FFF2-40B4-BE49-F238E27FC236}">
                          <a16:creationId xmlns:a16="http://schemas.microsoft.com/office/drawing/2014/main" id="{C7EAB45D-AEBC-E031-E35E-6A19320B9FB3}"/>
                        </a:ext>
                      </a:extLst>
                    </p:cNvPr>
                    <p:cNvGrpSpPr/>
                    <p:nvPr/>
                  </p:nvGrpSpPr>
                  <p:grpSpPr>
                    <a:xfrm>
                      <a:off x="3300628" y="5149671"/>
                      <a:ext cx="183943" cy="299835"/>
                      <a:chOff x="3300628" y="5149671"/>
                      <a:chExt cx="183943" cy="299835"/>
                    </a:xfrm>
                  </p:grpSpPr>
                  <p:sp>
                    <p:nvSpPr>
                      <p:cNvPr id="862" name="Freeform: Shape 861">
                        <a:extLst>
                          <a:ext uri="{FF2B5EF4-FFF2-40B4-BE49-F238E27FC236}">
                            <a16:creationId xmlns:a16="http://schemas.microsoft.com/office/drawing/2014/main" id="{8CD714A8-88E9-34EB-AB3A-C2B09CFC1F28}"/>
                          </a:ext>
                        </a:extLst>
                      </p:cNvPr>
                      <p:cNvSpPr/>
                      <p:nvPr/>
                    </p:nvSpPr>
                    <p:spPr>
                      <a:xfrm>
                        <a:off x="3300633" y="5149675"/>
                        <a:ext cx="183938" cy="299831"/>
                      </a:xfrm>
                      <a:custGeom>
                        <a:avLst/>
                        <a:gdLst>
                          <a:gd name="connsiteX0" fmla="*/ 8538 w 183938"/>
                          <a:gd name="connsiteY0" fmla="*/ 57664 h 299831"/>
                          <a:gd name="connsiteX1" fmla="*/ 69389 w 183938"/>
                          <a:gd name="connsiteY1" fmla="*/ 193585 h 299831"/>
                          <a:gd name="connsiteX2" fmla="*/ 34961 w 183938"/>
                          <a:gd name="connsiteY2" fmla="*/ 236799 h 299831"/>
                          <a:gd name="connsiteX3" fmla="*/ 48511 w 183938"/>
                          <a:gd name="connsiteY3" fmla="*/ 287693 h 299831"/>
                          <a:gd name="connsiteX4" fmla="*/ 72532 w 183938"/>
                          <a:gd name="connsiteY4" fmla="*/ 287693 h 299831"/>
                          <a:gd name="connsiteX5" fmla="*/ 102093 w 183938"/>
                          <a:gd name="connsiteY5" fmla="*/ 298894 h 299831"/>
                          <a:gd name="connsiteX6" fmla="*/ 115028 w 183938"/>
                          <a:gd name="connsiteY6" fmla="*/ 287693 h 299831"/>
                          <a:gd name="connsiteX7" fmla="*/ 131460 w 183938"/>
                          <a:gd name="connsiteY7" fmla="*/ 282268 h 299831"/>
                          <a:gd name="connsiteX8" fmla="*/ 135354 w 183938"/>
                          <a:gd name="connsiteY8" fmla="*/ 268718 h 299831"/>
                          <a:gd name="connsiteX9" fmla="*/ 145142 w 183938"/>
                          <a:gd name="connsiteY9" fmla="*/ 257018 h 299831"/>
                          <a:gd name="connsiteX10" fmla="*/ 145142 w 183938"/>
                          <a:gd name="connsiteY10" fmla="*/ 204792 h 299831"/>
                          <a:gd name="connsiteX11" fmla="*/ 183396 w 183938"/>
                          <a:gd name="connsiteY11" fmla="*/ 191115 h 299831"/>
                          <a:gd name="connsiteX12" fmla="*/ 142129 w 183938"/>
                          <a:gd name="connsiteY12" fmla="*/ 174054 h 299831"/>
                          <a:gd name="connsiteX13" fmla="*/ 123654 w 183938"/>
                          <a:gd name="connsiteY13" fmla="*/ 134453 h 299831"/>
                          <a:gd name="connsiteX14" fmla="*/ 76353 w 183938"/>
                          <a:gd name="connsiteY14" fmla="*/ 8984 h 299831"/>
                          <a:gd name="connsiteX15" fmla="*/ 28806 w 183938"/>
                          <a:gd name="connsiteY15" fmla="*/ 3269 h 299831"/>
                          <a:gd name="connsiteX16" fmla="*/ 0 w 183938"/>
                          <a:gd name="connsiteY16" fmla="*/ 31600 h 299831"/>
                          <a:gd name="connsiteX17" fmla="*/ 8538 w 183938"/>
                          <a:gd name="connsiteY17" fmla="*/ 57664 h 299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3938" h="299831">
                            <a:moveTo>
                              <a:pt x="8538" y="57664"/>
                            </a:moveTo>
                            <a:cubicBezTo>
                              <a:pt x="8538" y="57664"/>
                              <a:pt x="73636" y="193590"/>
                              <a:pt x="69389" y="193585"/>
                            </a:cubicBezTo>
                            <a:cubicBezTo>
                              <a:pt x="65142" y="193580"/>
                              <a:pt x="34961" y="211039"/>
                              <a:pt x="34961" y="236799"/>
                            </a:cubicBezTo>
                            <a:cubicBezTo>
                              <a:pt x="34961" y="262558"/>
                              <a:pt x="35576" y="286346"/>
                              <a:pt x="48511" y="287693"/>
                            </a:cubicBezTo>
                            <a:cubicBezTo>
                              <a:pt x="61447" y="289044"/>
                              <a:pt x="72532" y="287693"/>
                              <a:pt x="72532" y="287693"/>
                            </a:cubicBezTo>
                            <a:cubicBezTo>
                              <a:pt x="72532" y="287693"/>
                              <a:pt x="90393" y="303824"/>
                              <a:pt x="102093" y="298894"/>
                            </a:cubicBezTo>
                            <a:cubicBezTo>
                              <a:pt x="113794" y="293969"/>
                              <a:pt x="115028" y="287693"/>
                              <a:pt x="115028" y="287693"/>
                            </a:cubicBezTo>
                            <a:cubicBezTo>
                              <a:pt x="115028" y="287693"/>
                              <a:pt x="123872" y="291504"/>
                              <a:pt x="131460" y="282268"/>
                            </a:cubicBezTo>
                            <a:cubicBezTo>
                              <a:pt x="139049" y="273028"/>
                              <a:pt x="135354" y="268718"/>
                              <a:pt x="135354" y="268718"/>
                            </a:cubicBezTo>
                            <a:cubicBezTo>
                              <a:pt x="135354" y="268718"/>
                              <a:pt x="140764" y="266253"/>
                              <a:pt x="145142" y="257018"/>
                            </a:cubicBezTo>
                            <a:cubicBezTo>
                              <a:pt x="149519" y="247777"/>
                              <a:pt x="124748" y="206148"/>
                              <a:pt x="145142" y="204792"/>
                            </a:cubicBezTo>
                            <a:cubicBezTo>
                              <a:pt x="165535" y="203436"/>
                              <a:pt x="187706" y="200356"/>
                              <a:pt x="183396" y="191115"/>
                            </a:cubicBezTo>
                            <a:cubicBezTo>
                              <a:pt x="179086" y="181875"/>
                              <a:pt x="142129" y="174054"/>
                              <a:pt x="142129" y="174054"/>
                            </a:cubicBezTo>
                            <a:lnTo>
                              <a:pt x="123654" y="134453"/>
                            </a:lnTo>
                            <a:lnTo>
                              <a:pt x="76353" y="8984"/>
                            </a:lnTo>
                            <a:cubicBezTo>
                              <a:pt x="76353" y="8984"/>
                              <a:pt x="48516" y="-6586"/>
                              <a:pt x="28806" y="3269"/>
                            </a:cubicBezTo>
                            <a:cubicBezTo>
                              <a:pt x="9095" y="13124"/>
                              <a:pt x="0" y="31600"/>
                              <a:pt x="0" y="31600"/>
                            </a:cubicBezTo>
                            <a:lnTo>
                              <a:pt x="8538" y="57664"/>
                            </a:lnTo>
                            <a:close/>
                          </a:path>
                        </a:pathLst>
                      </a:custGeom>
                      <a:solidFill>
                        <a:srgbClr val="E27E79"/>
                      </a:solidFill>
                      <a:ln w="4839" cap="flat">
                        <a:noFill/>
                        <a:prstDash val="solid"/>
                        <a:miter/>
                      </a:ln>
                    </p:spPr>
                    <p:txBody>
                      <a:bodyPr rtlCol="0" anchor="ctr"/>
                      <a:lstStyle/>
                      <a:p>
                        <a:endParaRPr lang="vi-VN"/>
                      </a:p>
                    </p:txBody>
                  </p:sp>
                  <p:grpSp>
                    <p:nvGrpSpPr>
                      <p:cNvPr id="863" name="Graphic 1991">
                        <a:extLst>
                          <a:ext uri="{FF2B5EF4-FFF2-40B4-BE49-F238E27FC236}">
                            <a16:creationId xmlns:a16="http://schemas.microsoft.com/office/drawing/2014/main" id="{DB4CD11B-D92E-F7E9-1DF3-D49D48AA4557}"/>
                          </a:ext>
                        </a:extLst>
                      </p:cNvPr>
                      <p:cNvGrpSpPr/>
                      <p:nvPr/>
                    </p:nvGrpSpPr>
                    <p:grpSpPr>
                      <a:xfrm>
                        <a:off x="3349796" y="5367412"/>
                        <a:ext cx="86059" cy="71614"/>
                        <a:chOff x="3349796" y="5367412"/>
                        <a:chExt cx="86059" cy="71614"/>
                      </a:xfrm>
                      <a:solidFill>
                        <a:srgbClr val="BA514F"/>
                      </a:solidFill>
                    </p:grpSpPr>
                    <p:sp>
                      <p:nvSpPr>
                        <p:cNvPr id="865" name="Freeform: Shape 864">
                          <a:extLst>
                            <a:ext uri="{FF2B5EF4-FFF2-40B4-BE49-F238E27FC236}">
                              <a16:creationId xmlns:a16="http://schemas.microsoft.com/office/drawing/2014/main" id="{14F978BE-8A17-AB28-1A4C-7054B3AEFC19}"/>
                            </a:ext>
                          </a:extLst>
                        </p:cNvPr>
                        <p:cNvSpPr/>
                        <p:nvPr/>
                      </p:nvSpPr>
                      <p:spPr>
                        <a:xfrm>
                          <a:off x="3349796" y="5387478"/>
                          <a:ext cx="24752" cy="51547"/>
                        </a:xfrm>
                        <a:custGeom>
                          <a:avLst/>
                          <a:gdLst>
                            <a:gd name="connsiteX0" fmla="*/ 24420 w 24752"/>
                            <a:gd name="connsiteY0" fmla="*/ 49473 h 51547"/>
                            <a:gd name="connsiteX1" fmla="*/ 15645 w 24752"/>
                            <a:gd name="connsiteY1" fmla="*/ 39468 h 51547"/>
                            <a:gd name="connsiteX2" fmla="*/ 9034 w 24752"/>
                            <a:gd name="connsiteY2" fmla="*/ 27467 h 51547"/>
                            <a:gd name="connsiteX3" fmla="*/ 4574 w 24752"/>
                            <a:gd name="connsiteY3" fmla="*/ 15287 h 51547"/>
                            <a:gd name="connsiteX4" fmla="*/ 5155 w 24752"/>
                            <a:gd name="connsiteY4" fmla="*/ 1456 h 51547"/>
                            <a:gd name="connsiteX5" fmla="*/ 4414 w 24752"/>
                            <a:gd name="connsiteY5" fmla="*/ 27 h 51547"/>
                            <a:gd name="connsiteX6" fmla="*/ 457 w 24752"/>
                            <a:gd name="connsiteY6" fmla="*/ 10822 h 51547"/>
                            <a:gd name="connsiteX7" fmla="*/ 5542 w 24752"/>
                            <a:gd name="connsiteY7" fmla="*/ 25835 h 51547"/>
                            <a:gd name="connsiteX8" fmla="*/ 22725 w 24752"/>
                            <a:gd name="connsiteY8" fmla="*/ 51207 h 51547"/>
                            <a:gd name="connsiteX9" fmla="*/ 24420 w 24752"/>
                            <a:gd name="connsiteY9" fmla="*/ 49473 h 51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52" h="51547">
                              <a:moveTo>
                                <a:pt x="24420" y="49473"/>
                              </a:moveTo>
                              <a:cubicBezTo>
                                <a:pt x="21500" y="46103"/>
                                <a:pt x="18255" y="43114"/>
                                <a:pt x="15645" y="39468"/>
                              </a:cubicBezTo>
                              <a:cubicBezTo>
                                <a:pt x="12976" y="35744"/>
                                <a:pt x="10840" y="31676"/>
                                <a:pt x="9034" y="27467"/>
                              </a:cubicBezTo>
                              <a:cubicBezTo>
                                <a:pt x="7330" y="23491"/>
                                <a:pt x="5906" y="19399"/>
                                <a:pt x="4574" y="15287"/>
                              </a:cubicBezTo>
                              <a:cubicBezTo>
                                <a:pt x="3058" y="10609"/>
                                <a:pt x="927" y="5330"/>
                                <a:pt x="5155" y="1456"/>
                              </a:cubicBezTo>
                              <a:cubicBezTo>
                                <a:pt x="5751" y="909"/>
                                <a:pt x="5228" y="-186"/>
                                <a:pt x="4414" y="27"/>
                              </a:cubicBezTo>
                              <a:cubicBezTo>
                                <a:pt x="-322" y="1252"/>
                                <a:pt x="-487" y="6991"/>
                                <a:pt x="457" y="10822"/>
                              </a:cubicBezTo>
                              <a:cubicBezTo>
                                <a:pt x="1712" y="15907"/>
                                <a:pt x="3605" y="20978"/>
                                <a:pt x="5542" y="25835"/>
                              </a:cubicBezTo>
                              <a:cubicBezTo>
                                <a:pt x="9363" y="35409"/>
                                <a:pt x="14913" y="44349"/>
                                <a:pt x="22725" y="51207"/>
                              </a:cubicBezTo>
                              <a:cubicBezTo>
                                <a:pt x="23907" y="52258"/>
                                <a:pt x="25437" y="50650"/>
                                <a:pt x="24420" y="49473"/>
                              </a:cubicBezTo>
                              <a:close/>
                            </a:path>
                          </a:pathLst>
                        </a:custGeom>
                        <a:solidFill>
                          <a:srgbClr val="BA514F"/>
                        </a:solidFill>
                        <a:ln w="4839" cap="flat">
                          <a:noFill/>
                          <a:prstDash val="solid"/>
                          <a:miter/>
                        </a:ln>
                      </p:spPr>
                      <p:txBody>
                        <a:bodyPr rtlCol="0" anchor="ctr"/>
                        <a:lstStyle/>
                        <a:p>
                          <a:endParaRPr lang="vi-VN"/>
                        </a:p>
                      </p:txBody>
                    </p:sp>
                    <p:sp>
                      <p:nvSpPr>
                        <p:cNvPr id="866" name="Freeform: Shape 865">
                          <a:extLst>
                            <a:ext uri="{FF2B5EF4-FFF2-40B4-BE49-F238E27FC236}">
                              <a16:creationId xmlns:a16="http://schemas.microsoft.com/office/drawing/2014/main" id="{E56BF8B9-6229-B137-22DD-E5DDAC76F254}"/>
                            </a:ext>
                          </a:extLst>
                        </p:cNvPr>
                        <p:cNvSpPr/>
                        <p:nvPr/>
                      </p:nvSpPr>
                      <p:spPr>
                        <a:xfrm>
                          <a:off x="3380070" y="5382729"/>
                          <a:ext cx="36140" cy="55916"/>
                        </a:xfrm>
                        <a:custGeom>
                          <a:avLst/>
                          <a:gdLst>
                            <a:gd name="connsiteX0" fmla="*/ 34115 w 36140"/>
                            <a:gd name="connsiteY0" fmla="*/ 50493 h 55916"/>
                            <a:gd name="connsiteX1" fmla="*/ 27108 w 36140"/>
                            <a:gd name="connsiteY1" fmla="*/ 43999 h 55916"/>
                            <a:gd name="connsiteX2" fmla="*/ 12947 w 36140"/>
                            <a:gd name="connsiteY2" fmla="*/ 30972 h 55916"/>
                            <a:gd name="connsiteX3" fmla="*/ 4884 w 36140"/>
                            <a:gd name="connsiteY3" fmla="*/ 15993 h 55916"/>
                            <a:gd name="connsiteX4" fmla="*/ 3087 w 36140"/>
                            <a:gd name="connsiteY4" fmla="*/ 7542 h 55916"/>
                            <a:gd name="connsiteX5" fmla="*/ 1368 w 36140"/>
                            <a:gd name="connsiteY5" fmla="*/ 287 h 55916"/>
                            <a:gd name="connsiteX6" fmla="*/ 259 w 36140"/>
                            <a:gd name="connsiteY6" fmla="*/ 461 h 55916"/>
                            <a:gd name="connsiteX7" fmla="*/ 738 w 36140"/>
                            <a:gd name="connsiteY7" fmla="*/ 8835 h 55916"/>
                            <a:gd name="connsiteX8" fmla="*/ 2288 w 36140"/>
                            <a:gd name="connsiteY8" fmla="*/ 16084 h 55916"/>
                            <a:gd name="connsiteX9" fmla="*/ 8734 w 36140"/>
                            <a:gd name="connsiteY9" fmla="*/ 29906 h 55916"/>
                            <a:gd name="connsiteX10" fmla="*/ 20841 w 36140"/>
                            <a:gd name="connsiteY10" fmla="*/ 41684 h 55916"/>
                            <a:gd name="connsiteX11" fmla="*/ 28028 w 36140"/>
                            <a:gd name="connsiteY11" fmla="*/ 48125 h 55916"/>
                            <a:gd name="connsiteX12" fmla="*/ 34314 w 36140"/>
                            <a:gd name="connsiteY12" fmla="*/ 55273 h 55916"/>
                            <a:gd name="connsiteX13" fmla="*/ 36062 w 36140"/>
                            <a:gd name="connsiteY13" fmla="*/ 55244 h 55916"/>
                            <a:gd name="connsiteX14" fmla="*/ 34115 w 36140"/>
                            <a:gd name="connsiteY14" fmla="*/ 50493 h 55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140" h="55916">
                              <a:moveTo>
                                <a:pt x="34115" y="50493"/>
                              </a:moveTo>
                              <a:cubicBezTo>
                                <a:pt x="31878" y="48241"/>
                                <a:pt x="29452" y="46144"/>
                                <a:pt x="27108" y="43999"/>
                              </a:cubicBezTo>
                              <a:cubicBezTo>
                                <a:pt x="22395" y="39684"/>
                                <a:pt x="17359" y="35601"/>
                                <a:pt x="12947" y="30972"/>
                              </a:cubicBezTo>
                              <a:cubicBezTo>
                                <a:pt x="8932" y="26763"/>
                                <a:pt x="6448" y="21552"/>
                                <a:pt x="4884" y="15993"/>
                              </a:cubicBezTo>
                              <a:cubicBezTo>
                                <a:pt x="4104" y="13218"/>
                                <a:pt x="3542" y="10385"/>
                                <a:pt x="3087" y="7542"/>
                              </a:cubicBezTo>
                              <a:cubicBezTo>
                                <a:pt x="2695" y="5086"/>
                                <a:pt x="2515" y="2529"/>
                                <a:pt x="1368" y="287"/>
                              </a:cubicBezTo>
                              <a:cubicBezTo>
                                <a:pt x="1121" y="-192"/>
                                <a:pt x="370" y="-28"/>
                                <a:pt x="259" y="461"/>
                              </a:cubicBezTo>
                              <a:cubicBezTo>
                                <a:pt x="-361" y="3212"/>
                                <a:pt x="268" y="6103"/>
                                <a:pt x="738" y="8835"/>
                              </a:cubicBezTo>
                              <a:cubicBezTo>
                                <a:pt x="1154" y="11271"/>
                                <a:pt x="1648" y="13697"/>
                                <a:pt x="2288" y="16084"/>
                              </a:cubicBezTo>
                              <a:cubicBezTo>
                                <a:pt x="3610" y="21010"/>
                                <a:pt x="5610" y="25838"/>
                                <a:pt x="8734" y="29906"/>
                              </a:cubicBezTo>
                              <a:cubicBezTo>
                                <a:pt x="12153" y="34362"/>
                                <a:pt x="16695" y="37940"/>
                                <a:pt x="20841" y="41684"/>
                              </a:cubicBezTo>
                              <a:cubicBezTo>
                                <a:pt x="23228" y="43839"/>
                                <a:pt x="25616" y="45994"/>
                                <a:pt x="28028" y="48125"/>
                              </a:cubicBezTo>
                              <a:cubicBezTo>
                                <a:pt x="30163" y="50014"/>
                                <a:pt x="33854" y="52242"/>
                                <a:pt x="34314" y="55273"/>
                              </a:cubicBezTo>
                              <a:cubicBezTo>
                                <a:pt x="34454" y="56179"/>
                                <a:pt x="35907" y="56092"/>
                                <a:pt x="36062" y="55244"/>
                              </a:cubicBezTo>
                              <a:cubicBezTo>
                                <a:pt x="36430" y="53293"/>
                                <a:pt x="35462" y="51844"/>
                                <a:pt x="34115" y="50493"/>
                              </a:cubicBezTo>
                              <a:close/>
                            </a:path>
                          </a:pathLst>
                        </a:custGeom>
                        <a:solidFill>
                          <a:srgbClr val="BA514F"/>
                        </a:solidFill>
                        <a:ln w="4839" cap="flat">
                          <a:noFill/>
                          <a:prstDash val="solid"/>
                          <a:miter/>
                        </a:ln>
                      </p:spPr>
                      <p:txBody>
                        <a:bodyPr rtlCol="0" anchor="ctr"/>
                        <a:lstStyle/>
                        <a:p>
                          <a:endParaRPr lang="vi-VN"/>
                        </a:p>
                      </p:txBody>
                    </p:sp>
                    <p:sp>
                      <p:nvSpPr>
                        <p:cNvPr id="867" name="Freeform: Shape 866">
                          <a:extLst>
                            <a:ext uri="{FF2B5EF4-FFF2-40B4-BE49-F238E27FC236}">
                              <a16:creationId xmlns:a16="http://schemas.microsoft.com/office/drawing/2014/main" id="{B9E8F928-C731-5191-F393-4FA10F885D15}"/>
                            </a:ext>
                          </a:extLst>
                        </p:cNvPr>
                        <p:cNvSpPr/>
                        <p:nvPr/>
                      </p:nvSpPr>
                      <p:spPr>
                        <a:xfrm>
                          <a:off x="3405013" y="5367412"/>
                          <a:ext cx="30842" cy="53152"/>
                        </a:xfrm>
                        <a:custGeom>
                          <a:avLst/>
                          <a:gdLst>
                            <a:gd name="connsiteX0" fmla="*/ 30272 w 30842"/>
                            <a:gd name="connsiteY0" fmla="*/ 50875 h 53152"/>
                            <a:gd name="connsiteX1" fmla="*/ 20015 w 30842"/>
                            <a:gd name="connsiteY1" fmla="*/ 40628 h 53152"/>
                            <a:gd name="connsiteX2" fmla="*/ 11506 w 30842"/>
                            <a:gd name="connsiteY2" fmla="*/ 28051 h 53152"/>
                            <a:gd name="connsiteX3" fmla="*/ 5195 w 30842"/>
                            <a:gd name="connsiteY3" fmla="*/ 15164 h 53152"/>
                            <a:gd name="connsiteX4" fmla="*/ 3021 w 30842"/>
                            <a:gd name="connsiteY4" fmla="*/ 8737 h 53152"/>
                            <a:gd name="connsiteX5" fmla="*/ 2803 w 30842"/>
                            <a:gd name="connsiteY5" fmla="*/ 5168 h 53152"/>
                            <a:gd name="connsiteX6" fmla="*/ 4275 w 30842"/>
                            <a:gd name="connsiteY6" fmla="*/ 1478 h 53152"/>
                            <a:gd name="connsiteX7" fmla="*/ 2759 w 30842"/>
                            <a:gd name="connsiteY7" fmla="*/ 122 h 53152"/>
                            <a:gd name="connsiteX8" fmla="*/ 1219 w 30842"/>
                            <a:gd name="connsiteY8" fmla="*/ 12413 h 53152"/>
                            <a:gd name="connsiteX9" fmla="*/ 8406 w 30842"/>
                            <a:gd name="connsiteY9" fmla="*/ 28152 h 53152"/>
                            <a:gd name="connsiteX10" fmla="*/ 17617 w 30842"/>
                            <a:gd name="connsiteY10" fmla="*/ 42013 h 53152"/>
                            <a:gd name="connsiteX11" fmla="*/ 29381 w 30842"/>
                            <a:gd name="connsiteY11" fmla="*/ 53079 h 53152"/>
                            <a:gd name="connsiteX12" fmla="*/ 30272 w 30842"/>
                            <a:gd name="connsiteY12" fmla="*/ 50875 h 53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842" h="53152">
                              <a:moveTo>
                                <a:pt x="30272" y="50875"/>
                              </a:moveTo>
                              <a:cubicBezTo>
                                <a:pt x="26030" y="48483"/>
                                <a:pt x="22964" y="44415"/>
                                <a:pt x="20015" y="40628"/>
                              </a:cubicBezTo>
                              <a:cubicBezTo>
                                <a:pt x="16901" y="36632"/>
                                <a:pt x="14034" y="32438"/>
                                <a:pt x="11506" y="28051"/>
                              </a:cubicBezTo>
                              <a:cubicBezTo>
                                <a:pt x="9118" y="23900"/>
                                <a:pt x="7002" y="19595"/>
                                <a:pt x="5195" y="15164"/>
                              </a:cubicBezTo>
                              <a:cubicBezTo>
                                <a:pt x="4343" y="13076"/>
                                <a:pt x="3457" y="10960"/>
                                <a:pt x="3021" y="8737"/>
                              </a:cubicBezTo>
                              <a:cubicBezTo>
                                <a:pt x="2793" y="7575"/>
                                <a:pt x="2648" y="6355"/>
                                <a:pt x="2803" y="5168"/>
                              </a:cubicBezTo>
                              <a:cubicBezTo>
                                <a:pt x="2987" y="3783"/>
                                <a:pt x="3733" y="2732"/>
                                <a:pt x="4275" y="1478"/>
                              </a:cubicBezTo>
                              <a:cubicBezTo>
                                <a:pt x="4639" y="635"/>
                                <a:pt x="3563" y="-348"/>
                                <a:pt x="2759" y="122"/>
                              </a:cubicBezTo>
                              <a:cubicBezTo>
                                <a:pt x="-1318" y="2519"/>
                                <a:pt x="-6" y="8776"/>
                                <a:pt x="1219" y="12413"/>
                              </a:cubicBezTo>
                              <a:cubicBezTo>
                                <a:pt x="3055" y="17861"/>
                                <a:pt x="5607" y="23140"/>
                                <a:pt x="8406" y="28152"/>
                              </a:cubicBezTo>
                              <a:cubicBezTo>
                                <a:pt x="11113" y="32995"/>
                                <a:pt x="14174" y="37659"/>
                                <a:pt x="17617" y="42013"/>
                              </a:cubicBezTo>
                              <a:cubicBezTo>
                                <a:pt x="20770" y="46008"/>
                                <a:pt x="24436" y="51253"/>
                                <a:pt x="29381" y="53079"/>
                              </a:cubicBezTo>
                              <a:cubicBezTo>
                                <a:pt x="30679" y="53563"/>
                                <a:pt x="31425" y="51529"/>
                                <a:pt x="30272" y="50875"/>
                              </a:cubicBezTo>
                              <a:close/>
                            </a:path>
                          </a:pathLst>
                        </a:custGeom>
                        <a:solidFill>
                          <a:srgbClr val="BA514F"/>
                        </a:solidFill>
                        <a:ln w="4839" cap="flat">
                          <a:noFill/>
                          <a:prstDash val="solid"/>
                          <a:miter/>
                        </a:ln>
                      </p:spPr>
                      <p:txBody>
                        <a:bodyPr rtlCol="0" anchor="ctr"/>
                        <a:lstStyle/>
                        <a:p>
                          <a:endParaRPr lang="vi-VN"/>
                        </a:p>
                      </p:txBody>
                    </p:sp>
                  </p:grpSp>
                  <p:sp>
                    <p:nvSpPr>
                      <p:cNvPr id="864" name="Freeform: Shape 863">
                        <a:extLst>
                          <a:ext uri="{FF2B5EF4-FFF2-40B4-BE49-F238E27FC236}">
                            <a16:creationId xmlns:a16="http://schemas.microsoft.com/office/drawing/2014/main" id="{EA4594CE-931E-4377-8D12-AE3BF88627F8}"/>
                          </a:ext>
                        </a:extLst>
                      </p:cNvPr>
                      <p:cNvSpPr/>
                      <p:nvPr/>
                    </p:nvSpPr>
                    <p:spPr>
                      <a:xfrm>
                        <a:off x="3300628" y="5149671"/>
                        <a:ext cx="92853" cy="77326"/>
                      </a:xfrm>
                      <a:custGeom>
                        <a:avLst/>
                        <a:gdLst>
                          <a:gd name="connsiteX0" fmla="*/ 76353 w 92853"/>
                          <a:gd name="connsiteY0" fmla="*/ 8984 h 77326"/>
                          <a:gd name="connsiteX1" fmla="*/ 28806 w 92853"/>
                          <a:gd name="connsiteY1" fmla="*/ 3269 h 77326"/>
                          <a:gd name="connsiteX2" fmla="*/ 0 w 92853"/>
                          <a:gd name="connsiteY2" fmla="*/ 31600 h 77326"/>
                          <a:gd name="connsiteX3" fmla="*/ 8548 w 92853"/>
                          <a:gd name="connsiteY3" fmla="*/ 57669 h 77326"/>
                          <a:gd name="connsiteX4" fmla="*/ 17904 w 92853"/>
                          <a:gd name="connsiteY4" fmla="*/ 77327 h 77326"/>
                          <a:gd name="connsiteX5" fmla="*/ 49170 w 92853"/>
                          <a:gd name="connsiteY5" fmla="*/ 59316 h 77326"/>
                          <a:gd name="connsiteX6" fmla="*/ 42976 w 92853"/>
                          <a:gd name="connsiteY6" fmla="*/ 48231 h 77326"/>
                          <a:gd name="connsiteX7" fmla="*/ 57897 w 92853"/>
                          <a:gd name="connsiteY7" fmla="*/ 56856 h 77326"/>
                          <a:gd name="connsiteX8" fmla="*/ 92853 w 92853"/>
                          <a:gd name="connsiteY8" fmla="*/ 52744 h 77326"/>
                          <a:gd name="connsiteX9" fmla="*/ 76353 w 92853"/>
                          <a:gd name="connsiteY9" fmla="*/ 8984 h 7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2853" h="77326">
                            <a:moveTo>
                              <a:pt x="76353" y="8984"/>
                            </a:moveTo>
                            <a:cubicBezTo>
                              <a:pt x="76353" y="8984"/>
                              <a:pt x="48516" y="-6586"/>
                              <a:pt x="28806" y="3269"/>
                            </a:cubicBezTo>
                            <a:cubicBezTo>
                              <a:pt x="9095" y="13124"/>
                              <a:pt x="0" y="31600"/>
                              <a:pt x="0" y="31600"/>
                            </a:cubicBezTo>
                            <a:lnTo>
                              <a:pt x="8548" y="57669"/>
                            </a:lnTo>
                            <a:cubicBezTo>
                              <a:pt x="8548" y="57669"/>
                              <a:pt x="12296" y="65495"/>
                              <a:pt x="17904" y="77327"/>
                            </a:cubicBezTo>
                            <a:cubicBezTo>
                              <a:pt x="29266" y="71418"/>
                              <a:pt x="51553" y="61205"/>
                              <a:pt x="49170" y="59316"/>
                            </a:cubicBezTo>
                            <a:cubicBezTo>
                              <a:pt x="46056" y="56851"/>
                              <a:pt x="42976" y="48231"/>
                              <a:pt x="42976" y="48231"/>
                            </a:cubicBezTo>
                            <a:lnTo>
                              <a:pt x="57897" y="56856"/>
                            </a:lnTo>
                            <a:lnTo>
                              <a:pt x="92853" y="52744"/>
                            </a:lnTo>
                            <a:lnTo>
                              <a:pt x="76353" y="8984"/>
                            </a:lnTo>
                            <a:close/>
                          </a:path>
                        </a:pathLst>
                      </a:custGeom>
                      <a:solidFill>
                        <a:srgbClr val="BA514F"/>
                      </a:solidFill>
                      <a:ln w="4839" cap="flat">
                        <a:noFill/>
                        <a:prstDash val="solid"/>
                        <a:miter/>
                      </a:ln>
                    </p:spPr>
                    <p:txBody>
                      <a:bodyPr rtlCol="0" anchor="ctr"/>
                      <a:lstStyle/>
                      <a:p>
                        <a:endParaRPr lang="vi-VN"/>
                      </a:p>
                    </p:txBody>
                  </p:sp>
                </p:grpSp>
                <p:sp>
                  <p:nvSpPr>
                    <p:cNvPr id="858" name="Freeform: Shape 857">
                      <a:extLst>
                        <a:ext uri="{FF2B5EF4-FFF2-40B4-BE49-F238E27FC236}">
                          <a16:creationId xmlns:a16="http://schemas.microsoft.com/office/drawing/2014/main" id="{215178D4-D446-9F6D-AA5F-1C7CCF852C44}"/>
                        </a:ext>
                      </a:extLst>
                    </p:cNvPr>
                    <p:cNvSpPr/>
                    <p:nvPr/>
                  </p:nvSpPr>
                  <p:spPr>
                    <a:xfrm>
                      <a:off x="3208997" y="4695269"/>
                      <a:ext cx="183249" cy="516798"/>
                    </a:xfrm>
                    <a:custGeom>
                      <a:avLst/>
                      <a:gdLst>
                        <a:gd name="connsiteX0" fmla="*/ 13269 w 183249"/>
                        <a:gd name="connsiteY0" fmla="*/ 1901 h 516798"/>
                        <a:gd name="connsiteX1" fmla="*/ 2184 w 183249"/>
                        <a:gd name="connsiteY1" fmla="*/ 120315 h 516798"/>
                        <a:gd name="connsiteX2" fmla="*/ 42815 w 183249"/>
                        <a:gd name="connsiteY2" fmla="*/ 410865 h 516798"/>
                        <a:gd name="connsiteX3" fmla="*/ 61490 w 183249"/>
                        <a:gd name="connsiteY3" fmla="*/ 478612 h 516798"/>
                        <a:gd name="connsiteX4" fmla="*/ 75980 w 183249"/>
                        <a:gd name="connsiteY4" fmla="*/ 478612 h 516798"/>
                        <a:gd name="connsiteX5" fmla="*/ 91371 w 183249"/>
                        <a:gd name="connsiteY5" fmla="*/ 516798 h 516798"/>
                        <a:gd name="connsiteX6" fmla="*/ 123488 w 183249"/>
                        <a:gd name="connsiteY6" fmla="*/ 499553 h 516798"/>
                        <a:gd name="connsiteX7" fmla="*/ 116733 w 183249"/>
                        <a:gd name="connsiteY7" fmla="*/ 478612 h 516798"/>
                        <a:gd name="connsiteX8" fmla="*/ 131513 w 183249"/>
                        <a:gd name="connsiteY8" fmla="*/ 492404 h 516798"/>
                        <a:gd name="connsiteX9" fmla="*/ 183250 w 183249"/>
                        <a:gd name="connsiteY9" fmla="*/ 487232 h 516798"/>
                        <a:gd name="connsiteX10" fmla="*/ 167975 w 183249"/>
                        <a:gd name="connsiteY10" fmla="*/ 451511 h 516798"/>
                        <a:gd name="connsiteX11" fmla="*/ 177821 w 183249"/>
                        <a:gd name="connsiteY11" fmla="*/ 394050 h 516798"/>
                        <a:gd name="connsiteX12" fmla="*/ 149514 w 183249"/>
                        <a:gd name="connsiteY12" fmla="*/ 324632 h 516798"/>
                        <a:gd name="connsiteX13" fmla="*/ 13269 w 183249"/>
                        <a:gd name="connsiteY13" fmla="*/ 1901 h 51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3249" h="516798">
                          <a:moveTo>
                            <a:pt x="13269" y="1901"/>
                          </a:moveTo>
                          <a:cubicBezTo>
                            <a:pt x="13269" y="1901"/>
                            <a:pt x="-6442" y="71198"/>
                            <a:pt x="2184" y="120315"/>
                          </a:cubicBezTo>
                          <a:cubicBezTo>
                            <a:pt x="10804" y="169427"/>
                            <a:pt x="30481" y="378834"/>
                            <a:pt x="42815" y="410865"/>
                          </a:cubicBezTo>
                          <a:cubicBezTo>
                            <a:pt x="55150" y="442891"/>
                            <a:pt x="50588" y="474917"/>
                            <a:pt x="61490" y="478612"/>
                          </a:cubicBezTo>
                          <a:cubicBezTo>
                            <a:pt x="72391" y="482307"/>
                            <a:pt x="75980" y="478612"/>
                            <a:pt x="75980" y="478612"/>
                          </a:cubicBezTo>
                          <a:lnTo>
                            <a:pt x="91371" y="516798"/>
                          </a:lnTo>
                          <a:lnTo>
                            <a:pt x="123488" y="499553"/>
                          </a:lnTo>
                          <a:lnTo>
                            <a:pt x="116733" y="478612"/>
                          </a:lnTo>
                          <a:lnTo>
                            <a:pt x="131513" y="492404"/>
                          </a:lnTo>
                          <a:lnTo>
                            <a:pt x="183250" y="487232"/>
                          </a:lnTo>
                          <a:lnTo>
                            <a:pt x="167975" y="451511"/>
                          </a:lnTo>
                          <a:cubicBezTo>
                            <a:pt x="167975" y="451511"/>
                            <a:pt x="181012" y="420357"/>
                            <a:pt x="177821" y="394050"/>
                          </a:cubicBezTo>
                          <a:cubicBezTo>
                            <a:pt x="174629" y="367743"/>
                            <a:pt x="149514" y="324632"/>
                            <a:pt x="149514" y="324632"/>
                          </a:cubicBezTo>
                          <a:cubicBezTo>
                            <a:pt x="149514" y="324632"/>
                            <a:pt x="164784" y="-28895"/>
                            <a:pt x="13269" y="1901"/>
                          </a:cubicBezTo>
                          <a:close/>
                        </a:path>
                      </a:pathLst>
                    </a:custGeom>
                    <a:solidFill>
                      <a:srgbClr val="D18BCF"/>
                    </a:solidFill>
                    <a:ln w="4839" cap="flat">
                      <a:noFill/>
                      <a:prstDash val="solid"/>
                      <a:miter/>
                    </a:ln>
                  </p:spPr>
                  <p:txBody>
                    <a:bodyPr rtlCol="0" anchor="ctr"/>
                    <a:lstStyle/>
                    <a:p>
                      <a:endParaRPr lang="vi-VN"/>
                    </a:p>
                  </p:txBody>
                </p:sp>
                <p:sp>
                  <p:nvSpPr>
                    <p:cNvPr id="859" name="Freeform: Shape 858">
                      <a:extLst>
                        <a:ext uri="{FF2B5EF4-FFF2-40B4-BE49-F238E27FC236}">
                          <a16:creationId xmlns:a16="http://schemas.microsoft.com/office/drawing/2014/main" id="{0496DD58-D827-A0E4-1537-9DB6BFF483AC}"/>
                        </a:ext>
                      </a:extLst>
                    </p:cNvPr>
                    <p:cNvSpPr/>
                    <p:nvPr/>
                  </p:nvSpPr>
                  <p:spPr>
                    <a:xfrm>
                      <a:off x="3247705" y="4914882"/>
                      <a:ext cx="144550" cy="297184"/>
                    </a:xfrm>
                    <a:custGeom>
                      <a:avLst/>
                      <a:gdLst>
                        <a:gd name="connsiteX0" fmla="*/ 144551 w 144550"/>
                        <a:gd name="connsiteY0" fmla="*/ 267619 h 297184"/>
                        <a:gd name="connsiteX1" fmla="*/ 129276 w 144550"/>
                        <a:gd name="connsiteY1" fmla="*/ 231897 h 297184"/>
                        <a:gd name="connsiteX2" fmla="*/ 139122 w 144550"/>
                        <a:gd name="connsiteY2" fmla="*/ 174436 h 297184"/>
                        <a:gd name="connsiteX3" fmla="*/ 110815 w 144550"/>
                        <a:gd name="connsiteY3" fmla="*/ 105018 h 297184"/>
                        <a:gd name="connsiteX4" fmla="*/ 110747 w 144550"/>
                        <a:gd name="connsiteY4" fmla="*/ 47591 h 297184"/>
                        <a:gd name="connsiteX5" fmla="*/ 68793 w 144550"/>
                        <a:gd name="connsiteY5" fmla="*/ 13778 h 297184"/>
                        <a:gd name="connsiteX6" fmla="*/ 16107 w 144550"/>
                        <a:gd name="connsiteY6" fmla="*/ 0 h 297184"/>
                        <a:gd name="connsiteX7" fmla="*/ 0 w 144550"/>
                        <a:gd name="connsiteY7" fmla="*/ 44012 h 297184"/>
                        <a:gd name="connsiteX8" fmla="*/ 10359 w 144550"/>
                        <a:gd name="connsiteY8" fmla="*/ 105023 h 297184"/>
                        <a:gd name="connsiteX9" fmla="*/ 6693 w 144550"/>
                        <a:gd name="connsiteY9" fmla="*/ 135320 h 297184"/>
                        <a:gd name="connsiteX10" fmla="*/ 31222 w 144550"/>
                        <a:gd name="connsiteY10" fmla="*/ 143820 h 297184"/>
                        <a:gd name="connsiteX11" fmla="*/ 46003 w 144550"/>
                        <a:gd name="connsiteY11" fmla="*/ 229142 h 297184"/>
                        <a:gd name="connsiteX12" fmla="*/ 63931 w 144550"/>
                        <a:gd name="connsiteY12" fmla="*/ 238241 h 297184"/>
                        <a:gd name="connsiteX13" fmla="*/ 37155 w 144550"/>
                        <a:gd name="connsiteY13" fmla="*/ 258030 h 297184"/>
                        <a:gd name="connsiteX14" fmla="*/ 36651 w 144550"/>
                        <a:gd name="connsiteY14" fmla="*/ 259444 h 297184"/>
                        <a:gd name="connsiteX15" fmla="*/ 37271 w 144550"/>
                        <a:gd name="connsiteY15" fmla="*/ 258998 h 297184"/>
                        <a:gd name="connsiteX16" fmla="*/ 52662 w 144550"/>
                        <a:gd name="connsiteY16" fmla="*/ 297184 h 297184"/>
                        <a:gd name="connsiteX17" fmla="*/ 84780 w 144550"/>
                        <a:gd name="connsiteY17" fmla="*/ 279939 h 297184"/>
                        <a:gd name="connsiteX18" fmla="*/ 78024 w 144550"/>
                        <a:gd name="connsiteY18" fmla="*/ 258998 h 297184"/>
                        <a:gd name="connsiteX19" fmla="*/ 92805 w 144550"/>
                        <a:gd name="connsiteY19" fmla="*/ 272791 h 297184"/>
                        <a:gd name="connsiteX20" fmla="*/ 144551 w 144550"/>
                        <a:gd name="connsiteY20" fmla="*/ 267619 h 29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4550" h="297184">
                          <a:moveTo>
                            <a:pt x="144551" y="267619"/>
                          </a:moveTo>
                          <a:lnTo>
                            <a:pt x="129276" y="231897"/>
                          </a:lnTo>
                          <a:cubicBezTo>
                            <a:pt x="129276" y="231897"/>
                            <a:pt x="142313" y="200743"/>
                            <a:pt x="139122" y="174436"/>
                          </a:cubicBezTo>
                          <a:cubicBezTo>
                            <a:pt x="135930" y="148135"/>
                            <a:pt x="110815" y="105018"/>
                            <a:pt x="110815" y="105018"/>
                          </a:cubicBezTo>
                          <a:cubicBezTo>
                            <a:pt x="110815" y="105018"/>
                            <a:pt x="111813" y="81695"/>
                            <a:pt x="110747" y="47591"/>
                          </a:cubicBezTo>
                          <a:lnTo>
                            <a:pt x="68793" y="13778"/>
                          </a:lnTo>
                          <a:lnTo>
                            <a:pt x="16107" y="0"/>
                          </a:lnTo>
                          <a:lnTo>
                            <a:pt x="0" y="44012"/>
                          </a:lnTo>
                          <a:cubicBezTo>
                            <a:pt x="426" y="46516"/>
                            <a:pt x="-1177" y="88480"/>
                            <a:pt x="10359" y="105023"/>
                          </a:cubicBezTo>
                          <a:cubicBezTo>
                            <a:pt x="21895" y="121571"/>
                            <a:pt x="7415" y="118191"/>
                            <a:pt x="6693" y="135320"/>
                          </a:cubicBezTo>
                          <a:cubicBezTo>
                            <a:pt x="5971" y="152450"/>
                            <a:pt x="13977" y="108709"/>
                            <a:pt x="31222" y="143820"/>
                          </a:cubicBezTo>
                          <a:cubicBezTo>
                            <a:pt x="48468" y="178931"/>
                            <a:pt x="35934" y="218076"/>
                            <a:pt x="46003" y="229142"/>
                          </a:cubicBezTo>
                          <a:cubicBezTo>
                            <a:pt x="56076" y="240213"/>
                            <a:pt x="63931" y="238241"/>
                            <a:pt x="63931" y="238241"/>
                          </a:cubicBezTo>
                          <a:cubicBezTo>
                            <a:pt x="63931" y="238241"/>
                            <a:pt x="41242" y="247821"/>
                            <a:pt x="37155" y="258030"/>
                          </a:cubicBezTo>
                          <a:cubicBezTo>
                            <a:pt x="36985" y="258451"/>
                            <a:pt x="36821" y="258955"/>
                            <a:pt x="36651" y="259444"/>
                          </a:cubicBezTo>
                          <a:cubicBezTo>
                            <a:pt x="37058" y="259197"/>
                            <a:pt x="37271" y="258998"/>
                            <a:pt x="37271" y="258998"/>
                          </a:cubicBezTo>
                          <a:lnTo>
                            <a:pt x="52662" y="297184"/>
                          </a:lnTo>
                          <a:lnTo>
                            <a:pt x="84780" y="279939"/>
                          </a:lnTo>
                          <a:lnTo>
                            <a:pt x="78024" y="258998"/>
                          </a:lnTo>
                          <a:lnTo>
                            <a:pt x="92805" y="272791"/>
                          </a:lnTo>
                          <a:lnTo>
                            <a:pt x="144551" y="267619"/>
                          </a:lnTo>
                          <a:close/>
                        </a:path>
                      </a:pathLst>
                    </a:custGeom>
                    <a:solidFill>
                      <a:srgbClr val="D18BCF">
                        <a:alpha val="31000"/>
                      </a:srgbClr>
                    </a:solidFill>
                    <a:ln w="4839" cap="flat">
                      <a:noFill/>
                      <a:prstDash val="solid"/>
                      <a:miter/>
                    </a:ln>
                  </p:spPr>
                  <p:txBody>
                    <a:bodyPr rtlCol="0" anchor="ctr"/>
                    <a:lstStyle/>
                    <a:p>
                      <a:endParaRPr lang="vi-VN"/>
                    </a:p>
                  </p:txBody>
                </p:sp>
                <p:sp>
                  <p:nvSpPr>
                    <p:cNvPr id="860" name="Freeform: Shape 859">
                      <a:extLst>
                        <a:ext uri="{FF2B5EF4-FFF2-40B4-BE49-F238E27FC236}">
                          <a16:creationId xmlns:a16="http://schemas.microsoft.com/office/drawing/2014/main" id="{241A46FD-460A-EE07-50A9-577217FAA75A}"/>
                        </a:ext>
                      </a:extLst>
                    </p:cNvPr>
                    <p:cNvSpPr/>
                    <p:nvPr/>
                  </p:nvSpPr>
                  <p:spPr>
                    <a:xfrm>
                      <a:off x="3283101" y="5144024"/>
                      <a:ext cx="79299" cy="29258"/>
                    </a:xfrm>
                    <a:custGeom>
                      <a:avLst/>
                      <a:gdLst>
                        <a:gd name="connsiteX0" fmla="*/ 78543 w 79299"/>
                        <a:gd name="connsiteY0" fmla="*/ 378 h 29258"/>
                        <a:gd name="connsiteX1" fmla="*/ 34259 w 79299"/>
                        <a:gd name="connsiteY1" fmla="*/ 6141 h 29258"/>
                        <a:gd name="connsiteX2" fmla="*/ 103 w 79299"/>
                        <a:gd name="connsiteY2" fmla="*/ 27842 h 29258"/>
                        <a:gd name="connsiteX3" fmla="*/ 1763 w 79299"/>
                        <a:gd name="connsiteY3" fmla="*/ 28888 h 29258"/>
                        <a:gd name="connsiteX4" fmla="*/ 35330 w 79299"/>
                        <a:gd name="connsiteY4" fmla="*/ 8644 h 29258"/>
                        <a:gd name="connsiteX5" fmla="*/ 78422 w 79299"/>
                        <a:gd name="connsiteY5" fmla="*/ 2281 h 29258"/>
                        <a:gd name="connsiteX6" fmla="*/ 78543 w 79299"/>
                        <a:gd name="connsiteY6" fmla="*/ 378 h 2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299" h="29258">
                          <a:moveTo>
                            <a:pt x="78543" y="378"/>
                          </a:moveTo>
                          <a:cubicBezTo>
                            <a:pt x="63777" y="-1046"/>
                            <a:pt x="48323" y="1705"/>
                            <a:pt x="34259" y="6141"/>
                          </a:cubicBezTo>
                          <a:cubicBezTo>
                            <a:pt x="21799" y="10073"/>
                            <a:pt x="6573" y="15575"/>
                            <a:pt x="103" y="27842"/>
                          </a:cubicBezTo>
                          <a:cubicBezTo>
                            <a:pt x="-411" y="28810"/>
                            <a:pt x="1139" y="29823"/>
                            <a:pt x="1763" y="28888"/>
                          </a:cubicBezTo>
                          <a:cubicBezTo>
                            <a:pt x="9178" y="17720"/>
                            <a:pt x="23063" y="12485"/>
                            <a:pt x="35330" y="8644"/>
                          </a:cubicBezTo>
                          <a:cubicBezTo>
                            <a:pt x="49408" y="4237"/>
                            <a:pt x="63758" y="2843"/>
                            <a:pt x="78422" y="2281"/>
                          </a:cubicBezTo>
                          <a:cubicBezTo>
                            <a:pt x="79487" y="2237"/>
                            <a:pt x="79647" y="484"/>
                            <a:pt x="78543" y="378"/>
                          </a:cubicBezTo>
                          <a:close/>
                        </a:path>
                      </a:pathLst>
                    </a:custGeom>
                    <a:solidFill>
                      <a:srgbClr val="B25F90"/>
                    </a:solidFill>
                    <a:ln w="4839" cap="flat">
                      <a:noFill/>
                      <a:prstDash val="solid"/>
                      <a:miter/>
                    </a:ln>
                  </p:spPr>
                  <p:txBody>
                    <a:bodyPr rtlCol="0" anchor="ctr"/>
                    <a:lstStyle/>
                    <a:p>
                      <a:endParaRPr lang="vi-VN"/>
                    </a:p>
                  </p:txBody>
                </p:sp>
                <p:sp>
                  <p:nvSpPr>
                    <p:cNvPr id="861" name="Freeform: Shape 860">
                      <a:extLst>
                        <a:ext uri="{FF2B5EF4-FFF2-40B4-BE49-F238E27FC236}">
                          <a16:creationId xmlns:a16="http://schemas.microsoft.com/office/drawing/2014/main" id="{F9C27851-7135-6283-D916-EC71CA961683}"/>
                        </a:ext>
                      </a:extLst>
                    </p:cNvPr>
                    <p:cNvSpPr/>
                    <p:nvPr/>
                  </p:nvSpPr>
                  <p:spPr>
                    <a:xfrm>
                      <a:off x="3252868" y="5035910"/>
                      <a:ext cx="21892" cy="22782"/>
                    </a:xfrm>
                    <a:custGeom>
                      <a:avLst/>
                      <a:gdLst>
                        <a:gd name="connsiteX0" fmla="*/ 21139 w 21892"/>
                        <a:gd name="connsiteY0" fmla="*/ 1 h 22782"/>
                        <a:gd name="connsiteX1" fmla="*/ 16732 w 21892"/>
                        <a:gd name="connsiteY1" fmla="*/ 538 h 22782"/>
                        <a:gd name="connsiteX2" fmla="*/ 12804 w 21892"/>
                        <a:gd name="connsiteY2" fmla="*/ 2107 h 22782"/>
                        <a:gd name="connsiteX3" fmla="*/ 6116 w 21892"/>
                        <a:gd name="connsiteY3" fmla="*/ 7226 h 22782"/>
                        <a:gd name="connsiteX4" fmla="*/ 1530 w 21892"/>
                        <a:gd name="connsiteY4" fmla="*/ 14282 h 22782"/>
                        <a:gd name="connsiteX5" fmla="*/ 363 w 21892"/>
                        <a:gd name="connsiteY5" fmla="*/ 22346 h 22782"/>
                        <a:gd name="connsiteX6" fmla="*/ 1540 w 21892"/>
                        <a:gd name="connsiteY6" fmla="*/ 22443 h 22782"/>
                        <a:gd name="connsiteX7" fmla="*/ 2663 w 21892"/>
                        <a:gd name="connsiteY7" fmla="*/ 18452 h 22782"/>
                        <a:gd name="connsiteX8" fmla="*/ 3898 w 21892"/>
                        <a:gd name="connsiteY8" fmla="*/ 14907 h 22782"/>
                        <a:gd name="connsiteX9" fmla="*/ 7937 w 21892"/>
                        <a:gd name="connsiteY9" fmla="*/ 8815 h 22782"/>
                        <a:gd name="connsiteX10" fmla="*/ 21260 w 21892"/>
                        <a:gd name="connsiteY10" fmla="*/ 1618 h 22782"/>
                        <a:gd name="connsiteX11" fmla="*/ 21139 w 21892"/>
                        <a:gd name="connsiteY11" fmla="*/ 1 h 22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892" h="22782">
                          <a:moveTo>
                            <a:pt x="21139" y="1"/>
                          </a:moveTo>
                          <a:cubicBezTo>
                            <a:pt x="19575" y="-9"/>
                            <a:pt x="18238" y="88"/>
                            <a:pt x="16732" y="538"/>
                          </a:cubicBezTo>
                          <a:cubicBezTo>
                            <a:pt x="15381" y="940"/>
                            <a:pt x="14058" y="1468"/>
                            <a:pt x="12804" y="2107"/>
                          </a:cubicBezTo>
                          <a:cubicBezTo>
                            <a:pt x="10295" y="3386"/>
                            <a:pt x="8019" y="5163"/>
                            <a:pt x="6116" y="7226"/>
                          </a:cubicBezTo>
                          <a:cubicBezTo>
                            <a:pt x="4213" y="9294"/>
                            <a:pt x="2620" y="11687"/>
                            <a:pt x="1530" y="14282"/>
                          </a:cubicBezTo>
                          <a:cubicBezTo>
                            <a:pt x="566" y="16578"/>
                            <a:pt x="-606" y="19876"/>
                            <a:pt x="363" y="22346"/>
                          </a:cubicBezTo>
                          <a:cubicBezTo>
                            <a:pt x="556" y="22840"/>
                            <a:pt x="1283" y="22971"/>
                            <a:pt x="1540" y="22443"/>
                          </a:cubicBezTo>
                          <a:cubicBezTo>
                            <a:pt x="2126" y="21217"/>
                            <a:pt x="2329" y="19765"/>
                            <a:pt x="2663" y="18452"/>
                          </a:cubicBezTo>
                          <a:cubicBezTo>
                            <a:pt x="2973" y="17241"/>
                            <a:pt x="3385" y="16050"/>
                            <a:pt x="3898" y="14907"/>
                          </a:cubicBezTo>
                          <a:cubicBezTo>
                            <a:pt x="4905" y="12670"/>
                            <a:pt x="6266" y="10611"/>
                            <a:pt x="7937" y="8815"/>
                          </a:cubicBezTo>
                          <a:cubicBezTo>
                            <a:pt x="11487" y="4994"/>
                            <a:pt x="16189" y="2664"/>
                            <a:pt x="21260" y="1618"/>
                          </a:cubicBezTo>
                          <a:cubicBezTo>
                            <a:pt x="22151" y="1439"/>
                            <a:pt x="22093" y="10"/>
                            <a:pt x="21139" y="1"/>
                          </a:cubicBezTo>
                          <a:close/>
                        </a:path>
                      </a:pathLst>
                    </a:custGeom>
                    <a:solidFill>
                      <a:srgbClr val="B25F90"/>
                    </a:solidFill>
                    <a:ln w="4839" cap="flat">
                      <a:noFill/>
                      <a:prstDash val="solid"/>
                      <a:miter/>
                    </a:ln>
                  </p:spPr>
                  <p:txBody>
                    <a:bodyPr rtlCol="0" anchor="ctr"/>
                    <a:lstStyle/>
                    <a:p>
                      <a:endParaRPr lang="vi-VN"/>
                    </a:p>
                  </p:txBody>
                </p:sp>
              </p:grpSp>
              <p:grpSp>
                <p:nvGrpSpPr>
                  <p:cNvPr id="816" name="Graphic 1991">
                    <a:extLst>
                      <a:ext uri="{FF2B5EF4-FFF2-40B4-BE49-F238E27FC236}">
                        <a16:creationId xmlns:a16="http://schemas.microsoft.com/office/drawing/2014/main" id="{DA1ACD40-161D-8658-4F18-945E8B4B0E26}"/>
                      </a:ext>
                    </a:extLst>
                  </p:cNvPr>
                  <p:cNvGrpSpPr/>
                  <p:nvPr/>
                </p:nvGrpSpPr>
                <p:grpSpPr>
                  <a:xfrm>
                    <a:off x="2942863" y="4145897"/>
                    <a:ext cx="950203" cy="1347019"/>
                    <a:chOff x="2942863" y="4145897"/>
                    <a:chExt cx="950203" cy="1347019"/>
                  </a:xfrm>
                </p:grpSpPr>
                <p:grpSp>
                  <p:nvGrpSpPr>
                    <p:cNvPr id="817" name="Graphic 1991">
                      <a:extLst>
                        <a:ext uri="{FF2B5EF4-FFF2-40B4-BE49-F238E27FC236}">
                          <a16:creationId xmlns:a16="http://schemas.microsoft.com/office/drawing/2014/main" id="{B3AA668F-3EFD-65CA-C2F5-6EEFFABFE107}"/>
                        </a:ext>
                      </a:extLst>
                    </p:cNvPr>
                    <p:cNvGrpSpPr/>
                    <p:nvPr/>
                  </p:nvGrpSpPr>
                  <p:grpSpPr>
                    <a:xfrm>
                      <a:off x="3222266" y="4447165"/>
                      <a:ext cx="670800" cy="1045750"/>
                      <a:chOff x="3222266" y="4447165"/>
                      <a:chExt cx="670800" cy="1045750"/>
                    </a:xfrm>
                  </p:grpSpPr>
                  <p:grpSp>
                    <p:nvGrpSpPr>
                      <p:cNvPr id="841" name="Graphic 1991">
                        <a:extLst>
                          <a:ext uri="{FF2B5EF4-FFF2-40B4-BE49-F238E27FC236}">
                            <a16:creationId xmlns:a16="http://schemas.microsoft.com/office/drawing/2014/main" id="{04131A98-DBEA-F10F-A5F9-01AA1DD5047D}"/>
                          </a:ext>
                        </a:extLst>
                      </p:cNvPr>
                      <p:cNvGrpSpPr/>
                      <p:nvPr/>
                    </p:nvGrpSpPr>
                    <p:grpSpPr>
                      <a:xfrm>
                        <a:off x="3222266" y="4536407"/>
                        <a:ext cx="670800" cy="956508"/>
                        <a:chOff x="3222266" y="4536407"/>
                        <a:chExt cx="670800" cy="956508"/>
                      </a:xfrm>
                    </p:grpSpPr>
                    <p:sp>
                      <p:nvSpPr>
                        <p:cNvPr id="855" name="Freeform: Shape 854">
                          <a:extLst>
                            <a:ext uri="{FF2B5EF4-FFF2-40B4-BE49-F238E27FC236}">
                              <a16:creationId xmlns:a16="http://schemas.microsoft.com/office/drawing/2014/main" id="{F223277E-3ED7-9F72-DF59-17C87004E9A4}"/>
                            </a:ext>
                          </a:extLst>
                        </p:cNvPr>
                        <p:cNvSpPr/>
                        <p:nvPr/>
                      </p:nvSpPr>
                      <p:spPr>
                        <a:xfrm>
                          <a:off x="3222266" y="4536407"/>
                          <a:ext cx="670800" cy="956508"/>
                        </a:xfrm>
                        <a:custGeom>
                          <a:avLst/>
                          <a:gdLst>
                            <a:gd name="connsiteX0" fmla="*/ 180713 w 670800"/>
                            <a:gd name="connsiteY0" fmla="*/ 1204 h 956508"/>
                            <a:gd name="connsiteX1" fmla="*/ 452075 w 670800"/>
                            <a:gd name="connsiteY1" fmla="*/ 124223 h 956508"/>
                            <a:gd name="connsiteX2" fmla="*/ 553083 w 670800"/>
                            <a:gd name="connsiteY2" fmla="*/ 460093 h 956508"/>
                            <a:gd name="connsiteX3" fmla="*/ 637534 w 670800"/>
                            <a:gd name="connsiteY3" fmla="*/ 708083 h 956508"/>
                            <a:gd name="connsiteX4" fmla="*/ 660247 w 670800"/>
                            <a:gd name="connsiteY4" fmla="*/ 805396 h 956508"/>
                            <a:gd name="connsiteX5" fmla="*/ 386793 w 670800"/>
                            <a:gd name="connsiteY5" fmla="*/ 956509 h 956508"/>
                            <a:gd name="connsiteX6" fmla="*/ 167220 w 670800"/>
                            <a:gd name="connsiteY6" fmla="*/ 932333 h 956508"/>
                            <a:gd name="connsiteX7" fmla="*/ 169991 w 670800"/>
                            <a:gd name="connsiteY7" fmla="*/ 655949 h 956508"/>
                            <a:gd name="connsiteX8" fmla="*/ 29546 w 670800"/>
                            <a:gd name="connsiteY8" fmla="*/ 447772 h 956508"/>
                            <a:gd name="connsiteX9" fmla="*/ 0 w 670800"/>
                            <a:gd name="connsiteY9" fmla="*/ 160763 h 956508"/>
                            <a:gd name="connsiteX10" fmla="*/ 60711 w 670800"/>
                            <a:gd name="connsiteY10" fmla="*/ 49168 h 956508"/>
                            <a:gd name="connsiteX11" fmla="*/ 180713 w 670800"/>
                            <a:gd name="connsiteY11" fmla="*/ 1204 h 956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0800" h="956508">
                              <a:moveTo>
                                <a:pt x="180713" y="1204"/>
                              </a:moveTo>
                              <a:cubicBezTo>
                                <a:pt x="180713" y="1204"/>
                                <a:pt x="388023" y="26091"/>
                                <a:pt x="452075" y="124223"/>
                              </a:cubicBezTo>
                              <a:cubicBezTo>
                                <a:pt x="516127" y="222355"/>
                                <a:pt x="518592" y="287637"/>
                                <a:pt x="553083" y="460093"/>
                              </a:cubicBezTo>
                              <a:cubicBezTo>
                                <a:pt x="587574" y="632543"/>
                                <a:pt x="637534" y="708083"/>
                                <a:pt x="637534" y="708083"/>
                              </a:cubicBezTo>
                              <a:cubicBezTo>
                                <a:pt x="637534" y="708083"/>
                                <a:pt x="693503" y="772135"/>
                                <a:pt x="660247" y="805396"/>
                              </a:cubicBezTo>
                              <a:cubicBezTo>
                                <a:pt x="626991" y="838657"/>
                                <a:pt x="532148" y="956509"/>
                                <a:pt x="386793" y="956509"/>
                              </a:cubicBezTo>
                              <a:cubicBezTo>
                                <a:pt x="241438" y="956509"/>
                                <a:pt x="167220" y="932333"/>
                                <a:pt x="167220" y="932333"/>
                              </a:cubicBezTo>
                              <a:cubicBezTo>
                                <a:pt x="167220" y="932333"/>
                                <a:pt x="194626" y="699061"/>
                                <a:pt x="169991" y="655949"/>
                              </a:cubicBezTo>
                              <a:cubicBezTo>
                                <a:pt x="145355" y="612838"/>
                                <a:pt x="56628" y="515524"/>
                                <a:pt x="29546" y="447772"/>
                              </a:cubicBezTo>
                              <a:cubicBezTo>
                                <a:pt x="2465" y="380025"/>
                                <a:pt x="0" y="160763"/>
                                <a:pt x="0" y="160763"/>
                              </a:cubicBezTo>
                              <a:cubicBezTo>
                                <a:pt x="0" y="160763"/>
                                <a:pt x="28694" y="78138"/>
                                <a:pt x="60711" y="49168"/>
                              </a:cubicBezTo>
                              <a:cubicBezTo>
                                <a:pt x="92732" y="20193"/>
                                <a:pt x="138294" y="-5988"/>
                                <a:pt x="180713" y="1204"/>
                              </a:cubicBezTo>
                              <a:close/>
                            </a:path>
                          </a:pathLst>
                        </a:custGeom>
                        <a:solidFill>
                          <a:srgbClr val="A54C85"/>
                        </a:solidFill>
                        <a:ln w="4839" cap="flat">
                          <a:noFill/>
                          <a:prstDash val="solid"/>
                          <a:miter/>
                        </a:ln>
                      </p:spPr>
                      <p:txBody>
                        <a:bodyPr rtlCol="0" anchor="ctr"/>
                        <a:lstStyle/>
                        <a:p>
                          <a:endParaRPr lang="vi-VN"/>
                        </a:p>
                      </p:txBody>
                    </p:sp>
                    <p:sp>
                      <p:nvSpPr>
                        <p:cNvPr id="856" name="Freeform: Shape 855">
                          <a:extLst>
                            <a:ext uri="{FF2B5EF4-FFF2-40B4-BE49-F238E27FC236}">
                              <a16:creationId xmlns:a16="http://schemas.microsoft.com/office/drawing/2014/main" id="{7B085F91-A7EA-0CF8-CC7E-D7723AA2A2F9}"/>
                            </a:ext>
                          </a:extLst>
                        </p:cNvPr>
                        <p:cNvSpPr/>
                        <p:nvPr/>
                      </p:nvSpPr>
                      <p:spPr>
                        <a:xfrm>
                          <a:off x="3222266" y="4558522"/>
                          <a:ext cx="670797" cy="934393"/>
                        </a:xfrm>
                        <a:custGeom>
                          <a:avLst/>
                          <a:gdLst>
                            <a:gd name="connsiteX0" fmla="*/ 660242 w 670797"/>
                            <a:gd name="connsiteY0" fmla="*/ 783281 h 934393"/>
                            <a:gd name="connsiteX1" fmla="*/ 642347 w 670797"/>
                            <a:gd name="connsiteY1" fmla="*/ 691929 h 934393"/>
                            <a:gd name="connsiteX2" fmla="*/ 247632 w 670797"/>
                            <a:gd name="connsiteY2" fmla="*/ 567496 h 934393"/>
                            <a:gd name="connsiteX3" fmla="*/ 65520 w 670797"/>
                            <a:gd name="connsiteY3" fmla="*/ 231132 h 934393"/>
                            <a:gd name="connsiteX4" fmla="*/ 96945 w 670797"/>
                            <a:gd name="connsiteY4" fmla="*/ 0 h 934393"/>
                            <a:gd name="connsiteX5" fmla="*/ 60711 w 670797"/>
                            <a:gd name="connsiteY5" fmla="*/ 27052 h 934393"/>
                            <a:gd name="connsiteX6" fmla="*/ 0 w 670797"/>
                            <a:gd name="connsiteY6" fmla="*/ 138647 h 934393"/>
                            <a:gd name="connsiteX7" fmla="*/ 29546 w 670797"/>
                            <a:gd name="connsiteY7" fmla="*/ 425657 h 934393"/>
                            <a:gd name="connsiteX8" fmla="*/ 169991 w 670797"/>
                            <a:gd name="connsiteY8" fmla="*/ 633834 h 934393"/>
                            <a:gd name="connsiteX9" fmla="*/ 167220 w 670797"/>
                            <a:gd name="connsiteY9" fmla="*/ 910218 h 934393"/>
                            <a:gd name="connsiteX10" fmla="*/ 386793 w 670797"/>
                            <a:gd name="connsiteY10" fmla="*/ 934394 h 934393"/>
                            <a:gd name="connsiteX11" fmla="*/ 660242 w 670797"/>
                            <a:gd name="connsiteY11" fmla="*/ 783281 h 934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0797" h="934393">
                              <a:moveTo>
                                <a:pt x="660242" y="783281"/>
                              </a:moveTo>
                              <a:cubicBezTo>
                                <a:pt x="687362" y="756160"/>
                                <a:pt x="655157" y="708574"/>
                                <a:pt x="642347" y="691929"/>
                              </a:cubicBezTo>
                              <a:cubicBezTo>
                                <a:pt x="515502" y="780230"/>
                                <a:pt x="390076" y="653070"/>
                                <a:pt x="247632" y="567496"/>
                              </a:cubicBezTo>
                              <a:cubicBezTo>
                                <a:pt x="94553" y="475534"/>
                                <a:pt x="65520" y="231132"/>
                                <a:pt x="65520" y="231132"/>
                              </a:cubicBezTo>
                              <a:lnTo>
                                <a:pt x="96945" y="0"/>
                              </a:lnTo>
                              <a:cubicBezTo>
                                <a:pt x="83768" y="7942"/>
                                <a:pt x="71467" y="17323"/>
                                <a:pt x="60711" y="27052"/>
                              </a:cubicBezTo>
                              <a:cubicBezTo>
                                <a:pt x="28694" y="56023"/>
                                <a:pt x="0" y="138647"/>
                                <a:pt x="0" y="138647"/>
                              </a:cubicBezTo>
                              <a:cubicBezTo>
                                <a:pt x="0" y="138647"/>
                                <a:pt x="2465" y="357910"/>
                                <a:pt x="29546" y="425657"/>
                              </a:cubicBezTo>
                              <a:cubicBezTo>
                                <a:pt x="56628" y="493409"/>
                                <a:pt x="145355" y="590717"/>
                                <a:pt x="169991" y="633834"/>
                              </a:cubicBezTo>
                              <a:cubicBezTo>
                                <a:pt x="194626" y="676945"/>
                                <a:pt x="167220" y="910218"/>
                                <a:pt x="167220" y="910218"/>
                              </a:cubicBezTo>
                              <a:cubicBezTo>
                                <a:pt x="167220" y="910218"/>
                                <a:pt x="241438" y="934394"/>
                                <a:pt x="386793" y="934394"/>
                              </a:cubicBezTo>
                              <a:cubicBezTo>
                                <a:pt x="532142" y="934394"/>
                                <a:pt x="626986" y="816537"/>
                                <a:pt x="660242" y="783281"/>
                              </a:cubicBezTo>
                              <a:close/>
                            </a:path>
                          </a:pathLst>
                        </a:custGeom>
                        <a:solidFill>
                          <a:srgbClr val="A54C85">
                            <a:alpha val="22000"/>
                          </a:srgbClr>
                        </a:solidFill>
                        <a:ln w="4839" cap="flat">
                          <a:noFill/>
                          <a:prstDash val="solid"/>
                          <a:miter/>
                        </a:ln>
                      </p:spPr>
                      <p:txBody>
                        <a:bodyPr rtlCol="0" anchor="ctr"/>
                        <a:lstStyle/>
                        <a:p>
                          <a:endParaRPr lang="vi-VN"/>
                        </a:p>
                      </p:txBody>
                    </p:sp>
                  </p:grpSp>
                  <p:grpSp>
                    <p:nvGrpSpPr>
                      <p:cNvPr id="842" name="Graphic 1991">
                        <a:extLst>
                          <a:ext uri="{FF2B5EF4-FFF2-40B4-BE49-F238E27FC236}">
                            <a16:creationId xmlns:a16="http://schemas.microsoft.com/office/drawing/2014/main" id="{5FB5F49F-DD13-98BC-9AE5-FDED794CF7C4}"/>
                          </a:ext>
                        </a:extLst>
                      </p:cNvPr>
                      <p:cNvGrpSpPr/>
                      <p:nvPr/>
                    </p:nvGrpSpPr>
                    <p:grpSpPr>
                      <a:xfrm>
                        <a:off x="3247706" y="4447165"/>
                        <a:ext cx="207354" cy="740504"/>
                        <a:chOff x="3247706" y="4447165"/>
                        <a:chExt cx="207354" cy="740504"/>
                      </a:xfrm>
                    </p:grpSpPr>
                    <p:grpSp>
                      <p:nvGrpSpPr>
                        <p:cNvPr id="843" name="Graphic 1991">
                          <a:extLst>
                            <a:ext uri="{FF2B5EF4-FFF2-40B4-BE49-F238E27FC236}">
                              <a16:creationId xmlns:a16="http://schemas.microsoft.com/office/drawing/2014/main" id="{F6E65EE6-0210-5BAF-FC6F-79911D6404F9}"/>
                            </a:ext>
                          </a:extLst>
                        </p:cNvPr>
                        <p:cNvGrpSpPr/>
                        <p:nvPr/>
                      </p:nvGrpSpPr>
                      <p:grpSpPr>
                        <a:xfrm>
                          <a:off x="3284980" y="4714161"/>
                          <a:ext cx="170081" cy="473509"/>
                          <a:chOff x="3284980" y="4714161"/>
                          <a:chExt cx="170081" cy="473509"/>
                        </a:xfrm>
                        <a:solidFill>
                          <a:srgbClr val="D18BCF"/>
                        </a:solidFill>
                      </p:grpSpPr>
                      <p:sp>
                        <p:nvSpPr>
                          <p:cNvPr id="849" name="Freeform: Shape 848">
                            <a:extLst>
                              <a:ext uri="{FF2B5EF4-FFF2-40B4-BE49-F238E27FC236}">
                                <a16:creationId xmlns:a16="http://schemas.microsoft.com/office/drawing/2014/main" id="{A74077D8-B0AF-F6EB-837A-89EACDDCB520}"/>
                              </a:ext>
                            </a:extLst>
                          </p:cNvPr>
                          <p:cNvSpPr/>
                          <p:nvPr/>
                        </p:nvSpPr>
                        <p:spPr>
                          <a:xfrm>
                            <a:off x="3284980" y="4778237"/>
                            <a:ext cx="170081" cy="409433"/>
                          </a:xfrm>
                          <a:custGeom>
                            <a:avLst/>
                            <a:gdLst>
                              <a:gd name="connsiteX0" fmla="*/ 169900 w 170081"/>
                              <a:gd name="connsiteY0" fmla="*/ 406700 h 409433"/>
                              <a:gd name="connsiteX1" fmla="*/ 118430 w 170081"/>
                              <a:gd name="connsiteY1" fmla="*/ 328550 h 409433"/>
                              <a:gd name="connsiteX2" fmla="*/ 84922 w 170081"/>
                              <a:gd name="connsiteY2" fmla="*/ 292907 h 409433"/>
                              <a:gd name="connsiteX3" fmla="*/ 59051 w 170081"/>
                              <a:gd name="connsiteY3" fmla="*/ 258459 h 409433"/>
                              <a:gd name="connsiteX4" fmla="*/ 24502 w 170081"/>
                              <a:gd name="connsiteY4" fmla="*/ 182023 h 409433"/>
                              <a:gd name="connsiteX5" fmla="*/ 7479 w 170081"/>
                              <a:gd name="connsiteY5" fmla="*/ 97839 h 409433"/>
                              <a:gd name="connsiteX6" fmla="*/ 2806 w 170081"/>
                              <a:gd name="connsiteY6" fmla="*/ 11418 h 409433"/>
                              <a:gd name="connsiteX7" fmla="*/ 2684 w 170081"/>
                              <a:gd name="connsiteY7" fmla="*/ 865 h 409433"/>
                              <a:gd name="connsiteX8" fmla="*/ 767 w 170081"/>
                              <a:gd name="connsiteY8" fmla="*/ 991 h 409433"/>
                              <a:gd name="connsiteX9" fmla="*/ 2820 w 170081"/>
                              <a:gd name="connsiteY9" fmla="*/ 88003 h 409433"/>
                              <a:gd name="connsiteX10" fmla="*/ 17722 w 170081"/>
                              <a:gd name="connsiteY10" fmla="*/ 172144 h 409433"/>
                              <a:gd name="connsiteX11" fmla="*/ 49321 w 170081"/>
                              <a:gd name="connsiteY11" fmla="*/ 249722 h 409433"/>
                              <a:gd name="connsiteX12" fmla="*/ 72989 w 170081"/>
                              <a:gd name="connsiteY12" fmla="*/ 284775 h 409433"/>
                              <a:gd name="connsiteX13" fmla="*/ 105586 w 170081"/>
                              <a:gd name="connsiteY13" fmla="*/ 320661 h 409433"/>
                              <a:gd name="connsiteX14" fmla="*/ 136891 w 170081"/>
                              <a:gd name="connsiteY14" fmla="*/ 357085 h 409433"/>
                              <a:gd name="connsiteX15" fmla="*/ 161401 w 170081"/>
                              <a:gd name="connsiteY15" fmla="*/ 397750 h 409433"/>
                              <a:gd name="connsiteX16" fmla="*/ 166278 w 170081"/>
                              <a:gd name="connsiteY16" fmla="*/ 408288 h 409433"/>
                              <a:gd name="connsiteX17" fmla="*/ 169900 w 170081"/>
                              <a:gd name="connsiteY17" fmla="*/ 406700 h 409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0081" h="409433">
                                <a:moveTo>
                                  <a:pt x="169900" y="406700"/>
                                </a:moveTo>
                                <a:cubicBezTo>
                                  <a:pt x="157255" y="377870"/>
                                  <a:pt x="139719" y="351694"/>
                                  <a:pt x="118430" y="328550"/>
                                </a:cubicBezTo>
                                <a:cubicBezTo>
                                  <a:pt x="107388" y="316549"/>
                                  <a:pt x="95717" y="305140"/>
                                  <a:pt x="84922" y="292907"/>
                                </a:cubicBezTo>
                                <a:cubicBezTo>
                                  <a:pt x="75406" y="282121"/>
                                  <a:pt x="66746" y="270615"/>
                                  <a:pt x="59051" y="258459"/>
                                </a:cubicBezTo>
                                <a:cubicBezTo>
                                  <a:pt x="44038" y="234743"/>
                                  <a:pt x="32764" y="208809"/>
                                  <a:pt x="24502" y="182023"/>
                                </a:cubicBezTo>
                                <a:cubicBezTo>
                                  <a:pt x="16051" y="154613"/>
                                  <a:pt x="10699" y="126316"/>
                                  <a:pt x="7479" y="97839"/>
                                </a:cubicBezTo>
                                <a:cubicBezTo>
                                  <a:pt x="4239" y="69184"/>
                                  <a:pt x="3086" y="40243"/>
                                  <a:pt x="2806" y="11418"/>
                                </a:cubicBezTo>
                                <a:cubicBezTo>
                                  <a:pt x="2772" y="7902"/>
                                  <a:pt x="2733" y="4386"/>
                                  <a:pt x="2684" y="865"/>
                                </a:cubicBezTo>
                                <a:cubicBezTo>
                                  <a:pt x="2670" y="-399"/>
                                  <a:pt x="830" y="-210"/>
                                  <a:pt x="767" y="991"/>
                                </a:cubicBezTo>
                                <a:cubicBezTo>
                                  <a:pt x="-798" y="29995"/>
                                  <a:pt x="103" y="59096"/>
                                  <a:pt x="2820" y="88003"/>
                                </a:cubicBezTo>
                                <a:cubicBezTo>
                                  <a:pt x="5489" y="116378"/>
                                  <a:pt x="10157" y="144646"/>
                                  <a:pt x="17722" y="172144"/>
                                </a:cubicBezTo>
                                <a:cubicBezTo>
                                  <a:pt x="25146" y="199138"/>
                                  <a:pt x="35452" y="225372"/>
                                  <a:pt x="49321" y="249722"/>
                                </a:cubicBezTo>
                                <a:cubicBezTo>
                                  <a:pt x="56305" y="261985"/>
                                  <a:pt x="64199" y="273733"/>
                                  <a:pt x="72989" y="284775"/>
                                </a:cubicBezTo>
                                <a:cubicBezTo>
                                  <a:pt x="83067" y="297435"/>
                                  <a:pt x="94409" y="308985"/>
                                  <a:pt x="105586" y="320661"/>
                                </a:cubicBezTo>
                                <a:cubicBezTo>
                                  <a:pt x="116677" y="332250"/>
                                  <a:pt x="127423" y="344110"/>
                                  <a:pt x="136891" y="357085"/>
                                </a:cubicBezTo>
                                <a:cubicBezTo>
                                  <a:pt x="146233" y="369894"/>
                                  <a:pt x="154441" y="383507"/>
                                  <a:pt x="161401" y="397750"/>
                                </a:cubicBezTo>
                                <a:cubicBezTo>
                                  <a:pt x="163101" y="401227"/>
                                  <a:pt x="164723" y="404744"/>
                                  <a:pt x="166278" y="408288"/>
                                </a:cubicBezTo>
                                <a:cubicBezTo>
                                  <a:pt x="167295" y="410618"/>
                                  <a:pt x="170927" y="409039"/>
                                  <a:pt x="169900" y="406700"/>
                                </a:cubicBezTo>
                                <a:close/>
                              </a:path>
                            </a:pathLst>
                          </a:custGeom>
                          <a:solidFill>
                            <a:srgbClr val="D18BCF"/>
                          </a:solidFill>
                          <a:ln w="4839" cap="flat">
                            <a:noFill/>
                            <a:prstDash val="solid"/>
                            <a:miter/>
                          </a:ln>
                        </p:spPr>
                        <p:txBody>
                          <a:bodyPr rtlCol="0" anchor="ctr"/>
                          <a:lstStyle/>
                          <a:p>
                            <a:endParaRPr lang="vi-VN"/>
                          </a:p>
                        </p:txBody>
                      </p:sp>
                      <p:sp>
                        <p:nvSpPr>
                          <p:cNvPr id="850" name="Freeform: Shape 849">
                            <a:extLst>
                              <a:ext uri="{FF2B5EF4-FFF2-40B4-BE49-F238E27FC236}">
                                <a16:creationId xmlns:a16="http://schemas.microsoft.com/office/drawing/2014/main" id="{803FFA79-335F-2C23-86AE-658BBC7A6CE1}"/>
                              </a:ext>
                            </a:extLst>
                          </p:cNvPr>
                          <p:cNvSpPr/>
                          <p:nvPr/>
                        </p:nvSpPr>
                        <p:spPr>
                          <a:xfrm>
                            <a:off x="3304140" y="4815583"/>
                            <a:ext cx="15022" cy="14480"/>
                          </a:xfrm>
                          <a:custGeom>
                            <a:avLst/>
                            <a:gdLst>
                              <a:gd name="connsiteX0" fmla="*/ 14810 w 15022"/>
                              <a:gd name="connsiteY0" fmla="*/ 5565 h 14480"/>
                              <a:gd name="connsiteX1" fmla="*/ 14141 w 15022"/>
                              <a:gd name="connsiteY1" fmla="*/ 3850 h 14480"/>
                              <a:gd name="connsiteX2" fmla="*/ 12369 w 15022"/>
                              <a:gd name="connsiteY2" fmla="*/ 1806 h 14480"/>
                              <a:gd name="connsiteX3" fmla="*/ 9991 w 15022"/>
                              <a:gd name="connsiteY3" fmla="*/ 470 h 14480"/>
                              <a:gd name="connsiteX4" fmla="*/ 9482 w 15022"/>
                              <a:gd name="connsiteY4" fmla="*/ 310 h 14480"/>
                              <a:gd name="connsiteX5" fmla="*/ 7259 w 15022"/>
                              <a:gd name="connsiteY5" fmla="*/ 0 h 14480"/>
                              <a:gd name="connsiteX6" fmla="*/ 5347 w 15022"/>
                              <a:gd name="connsiteY6" fmla="*/ 237 h 14480"/>
                              <a:gd name="connsiteX7" fmla="*/ 2891 w 15022"/>
                              <a:gd name="connsiteY7" fmla="*/ 1496 h 14480"/>
                              <a:gd name="connsiteX8" fmla="*/ 1588 w 15022"/>
                              <a:gd name="connsiteY8" fmla="*/ 2770 h 14480"/>
                              <a:gd name="connsiteX9" fmla="*/ 276 w 15022"/>
                              <a:gd name="connsiteY9" fmla="*/ 5196 h 14480"/>
                              <a:gd name="connsiteX10" fmla="*/ 0 w 15022"/>
                              <a:gd name="connsiteY10" fmla="*/ 7105 h 14480"/>
                              <a:gd name="connsiteX11" fmla="*/ 237 w 15022"/>
                              <a:gd name="connsiteY11" fmla="*/ 9017 h 14480"/>
                              <a:gd name="connsiteX12" fmla="*/ 1496 w 15022"/>
                              <a:gd name="connsiteY12" fmla="*/ 11478 h 14480"/>
                              <a:gd name="connsiteX13" fmla="*/ 3492 w 15022"/>
                              <a:gd name="connsiteY13" fmla="*/ 13352 h 14480"/>
                              <a:gd name="connsiteX14" fmla="*/ 5395 w 15022"/>
                              <a:gd name="connsiteY14" fmla="*/ 14180 h 14480"/>
                              <a:gd name="connsiteX15" fmla="*/ 5506 w 15022"/>
                              <a:gd name="connsiteY15" fmla="*/ 14219 h 14480"/>
                              <a:gd name="connsiteX16" fmla="*/ 7429 w 15022"/>
                              <a:gd name="connsiteY16" fmla="*/ 14475 h 14480"/>
                              <a:gd name="connsiteX17" fmla="*/ 9618 w 15022"/>
                              <a:gd name="connsiteY17" fmla="*/ 14170 h 14480"/>
                              <a:gd name="connsiteX18" fmla="*/ 11332 w 15022"/>
                              <a:gd name="connsiteY18" fmla="*/ 13502 h 14480"/>
                              <a:gd name="connsiteX19" fmla="*/ 13376 w 15022"/>
                              <a:gd name="connsiteY19" fmla="*/ 11730 h 14480"/>
                              <a:gd name="connsiteX20" fmla="*/ 14335 w 15022"/>
                              <a:gd name="connsiteY20" fmla="*/ 10189 h 14480"/>
                              <a:gd name="connsiteX21" fmla="*/ 15023 w 15022"/>
                              <a:gd name="connsiteY21" fmla="*/ 7473 h 14480"/>
                              <a:gd name="connsiteX22" fmla="*/ 14810 w 15022"/>
                              <a:gd name="connsiteY22" fmla="*/ 5565 h 1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022" h="14480">
                                <a:moveTo>
                                  <a:pt x="14810" y="5565"/>
                                </a:moveTo>
                                <a:cubicBezTo>
                                  <a:pt x="14587" y="4993"/>
                                  <a:pt x="14364" y="4422"/>
                                  <a:pt x="14141" y="3850"/>
                                </a:cubicBezTo>
                                <a:cubicBezTo>
                                  <a:pt x="13720" y="3007"/>
                                  <a:pt x="13129" y="2329"/>
                                  <a:pt x="12369" y="1806"/>
                                </a:cubicBezTo>
                                <a:cubicBezTo>
                                  <a:pt x="11700" y="1162"/>
                                  <a:pt x="10906" y="712"/>
                                  <a:pt x="9991" y="470"/>
                                </a:cubicBezTo>
                                <a:cubicBezTo>
                                  <a:pt x="9816" y="426"/>
                                  <a:pt x="9647" y="373"/>
                                  <a:pt x="9482" y="310"/>
                                </a:cubicBezTo>
                                <a:cubicBezTo>
                                  <a:pt x="8775" y="48"/>
                                  <a:pt x="8005" y="34"/>
                                  <a:pt x="7259" y="0"/>
                                </a:cubicBezTo>
                                <a:cubicBezTo>
                                  <a:pt x="6620" y="78"/>
                                  <a:pt x="5986" y="155"/>
                                  <a:pt x="5347" y="237"/>
                                </a:cubicBezTo>
                                <a:cubicBezTo>
                                  <a:pt x="4407" y="450"/>
                                  <a:pt x="3588" y="867"/>
                                  <a:pt x="2891" y="1496"/>
                                </a:cubicBezTo>
                                <a:cubicBezTo>
                                  <a:pt x="2349" y="1811"/>
                                  <a:pt x="1913" y="2233"/>
                                  <a:pt x="1588" y="2770"/>
                                </a:cubicBezTo>
                                <a:cubicBezTo>
                                  <a:pt x="944" y="3458"/>
                                  <a:pt x="508" y="4267"/>
                                  <a:pt x="276" y="5196"/>
                                </a:cubicBezTo>
                                <a:cubicBezTo>
                                  <a:pt x="184" y="5831"/>
                                  <a:pt x="92" y="6465"/>
                                  <a:pt x="0" y="7105"/>
                                </a:cubicBezTo>
                                <a:cubicBezTo>
                                  <a:pt x="77" y="7744"/>
                                  <a:pt x="155" y="8378"/>
                                  <a:pt x="237" y="9017"/>
                                </a:cubicBezTo>
                                <a:cubicBezTo>
                                  <a:pt x="450" y="9957"/>
                                  <a:pt x="867" y="10775"/>
                                  <a:pt x="1496" y="11478"/>
                                </a:cubicBezTo>
                                <a:cubicBezTo>
                                  <a:pt x="1995" y="12267"/>
                                  <a:pt x="2659" y="12892"/>
                                  <a:pt x="3492" y="13352"/>
                                </a:cubicBezTo>
                                <a:cubicBezTo>
                                  <a:pt x="4102" y="13676"/>
                                  <a:pt x="4751" y="13923"/>
                                  <a:pt x="5395" y="14180"/>
                                </a:cubicBezTo>
                                <a:cubicBezTo>
                                  <a:pt x="5429" y="14195"/>
                                  <a:pt x="5467" y="14209"/>
                                  <a:pt x="5506" y="14219"/>
                                </a:cubicBezTo>
                                <a:cubicBezTo>
                                  <a:pt x="6146" y="14306"/>
                                  <a:pt x="6790" y="14393"/>
                                  <a:pt x="7429" y="14475"/>
                                </a:cubicBezTo>
                                <a:cubicBezTo>
                                  <a:pt x="8189" y="14505"/>
                                  <a:pt x="8916" y="14403"/>
                                  <a:pt x="9618" y="14170"/>
                                </a:cubicBezTo>
                                <a:cubicBezTo>
                                  <a:pt x="10189" y="13948"/>
                                  <a:pt x="10761" y="13725"/>
                                  <a:pt x="11332" y="13502"/>
                                </a:cubicBezTo>
                                <a:cubicBezTo>
                                  <a:pt x="12170" y="13081"/>
                                  <a:pt x="12853" y="12485"/>
                                  <a:pt x="13376" y="11730"/>
                                </a:cubicBezTo>
                                <a:cubicBezTo>
                                  <a:pt x="13826" y="11299"/>
                                  <a:pt x="14146" y="10785"/>
                                  <a:pt x="14335" y="10189"/>
                                </a:cubicBezTo>
                                <a:cubicBezTo>
                                  <a:pt x="14805" y="9357"/>
                                  <a:pt x="15032" y="8451"/>
                                  <a:pt x="15023" y="7473"/>
                                </a:cubicBezTo>
                                <a:cubicBezTo>
                                  <a:pt x="14945" y="6829"/>
                                  <a:pt x="14877" y="6194"/>
                                  <a:pt x="14810" y="5565"/>
                                </a:cubicBezTo>
                                <a:close/>
                              </a:path>
                            </a:pathLst>
                          </a:custGeom>
                          <a:solidFill>
                            <a:srgbClr val="D18BCF"/>
                          </a:solidFill>
                          <a:ln w="4839" cap="flat">
                            <a:noFill/>
                            <a:prstDash val="solid"/>
                            <a:miter/>
                          </a:ln>
                        </p:spPr>
                        <p:txBody>
                          <a:bodyPr rtlCol="0" anchor="ctr"/>
                          <a:lstStyle/>
                          <a:p>
                            <a:endParaRPr lang="vi-VN"/>
                          </a:p>
                        </p:txBody>
                      </p:sp>
                      <p:sp>
                        <p:nvSpPr>
                          <p:cNvPr id="851" name="Freeform: Shape 850">
                            <a:extLst>
                              <a:ext uri="{FF2B5EF4-FFF2-40B4-BE49-F238E27FC236}">
                                <a16:creationId xmlns:a16="http://schemas.microsoft.com/office/drawing/2014/main" id="{06B73803-52CC-41A4-CF00-28CCFC701DBB}"/>
                              </a:ext>
                            </a:extLst>
                          </p:cNvPr>
                          <p:cNvSpPr/>
                          <p:nvPr/>
                        </p:nvSpPr>
                        <p:spPr>
                          <a:xfrm>
                            <a:off x="3313937" y="4714161"/>
                            <a:ext cx="11763" cy="11887"/>
                          </a:xfrm>
                          <a:custGeom>
                            <a:avLst/>
                            <a:gdLst>
                              <a:gd name="connsiteX0" fmla="*/ 11763 w 11763"/>
                              <a:gd name="connsiteY0" fmla="*/ 6013 h 11887"/>
                              <a:gd name="connsiteX1" fmla="*/ 11754 w 11763"/>
                              <a:gd name="connsiteY1" fmla="*/ 5906 h 11887"/>
                              <a:gd name="connsiteX2" fmla="*/ 11599 w 11763"/>
                              <a:gd name="connsiteY2" fmla="*/ 4497 h 11887"/>
                              <a:gd name="connsiteX3" fmla="*/ 11681 w 11763"/>
                              <a:gd name="connsiteY3" fmla="*/ 5238 h 11887"/>
                              <a:gd name="connsiteX4" fmla="*/ 11056 w 11763"/>
                              <a:gd name="connsiteY4" fmla="*/ 3088 h 11887"/>
                              <a:gd name="connsiteX5" fmla="*/ 10170 w 11763"/>
                              <a:gd name="connsiteY5" fmla="*/ 1862 h 11887"/>
                              <a:gd name="connsiteX6" fmla="*/ 8271 w 11763"/>
                              <a:gd name="connsiteY6" fmla="*/ 574 h 11887"/>
                              <a:gd name="connsiteX7" fmla="*/ 5995 w 11763"/>
                              <a:gd name="connsiteY7" fmla="*/ 8 h 11887"/>
                              <a:gd name="connsiteX8" fmla="*/ 3777 w 11763"/>
                              <a:gd name="connsiteY8" fmla="*/ 448 h 11887"/>
                              <a:gd name="connsiteX9" fmla="*/ 1855 w 11763"/>
                              <a:gd name="connsiteY9" fmla="*/ 1601 h 11887"/>
                              <a:gd name="connsiteX10" fmla="*/ 886 w 11763"/>
                              <a:gd name="connsiteY10" fmla="*/ 2778 h 11887"/>
                              <a:gd name="connsiteX11" fmla="*/ 0 w 11763"/>
                              <a:gd name="connsiteY11" fmla="*/ 5775 h 11887"/>
                              <a:gd name="connsiteX12" fmla="*/ 169 w 11763"/>
                              <a:gd name="connsiteY12" fmla="*/ 7291 h 11887"/>
                              <a:gd name="connsiteX13" fmla="*/ 1593 w 11763"/>
                              <a:gd name="connsiteY13" fmla="*/ 9911 h 11887"/>
                              <a:gd name="connsiteX14" fmla="*/ 2494 w 11763"/>
                              <a:gd name="connsiteY14" fmla="*/ 10701 h 11887"/>
                              <a:gd name="connsiteX15" fmla="*/ 4121 w 11763"/>
                              <a:gd name="connsiteY15" fmla="*/ 11601 h 11887"/>
                              <a:gd name="connsiteX16" fmla="*/ 6368 w 11763"/>
                              <a:gd name="connsiteY16" fmla="*/ 11829 h 11887"/>
                              <a:gd name="connsiteX17" fmla="*/ 8490 w 11763"/>
                              <a:gd name="connsiteY17" fmla="*/ 11292 h 11887"/>
                              <a:gd name="connsiteX18" fmla="*/ 10683 w 11763"/>
                              <a:gd name="connsiteY18" fmla="*/ 9364 h 11887"/>
                              <a:gd name="connsiteX19" fmla="*/ 10703 w 11763"/>
                              <a:gd name="connsiteY19" fmla="*/ 9340 h 11887"/>
                              <a:gd name="connsiteX20" fmla="*/ 10741 w 11763"/>
                              <a:gd name="connsiteY20" fmla="*/ 9287 h 11887"/>
                              <a:gd name="connsiteX21" fmla="*/ 10756 w 11763"/>
                              <a:gd name="connsiteY21" fmla="*/ 9262 h 11887"/>
                              <a:gd name="connsiteX22" fmla="*/ 11424 w 11763"/>
                              <a:gd name="connsiteY22" fmla="*/ 7858 h 11887"/>
                              <a:gd name="connsiteX23" fmla="*/ 11429 w 11763"/>
                              <a:gd name="connsiteY23" fmla="*/ 7843 h 11887"/>
                              <a:gd name="connsiteX24" fmla="*/ 11458 w 11763"/>
                              <a:gd name="connsiteY24" fmla="*/ 7780 h 11887"/>
                              <a:gd name="connsiteX25" fmla="*/ 11478 w 11763"/>
                              <a:gd name="connsiteY25" fmla="*/ 7722 h 11887"/>
                              <a:gd name="connsiteX26" fmla="*/ 11487 w 11763"/>
                              <a:gd name="connsiteY26" fmla="*/ 7693 h 11887"/>
                              <a:gd name="connsiteX27" fmla="*/ 11618 w 11763"/>
                              <a:gd name="connsiteY27" fmla="*/ 6904 h 11887"/>
                              <a:gd name="connsiteX28" fmla="*/ 11749 w 11763"/>
                              <a:gd name="connsiteY28" fmla="*/ 6119 h 11887"/>
                              <a:gd name="connsiteX29" fmla="*/ 11754 w 11763"/>
                              <a:gd name="connsiteY29" fmla="*/ 6061 h 11887"/>
                              <a:gd name="connsiteX30" fmla="*/ 11754 w 11763"/>
                              <a:gd name="connsiteY30" fmla="*/ 6032 h 11887"/>
                              <a:gd name="connsiteX31" fmla="*/ 11754 w 11763"/>
                              <a:gd name="connsiteY31" fmla="*/ 6018 h 11887"/>
                              <a:gd name="connsiteX32" fmla="*/ 11744 w 11763"/>
                              <a:gd name="connsiteY32" fmla="*/ 5906 h 11887"/>
                              <a:gd name="connsiteX33" fmla="*/ 11763 w 11763"/>
                              <a:gd name="connsiteY33" fmla="*/ 6013 h 11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763" h="11887">
                                <a:moveTo>
                                  <a:pt x="11763" y="6013"/>
                                </a:moveTo>
                                <a:cubicBezTo>
                                  <a:pt x="11763" y="5979"/>
                                  <a:pt x="11754" y="5940"/>
                                  <a:pt x="11754" y="5906"/>
                                </a:cubicBezTo>
                                <a:cubicBezTo>
                                  <a:pt x="11724" y="5616"/>
                                  <a:pt x="11599" y="4531"/>
                                  <a:pt x="11599" y="4497"/>
                                </a:cubicBezTo>
                                <a:cubicBezTo>
                                  <a:pt x="11628" y="4744"/>
                                  <a:pt x="11652" y="4991"/>
                                  <a:pt x="11681" y="5238"/>
                                </a:cubicBezTo>
                                <a:cubicBezTo>
                                  <a:pt x="11657" y="4473"/>
                                  <a:pt x="11453" y="3756"/>
                                  <a:pt x="11056" y="3088"/>
                                </a:cubicBezTo>
                                <a:cubicBezTo>
                                  <a:pt x="11022" y="3030"/>
                                  <a:pt x="10209" y="1911"/>
                                  <a:pt x="10170" y="1862"/>
                                </a:cubicBezTo>
                                <a:cubicBezTo>
                                  <a:pt x="9647" y="1257"/>
                                  <a:pt x="9012" y="831"/>
                                  <a:pt x="8271" y="574"/>
                                </a:cubicBezTo>
                                <a:cubicBezTo>
                                  <a:pt x="7569" y="187"/>
                                  <a:pt x="6814" y="-2"/>
                                  <a:pt x="5995" y="8"/>
                                </a:cubicBezTo>
                                <a:cubicBezTo>
                                  <a:pt x="5211" y="-36"/>
                                  <a:pt x="4470" y="109"/>
                                  <a:pt x="3777" y="448"/>
                                </a:cubicBezTo>
                                <a:cubicBezTo>
                                  <a:pt x="3046" y="661"/>
                                  <a:pt x="2407" y="1049"/>
                                  <a:pt x="1855" y="1601"/>
                                </a:cubicBezTo>
                                <a:cubicBezTo>
                                  <a:pt x="1530" y="1993"/>
                                  <a:pt x="1211" y="2385"/>
                                  <a:pt x="886" y="2778"/>
                                </a:cubicBezTo>
                                <a:cubicBezTo>
                                  <a:pt x="320" y="3698"/>
                                  <a:pt x="24" y="4695"/>
                                  <a:pt x="0" y="5775"/>
                                </a:cubicBezTo>
                                <a:cubicBezTo>
                                  <a:pt x="58" y="6279"/>
                                  <a:pt x="111" y="6783"/>
                                  <a:pt x="169" y="7291"/>
                                </a:cubicBezTo>
                                <a:cubicBezTo>
                                  <a:pt x="421" y="8289"/>
                                  <a:pt x="896" y="9161"/>
                                  <a:pt x="1593" y="9911"/>
                                </a:cubicBezTo>
                                <a:cubicBezTo>
                                  <a:pt x="1864" y="10260"/>
                                  <a:pt x="2174" y="10497"/>
                                  <a:pt x="2494" y="10701"/>
                                </a:cubicBezTo>
                                <a:cubicBezTo>
                                  <a:pt x="2988" y="11074"/>
                                  <a:pt x="3516" y="11393"/>
                                  <a:pt x="4121" y="11601"/>
                                </a:cubicBezTo>
                                <a:cubicBezTo>
                                  <a:pt x="4857" y="11878"/>
                                  <a:pt x="5608" y="11955"/>
                                  <a:pt x="6368" y="11829"/>
                                </a:cubicBezTo>
                                <a:cubicBezTo>
                                  <a:pt x="7114" y="11834"/>
                                  <a:pt x="7821" y="11655"/>
                                  <a:pt x="8490" y="11292"/>
                                </a:cubicBezTo>
                                <a:cubicBezTo>
                                  <a:pt x="9385" y="10841"/>
                                  <a:pt x="10117" y="10197"/>
                                  <a:pt x="10683" y="9364"/>
                                </a:cubicBezTo>
                                <a:cubicBezTo>
                                  <a:pt x="10688" y="9354"/>
                                  <a:pt x="10698" y="9349"/>
                                  <a:pt x="10703" y="9340"/>
                                </a:cubicBezTo>
                                <a:cubicBezTo>
                                  <a:pt x="10717" y="9325"/>
                                  <a:pt x="10727" y="9306"/>
                                  <a:pt x="10741" y="9287"/>
                                </a:cubicBezTo>
                                <a:cubicBezTo>
                                  <a:pt x="10746" y="9277"/>
                                  <a:pt x="10751" y="9267"/>
                                  <a:pt x="10756" y="9262"/>
                                </a:cubicBezTo>
                                <a:cubicBezTo>
                                  <a:pt x="10790" y="9214"/>
                                  <a:pt x="11400" y="7916"/>
                                  <a:pt x="11424" y="7858"/>
                                </a:cubicBezTo>
                                <a:cubicBezTo>
                                  <a:pt x="11429" y="7853"/>
                                  <a:pt x="11429" y="7848"/>
                                  <a:pt x="11429" y="7843"/>
                                </a:cubicBezTo>
                                <a:cubicBezTo>
                                  <a:pt x="11439" y="7824"/>
                                  <a:pt x="11448" y="7800"/>
                                  <a:pt x="11458" y="7780"/>
                                </a:cubicBezTo>
                                <a:cubicBezTo>
                                  <a:pt x="11468" y="7761"/>
                                  <a:pt x="11473" y="7742"/>
                                  <a:pt x="11478" y="7722"/>
                                </a:cubicBezTo>
                                <a:cubicBezTo>
                                  <a:pt x="11482" y="7713"/>
                                  <a:pt x="11482" y="7703"/>
                                  <a:pt x="11487" y="7693"/>
                                </a:cubicBezTo>
                                <a:cubicBezTo>
                                  <a:pt x="11565" y="7441"/>
                                  <a:pt x="11589" y="7083"/>
                                  <a:pt x="11618" y="6904"/>
                                </a:cubicBezTo>
                                <a:cubicBezTo>
                                  <a:pt x="11652" y="6710"/>
                                  <a:pt x="11710" y="6381"/>
                                  <a:pt x="11749" y="6119"/>
                                </a:cubicBezTo>
                                <a:cubicBezTo>
                                  <a:pt x="11754" y="6100"/>
                                  <a:pt x="11754" y="6081"/>
                                  <a:pt x="11754" y="6061"/>
                                </a:cubicBezTo>
                                <a:cubicBezTo>
                                  <a:pt x="11754" y="6051"/>
                                  <a:pt x="11754" y="6042"/>
                                  <a:pt x="11754" y="6032"/>
                                </a:cubicBezTo>
                                <a:cubicBezTo>
                                  <a:pt x="11754" y="6027"/>
                                  <a:pt x="11754" y="6022"/>
                                  <a:pt x="11754" y="6018"/>
                                </a:cubicBezTo>
                                <a:cubicBezTo>
                                  <a:pt x="11754" y="6018"/>
                                  <a:pt x="11744" y="5940"/>
                                  <a:pt x="11744" y="5906"/>
                                </a:cubicBezTo>
                                <a:cubicBezTo>
                                  <a:pt x="11754" y="5950"/>
                                  <a:pt x="11758" y="5984"/>
                                  <a:pt x="11763" y="6013"/>
                                </a:cubicBezTo>
                                <a:close/>
                              </a:path>
                            </a:pathLst>
                          </a:custGeom>
                          <a:solidFill>
                            <a:srgbClr val="D18BCF"/>
                          </a:solidFill>
                          <a:ln w="4839" cap="flat">
                            <a:noFill/>
                            <a:prstDash val="solid"/>
                            <a:miter/>
                          </a:ln>
                        </p:spPr>
                        <p:txBody>
                          <a:bodyPr rtlCol="0" anchor="ctr"/>
                          <a:lstStyle/>
                          <a:p>
                            <a:endParaRPr lang="vi-VN"/>
                          </a:p>
                        </p:txBody>
                      </p:sp>
                      <p:sp>
                        <p:nvSpPr>
                          <p:cNvPr id="852" name="Freeform: Shape 851">
                            <a:extLst>
                              <a:ext uri="{FF2B5EF4-FFF2-40B4-BE49-F238E27FC236}">
                                <a16:creationId xmlns:a16="http://schemas.microsoft.com/office/drawing/2014/main" id="{93F3915A-DECE-719A-1F70-B9822C95C20C}"/>
                              </a:ext>
                            </a:extLst>
                          </p:cNvPr>
                          <p:cNvSpPr/>
                          <p:nvPr/>
                        </p:nvSpPr>
                        <p:spPr>
                          <a:xfrm>
                            <a:off x="3318983" y="4944582"/>
                            <a:ext cx="13501" cy="13607"/>
                          </a:xfrm>
                          <a:custGeom>
                            <a:avLst/>
                            <a:gdLst>
                              <a:gd name="connsiteX0" fmla="*/ 13439 w 13501"/>
                              <a:gd name="connsiteY0" fmla="*/ 5634 h 13607"/>
                              <a:gd name="connsiteX1" fmla="*/ 11991 w 13501"/>
                              <a:gd name="connsiteY1" fmla="*/ 2486 h 13607"/>
                              <a:gd name="connsiteX2" fmla="*/ 10727 w 13501"/>
                              <a:gd name="connsiteY2" fmla="*/ 1300 h 13607"/>
                              <a:gd name="connsiteX3" fmla="*/ 7409 w 13501"/>
                              <a:gd name="connsiteY3" fmla="*/ 50 h 13607"/>
                              <a:gd name="connsiteX4" fmla="*/ 4751 w 13501"/>
                              <a:gd name="connsiteY4" fmla="*/ 380 h 13607"/>
                              <a:gd name="connsiteX5" fmla="*/ 2441 w 13501"/>
                              <a:gd name="connsiteY5" fmla="*/ 1566 h 13607"/>
                              <a:gd name="connsiteX6" fmla="*/ 833 w 13501"/>
                              <a:gd name="connsiteY6" fmla="*/ 3605 h 13607"/>
                              <a:gd name="connsiteX7" fmla="*/ 0 w 13501"/>
                              <a:gd name="connsiteY7" fmla="*/ 6152 h 13607"/>
                              <a:gd name="connsiteX8" fmla="*/ 68 w 13501"/>
                              <a:gd name="connsiteY8" fmla="*/ 7973 h 13607"/>
                              <a:gd name="connsiteX9" fmla="*/ 1516 w 13501"/>
                              <a:gd name="connsiteY9" fmla="*/ 11121 h 13607"/>
                              <a:gd name="connsiteX10" fmla="*/ 2780 w 13501"/>
                              <a:gd name="connsiteY10" fmla="*/ 12308 h 13607"/>
                              <a:gd name="connsiteX11" fmla="*/ 6097 w 13501"/>
                              <a:gd name="connsiteY11" fmla="*/ 13557 h 13607"/>
                              <a:gd name="connsiteX12" fmla="*/ 8756 w 13501"/>
                              <a:gd name="connsiteY12" fmla="*/ 13228 h 13607"/>
                              <a:gd name="connsiteX13" fmla="*/ 11066 w 13501"/>
                              <a:gd name="connsiteY13" fmla="*/ 12041 h 13607"/>
                              <a:gd name="connsiteX14" fmla="*/ 12669 w 13501"/>
                              <a:gd name="connsiteY14" fmla="*/ 10002 h 13607"/>
                              <a:gd name="connsiteX15" fmla="*/ 13502 w 13501"/>
                              <a:gd name="connsiteY15" fmla="*/ 7455 h 13607"/>
                              <a:gd name="connsiteX16" fmla="*/ 13439 w 13501"/>
                              <a:gd name="connsiteY16" fmla="*/ 5634 h 13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501" h="13607">
                                <a:moveTo>
                                  <a:pt x="13439" y="5634"/>
                                </a:moveTo>
                                <a:cubicBezTo>
                                  <a:pt x="13226" y="4457"/>
                                  <a:pt x="12746" y="3411"/>
                                  <a:pt x="11991" y="2486"/>
                                </a:cubicBezTo>
                                <a:cubicBezTo>
                                  <a:pt x="11570" y="2089"/>
                                  <a:pt x="11148" y="1697"/>
                                  <a:pt x="10727" y="1300"/>
                                </a:cubicBezTo>
                                <a:cubicBezTo>
                                  <a:pt x="9734" y="588"/>
                                  <a:pt x="8625" y="171"/>
                                  <a:pt x="7409" y="50"/>
                                </a:cubicBezTo>
                                <a:cubicBezTo>
                                  <a:pt x="6485" y="-76"/>
                                  <a:pt x="5598" y="36"/>
                                  <a:pt x="4751" y="380"/>
                                </a:cubicBezTo>
                                <a:cubicBezTo>
                                  <a:pt x="3889" y="573"/>
                                  <a:pt x="3119" y="966"/>
                                  <a:pt x="2441" y="1566"/>
                                </a:cubicBezTo>
                                <a:cubicBezTo>
                                  <a:pt x="1724" y="2113"/>
                                  <a:pt x="1186" y="2796"/>
                                  <a:pt x="833" y="3605"/>
                                </a:cubicBezTo>
                                <a:cubicBezTo>
                                  <a:pt x="334" y="4370"/>
                                  <a:pt x="53" y="5218"/>
                                  <a:pt x="0" y="6152"/>
                                </a:cubicBezTo>
                                <a:cubicBezTo>
                                  <a:pt x="24" y="6758"/>
                                  <a:pt x="43" y="7363"/>
                                  <a:pt x="68" y="7973"/>
                                </a:cubicBezTo>
                                <a:cubicBezTo>
                                  <a:pt x="276" y="9150"/>
                                  <a:pt x="760" y="10196"/>
                                  <a:pt x="1516" y="11121"/>
                                </a:cubicBezTo>
                                <a:cubicBezTo>
                                  <a:pt x="1937" y="11518"/>
                                  <a:pt x="2358" y="11910"/>
                                  <a:pt x="2780" y="12308"/>
                                </a:cubicBezTo>
                                <a:cubicBezTo>
                                  <a:pt x="3773" y="13020"/>
                                  <a:pt x="4882" y="13436"/>
                                  <a:pt x="6097" y="13557"/>
                                </a:cubicBezTo>
                                <a:cubicBezTo>
                                  <a:pt x="7022" y="13683"/>
                                  <a:pt x="7908" y="13572"/>
                                  <a:pt x="8756" y="13228"/>
                                </a:cubicBezTo>
                                <a:cubicBezTo>
                                  <a:pt x="9618" y="13034"/>
                                  <a:pt x="10388" y="12642"/>
                                  <a:pt x="11066" y="12041"/>
                                </a:cubicBezTo>
                                <a:cubicBezTo>
                                  <a:pt x="11783" y="11494"/>
                                  <a:pt x="12320" y="10811"/>
                                  <a:pt x="12669" y="10002"/>
                                </a:cubicBezTo>
                                <a:cubicBezTo>
                                  <a:pt x="13168" y="9237"/>
                                  <a:pt x="13449" y="8390"/>
                                  <a:pt x="13502" y="7455"/>
                                </a:cubicBezTo>
                                <a:cubicBezTo>
                                  <a:pt x="13487" y="6845"/>
                                  <a:pt x="13463" y="6239"/>
                                  <a:pt x="13439" y="5634"/>
                                </a:cubicBezTo>
                                <a:close/>
                              </a:path>
                            </a:pathLst>
                          </a:custGeom>
                          <a:solidFill>
                            <a:srgbClr val="D18BCF"/>
                          </a:solidFill>
                          <a:ln w="4839" cap="flat">
                            <a:noFill/>
                            <a:prstDash val="solid"/>
                            <a:miter/>
                          </a:ln>
                        </p:spPr>
                        <p:txBody>
                          <a:bodyPr rtlCol="0" anchor="ctr"/>
                          <a:lstStyle/>
                          <a:p>
                            <a:endParaRPr lang="vi-VN"/>
                          </a:p>
                        </p:txBody>
                      </p:sp>
                      <p:sp>
                        <p:nvSpPr>
                          <p:cNvPr id="853" name="Freeform: Shape 852">
                            <a:extLst>
                              <a:ext uri="{FF2B5EF4-FFF2-40B4-BE49-F238E27FC236}">
                                <a16:creationId xmlns:a16="http://schemas.microsoft.com/office/drawing/2014/main" id="{8F304DB3-818F-2B3C-E6F2-25462CBEE054}"/>
                              </a:ext>
                            </a:extLst>
                          </p:cNvPr>
                          <p:cNvSpPr/>
                          <p:nvPr/>
                        </p:nvSpPr>
                        <p:spPr>
                          <a:xfrm>
                            <a:off x="3370460" y="5044057"/>
                            <a:ext cx="13041" cy="13003"/>
                          </a:xfrm>
                          <a:custGeom>
                            <a:avLst/>
                            <a:gdLst>
                              <a:gd name="connsiteX0" fmla="*/ 12982 w 13041"/>
                              <a:gd name="connsiteY0" fmla="*/ 5773 h 13003"/>
                              <a:gd name="connsiteX1" fmla="*/ 12575 w 13041"/>
                              <a:gd name="connsiteY1" fmla="*/ 4136 h 13003"/>
                              <a:gd name="connsiteX2" fmla="*/ 10633 w 13041"/>
                              <a:gd name="connsiteY2" fmla="*/ 1468 h 13003"/>
                              <a:gd name="connsiteX3" fmla="*/ 9200 w 13041"/>
                              <a:gd name="connsiteY3" fmla="*/ 577 h 13003"/>
                              <a:gd name="connsiteX4" fmla="*/ 5786 w 13041"/>
                              <a:gd name="connsiteY4" fmla="*/ 39 h 13003"/>
                              <a:gd name="connsiteX5" fmla="*/ 3422 w 13041"/>
                              <a:gd name="connsiteY5" fmla="*/ 843 h 13003"/>
                              <a:gd name="connsiteX6" fmla="*/ 1485 w 13041"/>
                              <a:gd name="connsiteY6" fmla="*/ 2383 h 13003"/>
                              <a:gd name="connsiteX7" fmla="*/ 347 w 13041"/>
                              <a:gd name="connsiteY7" fmla="*/ 4649 h 13003"/>
                              <a:gd name="connsiteX8" fmla="*/ 56 w 13041"/>
                              <a:gd name="connsiteY8" fmla="*/ 7231 h 13003"/>
                              <a:gd name="connsiteX9" fmla="*/ 463 w 13041"/>
                              <a:gd name="connsiteY9" fmla="*/ 8868 h 13003"/>
                              <a:gd name="connsiteX10" fmla="*/ 2405 w 13041"/>
                              <a:gd name="connsiteY10" fmla="*/ 11536 h 13003"/>
                              <a:gd name="connsiteX11" fmla="*/ 3839 w 13041"/>
                              <a:gd name="connsiteY11" fmla="*/ 12427 h 13003"/>
                              <a:gd name="connsiteX12" fmla="*/ 7253 w 13041"/>
                              <a:gd name="connsiteY12" fmla="*/ 12965 h 13003"/>
                              <a:gd name="connsiteX13" fmla="*/ 9616 w 13041"/>
                              <a:gd name="connsiteY13" fmla="*/ 12161 h 13003"/>
                              <a:gd name="connsiteX14" fmla="*/ 11553 w 13041"/>
                              <a:gd name="connsiteY14" fmla="*/ 10621 h 13003"/>
                              <a:gd name="connsiteX15" fmla="*/ 12692 w 13041"/>
                              <a:gd name="connsiteY15" fmla="*/ 8354 h 13003"/>
                              <a:gd name="connsiteX16" fmla="*/ 12982 w 13041"/>
                              <a:gd name="connsiteY16" fmla="*/ 5773 h 1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041" h="13003">
                                <a:moveTo>
                                  <a:pt x="12982" y="5773"/>
                                </a:moveTo>
                                <a:cubicBezTo>
                                  <a:pt x="12846" y="5231"/>
                                  <a:pt x="12711" y="4683"/>
                                  <a:pt x="12575" y="4136"/>
                                </a:cubicBezTo>
                                <a:cubicBezTo>
                                  <a:pt x="12154" y="3080"/>
                                  <a:pt x="11510" y="2194"/>
                                  <a:pt x="10633" y="1468"/>
                                </a:cubicBezTo>
                                <a:cubicBezTo>
                                  <a:pt x="10154" y="1172"/>
                                  <a:pt x="9679" y="877"/>
                                  <a:pt x="9200" y="577"/>
                                </a:cubicBezTo>
                                <a:cubicBezTo>
                                  <a:pt x="8110" y="92"/>
                                  <a:pt x="6972" y="-87"/>
                                  <a:pt x="5786" y="39"/>
                                </a:cubicBezTo>
                                <a:cubicBezTo>
                                  <a:pt x="4919" y="107"/>
                                  <a:pt x="4129" y="373"/>
                                  <a:pt x="3422" y="843"/>
                                </a:cubicBezTo>
                                <a:cubicBezTo>
                                  <a:pt x="2652" y="1187"/>
                                  <a:pt x="2008" y="1700"/>
                                  <a:pt x="1485" y="2383"/>
                                </a:cubicBezTo>
                                <a:cubicBezTo>
                                  <a:pt x="899" y="3046"/>
                                  <a:pt x="521" y="3802"/>
                                  <a:pt x="347" y="4649"/>
                                </a:cubicBezTo>
                                <a:cubicBezTo>
                                  <a:pt x="22" y="5473"/>
                                  <a:pt x="-75" y="6335"/>
                                  <a:pt x="56" y="7231"/>
                                </a:cubicBezTo>
                                <a:cubicBezTo>
                                  <a:pt x="192" y="7778"/>
                                  <a:pt x="327" y="8320"/>
                                  <a:pt x="463" y="8868"/>
                                </a:cubicBezTo>
                                <a:cubicBezTo>
                                  <a:pt x="885" y="9923"/>
                                  <a:pt x="1529" y="10810"/>
                                  <a:pt x="2405" y="11536"/>
                                </a:cubicBezTo>
                                <a:cubicBezTo>
                                  <a:pt x="2885" y="11831"/>
                                  <a:pt x="3359" y="12127"/>
                                  <a:pt x="3839" y="12427"/>
                                </a:cubicBezTo>
                                <a:cubicBezTo>
                                  <a:pt x="4928" y="12911"/>
                                  <a:pt x="6066" y="13091"/>
                                  <a:pt x="7253" y="12965"/>
                                </a:cubicBezTo>
                                <a:cubicBezTo>
                                  <a:pt x="8120" y="12897"/>
                                  <a:pt x="8909" y="12631"/>
                                  <a:pt x="9616" y="12161"/>
                                </a:cubicBezTo>
                                <a:cubicBezTo>
                                  <a:pt x="10386" y="11817"/>
                                  <a:pt x="11030" y="11304"/>
                                  <a:pt x="11553" y="10621"/>
                                </a:cubicBezTo>
                                <a:cubicBezTo>
                                  <a:pt x="12139" y="9957"/>
                                  <a:pt x="12517" y="9202"/>
                                  <a:pt x="12692" y="8354"/>
                                </a:cubicBezTo>
                                <a:cubicBezTo>
                                  <a:pt x="13021" y="7531"/>
                                  <a:pt x="13118" y="6669"/>
                                  <a:pt x="12982" y="5773"/>
                                </a:cubicBezTo>
                                <a:close/>
                              </a:path>
                            </a:pathLst>
                          </a:custGeom>
                          <a:solidFill>
                            <a:srgbClr val="D18BCF"/>
                          </a:solidFill>
                          <a:ln w="4839" cap="flat">
                            <a:noFill/>
                            <a:prstDash val="solid"/>
                            <a:miter/>
                          </a:ln>
                        </p:spPr>
                        <p:txBody>
                          <a:bodyPr rtlCol="0" anchor="ctr"/>
                          <a:lstStyle/>
                          <a:p>
                            <a:endParaRPr lang="vi-VN"/>
                          </a:p>
                        </p:txBody>
                      </p:sp>
                      <p:sp>
                        <p:nvSpPr>
                          <p:cNvPr id="854" name="Freeform: Shape 853">
                            <a:extLst>
                              <a:ext uri="{FF2B5EF4-FFF2-40B4-BE49-F238E27FC236}">
                                <a16:creationId xmlns:a16="http://schemas.microsoft.com/office/drawing/2014/main" id="{ADF7B726-EB6E-8F20-D5D8-F1A6409BD1D3}"/>
                              </a:ext>
                            </a:extLst>
                          </p:cNvPr>
                          <p:cNvSpPr/>
                          <p:nvPr/>
                        </p:nvSpPr>
                        <p:spPr>
                          <a:xfrm>
                            <a:off x="3432089" y="5122037"/>
                            <a:ext cx="13684" cy="14028"/>
                          </a:xfrm>
                          <a:custGeom>
                            <a:avLst/>
                            <a:gdLst>
                              <a:gd name="connsiteX0" fmla="*/ 13570 w 13684"/>
                              <a:gd name="connsiteY0" fmla="*/ 5952 h 14028"/>
                              <a:gd name="connsiteX1" fmla="*/ 13551 w 13684"/>
                              <a:gd name="connsiteY1" fmla="*/ 5773 h 14028"/>
                              <a:gd name="connsiteX2" fmla="*/ 13527 w 13684"/>
                              <a:gd name="connsiteY2" fmla="*/ 5594 h 14028"/>
                              <a:gd name="connsiteX3" fmla="*/ 12539 w 13684"/>
                              <a:gd name="connsiteY3" fmla="*/ 3182 h 14028"/>
                              <a:gd name="connsiteX4" fmla="*/ 10810 w 13684"/>
                              <a:gd name="connsiteY4" fmla="*/ 1260 h 14028"/>
                              <a:gd name="connsiteX5" fmla="*/ 9260 w 13684"/>
                              <a:gd name="connsiteY5" fmla="*/ 422 h 14028"/>
                              <a:gd name="connsiteX6" fmla="*/ 6582 w 13684"/>
                              <a:gd name="connsiteY6" fmla="*/ 39 h 14028"/>
                              <a:gd name="connsiteX7" fmla="*/ 4834 w 13684"/>
                              <a:gd name="connsiteY7" fmla="*/ 334 h 14028"/>
                              <a:gd name="connsiteX8" fmla="*/ 2524 w 13684"/>
                              <a:gd name="connsiteY8" fmla="*/ 1521 h 14028"/>
                              <a:gd name="connsiteX9" fmla="*/ 1337 w 13684"/>
                              <a:gd name="connsiteY9" fmla="*/ 2785 h 14028"/>
                              <a:gd name="connsiteX10" fmla="*/ 88 w 13684"/>
                              <a:gd name="connsiteY10" fmla="*/ 6102 h 14028"/>
                              <a:gd name="connsiteX11" fmla="*/ 25 w 13684"/>
                              <a:gd name="connsiteY11" fmla="*/ 6635 h 14028"/>
                              <a:gd name="connsiteX12" fmla="*/ 664 w 13684"/>
                              <a:gd name="connsiteY12" fmla="*/ 10156 h 14028"/>
                              <a:gd name="connsiteX13" fmla="*/ 1613 w 13684"/>
                              <a:gd name="connsiteY13" fmla="*/ 11623 h 14028"/>
                              <a:gd name="connsiteX14" fmla="*/ 4475 w 13684"/>
                              <a:gd name="connsiteY14" fmla="*/ 13628 h 14028"/>
                              <a:gd name="connsiteX15" fmla="*/ 7182 w 13684"/>
                              <a:gd name="connsiteY15" fmla="*/ 13977 h 14028"/>
                              <a:gd name="connsiteX16" fmla="*/ 9783 w 13684"/>
                              <a:gd name="connsiteY16" fmla="*/ 13381 h 14028"/>
                              <a:gd name="connsiteX17" fmla="*/ 11841 w 13684"/>
                              <a:gd name="connsiteY17" fmla="*/ 11788 h 14028"/>
                              <a:gd name="connsiteX18" fmla="*/ 13255 w 13684"/>
                              <a:gd name="connsiteY18" fmla="*/ 9575 h 14028"/>
                              <a:gd name="connsiteX19" fmla="*/ 13570 w 13684"/>
                              <a:gd name="connsiteY19" fmla="*/ 5952 h 1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684" h="14028">
                                <a:moveTo>
                                  <a:pt x="13570" y="5952"/>
                                </a:moveTo>
                                <a:cubicBezTo>
                                  <a:pt x="13565" y="5889"/>
                                  <a:pt x="13556" y="5831"/>
                                  <a:pt x="13551" y="5773"/>
                                </a:cubicBezTo>
                                <a:cubicBezTo>
                                  <a:pt x="13546" y="5715"/>
                                  <a:pt x="13541" y="5652"/>
                                  <a:pt x="13527" y="5594"/>
                                </a:cubicBezTo>
                                <a:cubicBezTo>
                                  <a:pt x="13401" y="4693"/>
                                  <a:pt x="13071" y="3889"/>
                                  <a:pt x="12539" y="3182"/>
                                </a:cubicBezTo>
                                <a:cubicBezTo>
                                  <a:pt x="12132" y="2402"/>
                                  <a:pt x="11555" y="1758"/>
                                  <a:pt x="10810" y="1260"/>
                                </a:cubicBezTo>
                                <a:cubicBezTo>
                                  <a:pt x="10292" y="979"/>
                                  <a:pt x="9778" y="703"/>
                                  <a:pt x="9260" y="422"/>
                                </a:cubicBezTo>
                                <a:cubicBezTo>
                                  <a:pt x="8388" y="54"/>
                                  <a:pt x="7497" y="-72"/>
                                  <a:pt x="6582" y="39"/>
                                </a:cubicBezTo>
                                <a:cubicBezTo>
                                  <a:pt x="5972" y="-19"/>
                                  <a:pt x="5390" y="83"/>
                                  <a:pt x="4834" y="334"/>
                                </a:cubicBezTo>
                                <a:cubicBezTo>
                                  <a:pt x="3972" y="528"/>
                                  <a:pt x="3202" y="920"/>
                                  <a:pt x="2524" y="1521"/>
                                </a:cubicBezTo>
                                <a:cubicBezTo>
                                  <a:pt x="2127" y="1942"/>
                                  <a:pt x="1729" y="2364"/>
                                  <a:pt x="1337" y="2785"/>
                                </a:cubicBezTo>
                                <a:cubicBezTo>
                                  <a:pt x="625" y="3778"/>
                                  <a:pt x="209" y="4887"/>
                                  <a:pt x="88" y="6102"/>
                                </a:cubicBezTo>
                                <a:cubicBezTo>
                                  <a:pt x="54" y="6277"/>
                                  <a:pt x="44" y="6456"/>
                                  <a:pt x="25" y="6635"/>
                                </a:cubicBezTo>
                                <a:cubicBezTo>
                                  <a:pt x="-77" y="7865"/>
                                  <a:pt x="136" y="9037"/>
                                  <a:pt x="664" y="10156"/>
                                </a:cubicBezTo>
                                <a:cubicBezTo>
                                  <a:pt x="979" y="10645"/>
                                  <a:pt x="1298" y="11134"/>
                                  <a:pt x="1613" y="11623"/>
                                </a:cubicBezTo>
                                <a:cubicBezTo>
                                  <a:pt x="2393" y="12539"/>
                                  <a:pt x="3347" y="13207"/>
                                  <a:pt x="4475" y="13628"/>
                                </a:cubicBezTo>
                                <a:cubicBezTo>
                                  <a:pt x="5357" y="13987"/>
                                  <a:pt x="6262" y="14108"/>
                                  <a:pt x="7182" y="13977"/>
                                </a:cubicBezTo>
                                <a:cubicBezTo>
                                  <a:pt x="8093" y="14011"/>
                                  <a:pt x="8960" y="13812"/>
                                  <a:pt x="9783" y="13381"/>
                                </a:cubicBezTo>
                                <a:cubicBezTo>
                                  <a:pt x="10616" y="13018"/>
                                  <a:pt x="11299" y="12490"/>
                                  <a:pt x="11841" y="11788"/>
                                </a:cubicBezTo>
                                <a:cubicBezTo>
                                  <a:pt x="12500" y="11183"/>
                                  <a:pt x="12970" y="10442"/>
                                  <a:pt x="13255" y="9575"/>
                                </a:cubicBezTo>
                                <a:cubicBezTo>
                                  <a:pt x="13691" y="8393"/>
                                  <a:pt x="13793" y="7187"/>
                                  <a:pt x="13570" y="5952"/>
                                </a:cubicBezTo>
                                <a:close/>
                              </a:path>
                            </a:pathLst>
                          </a:custGeom>
                          <a:solidFill>
                            <a:srgbClr val="D18BCF"/>
                          </a:solidFill>
                          <a:ln w="4839" cap="flat">
                            <a:noFill/>
                            <a:prstDash val="solid"/>
                            <a:miter/>
                          </a:ln>
                        </p:spPr>
                        <p:txBody>
                          <a:bodyPr rtlCol="0" anchor="ctr"/>
                          <a:lstStyle/>
                          <a:p>
                            <a:endParaRPr lang="vi-VN"/>
                          </a:p>
                        </p:txBody>
                      </p:sp>
                    </p:grpSp>
                    <p:grpSp>
                      <p:nvGrpSpPr>
                        <p:cNvPr id="844" name="Graphic 1991">
                          <a:extLst>
                            <a:ext uri="{FF2B5EF4-FFF2-40B4-BE49-F238E27FC236}">
                              <a16:creationId xmlns:a16="http://schemas.microsoft.com/office/drawing/2014/main" id="{929EDCA5-13AD-AA4C-2F5A-D85AB169FD88}"/>
                            </a:ext>
                          </a:extLst>
                        </p:cNvPr>
                        <p:cNvGrpSpPr/>
                        <p:nvPr/>
                      </p:nvGrpSpPr>
                      <p:grpSpPr>
                        <a:xfrm>
                          <a:off x="3247706" y="4447165"/>
                          <a:ext cx="186995" cy="342910"/>
                          <a:chOff x="3247706" y="4447165"/>
                          <a:chExt cx="186995" cy="342910"/>
                        </a:xfrm>
                      </p:grpSpPr>
                      <p:sp>
                        <p:nvSpPr>
                          <p:cNvPr id="845" name="Freeform: Shape 844">
                            <a:extLst>
                              <a:ext uri="{FF2B5EF4-FFF2-40B4-BE49-F238E27FC236}">
                                <a16:creationId xmlns:a16="http://schemas.microsoft.com/office/drawing/2014/main" id="{D3B7774C-4E6B-1C6F-FE35-38AA48995D24}"/>
                              </a:ext>
                            </a:extLst>
                          </p:cNvPr>
                          <p:cNvSpPr/>
                          <p:nvPr/>
                        </p:nvSpPr>
                        <p:spPr>
                          <a:xfrm>
                            <a:off x="3247706" y="4519441"/>
                            <a:ext cx="186995" cy="270634"/>
                          </a:xfrm>
                          <a:custGeom>
                            <a:avLst/>
                            <a:gdLst>
                              <a:gd name="connsiteX0" fmla="*/ 44772 w 186995"/>
                              <a:gd name="connsiteY0" fmla="*/ 257849 h 270634"/>
                              <a:gd name="connsiteX1" fmla="*/ 81728 w 186995"/>
                              <a:gd name="connsiteY1" fmla="*/ 142526 h 270634"/>
                              <a:gd name="connsiteX2" fmla="*/ 163026 w 186995"/>
                              <a:gd name="connsiteY2" fmla="*/ 206578 h 270634"/>
                              <a:gd name="connsiteX3" fmla="*/ 145770 w 186995"/>
                              <a:gd name="connsiteY3" fmla="*/ 474 h 270634"/>
                              <a:gd name="connsiteX4" fmla="*/ 4106 w 186995"/>
                              <a:gd name="connsiteY4" fmla="*/ 215203 h 270634"/>
                              <a:gd name="connsiteX5" fmla="*/ 22780 w 186995"/>
                              <a:gd name="connsiteY5" fmla="*/ 197957 h 270634"/>
                              <a:gd name="connsiteX6" fmla="*/ 36146 w 186995"/>
                              <a:gd name="connsiteY6" fmla="*/ 270635 h 270634"/>
                              <a:gd name="connsiteX7" fmla="*/ 44772 w 186995"/>
                              <a:gd name="connsiteY7" fmla="*/ 257849 h 270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6995" h="270634">
                                <a:moveTo>
                                  <a:pt x="44772" y="257849"/>
                                </a:moveTo>
                                <a:cubicBezTo>
                                  <a:pt x="44772" y="257849"/>
                                  <a:pt x="55857" y="149916"/>
                                  <a:pt x="81728" y="142526"/>
                                </a:cubicBezTo>
                                <a:cubicBezTo>
                                  <a:pt x="107594" y="135135"/>
                                  <a:pt x="163026" y="206578"/>
                                  <a:pt x="163026" y="206578"/>
                                </a:cubicBezTo>
                                <a:cubicBezTo>
                                  <a:pt x="163026" y="206578"/>
                                  <a:pt x="227078" y="10096"/>
                                  <a:pt x="145770" y="474"/>
                                </a:cubicBezTo>
                                <a:cubicBezTo>
                                  <a:pt x="80643" y="-7231"/>
                                  <a:pt x="-21780" y="79703"/>
                                  <a:pt x="4106" y="215203"/>
                                </a:cubicBezTo>
                                <a:cubicBezTo>
                                  <a:pt x="4106" y="215203"/>
                                  <a:pt x="19269" y="165931"/>
                                  <a:pt x="22780" y="197957"/>
                                </a:cubicBezTo>
                                <a:cubicBezTo>
                                  <a:pt x="26291" y="229983"/>
                                  <a:pt x="32451" y="270635"/>
                                  <a:pt x="36146" y="270635"/>
                                </a:cubicBezTo>
                                <a:cubicBezTo>
                                  <a:pt x="39847" y="270635"/>
                                  <a:pt x="44772" y="257849"/>
                                  <a:pt x="44772" y="257849"/>
                                </a:cubicBezTo>
                                <a:close/>
                              </a:path>
                            </a:pathLst>
                          </a:custGeom>
                          <a:solidFill>
                            <a:srgbClr val="D18BCF"/>
                          </a:solidFill>
                          <a:ln w="4839" cap="flat">
                            <a:noFill/>
                            <a:prstDash val="solid"/>
                            <a:miter/>
                          </a:ln>
                        </p:spPr>
                        <p:txBody>
                          <a:bodyPr rtlCol="0" anchor="ctr"/>
                          <a:lstStyle/>
                          <a:p>
                            <a:endParaRPr lang="vi-VN"/>
                          </a:p>
                        </p:txBody>
                      </p:sp>
                      <p:grpSp>
                        <p:nvGrpSpPr>
                          <p:cNvPr id="846" name="Graphic 1991">
                            <a:extLst>
                              <a:ext uri="{FF2B5EF4-FFF2-40B4-BE49-F238E27FC236}">
                                <a16:creationId xmlns:a16="http://schemas.microsoft.com/office/drawing/2014/main" id="{BFB2697F-3CAC-CC47-7BA7-B1362A14D770}"/>
                              </a:ext>
                            </a:extLst>
                          </p:cNvPr>
                          <p:cNvGrpSpPr/>
                          <p:nvPr/>
                        </p:nvGrpSpPr>
                        <p:grpSpPr>
                          <a:xfrm>
                            <a:off x="3258064" y="4447165"/>
                            <a:ext cx="127939" cy="301769"/>
                            <a:chOff x="3258064" y="4447165"/>
                            <a:chExt cx="127939" cy="301769"/>
                          </a:xfrm>
                        </p:grpSpPr>
                        <p:sp>
                          <p:nvSpPr>
                            <p:cNvPr id="847" name="Freeform: Shape 846">
                              <a:extLst>
                                <a:ext uri="{FF2B5EF4-FFF2-40B4-BE49-F238E27FC236}">
                                  <a16:creationId xmlns:a16="http://schemas.microsoft.com/office/drawing/2014/main" id="{41F6500B-40DF-0E80-225F-3B7871A6EE58}"/>
                                </a:ext>
                              </a:extLst>
                            </p:cNvPr>
                            <p:cNvSpPr/>
                            <p:nvPr/>
                          </p:nvSpPr>
                          <p:spPr>
                            <a:xfrm>
                              <a:off x="3258064" y="4447165"/>
                              <a:ext cx="127939" cy="301769"/>
                            </a:xfrm>
                            <a:custGeom>
                              <a:avLst/>
                              <a:gdLst>
                                <a:gd name="connsiteX0" fmla="*/ 0 w 127939"/>
                                <a:gd name="connsiteY0" fmla="*/ 136782 h 301769"/>
                                <a:gd name="connsiteX1" fmla="*/ 24520 w 127939"/>
                                <a:gd name="connsiteY1" fmla="*/ 206389 h 301769"/>
                                <a:gd name="connsiteX2" fmla="*/ 30312 w 127939"/>
                                <a:gd name="connsiteY2" fmla="*/ 301770 h 301769"/>
                                <a:gd name="connsiteX3" fmla="*/ 80809 w 127939"/>
                                <a:gd name="connsiteY3" fmla="*/ 154769 h 301769"/>
                                <a:gd name="connsiteX4" fmla="*/ 127940 w 127939"/>
                                <a:gd name="connsiteY4" fmla="*/ 93051 h 301769"/>
                                <a:gd name="connsiteX5" fmla="*/ 66038 w 127939"/>
                                <a:gd name="connsiteY5" fmla="*/ 11133 h 301769"/>
                                <a:gd name="connsiteX6" fmla="*/ 0 w 127939"/>
                                <a:gd name="connsiteY6" fmla="*/ 136782 h 30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939" h="301769">
                                  <a:moveTo>
                                    <a:pt x="0" y="136782"/>
                                  </a:moveTo>
                                  <a:cubicBezTo>
                                    <a:pt x="0" y="136782"/>
                                    <a:pt x="33581" y="160323"/>
                                    <a:pt x="24520" y="206389"/>
                                  </a:cubicBezTo>
                                  <a:cubicBezTo>
                                    <a:pt x="17013" y="244541"/>
                                    <a:pt x="30312" y="301770"/>
                                    <a:pt x="30312" y="301770"/>
                                  </a:cubicBezTo>
                                  <a:cubicBezTo>
                                    <a:pt x="30312" y="301770"/>
                                    <a:pt x="38167" y="196287"/>
                                    <a:pt x="80809" y="154769"/>
                                  </a:cubicBezTo>
                                  <a:cubicBezTo>
                                    <a:pt x="123450" y="113250"/>
                                    <a:pt x="127940" y="93051"/>
                                    <a:pt x="127940" y="93051"/>
                                  </a:cubicBezTo>
                                  <a:cubicBezTo>
                                    <a:pt x="127940" y="93051"/>
                                    <a:pt x="89981" y="68512"/>
                                    <a:pt x="66038" y="11133"/>
                                  </a:cubicBezTo>
                                  <a:cubicBezTo>
                                    <a:pt x="42094" y="-46236"/>
                                    <a:pt x="0" y="136782"/>
                                    <a:pt x="0" y="136782"/>
                                  </a:cubicBezTo>
                                  <a:close/>
                                </a:path>
                              </a:pathLst>
                            </a:custGeom>
                            <a:solidFill>
                              <a:srgbClr val="F4B69D"/>
                            </a:solidFill>
                            <a:ln w="4839" cap="flat">
                              <a:noFill/>
                              <a:prstDash val="solid"/>
                              <a:miter/>
                            </a:ln>
                          </p:spPr>
                          <p:txBody>
                            <a:bodyPr rtlCol="0" anchor="ctr"/>
                            <a:lstStyle/>
                            <a:p>
                              <a:endParaRPr lang="vi-VN"/>
                            </a:p>
                          </p:txBody>
                        </p:sp>
                        <p:sp>
                          <p:nvSpPr>
                            <p:cNvPr id="848" name="Freeform: Shape 847">
                              <a:extLst>
                                <a:ext uri="{FF2B5EF4-FFF2-40B4-BE49-F238E27FC236}">
                                  <a16:creationId xmlns:a16="http://schemas.microsoft.com/office/drawing/2014/main" id="{1A5FEA27-F1A8-356B-4F40-7715BC8CC80A}"/>
                                </a:ext>
                              </a:extLst>
                            </p:cNvPr>
                            <p:cNvSpPr/>
                            <p:nvPr/>
                          </p:nvSpPr>
                          <p:spPr>
                            <a:xfrm>
                              <a:off x="3258064" y="4447172"/>
                              <a:ext cx="77994" cy="183538"/>
                            </a:xfrm>
                            <a:custGeom>
                              <a:avLst/>
                              <a:gdLst>
                                <a:gd name="connsiteX0" fmla="*/ 0 w 77994"/>
                                <a:gd name="connsiteY0" fmla="*/ 136776 h 183538"/>
                                <a:gd name="connsiteX1" fmla="*/ 25682 w 77994"/>
                                <a:gd name="connsiteY1" fmla="*/ 183539 h 183538"/>
                                <a:gd name="connsiteX2" fmla="*/ 73413 w 77994"/>
                                <a:gd name="connsiteY2" fmla="*/ 27012 h 183538"/>
                                <a:gd name="connsiteX3" fmla="*/ 73413 w 77994"/>
                                <a:gd name="connsiteY3" fmla="*/ 27012 h 183538"/>
                                <a:gd name="connsiteX4" fmla="*/ 66038 w 77994"/>
                                <a:gd name="connsiteY4" fmla="*/ 11137 h 183538"/>
                                <a:gd name="connsiteX5" fmla="*/ 0 w 77994"/>
                                <a:gd name="connsiteY5" fmla="*/ 136776 h 18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994" h="183538">
                                  <a:moveTo>
                                    <a:pt x="0" y="136776"/>
                                  </a:moveTo>
                                  <a:cubicBezTo>
                                    <a:pt x="0" y="136776"/>
                                    <a:pt x="22481" y="152554"/>
                                    <a:pt x="25682" y="183539"/>
                                  </a:cubicBezTo>
                                  <a:cubicBezTo>
                                    <a:pt x="99856" y="133662"/>
                                    <a:pt x="73413" y="27012"/>
                                    <a:pt x="73413" y="27012"/>
                                  </a:cubicBezTo>
                                  <a:lnTo>
                                    <a:pt x="73413" y="27012"/>
                                  </a:lnTo>
                                  <a:cubicBezTo>
                                    <a:pt x="70857" y="22023"/>
                                    <a:pt x="68377" y="16745"/>
                                    <a:pt x="66038" y="11137"/>
                                  </a:cubicBezTo>
                                  <a:cubicBezTo>
                                    <a:pt x="42094" y="-46242"/>
                                    <a:pt x="0" y="136776"/>
                                    <a:pt x="0" y="136776"/>
                                  </a:cubicBezTo>
                                  <a:close/>
                                </a:path>
                              </a:pathLst>
                            </a:custGeom>
                            <a:solidFill>
                              <a:srgbClr val="D87D68">
                                <a:alpha val="30000"/>
                              </a:srgbClr>
                            </a:solidFill>
                            <a:ln w="4839" cap="flat">
                              <a:noFill/>
                              <a:prstDash val="solid"/>
                              <a:miter/>
                            </a:ln>
                          </p:spPr>
                          <p:txBody>
                            <a:bodyPr rtlCol="0" anchor="ctr"/>
                            <a:lstStyle/>
                            <a:p>
                              <a:endParaRPr lang="vi-VN"/>
                            </a:p>
                          </p:txBody>
                        </p:sp>
                      </p:grpSp>
                    </p:grpSp>
                  </p:grpSp>
                </p:grpSp>
                <p:grpSp>
                  <p:nvGrpSpPr>
                    <p:cNvPr id="818" name="Graphic 1991">
                      <a:extLst>
                        <a:ext uri="{FF2B5EF4-FFF2-40B4-BE49-F238E27FC236}">
                          <a16:creationId xmlns:a16="http://schemas.microsoft.com/office/drawing/2014/main" id="{89124F75-3034-A568-A531-394C0C85327A}"/>
                        </a:ext>
                      </a:extLst>
                    </p:cNvPr>
                    <p:cNvGrpSpPr/>
                    <p:nvPr/>
                  </p:nvGrpSpPr>
                  <p:grpSpPr>
                    <a:xfrm>
                      <a:off x="2942863" y="4145897"/>
                      <a:ext cx="632738" cy="487596"/>
                      <a:chOff x="2942863" y="4145897"/>
                      <a:chExt cx="632738" cy="487596"/>
                    </a:xfrm>
                  </p:grpSpPr>
                  <p:grpSp>
                    <p:nvGrpSpPr>
                      <p:cNvPr id="819" name="Graphic 1991">
                        <a:extLst>
                          <a:ext uri="{FF2B5EF4-FFF2-40B4-BE49-F238E27FC236}">
                            <a16:creationId xmlns:a16="http://schemas.microsoft.com/office/drawing/2014/main" id="{754AFA2F-C2A7-1D6F-E1C4-35019CFDAA33}"/>
                          </a:ext>
                        </a:extLst>
                      </p:cNvPr>
                      <p:cNvGrpSpPr/>
                      <p:nvPr/>
                    </p:nvGrpSpPr>
                    <p:grpSpPr>
                      <a:xfrm>
                        <a:off x="2993177" y="4186864"/>
                        <a:ext cx="365623" cy="446629"/>
                        <a:chOff x="2993177" y="4186864"/>
                        <a:chExt cx="365623" cy="446629"/>
                      </a:xfrm>
                    </p:grpSpPr>
                    <p:sp>
                      <p:nvSpPr>
                        <p:cNvPr id="830" name="Freeform: Shape 829">
                          <a:extLst>
                            <a:ext uri="{FF2B5EF4-FFF2-40B4-BE49-F238E27FC236}">
                              <a16:creationId xmlns:a16="http://schemas.microsoft.com/office/drawing/2014/main" id="{C7FC3BE0-47F7-D3A6-67BD-B094D0C9E68A}"/>
                            </a:ext>
                          </a:extLst>
                        </p:cNvPr>
                        <p:cNvSpPr/>
                        <p:nvPr/>
                      </p:nvSpPr>
                      <p:spPr>
                        <a:xfrm>
                          <a:off x="2993177" y="4186864"/>
                          <a:ext cx="365623" cy="446629"/>
                        </a:xfrm>
                        <a:custGeom>
                          <a:avLst/>
                          <a:gdLst>
                            <a:gd name="connsiteX0" fmla="*/ 11938 w 365623"/>
                            <a:gd name="connsiteY0" fmla="*/ 266548 h 446629"/>
                            <a:gd name="connsiteX1" fmla="*/ 235249 w 365623"/>
                            <a:gd name="connsiteY1" fmla="*/ 440209 h 446629"/>
                            <a:gd name="connsiteX2" fmla="*/ 339313 w 365623"/>
                            <a:gd name="connsiteY2" fmla="*/ 252329 h 446629"/>
                            <a:gd name="connsiteX3" fmla="*/ 351963 w 365623"/>
                            <a:gd name="connsiteY3" fmla="*/ 92901 h 446629"/>
                            <a:gd name="connsiteX4" fmla="*/ 72058 w 365623"/>
                            <a:gd name="connsiteY4" fmla="*/ 49572 h 446629"/>
                            <a:gd name="connsiteX5" fmla="*/ 11938 w 365623"/>
                            <a:gd name="connsiteY5" fmla="*/ 266548 h 44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5623" h="446629">
                              <a:moveTo>
                                <a:pt x="11938" y="266548"/>
                              </a:moveTo>
                              <a:cubicBezTo>
                                <a:pt x="11938" y="266548"/>
                                <a:pt x="74925" y="486580"/>
                                <a:pt x="235249" y="440209"/>
                              </a:cubicBezTo>
                              <a:cubicBezTo>
                                <a:pt x="349144" y="407268"/>
                                <a:pt x="339313" y="252329"/>
                                <a:pt x="339313" y="252329"/>
                              </a:cubicBezTo>
                              <a:cubicBezTo>
                                <a:pt x="339313" y="252329"/>
                                <a:pt x="388866" y="189512"/>
                                <a:pt x="351963" y="92901"/>
                              </a:cubicBezTo>
                              <a:cubicBezTo>
                                <a:pt x="315060" y="-3710"/>
                                <a:pt x="163647" y="-36075"/>
                                <a:pt x="72058" y="49572"/>
                              </a:cubicBezTo>
                              <a:cubicBezTo>
                                <a:pt x="-19526" y="135218"/>
                                <a:pt x="-3545" y="238653"/>
                                <a:pt x="11938" y="266548"/>
                              </a:cubicBezTo>
                              <a:close/>
                            </a:path>
                          </a:pathLst>
                        </a:custGeom>
                        <a:solidFill>
                          <a:srgbClr val="F4B69D"/>
                        </a:solidFill>
                        <a:ln w="4839" cap="flat">
                          <a:noFill/>
                          <a:prstDash val="solid"/>
                          <a:miter/>
                        </a:ln>
                      </p:spPr>
                      <p:txBody>
                        <a:bodyPr rtlCol="0" anchor="ctr"/>
                        <a:lstStyle/>
                        <a:p>
                          <a:endParaRPr lang="vi-VN"/>
                        </a:p>
                      </p:txBody>
                    </p:sp>
                    <p:grpSp>
                      <p:nvGrpSpPr>
                        <p:cNvPr id="831" name="Graphic 1991">
                          <a:extLst>
                            <a:ext uri="{FF2B5EF4-FFF2-40B4-BE49-F238E27FC236}">
                              <a16:creationId xmlns:a16="http://schemas.microsoft.com/office/drawing/2014/main" id="{51106D28-5807-3F0F-CA6A-F9313AA722A6}"/>
                            </a:ext>
                          </a:extLst>
                        </p:cNvPr>
                        <p:cNvGrpSpPr/>
                        <p:nvPr/>
                      </p:nvGrpSpPr>
                      <p:grpSpPr>
                        <a:xfrm>
                          <a:off x="3028108" y="4393033"/>
                          <a:ext cx="180500" cy="195207"/>
                          <a:chOff x="3028108" y="4393033"/>
                          <a:chExt cx="180500" cy="195207"/>
                        </a:xfrm>
                      </p:grpSpPr>
                      <p:sp>
                        <p:nvSpPr>
                          <p:cNvPr id="832" name="Freeform: Shape 831">
                            <a:extLst>
                              <a:ext uri="{FF2B5EF4-FFF2-40B4-BE49-F238E27FC236}">
                                <a16:creationId xmlns:a16="http://schemas.microsoft.com/office/drawing/2014/main" id="{B2FBDC4A-C2EF-94A1-B51F-B69FDF0C4781}"/>
                              </a:ext>
                            </a:extLst>
                          </p:cNvPr>
                          <p:cNvSpPr/>
                          <p:nvPr/>
                        </p:nvSpPr>
                        <p:spPr>
                          <a:xfrm>
                            <a:off x="3094105" y="4478785"/>
                            <a:ext cx="32615" cy="73091"/>
                          </a:xfrm>
                          <a:custGeom>
                            <a:avLst/>
                            <a:gdLst>
                              <a:gd name="connsiteX0" fmla="*/ 18425 w 32615"/>
                              <a:gd name="connsiteY0" fmla="*/ 63044 h 73091"/>
                              <a:gd name="connsiteX1" fmla="*/ 9417 w 32615"/>
                              <a:gd name="connsiteY1" fmla="*/ 62114 h 73091"/>
                              <a:gd name="connsiteX2" fmla="*/ 10279 w 32615"/>
                              <a:gd name="connsiteY2" fmla="*/ 53237 h 73091"/>
                              <a:gd name="connsiteX3" fmla="*/ 12037 w 32615"/>
                              <a:gd name="connsiteY3" fmla="*/ 41348 h 73091"/>
                              <a:gd name="connsiteX4" fmla="*/ 3698 w 32615"/>
                              <a:gd name="connsiteY4" fmla="*/ 880 h 73091"/>
                              <a:gd name="connsiteX5" fmla="*/ 439 w 32615"/>
                              <a:gd name="connsiteY5" fmla="*/ 2740 h 73091"/>
                              <a:gd name="connsiteX6" fmla="*/ 1790 w 32615"/>
                              <a:gd name="connsiteY6" fmla="*/ 50089 h 73091"/>
                              <a:gd name="connsiteX7" fmla="*/ 7824 w 32615"/>
                              <a:gd name="connsiteY7" fmla="*/ 72424 h 73091"/>
                              <a:gd name="connsiteX8" fmla="*/ 19801 w 32615"/>
                              <a:gd name="connsiteY8" fmla="*/ 72705 h 73091"/>
                              <a:gd name="connsiteX9" fmla="*/ 31884 w 32615"/>
                              <a:gd name="connsiteY9" fmla="*/ 67833 h 73091"/>
                              <a:gd name="connsiteX10" fmla="*/ 30576 w 32615"/>
                              <a:gd name="connsiteY10" fmla="*/ 63271 h 73091"/>
                              <a:gd name="connsiteX11" fmla="*/ 18425 w 32615"/>
                              <a:gd name="connsiteY11" fmla="*/ 63044 h 73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615" h="73091">
                                <a:moveTo>
                                  <a:pt x="18425" y="63044"/>
                                </a:moveTo>
                                <a:cubicBezTo>
                                  <a:pt x="16372" y="63199"/>
                                  <a:pt x="10652" y="64211"/>
                                  <a:pt x="9417" y="62114"/>
                                </a:cubicBezTo>
                                <a:cubicBezTo>
                                  <a:pt x="8124" y="59920"/>
                                  <a:pt x="9776" y="55479"/>
                                  <a:pt x="10279" y="53237"/>
                                </a:cubicBezTo>
                                <a:cubicBezTo>
                                  <a:pt x="11161" y="49314"/>
                                  <a:pt x="11747" y="45357"/>
                                  <a:pt x="12037" y="41348"/>
                                </a:cubicBezTo>
                                <a:cubicBezTo>
                                  <a:pt x="13069" y="27289"/>
                                  <a:pt x="11863" y="12818"/>
                                  <a:pt x="3698" y="880"/>
                                </a:cubicBezTo>
                                <a:cubicBezTo>
                                  <a:pt x="2347" y="-1096"/>
                                  <a:pt x="-714" y="575"/>
                                  <a:pt x="439" y="2740"/>
                                </a:cubicBezTo>
                                <a:cubicBezTo>
                                  <a:pt x="8429" y="17782"/>
                                  <a:pt x="5858" y="34340"/>
                                  <a:pt x="1790" y="50089"/>
                                </a:cubicBezTo>
                                <a:cubicBezTo>
                                  <a:pt x="-254" y="57997"/>
                                  <a:pt x="-2675" y="69465"/>
                                  <a:pt x="7824" y="72424"/>
                                </a:cubicBezTo>
                                <a:cubicBezTo>
                                  <a:pt x="11597" y="73485"/>
                                  <a:pt x="15960" y="73044"/>
                                  <a:pt x="19801" y="72705"/>
                                </a:cubicBezTo>
                                <a:cubicBezTo>
                                  <a:pt x="24392" y="72303"/>
                                  <a:pt x="28823" y="71524"/>
                                  <a:pt x="31884" y="67833"/>
                                </a:cubicBezTo>
                                <a:cubicBezTo>
                                  <a:pt x="33303" y="66124"/>
                                  <a:pt x="32547" y="64037"/>
                                  <a:pt x="30576" y="63271"/>
                                </a:cubicBezTo>
                                <a:cubicBezTo>
                                  <a:pt x="26532" y="61707"/>
                                  <a:pt x="22619" y="62729"/>
                                  <a:pt x="18425" y="63044"/>
                                </a:cubicBezTo>
                                <a:close/>
                              </a:path>
                            </a:pathLst>
                          </a:custGeom>
                          <a:solidFill>
                            <a:srgbClr val="2D2929"/>
                          </a:solidFill>
                          <a:ln w="4839" cap="flat">
                            <a:noFill/>
                            <a:prstDash val="solid"/>
                            <a:miter/>
                          </a:ln>
                        </p:spPr>
                        <p:txBody>
                          <a:bodyPr rtlCol="0" anchor="ctr"/>
                          <a:lstStyle/>
                          <a:p>
                            <a:endParaRPr lang="vi-VN"/>
                          </a:p>
                        </p:txBody>
                      </p:sp>
                      <p:grpSp>
                        <p:nvGrpSpPr>
                          <p:cNvPr id="833" name="Graphic 1991">
                            <a:extLst>
                              <a:ext uri="{FF2B5EF4-FFF2-40B4-BE49-F238E27FC236}">
                                <a16:creationId xmlns:a16="http://schemas.microsoft.com/office/drawing/2014/main" id="{72ADFA35-A021-D10D-8ED5-7611EB4D4006}"/>
                              </a:ext>
                            </a:extLst>
                          </p:cNvPr>
                          <p:cNvGrpSpPr/>
                          <p:nvPr/>
                        </p:nvGrpSpPr>
                        <p:grpSpPr>
                          <a:xfrm>
                            <a:off x="3028108" y="4393033"/>
                            <a:ext cx="180500" cy="195207"/>
                            <a:chOff x="3028108" y="4393033"/>
                            <a:chExt cx="180500" cy="195207"/>
                          </a:xfrm>
                        </p:grpSpPr>
                        <p:sp>
                          <p:nvSpPr>
                            <p:cNvPr id="834" name="Freeform: Shape 833">
                              <a:extLst>
                                <a:ext uri="{FF2B5EF4-FFF2-40B4-BE49-F238E27FC236}">
                                  <a16:creationId xmlns:a16="http://schemas.microsoft.com/office/drawing/2014/main" id="{E5356068-78B9-017E-F6D4-393C847F62C2}"/>
                                </a:ext>
                              </a:extLst>
                            </p:cNvPr>
                            <p:cNvSpPr/>
                            <p:nvPr/>
                          </p:nvSpPr>
                          <p:spPr>
                            <a:xfrm>
                              <a:off x="3148314" y="4557901"/>
                              <a:ext cx="60294" cy="30339"/>
                            </a:xfrm>
                            <a:custGeom>
                              <a:avLst/>
                              <a:gdLst>
                                <a:gd name="connsiteX0" fmla="*/ 57960 w 60294"/>
                                <a:gd name="connsiteY0" fmla="*/ 166 h 30339"/>
                                <a:gd name="connsiteX1" fmla="*/ 29886 w 60294"/>
                                <a:gd name="connsiteY1" fmla="*/ 14617 h 30339"/>
                                <a:gd name="connsiteX2" fmla="*/ 16088 w 60294"/>
                                <a:gd name="connsiteY2" fmla="*/ 20545 h 30339"/>
                                <a:gd name="connsiteX3" fmla="*/ 1206 w 60294"/>
                                <a:gd name="connsiteY3" fmla="*/ 25906 h 30339"/>
                                <a:gd name="connsiteX4" fmla="*/ 2194 w 60294"/>
                                <a:gd name="connsiteY4" fmla="*/ 30332 h 30339"/>
                                <a:gd name="connsiteX5" fmla="*/ 17357 w 60294"/>
                                <a:gd name="connsiteY5" fmla="*/ 26095 h 30339"/>
                                <a:gd name="connsiteX6" fmla="*/ 32457 w 60294"/>
                                <a:gd name="connsiteY6" fmla="*/ 20017 h 30339"/>
                                <a:gd name="connsiteX7" fmla="*/ 59796 w 60294"/>
                                <a:gd name="connsiteY7" fmla="*/ 2752 h 30339"/>
                                <a:gd name="connsiteX8" fmla="*/ 57960 w 60294"/>
                                <a:gd name="connsiteY8" fmla="*/ 166 h 3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94" h="30339">
                                  <a:moveTo>
                                    <a:pt x="57960" y="166"/>
                                  </a:moveTo>
                                  <a:cubicBezTo>
                                    <a:pt x="48453" y="4689"/>
                                    <a:pt x="39388" y="10074"/>
                                    <a:pt x="29886" y="14617"/>
                                  </a:cubicBezTo>
                                  <a:cubicBezTo>
                                    <a:pt x="25367" y="16777"/>
                                    <a:pt x="20767" y="18753"/>
                                    <a:pt x="16088" y="20545"/>
                                  </a:cubicBezTo>
                                  <a:cubicBezTo>
                                    <a:pt x="11187" y="22419"/>
                                    <a:pt x="5923" y="23649"/>
                                    <a:pt x="1206" y="25906"/>
                                  </a:cubicBezTo>
                                  <a:cubicBezTo>
                                    <a:pt x="-794" y="26865"/>
                                    <a:pt x="-198" y="30526"/>
                                    <a:pt x="2194" y="30332"/>
                                  </a:cubicBezTo>
                                  <a:cubicBezTo>
                                    <a:pt x="7342" y="29921"/>
                                    <a:pt x="12505" y="27809"/>
                                    <a:pt x="17357" y="26095"/>
                                  </a:cubicBezTo>
                                  <a:cubicBezTo>
                                    <a:pt x="22471" y="24283"/>
                                    <a:pt x="27513" y="22254"/>
                                    <a:pt x="32457" y="20017"/>
                                  </a:cubicBezTo>
                                  <a:cubicBezTo>
                                    <a:pt x="42230" y="15590"/>
                                    <a:pt x="51998" y="10210"/>
                                    <a:pt x="59796" y="2752"/>
                                  </a:cubicBezTo>
                                  <a:cubicBezTo>
                                    <a:pt x="61113" y="1488"/>
                                    <a:pt x="59582" y="-604"/>
                                    <a:pt x="57960" y="166"/>
                                  </a:cubicBezTo>
                                  <a:close/>
                                </a:path>
                              </a:pathLst>
                            </a:custGeom>
                            <a:solidFill>
                              <a:srgbClr val="2D2929"/>
                            </a:solidFill>
                            <a:ln w="4839" cap="flat">
                              <a:noFill/>
                              <a:prstDash val="solid"/>
                              <a:miter/>
                            </a:ln>
                          </p:spPr>
                          <p:txBody>
                            <a:bodyPr rtlCol="0" anchor="ctr"/>
                            <a:lstStyle/>
                            <a:p>
                              <a:endParaRPr lang="vi-VN"/>
                            </a:p>
                          </p:txBody>
                        </p:sp>
                        <p:sp>
                          <p:nvSpPr>
                            <p:cNvPr id="835" name="Freeform: Shape 834">
                              <a:extLst>
                                <a:ext uri="{FF2B5EF4-FFF2-40B4-BE49-F238E27FC236}">
                                  <a16:creationId xmlns:a16="http://schemas.microsoft.com/office/drawing/2014/main" id="{02D83B67-C3E4-33E7-4B0B-5FE286178DF9}"/>
                                </a:ext>
                              </a:extLst>
                            </p:cNvPr>
                            <p:cNvSpPr/>
                            <p:nvPr/>
                          </p:nvSpPr>
                          <p:spPr>
                            <a:xfrm>
                              <a:off x="3165270" y="4439564"/>
                              <a:ext cx="17408" cy="38567"/>
                            </a:xfrm>
                            <a:custGeom>
                              <a:avLst/>
                              <a:gdLst>
                                <a:gd name="connsiteX0" fmla="*/ 15709 w 17408"/>
                                <a:gd name="connsiteY0" fmla="*/ 17397 h 38567"/>
                                <a:gd name="connsiteX1" fmla="*/ 13869 w 17408"/>
                                <a:gd name="connsiteY1" fmla="*/ 38474 h 38567"/>
                                <a:gd name="connsiteX2" fmla="*/ 1699 w 17408"/>
                                <a:gd name="connsiteY2" fmla="*/ 21170 h 38567"/>
                                <a:gd name="connsiteX3" fmla="*/ 3539 w 17408"/>
                                <a:gd name="connsiteY3" fmla="*/ 94 h 38567"/>
                                <a:gd name="connsiteX4" fmla="*/ 15709 w 17408"/>
                                <a:gd name="connsiteY4" fmla="*/ 17397 h 385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08" h="38567">
                                  <a:moveTo>
                                    <a:pt x="15709" y="17397"/>
                                  </a:moveTo>
                                  <a:cubicBezTo>
                                    <a:pt x="18562" y="27994"/>
                                    <a:pt x="17739" y="37433"/>
                                    <a:pt x="13869" y="38474"/>
                                  </a:cubicBezTo>
                                  <a:cubicBezTo>
                                    <a:pt x="10000" y="39515"/>
                                    <a:pt x="4551" y="31766"/>
                                    <a:pt x="1699" y="21170"/>
                                  </a:cubicBezTo>
                                  <a:cubicBezTo>
                                    <a:pt x="-1154" y="10574"/>
                                    <a:pt x="-330" y="1135"/>
                                    <a:pt x="3539" y="94"/>
                                  </a:cubicBezTo>
                                  <a:cubicBezTo>
                                    <a:pt x="7409" y="-947"/>
                                    <a:pt x="12857" y="6796"/>
                                    <a:pt x="15709" y="17397"/>
                                  </a:cubicBezTo>
                                  <a:close/>
                                </a:path>
                              </a:pathLst>
                            </a:custGeom>
                            <a:solidFill>
                              <a:srgbClr val="2D2929"/>
                            </a:solidFill>
                            <a:ln w="4839" cap="flat">
                              <a:noFill/>
                              <a:prstDash val="solid"/>
                              <a:miter/>
                            </a:ln>
                          </p:spPr>
                          <p:txBody>
                            <a:bodyPr rtlCol="0" anchor="ctr"/>
                            <a:lstStyle/>
                            <a:p>
                              <a:endParaRPr lang="vi-VN"/>
                            </a:p>
                          </p:txBody>
                        </p:sp>
                        <p:sp>
                          <p:nvSpPr>
                            <p:cNvPr id="836" name="Freeform: Shape 835">
                              <a:extLst>
                                <a:ext uri="{FF2B5EF4-FFF2-40B4-BE49-F238E27FC236}">
                                  <a16:creationId xmlns:a16="http://schemas.microsoft.com/office/drawing/2014/main" id="{AEF64A83-6722-3BFF-9612-3988FB0DFB93}"/>
                                </a:ext>
                              </a:extLst>
                            </p:cNvPr>
                            <p:cNvSpPr/>
                            <p:nvPr/>
                          </p:nvSpPr>
                          <p:spPr>
                            <a:xfrm>
                              <a:off x="3054305" y="4481283"/>
                              <a:ext cx="16226" cy="35948"/>
                            </a:xfrm>
                            <a:custGeom>
                              <a:avLst/>
                              <a:gdLst>
                                <a:gd name="connsiteX0" fmla="*/ 14644 w 16226"/>
                                <a:gd name="connsiteY0" fmla="*/ 16219 h 35948"/>
                                <a:gd name="connsiteX1" fmla="*/ 12925 w 16226"/>
                                <a:gd name="connsiteY1" fmla="*/ 35862 h 35948"/>
                                <a:gd name="connsiteX2" fmla="*/ 1583 w 16226"/>
                                <a:gd name="connsiteY2" fmla="*/ 19730 h 35948"/>
                                <a:gd name="connsiteX3" fmla="*/ 3297 w 16226"/>
                                <a:gd name="connsiteY3" fmla="*/ 87 h 35948"/>
                                <a:gd name="connsiteX4" fmla="*/ 14644 w 16226"/>
                                <a:gd name="connsiteY4" fmla="*/ 16219 h 35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6" h="35948">
                                  <a:moveTo>
                                    <a:pt x="14644" y="16219"/>
                                  </a:moveTo>
                                  <a:cubicBezTo>
                                    <a:pt x="17303" y="26098"/>
                                    <a:pt x="16533" y="34893"/>
                                    <a:pt x="12925" y="35862"/>
                                  </a:cubicBezTo>
                                  <a:cubicBezTo>
                                    <a:pt x="9317" y="36830"/>
                                    <a:pt x="4242" y="29609"/>
                                    <a:pt x="1583" y="19730"/>
                                  </a:cubicBezTo>
                                  <a:cubicBezTo>
                                    <a:pt x="-1076" y="9850"/>
                                    <a:pt x="-306" y="1056"/>
                                    <a:pt x="3297" y="87"/>
                                  </a:cubicBezTo>
                                  <a:cubicBezTo>
                                    <a:pt x="6905" y="-882"/>
                                    <a:pt x="11985" y="6339"/>
                                    <a:pt x="14644" y="16219"/>
                                  </a:cubicBezTo>
                                  <a:close/>
                                </a:path>
                              </a:pathLst>
                            </a:custGeom>
                            <a:solidFill>
                              <a:srgbClr val="2D2929"/>
                            </a:solidFill>
                            <a:ln w="4839" cap="flat">
                              <a:noFill/>
                              <a:prstDash val="solid"/>
                              <a:miter/>
                            </a:ln>
                          </p:spPr>
                          <p:txBody>
                            <a:bodyPr rtlCol="0" anchor="ctr"/>
                            <a:lstStyle/>
                            <a:p>
                              <a:endParaRPr lang="vi-VN"/>
                            </a:p>
                          </p:txBody>
                        </p:sp>
                        <p:sp>
                          <p:nvSpPr>
                            <p:cNvPr id="837" name="Freeform: Shape 836">
                              <a:extLst>
                                <a:ext uri="{FF2B5EF4-FFF2-40B4-BE49-F238E27FC236}">
                                  <a16:creationId xmlns:a16="http://schemas.microsoft.com/office/drawing/2014/main" id="{EC34804D-98B1-F18C-62CA-1053917EEFB5}"/>
                                </a:ext>
                              </a:extLst>
                            </p:cNvPr>
                            <p:cNvSpPr/>
                            <p:nvPr/>
                          </p:nvSpPr>
                          <p:spPr>
                            <a:xfrm>
                              <a:off x="3135547" y="4393033"/>
                              <a:ext cx="65179" cy="30388"/>
                            </a:xfrm>
                            <a:custGeom>
                              <a:avLst/>
                              <a:gdLst>
                                <a:gd name="connsiteX0" fmla="*/ 62204 w 65179"/>
                                <a:gd name="connsiteY0" fmla="*/ 4627 h 30388"/>
                                <a:gd name="connsiteX1" fmla="*/ 27824 w 65179"/>
                                <a:gd name="connsiteY1" fmla="*/ 2041 h 30388"/>
                                <a:gd name="connsiteX2" fmla="*/ 13673 w 65179"/>
                                <a:gd name="connsiteY2" fmla="*/ 8066 h 30388"/>
                                <a:gd name="connsiteX3" fmla="*/ 462 w 65179"/>
                                <a:gd name="connsiteY3" fmla="*/ 21447 h 30388"/>
                                <a:gd name="connsiteX4" fmla="*/ 2636 w 65179"/>
                                <a:gd name="connsiteY4" fmla="*/ 29127 h 30388"/>
                                <a:gd name="connsiteX5" fmla="*/ 10622 w 65179"/>
                                <a:gd name="connsiteY5" fmla="*/ 29074 h 30388"/>
                                <a:gd name="connsiteX6" fmla="*/ 16177 w 65179"/>
                                <a:gd name="connsiteY6" fmla="*/ 24633 h 30388"/>
                                <a:gd name="connsiteX7" fmla="*/ 17000 w 65179"/>
                                <a:gd name="connsiteY7" fmla="*/ 24047 h 30388"/>
                                <a:gd name="connsiteX8" fmla="*/ 18269 w 65179"/>
                                <a:gd name="connsiteY8" fmla="*/ 23195 h 30388"/>
                                <a:gd name="connsiteX9" fmla="*/ 21054 w 65179"/>
                                <a:gd name="connsiteY9" fmla="*/ 21389 h 30388"/>
                                <a:gd name="connsiteX10" fmla="*/ 23897 w 65179"/>
                                <a:gd name="connsiteY10" fmla="*/ 19766 h 30388"/>
                                <a:gd name="connsiteX11" fmla="*/ 25524 w 65179"/>
                                <a:gd name="connsiteY11" fmla="*/ 18948 h 30388"/>
                                <a:gd name="connsiteX12" fmla="*/ 25742 w 65179"/>
                                <a:gd name="connsiteY12" fmla="*/ 18851 h 30388"/>
                                <a:gd name="connsiteX13" fmla="*/ 32284 w 65179"/>
                                <a:gd name="connsiteY13" fmla="*/ 16599 h 30388"/>
                                <a:gd name="connsiteX14" fmla="*/ 35481 w 65179"/>
                                <a:gd name="connsiteY14" fmla="*/ 15853 h 30388"/>
                                <a:gd name="connsiteX15" fmla="*/ 35786 w 65179"/>
                                <a:gd name="connsiteY15" fmla="*/ 15795 h 30388"/>
                                <a:gd name="connsiteX16" fmla="*/ 37525 w 65179"/>
                                <a:gd name="connsiteY16" fmla="*/ 15563 h 30388"/>
                                <a:gd name="connsiteX17" fmla="*/ 44067 w 65179"/>
                                <a:gd name="connsiteY17" fmla="*/ 15257 h 30388"/>
                                <a:gd name="connsiteX18" fmla="*/ 45520 w 65179"/>
                                <a:gd name="connsiteY18" fmla="*/ 15311 h 30388"/>
                                <a:gd name="connsiteX19" fmla="*/ 46358 w 65179"/>
                                <a:gd name="connsiteY19" fmla="*/ 15374 h 30388"/>
                                <a:gd name="connsiteX20" fmla="*/ 49327 w 65179"/>
                                <a:gd name="connsiteY20" fmla="*/ 15800 h 30388"/>
                                <a:gd name="connsiteX21" fmla="*/ 57903 w 65179"/>
                                <a:gd name="connsiteY21" fmla="*/ 17287 h 30388"/>
                                <a:gd name="connsiteX22" fmla="*/ 62204 w 65179"/>
                                <a:gd name="connsiteY22" fmla="*/ 4627 h 3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5179" h="30388">
                                  <a:moveTo>
                                    <a:pt x="62204" y="4627"/>
                                  </a:moveTo>
                                  <a:cubicBezTo>
                                    <a:pt x="51719" y="-1039"/>
                                    <a:pt x="39147" y="-995"/>
                                    <a:pt x="27824" y="2041"/>
                                  </a:cubicBezTo>
                                  <a:cubicBezTo>
                                    <a:pt x="22889" y="3363"/>
                                    <a:pt x="18056" y="5446"/>
                                    <a:pt x="13673" y="8066"/>
                                  </a:cubicBezTo>
                                  <a:cubicBezTo>
                                    <a:pt x="8511" y="11151"/>
                                    <a:pt x="2888" y="15814"/>
                                    <a:pt x="462" y="21447"/>
                                  </a:cubicBezTo>
                                  <a:cubicBezTo>
                                    <a:pt x="-676" y="24091"/>
                                    <a:pt x="380" y="27433"/>
                                    <a:pt x="2636" y="29127"/>
                                  </a:cubicBezTo>
                                  <a:cubicBezTo>
                                    <a:pt x="5087" y="30968"/>
                                    <a:pt x="8157" y="30658"/>
                                    <a:pt x="10622" y="29074"/>
                                  </a:cubicBezTo>
                                  <a:cubicBezTo>
                                    <a:pt x="12642" y="27776"/>
                                    <a:pt x="14293" y="26115"/>
                                    <a:pt x="16177" y="24633"/>
                                  </a:cubicBezTo>
                                  <a:cubicBezTo>
                                    <a:pt x="16308" y="24546"/>
                                    <a:pt x="16821" y="24168"/>
                                    <a:pt x="17000" y="24047"/>
                                  </a:cubicBezTo>
                                  <a:cubicBezTo>
                                    <a:pt x="17422" y="23757"/>
                                    <a:pt x="17843" y="23476"/>
                                    <a:pt x="18269" y="23195"/>
                                  </a:cubicBezTo>
                                  <a:cubicBezTo>
                                    <a:pt x="19194" y="22590"/>
                                    <a:pt x="20114" y="21970"/>
                                    <a:pt x="21054" y="21389"/>
                                  </a:cubicBezTo>
                                  <a:cubicBezTo>
                                    <a:pt x="21979" y="20812"/>
                                    <a:pt x="22928" y="20275"/>
                                    <a:pt x="23897" y="19766"/>
                                  </a:cubicBezTo>
                                  <a:cubicBezTo>
                                    <a:pt x="24434" y="19485"/>
                                    <a:pt x="24977" y="19214"/>
                                    <a:pt x="25524" y="18948"/>
                                  </a:cubicBezTo>
                                  <a:cubicBezTo>
                                    <a:pt x="24807" y="19296"/>
                                    <a:pt x="25311" y="19030"/>
                                    <a:pt x="25742" y="18851"/>
                                  </a:cubicBezTo>
                                  <a:cubicBezTo>
                                    <a:pt x="27873" y="17960"/>
                                    <a:pt x="30052" y="17195"/>
                                    <a:pt x="32284" y="16599"/>
                                  </a:cubicBezTo>
                                  <a:cubicBezTo>
                                    <a:pt x="33340" y="16318"/>
                                    <a:pt x="34411" y="16076"/>
                                    <a:pt x="35481" y="15853"/>
                                  </a:cubicBezTo>
                                  <a:cubicBezTo>
                                    <a:pt x="35583" y="15834"/>
                                    <a:pt x="35689" y="15814"/>
                                    <a:pt x="35786" y="15795"/>
                                  </a:cubicBezTo>
                                  <a:cubicBezTo>
                                    <a:pt x="36367" y="15708"/>
                                    <a:pt x="36943" y="15630"/>
                                    <a:pt x="37525" y="15563"/>
                                  </a:cubicBezTo>
                                  <a:cubicBezTo>
                                    <a:pt x="39694" y="15316"/>
                                    <a:pt x="41883" y="15209"/>
                                    <a:pt x="44067" y="15257"/>
                                  </a:cubicBezTo>
                                  <a:cubicBezTo>
                                    <a:pt x="44552" y="15267"/>
                                    <a:pt x="45036" y="15287"/>
                                    <a:pt x="45520" y="15311"/>
                                  </a:cubicBezTo>
                                  <a:cubicBezTo>
                                    <a:pt x="45748" y="15325"/>
                                    <a:pt x="46135" y="15359"/>
                                    <a:pt x="46358" y="15374"/>
                                  </a:cubicBezTo>
                                  <a:cubicBezTo>
                                    <a:pt x="47351" y="15490"/>
                                    <a:pt x="48344" y="15626"/>
                                    <a:pt x="49327" y="15800"/>
                                  </a:cubicBezTo>
                                  <a:cubicBezTo>
                                    <a:pt x="52184" y="16318"/>
                                    <a:pt x="55046" y="16725"/>
                                    <a:pt x="57903" y="17287"/>
                                  </a:cubicBezTo>
                                  <a:cubicBezTo>
                                    <a:pt x="64567" y="18580"/>
                                    <a:pt x="68054" y="7790"/>
                                    <a:pt x="62204" y="4627"/>
                                  </a:cubicBezTo>
                                  <a:close/>
                                </a:path>
                              </a:pathLst>
                            </a:custGeom>
                            <a:solidFill>
                              <a:srgbClr val="5B151A"/>
                            </a:solidFill>
                            <a:ln w="4839" cap="flat">
                              <a:noFill/>
                              <a:prstDash val="solid"/>
                              <a:miter/>
                            </a:ln>
                          </p:spPr>
                          <p:txBody>
                            <a:bodyPr rtlCol="0" anchor="ctr"/>
                            <a:lstStyle/>
                            <a:p>
                              <a:endParaRPr lang="vi-VN"/>
                            </a:p>
                          </p:txBody>
                        </p:sp>
                        <p:grpSp>
                          <p:nvGrpSpPr>
                            <p:cNvPr id="838" name="Graphic 1991">
                              <a:extLst>
                                <a:ext uri="{FF2B5EF4-FFF2-40B4-BE49-F238E27FC236}">
                                  <a16:creationId xmlns:a16="http://schemas.microsoft.com/office/drawing/2014/main" id="{F2EDF015-BBC8-1E64-D455-4D41F3FBB6CA}"/>
                                </a:ext>
                              </a:extLst>
                            </p:cNvPr>
                            <p:cNvGrpSpPr/>
                            <p:nvPr/>
                          </p:nvGrpSpPr>
                          <p:grpSpPr>
                            <a:xfrm>
                              <a:off x="3028108" y="4439030"/>
                              <a:ext cx="47075" cy="26105"/>
                              <a:chOff x="3028108" y="4439030"/>
                              <a:chExt cx="47075" cy="26105"/>
                            </a:xfrm>
                          </p:grpSpPr>
                          <p:sp>
                            <p:nvSpPr>
                              <p:cNvPr id="839" name="Freeform: Shape 838">
                                <a:extLst>
                                  <a:ext uri="{FF2B5EF4-FFF2-40B4-BE49-F238E27FC236}">
                                    <a16:creationId xmlns:a16="http://schemas.microsoft.com/office/drawing/2014/main" id="{E7B5922C-2ECD-A4A6-5675-58C7D8A6BF56}"/>
                                  </a:ext>
                                </a:extLst>
                              </p:cNvPr>
                              <p:cNvSpPr/>
                              <p:nvPr/>
                            </p:nvSpPr>
                            <p:spPr>
                              <a:xfrm>
                                <a:off x="3038163" y="4462476"/>
                                <a:ext cx="310" cy="214"/>
                              </a:xfrm>
                              <a:custGeom>
                                <a:avLst/>
                                <a:gdLst>
                                  <a:gd name="connsiteX0" fmla="*/ 218 w 310"/>
                                  <a:gd name="connsiteY0" fmla="*/ 45 h 214"/>
                                  <a:gd name="connsiteX1" fmla="*/ 0 w 310"/>
                                  <a:gd name="connsiteY1" fmla="*/ 215 h 214"/>
                                  <a:gd name="connsiteX2" fmla="*/ 218 w 310"/>
                                  <a:gd name="connsiteY2" fmla="*/ 45 h 214"/>
                                </a:gdLst>
                                <a:ahLst/>
                                <a:cxnLst>
                                  <a:cxn ang="0">
                                    <a:pos x="connsiteX0" y="connsiteY0"/>
                                  </a:cxn>
                                  <a:cxn ang="0">
                                    <a:pos x="connsiteX1" y="connsiteY1"/>
                                  </a:cxn>
                                  <a:cxn ang="0">
                                    <a:pos x="connsiteX2" y="connsiteY2"/>
                                  </a:cxn>
                                </a:cxnLst>
                                <a:rect l="l" t="t" r="r" b="b"/>
                                <a:pathLst>
                                  <a:path w="310" h="214">
                                    <a:moveTo>
                                      <a:pt x="218" y="45"/>
                                    </a:moveTo>
                                    <a:cubicBezTo>
                                      <a:pt x="140" y="99"/>
                                      <a:pt x="77" y="167"/>
                                      <a:pt x="0" y="215"/>
                                    </a:cubicBezTo>
                                    <a:cubicBezTo>
                                      <a:pt x="363" y="-22"/>
                                      <a:pt x="368" y="-37"/>
                                      <a:pt x="218" y="45"/>
                                    </a:cubicBezTo>
                                    <a:close/>
                                  </a:path>
                                </a:pathLst>
                              </a:custGeom>
                              <a:solidFill>
                                <a:srgbClr val="2D2929"/>
                              </a:solidFill>
                              <a:ln w="4839" cap="flat">
                                <a:noFill/>
                                <a:prstDash val="solid"/>
                                <a:miter/>
                              </a:ln>
                            </p:spPr>
                            <p:txBody>
                              <a:bodyPr rtlCol="0" anchor="ctr"/>
                              <a:lstStyle/>
                              <a:p>
                                <a:endParaRPr lang="vi-VN"/>
                              </a:p>
                            </p:txBody>
                          </p:sp>
                          <p:sp>
                            <p:nvSpPr>
                              <p:cNvPr id="840" name="Freeform: Shape 839">
                                <a:extLst>
                                  <a:ext uri="{FF2B5EF4-FFF2-40B4-BE49-F238E27FC236}">
                                    <a16:creationId xmlns:a16="http://schemas.microsoft.com/office/drawing/2014/main" id="{11A00AA9-EEE4-083A-8C89-F277676B41AA}"/>
                                  </a:ext>
                                </a:extLst>
                              </p:cNvPr>
                              <p:cNvSpPr/>
                              <p:nvPr/>
                            </p:nvSpPr>
                            <p:spPr>
                              <a:xfrm>
                                <a:off x="3028108" y="4439030"/>
                                <a:ext cx="47075" cy="26105"/>
                              </a:xfrm>
                              <a:custGeom>
                                <a:avLst/>
                                <a:gdLst>
                                  <a:gd name="connsiteX0" fmla="*/ 43805 w 47075"/>
                                  <a:gd name="connsiteY0" fmla="*/ 1946 h 26105"/>
                                  <a:gd name="connsiteX1" fmla="*/ 35436 w 47075"/>
                                  <a:gd name="connsiteY1" fmla="*/ 33 h 26105"/>
                                  <a:gd name="connsiteX2" fmla="*/ 31204 w 47075"/>
                                  <a:gd name="connsiteY2" fmla="*/ 91 h 26105"/>
                                  <a:gd name="connsiteX3" fmla="*/ 22113 w 47075"/>
                                  <a:gd name="connsiteY3" fmla="*/ 1703 h 26105"/>
                                  <a:gd name="connsiteX4" fmla="*/ 7202 w 47075"/>
                                  <a:gd name="connsiteY4" fmla="*/ 9656 h 26105"/>
                                  <a:gd name="connsiteX5" fmla="*/ 403 w 47075"/>
                                  <a:gd name="connsiteY5" fmla="*/ 18363 h 26105"/>
                                  <a:gd name="connsiteX6" fmla="*/ 3347 w 47075"/>
                                  <a:gd name="connsiteY6" fmla="*/ 25933 h 26105"/>
                                  <a:gd name="connsiteX7" fmla="*/ 7391 w 47075"/>
                                  <a:gd name="connsiteY7" fmla="*/ 25245 h 26105"/>
                                  <a:gd name="connsiteX8" fmla="*/ 10273 w 47075"/>
                                  <a:gd name="connsiteY8" fmla="*/ 23492 h 26105"/>
                                  <a:gd name="connsiteX9" fmla="*/ 11648 w 47075"/>
                                  <a:gd name="connsiteY9" fmla="*/ 22402 h 26105"/>
                                  <a:gd name="connsiteX10" fmla="*/ 13358 w 47075"/>
                                  <a:gd name="connsiteY10" fmla="*/ 20726 h 26105"/>
                                  <a:gd name="connsiteX11" fmla="*/ 13914 w 47075"/>
                                  <a:gd name="connsiteY11" fmla="*/ 20194 h 26105"/>
                                  <a:gd name="connsiteX12" fmla="*/ 14045 w 47075"/>
                                  <a:gd name="connsiteY12" fmla="*/ 20087 h 26105"/>
                                  <a:gd name="connsiteX13" fmla="*/ 17372 w 47075"/>
                                  <a:gd name="connsiteY13" fmla="*/ 17574 h 26105"/>
                                  <a:gd name="connsiteX14" fmla="*/ 20084 w 47075"/>
                                  <a:gd name="connsiteY14" fmla="*/ 15937 h 26105"/>
                                  <a:gd name="connsiteX15" fmla="*/ 21387 w 47075"/>
                                  <a:gd name="connsiteY15" fmla="*/ 15268 h 26105"/>
                                  <a:gd name="connsiteX16" fmla="*/ 23237 w 47075"/>
                                  <a:gd name="connsiteY16" fmla="*/ 14421 h 26105"/>
                                  <a:gd name="connsiteX17" fmla="*/ 27305 w 47075"/>
                                  <a:gd name="connsiteY17" fmla="*/ 12968 h 26105"/>
                                  <a:gd name="connsiteX18" fmla="*/ 29518 w 47075"/>
                                  <a:gd name="connsiteY18" fmla="*/ 12397 h 26105"/>
                                  <a:gd name="connsiteX19" fmla="*/ 30264 w 47075"/>
                                  <a:gd name="connsiteY19" fmla="*/ 12242 h 26105"/>
                                  <a:gd name="connsiteX20" fmla="*/ 30497 w 47075"/>
                                  <a:gd name="connsiteY20" fmla="*/ 12203 h 26105"/>
                                  <a:gd name="connsiteX21" fmla="*/ 35049 w 47075"/>
                                  <a:gd name="connsiteY21" fmla="*/ 11791 h 26105"/>
                                  <a:gd name="connsiteX22" fmla="*/ 37078 w 47075"/>
                                  <a:gd name="connsiteY22" fmla="*/ 11806 h 26105"/>
                                  <a:gd name="connsiteX23" fmla="*/ 42846 w 47075"/>
                                  <a:gd name="connsiteY23" fmla="*/ 11622 h 26105"/>
                                  <a:gd name="connsiteX24" fmla="*/ 47050 w 47075"/>
                                  <a:gd name="connsiteY24" fmla="*/ 7157 h 26105"/>
                                  <a:gd name="connsiteX25" fmla="*/ 43805 w 47075"/>
                                  <a:gd name="connsiteY25" fmla="*/ 1946 h 26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075" h="26105">
                                    <a:moveTo>
                                      <a:pt x="43805" y="1946"/>
                                    </a:moveTo>
                                    <a:cubicBezTo>
                                      <a:pt x="40860" y="628"/>
                                      <a:pt x="38512" y="163"/>
                                      <a:pt x="35436" y="33"/>
                                    </a:cubicBezTo>
                                    <a:cubicBezTo>
                                      <a:pt x="34022" y="-25"/>
                                      <a:pt x="32613" y="-6"/>
                                      <a:pt x="31204" y="91"/>
                                    </a:cubicBezTo>
                                    <a:cubicBezTo>
                                      <a:pt x="28138" y="309"/>
                                      <a:pt x="25073" y="875"/>
                                      <a:pt x="22113" y="1703"/>
                                    </a:cubicBezTo>
                                    <a:cubicBezTo>
                                      <a:pt x="16680" y="3229"/>
                                      <a:pt x="11488" y="5980"/>
                                      <a:pt x="7202" y="9656"/>
                                    </a:cubicBezTo>
                                    <a:cubicBezTo>
                                      <a:pt x="4379" y="12077"/>
                                      <a:pt x="1536" y="14687"/>
                                      <a:pt x="403" y="18363"/>
                                    </a:cubicBezTo>
                                    <a:cubicBezTo>
                                      <a:pt x="-493" y="21264"/>
                                      <a:pt x="-53" y="25012"/>
                                      <a:pt x="3347" y="25933"/>
                                    </a:cubicBezTo>
                                    <a:cubicBezTo>
                                      <a:pt x="4824" y="26334"/>
                                      <a:pt x="6083" y="26005"/>
                                      <a:pt x="7391" y="25245"/>
                                    </a:cubicBezTo>
                                    <a:cubicBezTo>
                                      <a:pt x="6970" y="25487"/>
                                      <a:pt x="9750" y="23777"/>
                                      <a:pt x="10273" y="23492"/>
                                    </a:cubicBezTo>
                                    <a:cubicBezTo>
                                      <a:pt x="10752" y="23157"/>
                                      <a:pt x="11212" y="22799"/>
                                      <a:pt x="11648" y="22402"/>
                                    </a:cubicBezTo>
                                    <a:cubicBezTo>
                                      <a:pt x="12244" y="21864"/>
                                      <a:pt x="12786" y="21288"/>
                                      <a:pt x="13358" y="20726"/>
                                    </a:cubicBezTo>
                                    <a:cubicBezTo>
                                      <a:pt x="13542" y="20547"/>
                                      <a:pt x="13730" y="20368"/>
                                      <a:pt x="13914" y="20194"/>
                                    </a:cubicBezTo>
                                    <a:cubicBezTo>
                                      <a:pt x="13968" y="20150"/>
                                      <a:pt x="13973" y="20150"/>
                                      <a:pt x="14045" y="20087"/>
                                    </a:cubicBezTo>
                                    <a:cubicBezTo>
                                      <a:pt x="15120" y="19201"/>
                                      <a:pt x="16215" y="18349"/>
                                      <a:pt x="17372" y="17574"/>
                                    </a:cubicBezTo>
                                    <a:cubicBezTo>
                                      <a:pt x="18254" y="16983"/>
                                      <a:pt x="19169" y="16465"/>
                                      <a:pt x="20084" y="15937"/>
                                    </a:cubicBezTo>
                                    <a:cubicBezTo>
                                      <a:pt x="20109" y="15942"/>
                                      <a:pt x="21189" y="15360"/>
                                      <a:pt x="21387" y="15268"/>
                                    </a:cubicBezTo>
                                    <a:cubicBezTo>
                                      <a:pt x="21997" y="14973"/>
                                      <a:pt x="22612" y="14687"/>
                                      <a:pt x="23237" y="14421"/>
                                    </a:cubicBezTo>
                                    <a:cubicBezTo>
                                      <a:pt x="24564" y="13854"/>
                                      <a:pt x="25925" y="13370"/>
                                      <a:pt x="27305" y="12968"/>
                                    </a:cubicBezTo>
                                    <a:cubicBezTo>
                                      <a:pt x="28036" y="12755"/>
                                      <a:pt x="28772" y="12561"/>
                                      <a:pt x="29518" y="12397"/>
                                    </a:cubicBezTo>
                                    <a:cubicBezTo>
                                      <a:pt x="29765" y="12338"/>
                                      <a:pt x="30017" y="12290"/>
                                      <a:pt x="30264" y="12242"/>
                                    </a:cubicBezTo>
                                    <a:cubicBezTo>
                                      <a:pt x="30332" y="12232"/>
                                      <a:pt x="30337" y="12227"/>
                                      <a:pt x="30497" y="12203"/>
                                    </a:cubicBezTo>
                                    <a:cubicBezTo>
                                      <a:pt x="32007" y="11985"/>
                                      <a:pt x="33519" y="11830"/>
                                      <a:pt x="35049" y="11791"/>
                                    </a:cubicBezTo>
                                    <a:cubicBezTo>
                                      <a:pt x="35722" y="11777"/>
                                      <a:pt x="36400" y="11777"/>
                                      <a:pt x="37078" y="11806"/>
                                    </a:cubicBezTo>
                                    <a:cubicBezTo>
                                      <a:pt x="39064" y="11878"/>
                                      <a:pt x="40739" y="11690"/>
                                      <a:pt x="42846" y="11622"/>
                                    </a:cubicBezTo>
                                    <a:cubicBezTo>
                                      <a:pt x="45035" y="11549"/>
                                      <a:pt x="46851" y="9176"/>
                                      <a:pt x="47050" y="7157"/>
                                    </a:cubicBezTo>
                                    <a:cubicBezTo>
                                      <a:pt x="47287" y="4837"/>
                                      <a:pt x="45853" y="2866"/>
                                      <a:pt x="43805" y="1946"/>
                                    </a:cubicBezTo>
                                    <a:close/>
                                  </a:path>
                                </a:pathLst>
                              </a:custGeom>
                              <a:solidFill>
                                <a:srgbClr val="5B151A"/>
                              </a:solidFill>
                              <a:ln w="4839" cap="flat">
                                <a:noFill/>
                                <a:prstDash val="solid"/>
                                <a:miter/>
                              </a:ln>
                            </p:spPr>
                            <p:txBody>
                              <a:bodyPr rtlCol="0" anchor="ctr"/>
                              <a:lstStyle/>
                              <a:p>
                                <a:endParaRPr lang="vi-VN"/>
                              </a:p>
                            </p:txBody>
                          </p:sp>
                        </p:grpSp>
                      </p:grpSp>
                    </p:grpSp>
                  </p:grpSp>
                  <p:grpSp>
                    <p:nvGrpSpPr>
                      <p:cNvPr id="820" name="Graphic 1991">
                        <a:extLst>
                          <a:ext uri="{FF2B5EF4-FFF2-40B4-BE49-F238E27FC236}">
                            <a16:creationId xmlns:a16="http://schemas.microsoft.com/office/drawing/2014/main" id="{F74BE2A7-8FCC-6BA6-5B6E-4E16E1EE6F54}"/>
                          </a:ext>
                        </a:extLst>
                      </p:cNvPr>
                      <p:cNvGrpSpPr/>
                      <p:nvPr/>
                    </p:nvGrpSpPr>
                    <p:grpSpPr>
                      <a:xfrm>
                        <a:off x="2942863" y="4145897"/>
                        <a:ext cx="632738" cy="383639"/>
                        <a:chOff x="2942863" y="4145897"/>
                        <a:chExt cx="632738" cy="383639"/>
                      </a:xfrm>
                    </p:grpSpPr>
                    <p:sp>
                      <p:nvSpPr>
                        <p:cNvPr id="821" name="Freeform: Shape 820">
                          <a:extLst>
                            <a:ext uri="{FF2B5EF4-FFF2-40B4-BE49-F238E27FC236}">
                              <a16:creationId xmlns:a16="http://schemas.microsoft.com/office/drawing/2014/main" id="{196B575D-15FA-DCD4-23EC-A491814EC3C4}"/>
                            </a:ext>
                          </a:extLst>
                        </p:cNvPr>
                        <p:cNvSpPr/>
                        <p:nvPr/>
                      </p:nvSpPr>
                      <p:spPr>
                        <a:xfrm>
                          <a:off x="2991841" y="4221492"/>
                          <a:ext cx="295586" cy="211637"/>
                        </a:xfrm>
                        <a:custGeom>
                          <a:avLst/>
                          <a:gdLst>
                            <a:gd name="connsiteX0" fmla="*/ 254509 w 295586"/>
                            <a:gd name="connsiteY0" fmla="*/ 1039 h 211637"/>
                            <a:gd name="connsiteX1" fmla="*/ 204123 w 295586"/>
                            <a:gd name="connsiteY1" fmla="*/ 1039 h 211637"/>
                            <a:gd name="connsiteX2" fmla="*/ 140376 w 295586"/>
                            <a:gd name="connsiteY2" fmla="*/ 12653 h 211637"/>
                            <a:gd name="connsiteX3" fmla="*/ 54410 w 295586"/>
                            <a:gd name="connsiteY3" fmla="*/ 57871 h 211637"/>
                            <a:gd name="connsiteX4" fmla="*/ 15967 w 295586"/>
                            <a:gd name="connsiteY4" fmla="*/ 92168 h 211637"/>
                            <a:gd name="connsiteX5" fmla="*/ 4954 w 295586"/>
                            <a:gd name="connsiteY5" fmla="*/ 211638 h 211637"/>
                            <a:gd name="connsiteX6" fmla="*/ 205043 w 295586"/>
                            <a:gd name="connsiteY6" fmla="*/ 129982 h 211637"/>
                            <a:gd name="connsiteX7" fmla="*/ 210588 w 295586"/>
                            <a:gd name="connsiteY7" fmla="*/ 69930 h 211637"/>
                            <a:gd name="connsiteX8" fmla="*/ 287000 w 295586"/>
                            <a:gd name="connsiteY8" fmla="*/ 173592 h 211637"/>
                            <a:gd name="connsiteX9" fmla="*/ 295586 w 295586"/>
                            <a:gd name="connsiteY9" fmla="*/ 96522 h 211637"/>
                            <a:gd name="connsiteX10" fmla="*/ 254509 w 295586"/>
                            <a:gd name="connsiteY10" fmla="*/ 1039 h 2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5586" h="211637">
                              <a:moveTo>
                                <a:pt x="254509" y="1039"/>
                              </a:moveTo>
                              <a:cubicBezTo>
                                <a:pt x="243849" y="-278"/>
                                <a:pt x="213363" y="-413"/>
                                <a:pt x="204123" y="1039"/>
                              </a:cubicBezTo>
                              <a:cubicBezTo>
                                <a:pt x="194883" y="2492"/>
                                <a:pt x="148691" y="11733"/>
                                <a:pt x="140376" y="12653"/>
                              </a:cubicBezTo>
                              <a:cubicBezTo>
                                <a:pt x="132061" y="13578"/>
                                <a:pt x="54410" y="57871"/>
                                <a:pt x="54410" y="57871"/>
                              </a:cubicBezTo>
                              <a:lnTo>
                                <a:pt x="15967" y="92168"/>
                              </a:lnTo>
                              <a:cubicBezTo>
                                <a:pt x="-4141" y="139953"/>
                                <a:pt x="-2068" y="184760"/>
                                <a:pt x="4954" y="211638"/>
                              </a:cubicBezTo>
                              <a:cubicBezTo>
                                <a:pt x="4591" y="210136"/>
                                <a:pt x="205043" y="132752"/>
                                <a:pt x="205043" y="129982"/>
                              </a:cubicBezTo>
                              <a:cubicBezTo>
                                <a:pt x="205043" y="127211"/>
                                <a:pt x="189338" y="85635"/>
                                <a:pt x="210588" y="69930"/>
                              </a:cubicBezTo>
                              <a:cubicBezTo>
                                <a:pt x="210588" y="69930"/>
                                <a:pt x="204138" y="154288"/>
                                <a:pt x="287000" y="173592"/>
                              </a:cubicBezTo>
                              <a:cubicBezTo>
                                <a:pt x="287000" y="173592"/>
                                <a:pt x="295586" y="103714"/>
                                <a:pt x="295586" y="96522"/>
                              </a:cubicBezTo>
                              <a:cubicBezTo>
                                <a:pt x="295586" y="89330"/>
                                <a:pt x="265168" y="2357"/>
                                <a:pt x="254509" y="1039"/>
                              </a:cubicBezTo>
                              <a:close/>
                            </a:path>
                          </a:pathLst>
                        </a:custGeom>
                        <a:solidFill>
                          <a:srgbClr val="D87D68">
                            <a:alpha val="30000"/>
                          </a:srgbClr>
                        </a:solidFill>
                        <a:ln w="4839" cap="flat">
                          <a:noFill/>
                          <a:prstDash val="solid"/>
                          <a:miter/>
                        </a:ln>
                      </p:spPr>
                      <p:txBody>
                        <a:bodyPr rtlCol="0" anchor="ctr"/>
                        <a:lstStyle/>
                        <a:p>
                          <a:endParaRPr lang="vi-VN"/>
                        </a:p>
                      </p:txBody>
                    </p:sp>
                    <p:grpSp>
                      <p:nvGrpSpPr>
                        <p:cNvPr id="822" name="Graphic 1991">
                          <a:extLst>
                            <a:ext uri="{FF2B5EF4-FFF2-40B4-BE49-F238E27FC236}">
                              <a16:creationId xmlns:a16="http://schemas.microsoft.com/office/drawing/2014/main" id="{671544F7-59E8-8054-8855-65E2CCBD81C9}"/>
                            </a:ext>
                          </a:extLst>
                        </p:cNvPr>
                        <p:cNvGrpSpPr/>
                        <p:nvPr/>
                      </p:nvGrpSpPr>
                      <p:grpSpPr>
                        <a:xfrm>
                          <a:off x="3363116" y="4224243"/>
                          <a:ext cx="212484" cy="305293"/>
                          <a:chOff x="3363116" y="4224243"/>
                          <a:chExt cx="212484" cy="305293"/>
                        </a:xfrm>
                      </p:grpSpPr>
                      <p:sp>
                        <p:nvSpPr>
                          <p:cNvPr id="828" name="Freeform: Shape 827">
                            <a:extLst>
                              <a:ext uri="{FF2B5EF4-FFF2-40B4-BE49-F238E27FC236}">
                                <a16:creationId xmlns:a16="http://schemas.microsoft.com/office/drawing/2014/main" id="{0345428B-2CE7-54EB-D45A-63839D58C5B8}"/>
                              </a:ext>
                            </a:extLst>
                          </p:cNvPr>
                          <p:cNvSpPr/>
                          <p:nvPr/>
                        </p:nvSpPr>
                        <p:spPr>
                          <a:xfrm>
                            <a:off x="3363116" y="4224243"/>
                            <a:ext cx="212484" cy="305293"/>
                          </a:xfrm>
                          <a:custGeom>
                            <a:avLst/>
                            <a:gdLst>
                              <a:gd name="connsiteX0" fmla="*/ 0 w 212484"/>
                              <a:gd name="connsiteY0" fmla="*/ 18300 h 305293"/>
                              <a:gd name="connsiteX1" fmla="*/ 77278 w 212484"/>
                              <a:gd name="connsiteY1" fmla="*/ 16343 h 305293"/>
                              <a:gd name="connsiteX2" fmla="*/ 200976 w 212484"/>
                              <a:gd name="connsiteY2" fmla="*/ 206548 h 305293"/>
                              <a:gd name="connsiteX3" fmla="*/ 194549 w 212484"/>
                              <a:gd name="connsiteY3" fmla="*/ 292258 h 305293"/>
                              <a:gd name="connsiteX4" fmla="*/ 165274 w 212484"/>
                              <a:gd name="connsiteY4" fmla="*/ 281308 h 305293"/>
                              <a:gd name="connsiteX5" fmla="*/ 132739 w 212484"/>
                              <a:gd name="connsiteY5" fmla="*/ 295110 h 305293"/>
                              <a:gd name="connsiteX6" fmla="*/ 113455 w 212484"/>
                              <a:gd name="connsiteY6" fmla="*/ 289052 h 305293"/>
                              <a:gd name="connsiteX7" fmla="*/ 63859 w 212484"/>
                              <a:gd name="connsiteY7" fmla="*/ 302626 h 305293"/>
                              <a:gd name="connsiteX8" fmla="*/ 44419 w 212484"/>
                              <a:gd name="connsiteY8" fmla="*/ 276354 h 305293"/>
                              <a:gd name="connsiteX9" fmla="*/ 22888 w 212484"/>
                              <a:gd name="connsiteY9" fmla="*/ 262774 h 305293"/>
                              <a:gd name="connsiteX10" fmla="*/ 36530 w 212484"/>
                              <a:gd name="connsiteY10" fmla="*/ 141876 h 305293"/>
                              <a:gd name="connsiteX11" fmla="*/ 11390 w 212484"/>
                              <a:gd name="connsiteY11" fmla="*/ 60719 h 305293"/>
                              <a:gd name="connsiteX12" fmla="*/ 0 w 212484"/>
                              <a:gd name="connsiteY12" fmla="*/ 18300 h 30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2484" h="305293">
                                <a:moveTo>
                                  <a:pt x="0" y="18300"/>
                                </a:moveTo>
                                <a:cubicBezTo>
                                  <a:pt x="0" y="18300"/>
                                  <a:pt x="36617" y="-21538"/>
                                  <a:pt x="77278" y="16343"/>
                                </a:cubicBezTo>
                                <a:cubicBezTo>
                                  <a:pt x="117939" y="54225"/>
                                  <a:pt x="170489" y="98460"/>
                                  <a:pt x="200976" y="206548"/>
                                </a:cubicBezTo>
                                <a:cubicBezTo>
                                  <a:pt x="215175" y="256890"/>
                                  <a:pt x="219582" y="289071"/>
                                  <a:pt x="194549" y="292258"/>
                                </a:cubicBezTo>
                                <a:cubicBezTo>
                                  <a:pt x="169516" y="295449"/>
                                  <a:pt x="174127" y="271269"/>
                                  <a:pt x="165274" y="281308"/>
                                </a:cubicBezTo>
                                <a:cubicBezTo>
                                  <a:pt x="156421" y="291347"/>
                                  <a:pt x="144488" y="306908"/>
                                  <a:pt x="132739" y="295110"/>
                                </a:cubicBezTo>
                                <a:cubicBezTo>
                                  <a:pt x="120990" y="283313"/>
                                  <a:pt x="131185" y="275966"/>
                                  <a:pt x="113455" y="289052"/>
                                </a:cubicBezTo>
                                <a:cubicBezTo>
                                  <a:pt x="95725" y="302137"/>
                                  <a:pt x="73254" y="309600"/>
                                  <a:pt x="63859" y="302626"/>
                                </a:cubicBezTo>
                                <a:cubicBezTo>
                                  <a:pt x="54463" y="295653"/>
                                  <a:pt x="43363" y="285439"/>
                                  <a:pt x="44419" y="276354"/>
                                </a:cubicBezTo>
                                <a:cubicBezTo>
                                  <a:pt x="45475" y="267268"/>
                                  <a:pt x="15560" y="297667"/>
                                  <a:pt x="22888" y="262774"/>
                                </a:cubicBezTo>
                                <a:cubicBezTo>
                                  <a:pt x="30215" y="227881"/>
                                  <a:pt x="35624" y="181452"/>
                                  <a:pt x="36530" y="141876"/>
                                </a:cubicBezTo>
                                <a:cubicBezTo>
                                  <a:pt x="37436" y="102300"/>
                                  <a:pt x="22486" y="61789"/>
                                  <a:pt x="11390" y="60719"/>
                                </a:cubicBezTo>
                                <a:cubicBezTo>
                                  <a:pt x="291" y="59649"/>
                                  <a:pt x="0" y="18300"/>
                                  <a:pt x="0" y="18300"/>
                                </a:cubicBezTo>
                                <a:close/>
                              </a:path>
                            </a:pathLst>
                          </a:custGeom>
                          <a:solidFill>
                            <a:srgbClr val="5B151A"/>
                          </a:solidFill>
                          <a:ln w="4839" cap="flat">
                            <a:noFill/>
                            <a:prstDash val="solid"/>
                            <a:miter/>
                          </a:ln>
                        </p:spPr>
                        <p:txBody>
                          <a:bodyPr rtlCol="0" anchor="ctr"/>
                          <a:lstStyle/>
                          <a:p>
                            <a:endParaRPr lang="vi-VN"/>
                          </a:p>
                        </p:txBody>
                      </p:sp>
                      <p:sp>
                        <p:nvSpPr>
                          <p:cNvPr id="829" name="Freeform: Shape 828">
                            <a:extLst>
                              <a:ext uri="{FF2B5EF4-FFF2-40B4-BE49-F238E27FC236}">
                                <a16:creationId xmlns:a16="http://schemas.microsoft.com/office/drawing/2014/main" id="{39D8A570-0340-C71C-6F17-06A8241D8EC2}"/>
                              </a:ext>
                            </a:extLst>
                          </p:cNvPr>
                          <p:cNvSpPr/>
                          <p:nvPr/>
                        </p:nvSpPr>
                        <p:spPr>
                          <a:xfrm>
                            <a:off x="3373190" y="4224244"/>
                            <a:ext cx="200079" cy="244433"/>
                          </a:xfrm>
                          <a:custGeom>
                            <a:avLst/>
                            <a:gdLst>
                              <a:gd name="connsiteX0" fmla="*/ 180432 w 200079"/>
                              <a:gd name="connsiteY0" fmla="*/ 202547 h 244433"/>
                              <a:gd name="connsiteX1" fmla="*/ 200079 w 200079"/>
                              <a:gd name="connsiteY1" fmla="*/ 244433 h 244433"/>
                              <a:gd name="connsiteX2" fmla="*/ 190902 w 200079"/>
                              <a:gd name="connsiteY2" fmla="*/ 206547 h 244433"/>
                              <a:gd name="connsiteX3" fmla="*/ 67205 w 200079"/>
                              <a:gd name="connsiteY3" fmla="*/ 16342 h 244433"/>
                              <a:gd name="connsiteX4" fmla="*/ 0 w 200079"/>
                              <a:gd name="connsiteY4" fmla="*/ 9993 h 244433"/>
                              <a:gd name="connsiteX5" fmla="*/ 12814 w 200079"/>
                              <a:gd name="connsiteY5" fmla="*/ 21180 h 244433"/>
                              <a:gd name="connsiteX6" fmla="*/ 180432 w 200079"/>
                              <a:gd name="connsiteY6" fmla="*/ 202547 h 244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079" h="244433">
                                <a:moveTo>
                                  <a:pt x="180432" y="202547"/>
                                </a:moveTo>
                                <a:cubicBezTo>
                                  <a:pt x="187401" y="220766"/>
                                  <a:pt x="193953" y="234433"/>
                                  <a:pt x="200079" y="244433"/>
                                </a:cubicBezTo>
                                <a:cubicBezTo>
                                  <a:pt x="198074" y="233382"/>
                                  <a:pt x="194898" y="220718"/>
                                  <a:pt x="190902" y="206547"/>
                                </a:cubicBezTo>
                                <a:cubicBezTo>
                                  <a:pt x="160416" y="98454"/>
                                  <a:pt x="107866" y="54219"/>
                                  <a:pt x="67205" y="16342"/>
                                </a:cubicBezTo>
                                <a:cubicBezTo>
                                  <a:pt x="39474" y="-9490"/>
                                  <a:pt x="13638" y="821"/>
                                  <a:pt x="0" y="9993"/>
                                </a:cubicBezTo>
                                <a:lnTo>
                                  <a:pt x="12814" y="21180"/>
                                </a:lnTo>
                                <a:cubicBezTo>
                                  <a:pt x="12814" y="21176"/>
                                  <a:pt x="126235" y="60892"/>
                                  <a:pt x="180432" y="202547"/>
                                </a:cubicBezTo>
                                <a:close/>
                              </a:path>
                            </a:pathLst>
                          </a:custGeom>
                          <a:solidFill>
                            <a:srgbClr val="823030"/>
                          </a:solidFill>
                          <a:ln w="4839" cap="flat">
                            <a:noFill/>
                            <a:prstDash val="solid"/>
                            <a:miter/>
                          </a:ln>
                        </p:spPr>
                        <p:txBody>
                          <a:bodyPr rtlCol="0" anchor="ctr"/>
                          <a:lstStyle/>
                          <a:p>
                            <a:endParaRPr lang="vi-VN"/>
                          </a:p>
                        </p:txBody>
                      </p:sp>
                    </p:grpSp>
                    <p:sp>
                      <p:nvSpPr>
                        <p:cNvPr id="823" name="Freeform: Shape 822">
                          <a:extLst>
                            <a:ext uri="{FF2B5EF4-FFF2-40B4-BE49-F238E27FC236}">
                              <a16:creationId xmlns:a16="http://schemas.microsoft.com/office/drawing/2014/main" id="{F9E2AD4D-2542-83E2-F3F5-B70EF5400E7A}"/>
                            </a:ext>
                          </a:extLst>
                        </p:cNvPr>
                        <p:cNvSpPr/>
                        <p:nvPr/>
                      </p:nvSpPr>
                      <p:spPr>
                        <a:xfrm>
                          <a:off x="3348007" y="4209761"/>
                          <a:ext cx="47025" cy="71318"/>
                        </a:xfrm>
                        <a:custGeom>
                          <a:avLst/>
                          <a:gdLst>
                            <a:gd name="connsiteX0" fmla="*/ 0 w 47025"/>
                            <a:gd name="connsiteY0" fmla="*/ 0 h 71318"/>
                            <a:gd name="connsiteX1" fmla="*/ 46264 w 47025"/>
                            <a:gd name="connsiteY1" fmla="*/ 50211 h 71318"/>
                            <a:gd name="connsiteX2" fmla="*/ 8611 w 47025"/>
                            <a:gd name="connsiteY2" fmla="*/ 68566 h 71318"/>
                            <a:gd name="connsiteX3" fmla="*/ 0 w 47025"/>
                            <a:gd name="connsiteY3" fmla="*/ 0 h 71318"/>
                          </a:gdLst>
                          <a:ahLst/>
                          <a:cxnLst>
                            <a:cxn ang="0">
                              <a:pos x="connsiteX0" y="connsiteY0"/>
                            </a:cxn>
                            <a:cxn ang="0">
                              <a:pos x="connsiteX1" y="connsiteY1"/>
                            </a:cxn>
                            <a:cxn ang="0">
                              <a:pos x="connsiteX2" y="connsiteY2"/>
                            </a:cxn>
                            <a:cxn ang="0">
                              <a:pos x="connsiteX3" y="connsiteY3"/>
                            </a:cxn>
                          </a:cxnLst>
                          <a:rect l="l" t="t" r="r" b="b"/>
                          <a:pathLst>
                            <a:path w="47025" h="71318">
                              <a:moveTo>
                                <a:pt x="0" y="0"/>
                              </a:moveTo>
                              <a:cubicBezTo>
                                <a:pt x="2988" y="8872"/>
                                <a:pt x="39174" y="18611"/>
                                <a:pt x="46264" y="50211"/>
                              </a:cubicBezTo>
                              <a:cubicBezTo>
                                <a:pt x="53354" y="81806"/>
                                <a:pt x="8611" y="68566"/>
                                <a:pt x="8611" y="68566"/>
                              </a:cubicBezTo>
                              <a:lnTo>
                                <a:pt x="0" y="0"/>
                              </a:lnTo>
                              <a:close/>
                            </a:path>
                          </a:pathLst>
                        </a:custGeom>
                        <a:solidFill>
                          <a:srgbClr val="261238"/>
                        </a:solidFill>
                        <a:ln w="4839" cap="flat">
                          <a:noFill/>
                          <a:prstDash val="solid"/>
                          <a:miter/>
                        </a:ln>
                      </p:spPr>
                      <p:txBody>
                        <a:bodyPr rtlCol="0" anchor="ctr"/>
                        <a:lstStyle/>
                        <a:p>
                          <a:endParaRPr lang="vi-VN"/>
                        </a:p>
                      </p:txBody>
                    </p:sp>
                    <p:grpSp>
                      <p:nvGrpSpPr>
                        <p:cNvPr id="824" name="Graphic 1991">
                          <a:extLst>
                            <a:ext uri="{FF2B5EF4-FFF2-40B4-BE49-F238E27FC236}">
                              <a16:creationId xmlns:a16="http://schemas.microsoft.com/office/drawing/2014/main" id="{F30740FE-8AF5-C872-99F0-8F2CB4CBB92C}"/>
                            </a:ext>
                          </a:extLst>
                        </p:cNvPr>
                        <p:cNvGrpSpPr/>
                        <p:nvPr/>
                      </p:nvGrpSpPr>
                      <p:grpSpPr>
                        <a:xfrm>
                          <a:off x="2942863" y="4145897"/>
                          <a:ext cx="447257" cy="347672"/>
                          <a:chOff x="2942863" y="4145897"/>
                          <a:chExt cx="447257" cy="347672"/>
                        </a:xfrm>
                      </p:grpSpPr>
                      <p:sp>
                        <p:nvSpPr>
                          <p:cNvPr id="825" name="Freeform: Shape 824">
                            <a:extLst>
                              <a:ext uri="{FF2B5EF4-FFF2-40B4-BE49-F238E27FC236}">
                                <a16:creationId xmlns:a16="http://schemas.microsoft.com/office/drawing/2014/main" id="{471BC128-C582-DD80-4A08-28E4F165A988}"/>
                              </a:ext>
                            </a:extLst>
                          </p:cNvPr>
                          <p:cNvSpPr/>
                          <p:nvPr/>
                        </p:nvSpPr>
                        <p:spPr>
                          <a:xfrm>
                            <a:off x="2942863" y="4145898"/>
                            <a:ext cx="447257" cy="347671"/>
                          </a:xfrm>
                          <a:custGeom>
                            <a:avLst/>
                            <a:gdLst>
                              <a:gd name="connsiteX0" fmla="*/ 273286 w 447257"/>
                              <a:gd name="connsiteY0" fmla="*/ 120646 h 347671"/>
                              <a:gd name="connsiteX1" fmla="*/ 242607 w 447257"/>
                              <a:gd name="connsiteY1" fmla="*/ 188839 h 347671"/>
                              <a:gd name="connsiteX2" fmla="*/ 24725 w 447257"/>
                              <a:gd name="connsiteY2" fmla="*/ 278907 h 347671"/>
                              <a:gd name="connsiteX3" fmla="*/ 31403 w 447257"/>
                              <a:gd name="connsiteY3" fmla="*/ 80416 h 347671"/>
                              <a:gd name="connsiteX4" fmla="*/ 337155 w 447257"/>
                              <a:gd name="connsiteY4" fmla="*/ 37793 h 347671"/>
                              <a:gd name="connsiteX5" fmla="*/ 430831 w 447257"/>
                              <a:gd name="connsiteY5" fmla="*/ 104010 h 347671"/>
                              <a:gd name="connsiteX6" fmla="*/ 400253 w 447257"/>
                              <a:gd name="connsiteY6" fmla="*/ 347671 h 347671"/>
                              <a:gd name="connsiteX7" fmla="*/ 337339 w 447257"/>
                              <a:gd name="connsiteY7" fmla="*/ 250905 h 347671"/>
                              <a:gd name="connsiteX8" fmla="*/ 273286 w 447257"/>
                              <a:gd name="connsiteY8" fmla="*/ 120646 h 34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7257" h="347671">
                                <a:moveTo>
                                  <a:pt x="273286" y="120646"/>
                                </a:moveTo>
                                <a:cubicBezTo>
                                  <a:pt x="273286" y="120646"/>
                                  <a:pt x="231613" y="154977"/>
                                  <a:pt x="242607" y="188839"/>
                                </a:cubicBezTo>
                                <a:cubicBezTo>
                                  <a:pt x="242607" y="188839"/>
                                  <a:pt x="28773" y="283997"/>
                                  <a:pt x="24725" y="278907"/>
                                </a:cubicBezTo>
                                <a:cubicBezTo>
                                  <a:pt x="20676" y="273817"/>
                                  <a:pt x="-32809" y="151190"/>
                                  <a:pt x="31403" y="80416"/>
                                </a:cubicBezTo>
                                <a:cubicBezTo>
                                  <a:pt x="95615" y="9637"/>
                                  <a:pt x="238350" y="-36298"/>
                                  <a:pt x="337155" y="37793"/>
                                </a:cubicBezTo>
                                <a:cubicBezTo>
                                  <a:pt x="337155" y="37793"/>
                                  <a:pt x="406931" y="36229"/>
                                  <a:pt x="430831" y="104010"/>
                                </a:cubicBezTo>
                                <a:cubicBezTo>
                                  <a:pt x="480998" y="246314"/>
                                  <a:pt x="400253" y="347671"/>
                                  <a:pt x="400253" y="347671"/>
                                </a:cubicBezTo>
                                <a:lnTo>
                                  <a:pt x="337339" y="250905"/>
                                </a:lnTo>
                                <a:cubicBezTo>
                                  <a:pt x="337339" y="250900"/>
                                  <a:pt x="253537" y="215600"/>
                                  <a:pt x="273286" y="120646"/>
                                </a:cubicBezTo>
                                <a:close/>
                              </a:path>
                            </a:pathLst>
                          </a:custGeom>
                          <a:solidFill>
                            <a:srgbClr val="5B151A"/>
                          </a:solidFill>
                          <a:ln w="4839" cap="flat">
                            <a:noFill/>
                            <a:prstDash val="solid"/>
                            <a:miter/>
                          </a:ln>
                        </p:spPr>
                        <p:txBody>
                          <a:bodyPr rtlCol="0" anchor="ctr"/>
                          <a:lstStyle/>
                          <a:p>
                            <a:endParaRPr lang="vi-VN"/>
                          </a:p>
                        </p:txBody>
                      </p:sp>
                      <p:sp>
                        <p:nvSpPr>
                          <p:cNvPr id="826" name="Freeform: Shape 825">
                            <a:extLst>
                              <a:ext uri="{FF2B5EF4-FFF2-40B4-BE49-F238E27FC236}">
                                <a16:creationId xmlns:a16="http://schemas.microsoft.com/office/drawing/2014/main" id="{A7E5A2E2-B83D-1878-148F-EBD170FA7917}"/>
                              </a:ext>
                            </a:extLst>
                          </p:cNvPr>
                          <p:cNvSpPr/>
                          <p:nvPr/>
                        </p:nvSpPr>
                        <p:spPr>
                          <a:xfrm>
                            <a:off x="3274757" y="4373823"/>
                            <a:ext cx="88345" cy="88345"/>
                          </a:xfrm>
                          <a:custGeom>
                            <a:avLst/>
                            <a:gdLst>
                              <a:gd name="connsiteX0" fmla="*/ 88045 w 88345"/>
                              <a:gd name="connsiteY0" fmla="*/ 49287 h 88345"/>
                              <a:gd name="connsiteX1" fmla="*/ 39059 w 88345"/>
                              <a:gd name="connsiteY1" fmla="*/ 88045 h 88345"/>
                              <a:gd name="connsiteX2" fmla="*/ 301 w 88345"/>
                              <a:gd name="connsiteY2" fmla="*/ 39059 h 88345"/>
                              <a:gd name="connsiteX3" fmla="*/ 49287 w 88345"/>
                              <a:gd name="connsiteY3" fmla="*/ 301 h 88345"/>
                              <a:gd name="connsiteX4" fmla="*/ 88045 w 88345"/>
                              <a:gd name="connsiteY4" fmla="*/ 49287 h 88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345" h="88345">
                                <a:moveTo>
                                  <a:pt x="88045" y="49287"/>
                                </a:moveTo>
                                <a:cubicBezTo>
                                  <a:pt x="85221" y="73516"/>
                                  <a:pt x="63288" y="90868"/>
                                  <a:pt x="39059" y="88045"/>
                                </a:cubicBezTo>
                                <a:cubicBezTo>
                                  <a:pt x="14830" y="85221"/>
                                  <a:pt x="-2522" y="63288"/>
                                  <a:pt x="301" y="39059"/>
                                </a:cubicBezTo>
                                <a:cubicBezTo>
                                  <a:pt x="3124" y="14830"/>
                                  <a:pt x="25058" y="-2522"/>
                                  <a:pt x="49287" y="301"/>
                                </a:cubicBezTo>
                                <a:cubicBezTo>
                                  <a:pt x="73516" y="3124"/>
                                  <a:pt x="90868" y="25058"/>
                                  <a:pt x="88045" y="49287"/>
                                </a:cubicBezTo>
                                <a:close/>
                              </a:path>
                            </a:pathLst>
                          </a:custGeom>
                          <a:solidFill>
                            <a:srgbClr val="F4B69D"/>
                          </a:solidFill>
                          <a:ln w="4839" cap="flat">
                            <a:noFill/>
                            <a:prstDash val="solid"/>
                            <a:miter/>
                          </a:ln>
                        </p:spPr>
                        <p:txBody>
                          <a:bodyPr rtlCol="0" anchor="ctr"/>
                          <a:lstStyle/>
                          <a:p>
                            <a:endParaRPr lang="vi-VN"/>
                          </a:p>
                        </p:txBody>
                      </p:sp>
                      <p:sp>
                        <p:nvSpPr>
                          <p:cNvPr id="827" name="Freeform: Shape 826">
                            <a:extLst>
                              <a:ext uri="{FF2B5EF4-FFF2-40B4-BE49-F238E27FC236}">
                                <a16:creationId xmlns:a16="http://schemas.microsoft.com/office/drawing/2014/main" id="{EF972E90-9675-25CA-AAF8-BA5EB16B7D04}"/>
                              </a:ext>
                            </a:extLst>
                          </p:cNvPr>
                          <p:cNvSpPr/>
                          <p:nvPr/>
                        </p:nvSpPr>
                        <p:spPr>
                          <a:xfrm>
                            <a:off x="2942882" y="4145897"/>
                            <a:ext cx="428704" cy="198976"/>
                          </a:xfrm>
                          <a:custGeom>
                            <a:avLst/>
                            <a:gdLst>
                              <a:gd name="connsiteX0" fmla="*/ 420234 w 428704"/>
                              <a:gd name="connsiteY0" fmla="*/ 96646 h 198976"/>
                              <a:gd name="connsiteX1" fmla="*/ 428705 w 428704"/>
                              <a:gd name="connsiteY1" fmla="*/ 98539 h 198976"/>
                              <a:gd name="connsiteX2" fmla="*/ 337135 w 428704"/>
                              <a:gd name="connsiteY2" fmla="*/ 37790 h 198976"/>
                              <a:gd name="connsiteX3" fmla="*/ 31383 w 428704"/>
                              <a:gd name="connsiteY3" fmla="*/ 80412 h 198976"/>
                              <a:gd name="connsiteX4" fmla="*/ 1755 w 428704"/>
                              <a:gd name="connsiteY4" fmla="*/ 198976 h 198976"/>
                              <a:gd name="connsiteX5" fmla="*/ 2946 w 428704"/>
                              <a:gd name="connsiteY5" fmla="*/ 198976 h 198976"/>
                              <a:gd name="connsiteX6" fmla="*/ 2946 w 428704"/>
                              <a:gd name="connsiteY6" fmla="*/ 192816 h 198976"/>
                              <a:gd name="connsiteX7" fmla="*/ 304828 w 428704"/>
                              <a:gd name="connsiteY7" fmla="*/ 49118 h 198976"/>
                              <a:gd name="connsiteX8" fmla="*/ 342099 w 428704"/>
                              <a:gd name="connsiteY8" fmla="*/ 65303 h 198976"/>
                              <a:gd name="connsiteX9" fmla="*/ 420234 w 428704"/>
                              <a:gd name="connsiteY9" fmla="*/ 96646 h 19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704" h="198976">
                                <a:moveTo>
                                  <a:pt x="420234" y="96646"/>
                                </a:moveTo>
                                <a:cubicBezTo>
                                  <a:pt x="424002" y="103944"/>
                                  <a:pt x="426753" y="103692"/>
                                  <a:pt x="428705" y="98539"/>
                                </a:cubicBezTo>
                                <a:cubicBezTo>
                                  <a:pt x="403081" y="36332"/>
                                  <a:pt x="337135" y="37790"/>
                                  <a:pt x="337135" y="37790"/>
                                </a:cubicBezTo>
                                <a:cubicBezTo>
                                  <a:pt x="238330" y="-36297"/>
                                  <a:pt x="95595" y="9638"/>
                                  <a:pt x="31383" y="80412"/>
                                </a:cubicBezTo>
                                <a:cubicBezTo>
                                  <a:pt x="679" y="114259"/>
                                  <a:pt x="-3093" y="159942"/>
                                  <a:pt x="1755" y="198976"/>
                                </a:cubicBezTo>
                                <a:lnTo>
                                  <a:pt x="2946" y="198976"/>
                                </a:lnTo>
                                <a:lnTo>
                                  <a:pt x="2946" y="192816"/>
                                </a:lnTo>
                                <a:cubicBezTo>
                                  <a:pt x="2946" y="192816"/>
                                  <a:pt x="69124" y="-18208"/>
                                  <a:pt x="304828" y="49118"/>
                                </a:cubicBezTo>
                                <a:lnTo>
                                  <a:pt x="342099" y="65303"/>
                                </a:lnTo>
                                <a:cubicBezTo>
                                  <a:pt x="342099" y="65303"/>
                                  <a:pt x="400683" y="58794"/>
                                  <a:pt x="420234" y="96646"/>
                                </a:cubicBezTo>
                                <a:close/>
                              </a:path>
                            </a:pathLst>
                          </a:custGeom>
                          <a:solidFill>
                            <a:srgbClr val="823030"/>
                          </a:solidFill>
                          <a:ln w="4839" cap="flat">
                            <a:noFill/>
                            <a:prstDash val="solid"/>
                            <a:miter/>
                          </a:ln>
                        </p:spPr>
                        <p:txBody>
                          <a:bodyPr rtlCol="0" anchor="ctr"/>
                          <a:lstStyle/>
                          <a:p>
                            <a:endParaRPr lang="vi-VN"/>
                          </a:p>
                        </p:txBody>
                      </p:sp>
                    </p:grpSp>
                  </p:grpSp>
                </p:grpSp>
              </p:grpSp>
            </p:grpSp>
            <p:grpSp>
              <p:nvGrpSpPr>
                <p:cNvPr id="804" name="Graphic 1991">
                  <a:extLst>
                    <a:ext uri="{FF2B5EF4-FFF2-40B4-BE49-F238E27FC236}">
                      <a16:creationId xmlns:a16="http://schemas.microsoft.com/office/drawing/2014/main" id="{18716DEA-FF3A-0932-A2FA-96077F1AB320}"/>
                    </a:ext>
                  </a:extLst>
                </p:cNvPr>
                <p:cNvGrpSpPr/>
                <p:nvPr/>
              </p:nvGrpSpPr>
              <p:grpSpPr>
                <a:xfrm>
                  <a:off x="3147210" y="5315757"/>
                  <a:ext cx="780154" cy="646067"/>
                  <a:chOff x="3147210" y="5315757"/>
                  <a:chExt cx="780154" cy="646067"/>
                </a:xfrm>
              </p:grpSpPr>
              <p:grpSp>
                <p:nvGrpSpPr>
                  <p:cNvPr id="805" name="Graphic 1991">
                    <a:extLst>
                      <a:ext uri="{FF2B5EF4-FFF2-40B4-BE49-F238E27FC236}">
                        <a16:creationId xmlns:a16="http://schemas.microsoft.com/office/drawing/2014/main" id="{6FDD3E14-A94E-2F9C-B98A-536733AE6BB1}"/>
                      </a:ext>
                    </a:extLst>
                  </p:cNvPr>
                  <p:cNvGrpSpPr/>
                  <p:nvPr/>
                </p:nvGrpSpPr>
                <p:grpSpPr>
                  <a:xfrm>
                    <a:off x="3355154" y="5315757"/>
                    <a:ext cx="572210" cy="646067"/>
                    <a:chOff x="3355154" y="5315757"/>
                    <a:chExt cx="572210" cy="646067"/>
                  </a:xfrm>
                </p:grpSpPr>
                <p:sp>
                  <p:nvSpPr>
                    <p:cNvPr id="813" name="Freeform: Shape 812">
                      <a:extLst>
                        <a:ext uri="{FF2B5EF4-FFF2-40B4-BE49-F238E27FC236}">
                          <a16:creationId xmlns:a16="http://schemas.microsoft.com/office/drawing/2014/main" id="{DD6F3A92-7CAB-A74C-D8FF-C8438D0205D7}"/>
                        </a:ext>
                      </a:extLst>
                    </p:cNvPr>
                    <p:cNvSpPr/>
                    <p:nvPr/>
                  </p:nvSpPr>
                  <p:spPr>
                    <a:xfrm>
                      <a:off x="3355159" y="5315787"/>
                      <a:ext cx="572205" cy="646037"/>
                    </a:xfrm>
                    <a:custGeom>
                      <a:avLst/>
                      <a:gdLst>
                        <a:gd name="connsiteX0" fmla="*/ 117087 w 572205"/>
                        <a:gd name="connsiteY0" fmla="*/ 217514 h 646037"/>
                        <a:gd name="connsiteX1" fmla="*/ 5938 w 572205"/>
                        <a:gd name="connsiteY1" fmla="*/ 646038 h 646037"/>
                        <a:gd name="connsiteX2" fmla="*/ 543684 w 572205"/>
                        <a:gd name="connsiteY2" fmla="*/ 646038 h 646037"/>
                        <a:gd name="connsiteX3" fmla="*/ 539635 w 572205"/>
                        <a:gd name="connsiteY3" fmla="*/ 0 h 646037"/>
                        <a:gd name="connsiteX4" fmla="*/ 117087 w 572205"/>
                        <a:gd name="connsiteY4" fmla="*/ 217514 h 646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205" h="646037">
                          <a:moveTo>
                            <a:pt x="117087" y="217514"/>
                          </a:moveTo>
                          <a:cubicBezTo>
                            <a:pt x="117087" y="217514"/>
                            <a:pt x="-31081" y="461732"/>
                            <a:pt x="5938" y="646038"/>
                          </a:cubicBezTo>
                          <a:lnTo>
                            <a:pt x="543684" y="646038"/>
                          </a:lnTo>
                          <a:cubicBezTo>
                            <a:pt x="543684" y="646038"/>
                            <a:pt x="610477" y="122864"/>
                            <a:pt x="539635" y="0"/>
                          </a:cubicBezTo>
                          <a:cubicBezTo>
                            <a:pt x="539630" y="0"/>
                            <a:pt x="332602" y="169148"/>
                            <a:pt x="117087" y="217514"/>
                          </a:cubicBezTo>
                          <a:close/>
                        </a:path>
                      </a:pathLst>
                    </a:custGeom>
                    <a:solidFill>
                      <a:srgbClr val="272C44"/>
                    </a:solidFill>
                    <a:ln w="4839" cap="flat">
                      <a:noFill/>
                      <a:prstDash val="solid"/>
                      <a:miter/>
                    </a:ln>
                  </p:spPr>
                  <p:txBody>
                    <a:bodyPr rtlCol="0" anchor="ctr"/>
                    <a:lstStyle/>
                    <a:p>
                      <a:endParaRPr lang="vi-VN"/>
                    </a:p>
                  </p:txBody>
                </p:sp>
                <p:sp>
                  <p:nvSpPr>
                    <p:cNvPr id="814" name="Freeform: Shape 813">
                      <a:extLst>
                        <a:ext uri="{FF2B5EF4-FFF2-40B4-BE49-F238E27FC236}">
                          <a16:creationId xmlns:a16="http://schemas.microsoft.com/office/drawing/2014/main" id="{03C6E3E5-7C39-2D83-8833-314553FF7876}"/>
                        </a:ext>
                      </a:extLst>
                    </p:cNvPr>
                    <p:cNvSpPr/>
                    <p:nvPr/>
                  </p:nvSpPr>
                  <p:spPr>
                    <a:xfrm>
                      <a:off x="3355154" y="5315757"/>
                      <a:ext cx="562745" cy="646063"/>
                    </a:xfrm>
                    <a:custGeom>
                      <a:avLst/>
                      <a:gdLst>
                        <a:gd name="connsiteX0" fmla="*/ 345692 w 562745"/>
                        <a:gd name="connsiteY0" fmla="*/ 335221 h 646063"/>
                        <a:gd name="connsiteX1" fmla="*/ 562746 w 562745"/>
                        <a:gd name="connsiteY1" fmla="*/ 78233 h 646063"/>
                        <a:gd name="connsiteX2" fmla="*/ 539635 w 562745"/>
                        <a:gd name="connsiteY2" fmla="*/ 25 h 646063"/>
                        <a:gd name="connsiteX3" fmla="*/ 117088 w 562745"/>
                        <a:gd name="connsiteY3" fmla="*/ 217539 h 646063"/>
                        <a:gd name="connsiteX4" fmla="*/ 5938 w 562745"/>
                        <a:gd name="connsiteY4" fmla="*/ 646063 h 646063"/>
                        <a:gd name="connsiteX5" fmla="*/ 337803 w 562745"/>
                        <a:gd name="connsiteY5" fmla="*/ 646063 h 646063"/>
                        <a:gd name="connsiteX6" fmla="*/ 345692 w 562745"/>
                        <a:gd name="connsiteY6" fmla="*/ 335221 h 64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2745" h="646063">
                          <a:moveTo>
                            <a:pt x="345692" y="335221"/>
                          </a:moveTo>
                          <a:cubicBezTo>
                            <a:pt x="366749" y="213181"/>
                            <a:pt x="509319" y="114167"/>
                            <a:pt x="562746" y="78233"/>
                          </a:cubicBezTo>
                          <a:cubicBezTo>
                            <a:pt x="560498" y="51655"/>
                            <a:pt x="541543" y="-1321"/>
                            <a:pt x="539635" y="25"/>
                          </a:cubicBezTo>
                          <a:cubicBezTo>
                            <a:pt x="429024" y="78233"/>
                            <a:pt x="306004" y="170132"/>
                            <a:pt x="117088" y="217539"/>
                          </a:cubicBezTo>
                          <a:cubicBezTo>
                            <a:pt x="117088" y="217539"/>
                            <a:pt x="-31081" y="461757"/>
                            <a:pt x="5938" y="646063"/>
                          </a:cubicBezTo>
                          <a:lnTo>
                            <a:pt x="337803" y="646063"/>
                          </a:lnTo>
                          <a:cubicBezTo>
                            <a:pt x="339546" y="638067"/>
                            <a:pt x="318639" y="492035"/>
                            <a:pt x="345692" y="335221"/>
                          </a:cubicBezTo>
                          <a:close/>
                        </a:path>
                      </a:pathLst>
                    </a:custGeom>
                    <a:solidFill>
                      <a:srgbClr val="232234">
                        <a:alpha val="35000"/>
                      </a:srgbClr>
                    </a:solidFill>
                    <a:ln w="4839" cap="flat">
                      <a:noFill/>
                      <a:prstDash val="solid"/>
                      <a:miter/>
                    </a:ln>
                  </p:spPr>
                  <p:txBody>
                    <a:bodyPr rtlCol="0" anchor="ctr"/>
                    <a:lstStyle/>
                    <a:p>
                      <a:endParaRPr lang="vi-VN"/>
                    </a:p>
                  </p:txBody>
                </p:sp>
              </p:grpSp>
              <p:grpSp>
                <p:nvGrpSpPr>
                  <p:cNvPr id="806" name="Graphic 1991">
                    <a:extLst>
                      <a:ext uri="{FF2B5EF4-FFF2-40B4-BE49-F238E27FC236}">
                        <a16:creationId xmlns:a16="http://schemas.microsoft.com/office/drawing/2014/main" id="{BE83B326-3A51-0B29-1D1A-8A781E754DA2}"/>
                      </a:ext>
                    </a:extLst>
                  </p:cNvPr>
                  <p:cNvGrpSpPr/>
                  <p:nvPr/>
                </p:nvGrpSpPr>
                <p:grpSpPr>
                  <a:xfrm>
                    <a:off x="3147210" y="5359877"/>
                    <a:ext cx="634661" cy="601085"/>
                    <a:chOff x="3147210" y="5359877"/>
                    <a:chExt cx="634661" cy="601085"/>
                  </a:xfrm>
                </p:grpSpPr>
                <p:grpSp>
                  <p:nvGrpSpPr>
                    <p:cNvPr id="807" name="Graphic 1991">
                      <a:extLst>
                        <a:ext uri="{FF2B5EF4-FFF2-40B4-BE49-F238E27FC236}">
                          <a16:creationId xmlns:a16="http://schemas.microsoft.com/office/drawing/2014/main" id="{F3E0CB2E-BF66-2018-1CD3-56EBE33F15FA}"/>
                        </a:ext>
                      </a:extLst>
                    </p:cNvPr>
                    <p:cNvGrpSpPr/>
                    <p:nvPr/>
                  </p:nvGrpSpPr>
                  <p:grpSpPr>
                    <a:xfrm>
                      <a:off x="3147210" y="5359877"/>
                      <a:ext cx="545974" cy="594950"/>
                      <a:chOff x="3147210" y="5359877"/>
                      <a:chExt cx="545974" cy="594950"/>
                    </a:xfrm>
                  </p:grpSpPr>
                  <p:sp>
                    <p:nvSpPr>
                      <p:cNvPr id="810" name="Freeform: Shape 809">
                        <a:extLst>
                          <a:ext uri="{FF2B5EF4-FFF2-40B4-BE49-F238E27FC236}">
                            <a16:creationId xmlns:a16="http://schemas.microsoft.com/office/drawing/2014/main" id="{72DC19FC-EC29-A09A-7801-2B1B723D71FC}"/>
                          </a:ext>
                        </a:extLst>
                      </p:cNvPr>
                      <p:cNvSpPr/>
                      <p:nvPr/>
                    </p:nvSpPr>
                    <p:spPr>
                      <a:xfrm>
                        <a:off x="3147210" y="5359882"/>
                        <a:ext cx="545974" cy="594945"/>
                      </a:xfrm>
                      <a:custGeom>
                        <a:avLst/>
                        <a:gdLst>
                          <a:gd name="connsiteX0" fmla="*/ 101798 w 545974"/>
                          <a:gd name="connsiteY0" fmla="*/ 0 h 594945"/>
                          <a:gd name="connsiteX1" fmla="*/ 545974 w 545974"/>
                          <a:gd name="connsiteY1" fmla="*/ 43097 h 594945"/>
                          <a:gd name="connsiteX2" fmla="*/ 492392 w 545974"/>
                          <a:gd name="connsiteY2" fmla="*/ 349962 h 594945"/>
                          <a:gd name="connsiteX3" fmla="*/ 503477 w 545974"/>
                          <a:gd name="connsiteY3" fmla="*/ 594945 h 594945"/>
                          <a:gd name="connsiteX4" fmla="*/ 0 w 545974"/>
                          <a:gd name="connsiteY4" fmla="*/ 573288 h 594945"/>
                          <a:gd name="connsiteX5" fmla="*/ 101798 w 545974"/>
                          <a:gd name="connsiteY5" fmla="*/ 0 h 594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5974" h="594945">
                            <a:moveTo>
                              <a:pt x="101798" y="0"/>
                            </a:moveTo>
                            <a:lnTo>
                              <a:pt x="545974" y="43097"/>
                            </a:lnTo>
                            <a:cubicBezTo>
                              <a:pt x="545974" y="43097"/>
                              <a:pt x="490542" y="251409"/>
                              <a:pt x="492392" y="349962"/>
                            </a:cubicBezTo>
                            <a:cubicBezTo>
                              <a:pt x="494242" y="448515"/>
                              <a:pt x="503477" y="594945"/>
                              <a:pt x="503477" y="594945"/>
                            </a:cubicBezTo>
                            <a:lnTo>
                              <a:pt x="0" y="573288"/>
                            </a:lnTo>
                            <a:lnTo>
                              <a:pt x="101798" y="0"/>
                            </a:lnTo>
                          </a:path>
                        </a:pathLst>
                      </a:custGeom>
                      <a:solidFill>
                        <a:srgbClr val="A59D9D"/>
                      </a:solidFill>
                      <a:ln w="4839" cap="flat">
                        <a:noFill/>
                        <a:prstDash val="solid"/>
                        <a:miter/>
                      </a:ln>
                    </p:spPr>
                    <p:txBody>
                      <a:bodyPr rtlCol="0" anchor="ctr"/>
                      <a:lstStyle/>
                      <a:p>
                        <a:endParaRPr lang="vi-VN"/>
                      </a:p>
                    </p:txBody>
                  </p:sp>
                  <p:sp>
                    <p:nvSpPr>
                      <p:cNvPr id="811" name="Freeform: Shape 810">
                        <a:extLst>
                          <a:ext uri="{FF2B5EF4-FFF2-40B4-BE49-F238E27FC236}">
                            <a16:creationId xmlns:a16="http://schemas.microsoft.com/office/drawing/2014/main" id="{16099B6D-DB93-7CA9-2AAF-6966EF15633C}"/>
                          </a:ext>
                        </a:extLst>
                      </p:cNvPr>
                      <p:cNvSpPr/>
                      <p:nvPr/>
                    </p:nvSpPr>
                    <p:spPr>
                      <a:xfrm>
                        <a:off x="3259076" y="5360855"/>
                        <a:ext cx="434107" cy="593966"/>
                      </a:xfrm>
                      <a:custGeom>
                        <a:avLst/>
                        <a:gdLst>
                          <a:gd name="connsiteX0" fmla="*/ 0 w 434107"/>
                          <a:gd name="connsiteY0" fmla="*/ 0 h 593966"/>
                          <a:gd name="connsiteX1" fmla="*/ 1782 w 434107"/>
                          <a:gd name="connsiteY1" fmla="*/ 19357 h 593966"/>
                          <a:gd name="connsiteX2" fmla="*/ 379514 w 434107"/>
                          <a:gd name="connsiteY2" fmla="*/ 59713 h 593966"/>
                          <a:gd name="connsiteX3" fmla="*/ 343652 w 434107"/>
                          <a:gd name="connsiteY3" fmla="*/ 338790 h 593966"/>
                          <a:gd name="connsiteX4" fmla="*/ 348795 w 434107"/>
                          <a:gd name="connsiteY4" fmla="*/ 592127 h 593966"/>
                          <a:gd name="connsiteX5" fmla="*/ 391611 w 434107"/>
                          <a:gd name="connsiteY5" fmla="*/ 593967 h 593966"/>
                          <a:gd name="connsiteX6" fmla="*/ 380526 w 434107"/>
                          <a:gd name="connsiteY6" fmla="*/ 348984 h 593966"/>
                          <a:gd name="connsiteX7" fmla="*/ 434108 w 434107"/>
                          <a:gd name="connsiteY7" fmla="*/ 42119 h 593966"/>
                          <a:gd name="connsiteX8" fmla="*/ 0 w 434107"/>
                          <a:gd name="connsiteY8" fmla="*/ 0 h 59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107" h="593966">
                            <a:moveTo>
                              <a:pt x="0" y="0"/>
                            </a:moveTo>
                            <a:lnTo>
                              <a:pt x="1782" y="19357"/>
                            </a:lnTo>
                            <a:lnTo>
                              <a:pt x="379514" y="59713"/>
                            </a:lnTo>
                            <a:cubicBezTo>
                              <a:pt x="379514" y="59713"/>
                              <a:pt x="346514" y="230047"/>
                              <a:pt x="343652" y="338790"/>
                            </a:cubicBezTo>
                            <a:cubicBezTo>
                              <a:pt x="341458" y="422209"/>
                              <a:pt x="346384" y="541213"/>
                              <a:pt x="348795" y="592127"/>
                            </a:cubicBezTo>
                            <a:lnTo>
                              <a:pt x="391611" y="593967"/>
                            </a:lnTo>
                            <a:cubicBezTo>
                              <a:pt x="391611" y="593967"/>
                              <a:pt x="382371" y="447537"/>
                              <a:pt x="380526" y="348984"/>
                            </a:cubicBezTo>
                            <a:cubicBezTo>
                              <a:pt x="378681" y="250431"/>
                              <a:pt x="434108" y="42119"/>
                              <a:pt x="434108" y="42119"/>
                            </a:cubicBezTo>
                            <a:lnTo>
                              <a:pt x="0" y="0"/>
                            </a:lnTo>
                            <a:close/>
                          </a:path>
                        </a:pathLst>
                      </a:custGeom>
                      <a:solidFill>
                        <a:srgbClr val="A59D9D">
                          <a:alpha val="50000"/>
                        </a:srgbClr>
                      </a:solidFill>
                      <a:ln w="4839" cap="flat">
                        <a:noFill/>
                        <a:prstDash val="solid"/>
                        <a:miter/>
                      </a:ln>
                    </p:spPr>
                    <p:txBody>
                      <a:bodyPr rtlCol="0" anchor="ctr"/>
                      <a:lstStyle/>
                      <a:p>
                        <a:endParaRPr lang="vi-VN"/>
                      </a:p>
                    </p:txBody>
                  </p:sp>
                  <p:sp>
                    <p:nvSpPr>
                      <p:cNvPr id="812" name="Freeform: Shape 811">
                        <a:extLst>
                          <a:ext uri="{FF2B5EF4-FFF2-40B4-BE49-F238E27FC236}">
                            <a16:creationId xmlns:a16="http://schemas.microsoft.com/office/drawing/2014/main" id="{05FAE0F7-6BE7-3950-9388-C5D5793FB05F}"/>
                          </a:ext>
                        </a:extLst>
                      </p:cNvPr>
                      <p:cNvSpPr/>
                      <p:nvPr/>
                    </p:nvSpPr>
                    <p:spPr>
                      <a:xfrm>
                        <a:off x="3147210" y="5359877"/>
                        <a:ext cx="455518" cy="592886"/>
                      </a:xfrm>
                      <a:custGeom>
                        <a:avLst/>
                        <a:gdLst>
                          <a:gd name="connsiteX0" fmla="*/ 455518 w 455518"/>
                          <a:gd name="connsiteY0" fmla="*/ 529857 h 592886"/>
                          <a:gd name="connsiteX1" fmla="*/ 202637 w 455518"/>
                          <a:gd name="connsiteY1" fmla="*/ 319767 h 592886"/>
                          <a:gd name="connsiteX2" fmla="*/ 191178 w 455518"/>
                          <a:gd name="connsiteY2" fmla="*/ 26592 h 592886"/>
                          <a:gd name="connsiteX3" fmla="*/ 205378 w 455518"/>
                          <a:gd name="connsiteY3" fmla="*/ 10049 h 592886"/>
                          <a:gd name="connsiteX4" fmla="*/ 205378 w 455518"/>
                          <a:gd name="connsiteY4" fmla="*/ 10049 h 592886"/>
                          <a:gd name="connsiteX5" fmla="*/ 101803 w 455518"/>
                          <a:gd name="connsiteY5" fmla="*/ 0 h 592886"/>
                          <a:gd name="connsiteX6" fmla="*/ 0 w 455518"/>
                          <a:gd name="connsiteY6" fmla="*/ 573293 h 592886"/>
                          <a:gd name="connsiteX7" fmla="*/ 455518 w 455518"/>
                          <a:gd name="connsiteY7" fmla="*/ 592887 h 592886"/>
                          <a:gd name="connsiteX8" fmla="*/ 455518 w 455518"/>
                          <a:gd name="connsiteY8" fmla="*/ 529857 h 592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5518" h="592886">
                            <a:moveTo>
                              <a:pt x="455518" y="529857"/>
                            </a:moveTo>
                            <a:cubicBezTo>
                              <a:pt x="455518" y="529857"/>
                              <a:pt x="173652" y="424494"/>
                              <a:pt x="202637" y="319767"/>
                            </a:cubicBezTo>
                            <a:cubicBezTo>
                              <a:pt x="231617" y="215034"/>
                              <a:pt x="191178" y="26592"/>
                              <a:pt x="191178" y="26592"/>
                            </a:cubicBezTo>
                            <a:lnTo>
                              <a:pt x="205378" y="10049"/>
                            </a:lnTo>
                            <a:lnTo>
                              <a:pt x="205378" y="10049"/>
                            </a:lnTo>
                            <a:lnTo>
                              <a:pt x="101803" y="0"/>
                            </a:lnTo>
                            <a:lnTo>
                              <a:pt x="0" y="573293"/>
                            </a:lnTo>
                            <a:lnTo>
                              <a:pt x="455518" y="592887"/>
                            </a:lnTo>
                            <a:lnTo>
                              <a:pt x="455518" y="529857"/>
                            </a:lnTo>
                            <a:close/>
                          </a:path>
                        </a:pathLst>
                      </a:custGeom>
                      <a:solidFill>
                        <a:srgbClr val="A59D9D">
                          <a:alpha val="79000"/>
                        </a:srgbClr>
                      </a:solidFill>
                      <a:ln w="4839" cap="flat">
                        <a:noFill/>
                        <a:prstDash val="solid"/>
                        <a:miter/>
                      </a:ln>
                    </p:spPr>
                    <p:txBody>
                      <a:bodyPr rtlCol="0" anchor="ctr"/>
                      <a:lstStyle/>
                      <a:p>
                        <a:endParaRPr lang="vi-VN"/>
                      </a:p>
                    </p:txBody>
                  </p:sp>
                </p:grpSp>
                <p:sp>
                  <p:nvSpPr>
                    <p:cNvPr id="808" name="Freeform: Shape 807">
                      <a:extLst>
                        <a:ext uri="{FF2B5EF4-FFF2-40B4-BE49-F238E27FC236}">
                          <a16:creationId xmlns:a16="http://schemas.microsoft.com/office/drawing/2014/main" id="{AB66D815-9126-BD91-DFC8-0A4A63EB916E}"/>
                        </a:ext>
                      </a:extLst>
                    </p:cNvPr>
                    <p:cNvSpPr/>
                    <p:nvPr/>
                  </p:nvSpPr>
                  <p:spPr>
                    <a:xfrm>
                      <a:off x="3323779" y="5718425"/>
                      <a:ext cx="458092" cy="242537"/>
                    </a:xfrm>
                    <a:custGeom>
                      <a:avLst/>
                      <a:gdLst>
                        <a:gd name="connsiteX0" fmla="*/ 336144 w 458092"/>
                        <a:gd name="connsiteY0" fmla="*/ 10562 h 242537"/>
                        <a:gd name="connsiteX1" fmla="*/ 458093 w 458092"/>
                        <a:gd name="connsiteY1" fmla="*/ 65292 h 242537"/>
                        <a:gd name="connsiteX2" fmla="*/ 437767 w 458092"/>
                        <a:gd name="connsiteY2" fmla="*/ 97541 h 242537"/>
                        <a:gd name="connsiteX3" fmla="*/ 149523 w 458092"/>
                        <a:gd name="connsiteY3" fmla="*/ 180645 h 242537"/>
                        <a:gd name="connsiteX4" fmla="*/ 123962 w 458092"/>
                        <a:gd name="connsiteY4" fmla="*/ 242537 h 242537"/>
                        <a:gd name="connsiteX5" fmla="*/ 1998 w 458092"/>
                        <a:gd name="connsiteY5" fmla="*/ 239588 h 242537"/>
                        <a:gd name="connsiteX6" fmla="*/ 49744 w 458092"/>
                        <a:gd name="connsiteY6" fmla="*/ 108776 h 242537"/>
                        <a:gd name="connsiteX7" fmla="*/ 317019 w 458092"/>
                        <a:gd name="connsiteY7" fmla="*/ 44686 h 242537"/>
                        <a:gd name="connsiteX8" fmla="*/ 315818 w 458092"/>
                        <a:gd name="connsiteY8" fmla="*/ 0 h 242537"/>
                        <a:gd name="connsiteX9" fmla="*/ 336144 w 458092"/>
                        <a:gd name="connsiteY9" fmla="*/ 10562 h 24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8092" h="242537">
                          <a:moveTo>
                            <a:pt x="336144" y="10562"/>
                          </a:moveTo>
                          <a:cubicBezTo>
                            <a:pt x="336144" y="10562"/>
                            <a:pt x="458093" y="44966"/>
                            <a:pt x="458093" y="65292"/>
                          </a:cubicBezTo>
                          <a:cubicBezTo>
                            <a:pt x="458093" y="85618"/>
                            <a:pt x="437767" y="97541"/>
                            <a:pt x="437767" y="97541"/>
                          </a:cubicBezTo>
                          <a:cubicBezTo>
                            <a:pt x="437767" y="97541"/>
                            <a:pt x="168003" y="148188"/>
                            <a:pt x="149523" y="180645"/>
                          </a:cubicBezTo>
                          <a:cubicBezTo>
                            <a:pt x="131047" y="213107"/>
                            <a:pt x="123962" y="242537"/>
                            <a:pt x="123962" y="242537"/>
                          </a:cubicBezTo>
                          <a:lnTo>
                            <a:pt x="1998" y="239588"/>
                          </a:lnTo>
                          <a:cubicBezTo>
                            <a:pt x="1998" y="239588"/>
                            <a:pt x="-14928" y="131940"/>
                            <a:pt x="49744" y="108776"/>
                          </a:cubicBezTo>
                          <a:cubicBezTo>
                            <a:pt x="114416" y="85613"/>
                            <a:pt x="317019" y="44686"/>
                            <a:pt x="317019" y="44686"/>
                          </a:cubicBezTo>
                          <a:lnTo>
                            <a:pt x="315818" y="0"/>
                          </a:lnTo>
                          <a:lnTo>
                            <a:pt x="336144" y="10562"/>
                          </a:lnTo>
                          <a:close/>
                        </a:path>
                      </a:pathLst>
                    </a:custGeom>
                    <a:solidFill>
                      <a:srgbClr val="353535"/>
                    </a:solidFill>
                    <a:ln w="4839" cap="flat">
                      <a:noFill/>
                      <a:prstDash val="solid"/>
                      <a:miter/>
                    </a:ln>
                  </p:spPr>
                  <p:txBody>
                    <a:bodyPr rtlCol="0" anchor="ctr"/>
                    <a:lstStyle/>
                    <a:p>
                      <a:endParaRPr lang="vi-VN"/>
                    </a:p>
                  </p:txBody>
                </p:sp>
                <p:sp>
                  <p:nvSpPr>
                    <p:cNvPr id="809" name="Freeform: Shape 808">
                      <a:extLst>
                        <a:ext uri="{FF2B5EF4-FFF2-40B4-BE49-F238E27FC236}">
                          <a16:creationId xmlns:a16="http://schemas.microsoft.com/office/drawing/2014/main" id="{3A04975D-8380-6B23-7341-017E03BACDDE}"/>
                        </a:ext>
                      </a:extLst>
                    </p:cNvPr>
                    <p:cNvSpPr/>
                    <p:nvPr/>
                  </p:nvSpPr>
                  <p:spPr>
                    <a:xfrm>
                      <a:off x="3323881" y="5740185"/>
                      <a:ext cx="369303" cy="217295"/>
                    </a:xfrm>
                    <a:custGeom>
                      <a:avLst/>
                      <a:gdLst>
                        <a:gd name="connsiteX0" fmla="*/ 306486 w 369303"/>
                        <a:gd name="connsiteY0" fmla="*/ 0 h 217295"/>
                        <a:gd name="connsiteX1" fmla="*/ 307174 w 369303"/>
                        <a:gd name="connsiteY1" fmla="*/ 25590 h 217295"/>
                        <a:gd name="connsiteX2" fmla="*/ 48200 w 369303"/>
                        <a:gd name="connsiteY2" fmla="*/ 87690 h 217295"/>
                        <a:gd name="connsiteX3" fmla="*/ 1936 w 369303"/>
                        <a:gd name="connsiteY3" fmla="*/ 214439 h 217295"/>
                        <a:gd name="connsiteX4" fmla="*/ 120112 w 369303"/>
                        <a:gd name="connsiteY4" fmla="*/ 217296 h 217295"/>
                        <a:gd name="connsiteX5" fmla="*/ 126345 w 369303"/>
                        <a:gd name="connsiteY5" fmla="*/ 197566 h 217295"/>
                        <a:gd name="connsiteX6" fmla="*/ 126340 w 369303"/>
                        <a:gd name="connsiteY6" fmla="*/ 197556 h 217295"/>
                        <a:gd name="connsiteX7" fmla="*/ 25249 w 369303"/>
                        <a:gd name="connsiteY7" fmla="*/ 139098 h 217295"/>
                        <a:gd name="connsiteX8" fmla="*/ 368814 w 369303"/>
                        <a:gd name="connsiteY8" fmla="*/ 28394 h 217295"/>
                        <a:gd name="connsiteX9" fmla="*/ 306486 w 369303"/>
                        <a:gd name="connsiteY9" fmla="*/ 0 h 217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9303" h="217295">
                          <a:moveTo>
                            <a:pt x="306486" y="0"/>
                          </a:moveTo>
                          <a:lnTo>
                            <a:pt x="307174" y="25590"/>
                          </a:lnTo>
                          <a:cubicBezTo>
                            <a:pt x="307174" y="25590"/>
                            <a:pt x="110862" y="65248"/>
                            <a:pt x="48200" y="87690"/>
                          </a:cubicBezTo>
                          <a:cubicBezTo>
                            <a:pt x="-14463" y="110137"/>
                            <a:pt x="1936" y="214439"/>
                            <a:pt x="1936" y="214439"/>
                          </a:cubicBezTo>
                          <a:lnTo>
                            <a:pt x="120112" y="217296"/>
                          </a:lnTo>
                          <a:cubicBezTo>
                            <a:pt x="120112" y="217296"/>
                            <a:pt x="122010" y="209480"/>
                            <a:pt x="126345" y="197566"/>
                          </a:cubicBezTo>
                          <a:lnTo>
                            <a:pt x="126340" y="197556"/>
                          </a:lnTo>
                          <a:cubicBezTo>
                            <a:pt x="126340" y="197556"/>
                            <a:pt x="8507" y="197769"/>
                            <a:pt x="25249" y="139098"/>
                          </a:cubicBezTo>
                          <a:cubicBezTo>
                            <a:pt x="41991" y="80426"/>
                            <a:pt x="361802" y="40215"/>
                            <a:pt x="368814" y="28394"/>
                          </a:cubicBezTo>
                          <a:cubicBezTo>
                            <a:pt x="375236" y="17570"/>
                            <a:pt x="316448" y="2470"/>
                            <a:pt x="306486" y="0"/>
                          </a:cubicBezTo>
                          <a:close/>
                        </a:path>
                      </a:pathLst>
                    </a:custGeom>
                    <a:solidFill>
                      <a:srgbClr val="353535">
                        <a:alpha val="20000"/>
                      </a:srgbClr>
                    </a:solidFill>
                    <a:ln w="4839" cap="flat">
                      <a:noFill/>
                      <a:prstDash val="solid"/>
                      <a:miter/>
                    </a:ln>
                  </p:spPr>
                  <p:txBody>
                    <a:bodyPr rtlCol="0" anchor="ctr"/>
                    <a:lstStyle/>
                    <a:p>
                      <a:endParaRPr lang="vi-VN"/>
                    </a:p>
                  </p:txBody>
                </p:sp>
              </p:grpSp>
            </p:grpSp>
          </p:grpSp>
          <p:grpSp>
            <p:nvGrpSpPr>
              <p:cNvPr id="611" name="Graphic 1991">
                <a:extLst>
                  <a:ext uri="{FF2B5EF4-FFF2-40B4-BE49-F238E27FC236}">
                    <a16:creationId xmlns:a16="http://schemas.microsoft.com/office/drawing/2014/main" id="{34DA630B-B643-126A-92FD-05C2C1425ED0}"/>
                  </a:ext>
                </a:extLst>
              </p:cNvPr>
              <p:cNvGrpSpPr/>
              <p:nvPr/>
            </p:nvGrpSpPr>
            <p:grpSpPr>
              <a:xfrm>
                <a:off x="1156779" y="4395757"/>
                <a:ext cx="2126479" cy="1553684"/>
                <a:chOff x="1156779" y="4395757"/>
                <a:chExt cx="2126479" cy="1553684"/>
              </a:xfrm>
            </p:grpSpPr>
            <p:grpSp>
              <p:nvGrpSpPr>
                <p:cNvPr id="618" name="Graphic 1991">
                  <a:extLst>
                    <a:ext uri="{FF2B5EF4-FFF2-40B4-BE49-F238E27FC236}">
                      <a16:creationId xmlns:a16="http://schemas.microsoft.com/office/drawing/2014/main" id="{6DFBAB00-A7EE-AEB6-8C4D-8D948CD4A020}"/>
                    </a:ext>
                  </a:extLst>
                </p:cNvPr>
                <p:cNvGrpSpPr/>
                <p:nvPr/>
              </p:nvGrpSpPr>
              <p:grpSpPr>
                <a:xfrm>
                  <a:off x="1953521" y="4395757"/>
                  <a:ext cx="1283803" cy="1297535"/>
                  <a:chOff x="1953521" y="4395757"/>
                  <a:chExt cx="1283803" cy="1297535"/>
                </a:xfrm>
              </p:grpSpPr>
              <p:grpSp>
                <p:nvGrpSpPr>
                  <p:cNvPr id="749" name="Graphic 1991">
                    <a:extLst>
                      <a:ext uri="{FF2B5EF4-FFF2-40B4-BE49-F238E27FC236}">
                        <a16:creationId xmlns:a16="http://schemas.microsoft.com/office/drawing/2014/main" id="{AC116DEF-73C4-93A8-373E-0CEFD7CEAAC8}"/>
                      </a:ext>
                    </a:extLst>
                  </p:cNvPr>
                  <p:cNvGrpSpPr/>
                  <p:nvPr/>
                </p:nvGrpSpPr>
                <p:grpSpPr>
                  <a:xfrm>
                    <a:off x="1953521" y="5063152"/>
                    <a:ext cx="342516" cy="466632"/>
                    <a:chOff x="1953521" y="5063152"/>
                    <a:chExt cx="342516" cy="466632"/>
                  </a:xfrm>
                </p:grpSpPr>
                <p:sp>
                  <p:nvSpPr>
                    <p:cNvPr id="801" name="Freeform: Shape 800">
                      <a:extLst>
                        <a:ext uri="{FF2B5EF4-FFF2-40B4-BE49-F238E27FC236}">
                          <a16:creationId xmlns:a16="http://schemas.microsoft.com/office/drawing/2014/main" id="{910654F5-0CDE-ACDD-0862-22C8CBC9A9C2}"/>
                        </a:ext>
                      </a:extLst>
                    </p:cNvPr>
                    <p:cNvSpPr/>
                    <p:nvPr/>
                  </p:nvSpPr>
                  <p:spPr>
                    <a:xfrm>
                      <a:off x="1953521" y="5063157"/>
                      <a:ext cx="342516" cy="466627"/>
                    </a:xfrm>
                    <a:custGeom>
                      <a:avLst/>
                      <a:gdLst>
                        <a:gd name="connsiteX0" fmla="*/ 342380 w 342516"/>
                        <a:gd name="connsiteY0" fmla="*/ 74973 h 466627"/>
                        <a:gd name="connsiteX1" fmla="*/ 318132 w 342516"/>
                        <a:gd name="connsiteY1" fmla="*/ 121944 h 466627"/>
                        <a:gd name="connsiteX2" fmla="*/ 223283 w 342516"/>
                        <a:gd name="connsiteY2" fmla="*/ 272224 h 466627"/>
                        <a:gd name="connsiteX3" fmla="*/ 135210 w 342516"/>
                        <a:gd name="connsiteY3" fmla="*/ 392943 h 466627"/>
                        <a:gd name="connsiteX4" fmla="*/ 166007 w 342516"/>
                        <a:gd name="connsiteY4" fmla="*/ 448990 h 466627"/>
                        <a:gd name="connsiteX5" fmla="*/ 142601 w 342516"/>
                        <a:gd name="connsiteY5" fmla="*/ 440370 h 466627"/>
                        <a:gd name="connsiteX6" fmla="*/ 73003 w 342516"/>
                        <a:gd name="connsiteY6" fmla="*/ 433594 h 466627"/>
                        <a:gd name="connsiteX7" fmla="*/ 941 w 342516"/>
                        <a:gd name="connsiteY7" fmla="*/ 465005 h 466627"/>
                        <a:gd name="connsiteX8" fmla="*/ 12026 w 342516"/>
                        <a:gd name="connsiteY8" fmla="*/ 441600 h 466627"/>
                        <a:gd name="connsiteX9" fmla="*/ 20032 w 342516"/>
                        <a:gd name="connsiteY9" fmla="*/ 395408 h 466627"/>
                        <a:gd name="connsiteX10" fmla="*/ 81004 w 342516"/>
                        <a:gd name="connsiteY10" fmla="*/ 352912 h 466627"/>
                        <a:gd name="connsiteX11" fmla="*/ 182012 w 342516"/>
                        <a:gd name="connsiteY11" fmla="*/ 140425 h 466627"/>
                        <a:gd name="connsiteX12" fmla="*/ 248529 w 342516"/>
                        <a:gd name="connsiteY12" fmla="*/ 35106 h 466627"/>
                        <a:gd name="connsiteX13" fmla="*/ 264545 w 342516"/>
                        <a:gd name="connsiteY13" fmla="*/ 0 h 466627"/>
                        <a:gd name="connsiteX14" fmla="*/ 342380 w 342516"/>
                        <a:gd name="connsiteY14" fmla="*/ 74973 h 46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2516" h="466627">
                          <a:moveTo>
                            <a:pt x="342380" y="74973"/>
                          </a:moveTo>
                          <a:cubicBezTo>
                            <a:pt x="342380" y="74973"/>
                            <a:pt x="326752" y="100384"/>
                            <a:pt x="318132" y="121944"/>
                          </a:cubicBezTo>
                          <a:cubicBezTo>
                            <a:pt x="309506" y="143500"/>
                            <a:pt x="253460" y="227263"/>
                            <a:pt x="223283" y="272224"/>
                          </a:cubicBezTo>
                          <a:lnTo>
                            <a:pt x="135210" y="392943"/>
                          </a:lnTo>
                          <a:cubicBezTo>
                            <a:pt x="135210" y="392943"/>
                            <a:pt x="162926" y="430514"/>
                            <a:pt x="166007" y="448990"/>
                          </a:cubicBezTo>
                          <a:cubicBezTo>
                            <a:pt x="166007" y="448990"/>
                            <a:pt x="160335" y="459475"/>
                            <a:pt x="142601" y="440370"/>
                          </a:cubicBezTo>
                          <a:cubicBezTo>
                            <a:pt x="124866" y="421260"/>
                            <a:pt x="106264" y="417579"/>
                            <a:pt x="73003" y="433594"/>
                          </a:cubicBezTo>
                          <a:cubicBezTo>
                            <a:pt x="39747" y="449610"/>
                            <a:pt x="5871" y="473011"/>
                            <a:pt x="941" y="465005"/>
                          </a:cubicBezTo>
                          <a:cubicBezTo>
                            <a:pt x="-3984" y="457000"/>
                            <a:pt x="12026" y="441600"/>
                            <a:pt x="12026" y="441600"/>
                          </a:cubicBezTo>
                          <a:cubicBezTo>
                            <a:pt x="12026" y="441600"/>
                            <a:pt x="11411" y="410189"/>
                            <a:pt x="20032" y="395408"/>
                          </a:cubicBezTo>
                          <a:cubicBezTo>
                            <a:pt x="28657" y="380628"/>
                            <a:pt x="81004" y="352912"/>
                            <a:pt x="81004" y="352912"/>
                          </a:cubicBezTo>
                          <a:cubicBezTo>
                            <a:pt x="81004" y="352912"/>
                            <a:pt x="159222" y="188466"/>
                            <a:pt x="182012" y="140425"/>
                          </a:cubicBezTo>
                          <a:cubicBezTo>
                            <a:pt x="204803" y="92383"/>
                            <a:pt x="247914" y="37571"/>
                            <a:pt x="248529" y="35106"/>
                          </a:cubicBezTo>
                          <a:cubicBezTo>
                            <a:pt x="249145" y="32641"/>
                            <a:pt x="264545" y="0"/>
                            <a:pt x="264545" y="0"/>
                          </a:cubicBezTo>
                          <a:cubicBezTo>
                            <a:pt x="264545" y="0"/>
                            <a:pt x="346303" y="33547"/>
                            <a:pt x="342380" y="74973"/>
                          </a:cubicBezTo>
                          <a:close/>
                        </a:path>
                      </a:pathLst>
                    </a:custGeom>
                    <a:solidFill>
                      <a:srgbClr val="EEA786"/>
                    </a:solidFill>
                    <a:ln w="4839" cap="flat">
                      <a:noFill/>
                      <a:prstDash val="solid"/>
                      <a:miter/>
                    </a:ln>
                  </p:spPr>
                  <p:txBody>
                    <a:bodyPr rtlCol="0" anchor="ctr"/>
                    <a:lstStyle/>
                    <a:p>
                      <a:endParaRPr lang="vi-VN"/>
                    </a:p>
                  </p:txBody>
                </p:sp>
                <p:sp>
                  <p:nvSpPr>
                    <p:cNvPr id="802" name="Freeform: Shape 801">
                      <a:extLst>
                        <a:ext uri="{FF2B5EF4-FFF2-40B4-BE49-F238E27FC236}">
                          <a16:creationId xmlns:a16="http://schemas.microsoft.com/office/drawing/2014/main" id="{ADE0D54F-D3DD-DD7A-C3A1-45DC2A078E8D}"/>
                        </a:ext>
                      </a:extLst>
                    </p:cNvPr>
                    <p:cNvSpPr/>
                    <p:nvPr/>
                  </p:nvSpPr>
                  <p:spPr>
                    <a:xfrm>
                      <a:off x="2202220" y="5063152"/>
                      <a:ext cx="93813" cy="101420"/>
                    </a:xfrm>
                    <a:custGeom>
                      <a:avLst/>
                      <a:gdLst>
                        <a:gd name="connsiteX0" fmla="*/ 15846 w 93813"/>
                        <a:gd name="connsiteY0" fmla="*/ 0 h 101420"/>
                        <a:gd name="connsiteX1" fmla="*/ 0 w 93813"/>
                        <a:gd name="connsiteY1" fmla="*/ 34627 h 101420"/>
                        <a:gd name="connsiteX2" fmla="*/ 78915 w 93813"/>
                        <a:gd name="connsiteY2" fmla="*/ 101420 h 101420"/>
                        <a:gd name="connsiteX3" fmla="*/ 93676 w 93813"/>
                        <a:gd name="connsiteY3" fmla="*/ 74978 h 101420"/>
                        <a:gd name="connsiteX4" fmla="*/ 15846 w 93813"/>
                        <a:gd name="connsiteY4" fmla="*/ 0 h 101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813" h="101420">
                          <a:moveTo>
                            <a:pt x="15846" y="0"/>
                          </a:moveTo>
                          <a:cubicBezTo>
                            <a:pt x="15846" y="0"/>
                            <a:pt x="1622" y="30162"/>
                            <a:pt x="0" y="34627"/>
                          </a:cubicBezTo>
                          <a:cubicBezTo>
                            <a:pt x="35590" y="49494"/>
                            <a:pt x="65001" y="83293"/>
                            <a:pt x="78915" y="101420"/>
                          </a:cubicBezTo>
                          <a:cubicBezTo>
                            <a:pt x="86320" y="86945"/>
                            <a:pt x="93676" y="74978"/>
                            <a:pt x="93676" y="74978"/>
                          </a:cubicBezTo>
                          <a:cubicBezTo>
                            <a:pt x="97604" y="33552"/>
                            <a:pt x="15846" y="0"/>
                            <a:pt x="15846" y="0"/>
                          </a:cubicBezTo>
                          <a:close/>
                        </a:path>
                      </a:pathLst>
                    </a:custGeom>
                    <a:solidFill>
                      <a:srgbClr val="D87D68"/>
                    </a:solidFill>
                    <a:ln w="4839" cap="flat">
                      <a:noFill/>
                      <a:prstDash val="solid"/>
                      <a:miter/>
                    </a:ln>
                  </p:spPr>
                  <p:txBody>
                    <a:bodyPr rtlCol="0" anchor="ctr"/>
                    <a:lstStyle/>
                    <a:p>
                      <a:endParaRPr lang="vi-VN"/>
                    </a:p>
                  </p:txBody>
                </p:sp>
              </p:grpSp>
              <p:grpSp>
                <p:nvGrpSpPr>
                  <p:cNvPr id="750" name="Graphic 1991">
                    <a:extLst>
                      <a:ext uri="{FF2B5EF4-FFF2-40B4-BE49-F238E27FC236}">
                        <a16:creationId xmlns:a16="http://schemas.microsoft.com/office/drawing/2014/main" id="{654AC4CA-92AD-AF31-E79F-9D36FFA4E45A}"/>
                      </a:ext>
                    </a:extLst>
                  </p:cNvPr>
                  <p:cNvGrpSpPr/>
                  <p:nvPr/>
                </p:nvGrpSpPr>
                <p:grpSpPr>
                  <a:xfrm>
                    <a:off x="2761255" y="4939959"/>
                    <a:ext cx="476069" cy="473258"/>
                    <a:chOff x="2761255" y="4939959"/>
                    <a:chExt cx="476069" cy="473258"/>
                  </a:xfrm>
                </p:grpSpPr>
                <p:sp>
                  <p:nvSpPr>
                    <p:cNvPr id="799" name="Freeform: Shape 798">
                      <a:extLst>
                        <a:ext uri="{FF2B5EF4-FFF2-40B4-BE49-F238E27FC236}">
                          <a16:creationId xmlns:a16="http://schemas.microsoft.com/office/drawing/2014/main" id="{014B1C34-968F-D0C3-2513-70E06D527116}"/>
                        </a:ext>
                      </a:extLst>
                    </p:cNvPr>
                    <p:cNvSpPr/>
                    <p:nvPr/>
                  </p:nvSpPr>
                  <p:spPr>
                    <a:xfrm>
                      <a:off x="2761255" y="4939959"/>
                      <a:ext cx="476069" cy="473258"/>
                    </a:xfrm>
                    <a:custGeom>
                      <a:avLst/>
                      <a:gdLst>
                        <a:gd name="connsiteX0" fmla="*/ 392856 w 476069"/>
                        <a:gd name="connsiteY0" fmla="*/ 429512 h 473258"/>
                        <a:gd name="connsiteX1" fmla="*/ 413986 w 476069"/>
                        <a:gd name="connsiteY1" fmla="*/ 472861 h 473258"/>
                        <a:gd name="connsiteX2" fmla="*/ 351856 w 476069"/>
                        <a:gd name="connsiteY2" fmla="*/ 437832 h 473258"/>
                        <a:gd name="connsiteX3" fmla="*/ 302933 w 476069"/>
                        <a:gd name="connsiteY3" fmla="*/ 429507 h 473258"/>
                        <a:gd name="connsiteX4" fmla="*/ 281077 w 476069"/>
                        <a:gd name="connsiteY4" fmla="*/ 394914 h 473258"/>
                        <a:gd name="connsiteX5" fmla="*/ 88722 w 476069"/>
                        <a:gd name="connsiteY5" fmla="*/ 192428 h 473258"/>
                        <a:gd name="connsiteX6" fmla="*/ 46351 w 476069"/>
                        <a:gd name="connsiteY6" fmla="*/ 147379 h 473258"/>
                        <a:gd name="connsiteX7" fmla="*/ 0 w 476069"/>
                        <a:gd name="connsiteY7" fmla="*/ 98098 h 473258"/>
                        <a:gd name="connsiteX8" fmla="*/ 78160 w 476069"/>
                        <a:gd name="connsiteY8" fmla="*/ 0 h 473258"/>
                        <a:gd name="connsiteX9" fmla="*/ 124186 w 476069"/>
                        <a:gd name="connsiteY9" fmla="*/ 61800 h 473258"/>
                        <a:gd name="connsiteX10" fmla="*/ 174664 w 476069"/>
                        <a:gd name="connsiteY10" fmla="*/ 129538 h 473258"/>
                        <a:gd name="connsiteX11" fmla="*/ 350519 w 476069"/>
                        <a:gd name="connsiteY11" fmla="*/ 372007 h 473258"/>
                        <a:gd name="connsiteX12" fmla="*/ 474812 w 476069"/>
                        <a:gd name="connsiteY12" fmla="*/ 417128 h 473258"/>
                        <a:gd name="connsiteX13" fmla="*/ 392856 w 476069"/>
                        <a:gd name="connsiteY13" fmla="*/ 429512 h 47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6069" h="473258">
                          <a:moveTo>
                            <a:pt x="392856" y="429512"/>
                          </a:moveTo>
                          <a:cubicBezTo>
                            <a:pt x="392856" y="429512"/>
                            <a:pt x="421913" y="468085"/>
                            <a:pt x="413986" y="472861"/>
                          </a:cubicBezTo>
                          <a:cubicBezTo>
                            <a:pt x="406063" y="477636"/>
                            <a:pt x="351856" y="437832"/>
                            <a:pt x="351856" y="437832"/>
                          </a:cubicBezTo>
                          <a:cubicBezTo>
                            <a:pt x="351856" y="437832"/>
                            <a:pt x="325404" y="444849"/>
                            <a:pt x="302933" y="429507"/>
                          </a:cubicBezTo>
                          <a:cubicBezTo>
                            <a:pt x="280462" y="414165"/>
                            <a:pt x="281077" y="394914"/>
                            <a:pt x="281077" y="394914"/>
                          </a:cubicBezTo>
                          <a:lnTo>
                            <a:pt x="88722" y="192428"/>
                          </a:lnTo>
                          <a:lnTo>
                            <a:pt x="46351" y="147379"/>
                          </a:lnTo>
                          <a:lnTo>
                            <a:pt x="0" y="98098"/>
                          </a:lnTo>
                          <a:lnTo>
                            <a:pt x="78160" y="0"/>
                          </a:lnTo>
                          <a:lnTo>
                            <a:pt x="124186" y="61800"/>
                          </a:lnTo>
                          <a:lnTo>
                            <a:pt x="174664" y="129538"/>
                          </a:lnTo>
                          <a:lnTo>
                            <a:pt x="350519" y="372007"/>
                          </a:lnTo>
                          <a:cubicBezTo>
                            <a:pt x="350519" y="372007"/>
                            <a:pt x="461606" y="397626"/>
                            <a:pt x="474812" y="417128"/>
                          </a:cubicBezTo>
                          <a:cubicBezTo>
                            <a:pt x="488019" y="436641"/>
                            <a:pt x="392856" y="429512"/>
                            <a:pt x="392856" y="429512"/>
                          </a:cubicBezTo>
                          <a:close/>
                        </a:path>
                      </a:pathLst>
                    </a:custGeom>
                    <a:solidFill>
                      <a:srgbClr val="EEA786"/>
                    </a:solidFill>
                    <a:ln w="4839" cap="flat">
                      <a:noFill/>
                      <a:prstDash val="solid"/>
                      <a:miter/>
                    </a:ln>
                  </p:spPr>
                  <p:txBody>
                    <a:bodyPr rtlCol="0" anchor="ctr"/>
                    <a:lstStyle/>
                    <a:p>
                      <a:endParaRPr lang="vi-VN"/>
                    </a:p>
                  </p:txBody>
                </p:sp>
                <p:sp>
                  <p:nvSpPr>
                    <p:cNvPr id="800" name="Freeform: Shape 799">
                      <a:extLst>
                        <a:ext uri="{FF2B5EF4-FFF2-40B4-BE49-F238E27FC236}">
                          <a16:creationId xmlns:a16="http://schemas.microsoft.com/office/drawing/2014/main" id="{BFBA5507-52A2-2E73-84F2-75265412D0DE}"/>
                        </a:ext>
                      </a:extLst>
                    </p:cNvPr>
                    <p:cNvSpPr/>
                    <p:nvPr/>
                  </p:nvSpPr>
                  <p:spPr>
                    <a:xfrm>
                      <a:off x="2761255" y="4939964"/>
                      <a:ext cx="124186" cy="147379"/>
                    </a:xfrm>
                    <a:custGeom>
                      <a:avLst/>
                      <a:gdLst>
                        <a:gd name="connsiteX0" fmla="*/ 124186 w 124186"/>
                        <a:gd name="connsiteY0" fmla="*/ 61805 h 147379"/>
                        <a:gd name="connsiteX1" fmla="*/ 46351 w 124186"/>
                        <a:gd name="connsiteY1" fmla="*/ 147379 h 147379"/>
                        <a:gd name="connsiteX2" fmla="*/ 0 w 124186"/>
                        <a:gd name="connsiteY2" fmla="*/ 98098 h 147379"/>
                        <a:gd name="connsiteX3" fmla="*/ 78160 w 124186"/>
                        <a:gd name="connsiteY3" fmla="*/ 0 h 147379"/>
                        <a:gd name="connsiteX4" fmla="*/ 124186 w 124186"/>
                        <a:gd name="connsiteY4" fmla="*/ 61805 h 147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86" h="147379">
                          <a:moveTo>
                            <a:pt x="124186" y="61805"/>
                          </a:moveTo>
                          <a:cubicBezTo>
                            <a:pt x="101207" y="87279"/>
                            <a:pt x="65747" y="126467"/>
                            <a:pt x="46351" y="147379"/>
                          </a:cubicBezTo>
                          <a:lnTo>
                            <a:pt x="0" y="98098"/>
                          </a:lnTo>
                          <a:lnTo>
                            <a:pt x="78160" y="0"/>
                          </a:lnTo>
                          <a:lnTo>
                            <a:pt x="124186" y="61805"/>
                          </a:lnTo>
                          <a:close/>
                        </a:path>
                      </a:pathLst>
                    </a:custGeom>
                    <a:solidFill>
                      <a:srgbClr val="D87D68"/>
                    </a:solidFill>
                    <a:ln w="4839" cap="flat">
                      <a:noFill/>
                      <a:prstDash val="solid"/>
                      <a:miter/>
                    </a:ln>
                  </p:spPr>
                  <p:txBody>
                    <a:bodyPr rtlCol="0" anchor="ctr"/>
                    <a:lstStyle/>
                    <a:p>
                      <a:endParaRPr lang="vi-VN"/>
                    </a:p>
                  </p:txBody>
                </p:sp>
              </p:grpSp>
              <p:grpSp>
                <p:nvGrpSpPr>
                  <p:cNvPr id="751" name="Graphic 1991">
                    <a:extLst>
                      <a:ext uri="{FF2B5EF4-FFF2-40B4-BE49-F238E27FC236}">
                        <a16:creationId xmlns:a16="http://schemas.microsoft.com/office/drawing/2014/main" id="{FC7C54D2-5203-AA8D-B500-BF9421EBF7CE}"/>
                      </a:ext>
                    </a:extLst>
                  </p:cNvPr>
                  <p:cNvGrpSpPr/>
                  <p:nvPr/>
                </p:nvGrpSpPr>
                <p:grpSpPr>
                  <a:xfrm>
                    <a:off x="2362835" y="5272559"/>
                    <a:ext cx="442171" cy="420734"/>
                    <a:chOff x="2362835" y="5272559"/>
                    <a:chExt cx="442171" cy="420734"/>
                  </a:xfrm>
                </p:grpSpPr>
                <p:sp>
                  <p:nvSpPr>
                    <p:cNvPr id="789" name="Freeform: Shape 788">
                      <a:extLst>
                        <a:ext uri="{FF2B5EF4-FFF2-40B4-BE49-F238E27FC236}">
                          <a16:creationId xmlns:a16="http://schemas.microsoft.com/office/drawing/2014/main" id="{C15EDE58-ED6E-9828-1A51-BA6AA43CF8D1}"/>
                        </a:ext>
                      </a:extLst>
                    </p:cNvPr>
                    <p:cNvSpPr/>
                    <p:nvPr/>
                  </p:nvSpPr>
                  <p:spPr>
                    <a:xfrm>
                      <a:off x="2362835" y="5272559"/>
                      <a:ext cx="442171" cy="420734"/>
                    </a:xfrm>
                    <a:custGeom>
                      <a:avLst/>
                      <a:gdLst>
                        <a:gd name="connsiteX0" fmla="*/ 442171 w 442171"/>
                        <a:gd name="connsiteY0" fmla="*/ 420654 h 420734"/>
                        <a:gd name="connsiteX1" fmla="*/ 418833 w 442171"/>
                        <a:gd name="connsiteY1" fmla="*/ 419603 h 420734"/>
                        <a:gd name="connsiteX2" fmla="*/ 415831 w 442171"/>
                        <a:gd name="connsiteY2" fmla="*/ 419458 h 420734"/>
                        <a:gd name="connsiteX3" fmla="*/ 278365 w 442171"/>
                        <a:gd name="connsiteY3" fmla="*/ 413269 h 420734"/>
                        <a:gd name="connsiteX4" fmla="*/ 278186 w 442171"/>
                        <a:gd name="connsiteY4" fmla="*/ 412799 h 420734"/>
                        <a:gd name="connsiteX5" fmla="*/ 199523 w 442171"/>
                        <a:gd name="connsiteY5" fmla="*/ 226013 h 420734"/>
                        <a:gd name="connsiteX6" fmla="*/ 199561 w 442171"/>
                        <a:gd name="connsiteY6" fmla="*/ 226120 h 420734"/>
                        <a:gd name="connsiteX7" fmla="*/ 226628 w 442171"/>
                        <a:gd name="connsiteY7" fmla="*/ 420644 h 420734"/>
                        <a:gd name="connsiteX8" fmla="*/ 178722 w 442171"/>
                        <a:gd name="connsiteY8" fmla="*/ 415036 h 420734"/>
                        <a:gd name="connsiteX9" fmla="*/ 175972 w 442171"/>
                        <a:gd name="connsiteY9" fmla="*/ 414818 h 420734"/>
                        <a:gd name="connsiteX10" fmla="*/ 63006 w 442171"/>
                        <a:gd name="connsiteY10" fmla="*/ 408343 h 420734"/>
                        <a:gd name="connsiteX11" fmla="*/ 14916 w 442171"/>
                        <a:gd name="connsiteY11" fmla="*/ 157186 h 420734"/>
                        <a:gd name="connsiteX12" fmla="*/ 14480 w 442171"/>
                        <a:gd name="connsiteY12" fmla="*/ 154111 h 420734"/>
                        <a:gd name="connsiteX13" fmla="*/ 11148 w 442171"/>
                        <a:gd name="connsiteY13" fmla="*/ 130409 h 420734"/>
                        <a:gd name="connsiteX14" fmla="*/ 10785 w 442171"/>
                        <a:gd name="connsiteY14" fmla="*/ 127586 h 420734"/>
                        <a:gd name="connsiteX15" fmla="*/ 0 w 442171"/>
                        <a:gd name="connsiteY15" fmla="*/ 23880 h 420734"/>
                        <a:gd name="connsiteX16" fmla="*/ 374148 w 442171"/>
                        <a:gd name="connsiteY16" fmla="*/ 0 h 420734"/>
                        <a:gd name="connsiteX17" fmla="*/ 391732 w 442171"/>
                        <a:gd name="connsiteY17" fmla="*/ 104176 h 420734"/>
                        <a:gd name="connsiteX18" fmla="*/ 392241 w 442171"/>
                        <a:gd name="connsiteY18" fmla="*/ 106999 h 420734"/>
                        <a:gd name="connsiteX19" fmla="*/ 394338 w 442171"/>
                        <a:gd name="connsiteY19" fmla="*/ 119663 h 420734"/>
                        <a:gd name="connsiteX20" fmla="*/ 394808 w 442171"/>
                        <a:gd name="connsiteY20" fmla="*/ 122303 h 420734"/>
                        <a:gd name="connsiteX21" fmla="*/ 426180 w 442171"/>
                        <a:gd name="connsiteY21" fmla="*/ 311001 h 420734"/>
                        <a:gd name="connsiteX22" fmla="*/ 442171 w 442171"/>
                        <a:gd name="connsiteY22" fmla="*/ 420654 h 42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42171" h="420734">
                          <a:moveTo>
                            <a:pt x="442171" y="420654"/>
                          </a:moveTo>
                          <a:lnTo>
                            <a:pt x="418833" y="419603"/>
                          </a:lnTo>
                          <a:lnTo>
                            <a:pt x="415831" y="419458"/>
                          </a:lnTo>
                          <a:lnTo>
                            <a:pt x="278365" y="413269"/>
                          </a:lnTo>
                          <a:lnTo>
                            <a:pt x="278186" y="412799"/>
                          </a:lnTo>
                          <a:cubicBezTo>
                            <a:pt x="274641" y="403249"/>
                            <a:pt x="217432" y="249898"/>
                            <a:pt x="199523" y="226013"/>
                          </a:cubicBezTo>
                          <a:lnTo>
                            <a:pt x="199561" y="226120"/>
                          </a:lnTo>
                          <a:cubicBezTo>
                            <a:pt x="200428" y="231762"/>
                            <a:pt x="231476" y="425497"/>
                            <a:pt x="226628" y="420644"/>
                          </a:cubicBezTo>
                          <a:cubicBezTo>
                            <a:pt x="224928" y="418945"/>
                            <a:pt x="204554" y="416915"/>
                            <a:pt x="178722" y="415036"/>
                          </a:cubicBezTo>
                          <a:cubicBezTo>
                            <a:pt x="177817" y="414964"/>
                            <a:pt x="176877" y="414891"/>
                            <a:pt x="175972" y="414818"/>
                          </a:cubicBezTo>
                          <a:cubicBezTo>
                            <a:pt x="127882" y="411346"/>
                            <a:pt x="63006" y="408343"/>
                            <a:pt x="63006" y="408343"/>
                          </a:cubicBezTo>
                          <a:cubicBezTo>
                            <a:pt x="63006" y="408343"/>
                            <a:pt x="34418" y="291325"/>
                            <a:pt x="14916" y="157186"/>
                          </a:cubicBezTo>
                          <a:cubicBezTo>
                            <a:pt x="14771" y="156174"/>
                            <a:pt x="14626" y="155162"/>
                            <a:pt x="14480" y="154111"/>
                          </a:cubicBezTo>
                          <a:cubicBezTo>
                            <a:pt x="13323" y="146260"/>
                            <a:pt x="12238" y="138371"/>
                            <a:pt x="11148" y="130409"/>
                          </a:cubicBezTo>
                          <a:cubicBezTo>
                            <a:pt x="11042" y="129470"/>
                            <a:pt x="10930" y="128530"/>
                            <a:pt x="10785" y="127586"/>
                          </a:cubicBezTo>
                          <a:cubicBezTo>
                            <a:pt x="6228" y="93105"/>
                            <a:pt x="2426" y="58003"/>
                            <a:pt x="0" y="23880"/>
                          </a:cubicBezTo>
                          <a:lnTo>
                            <a:pt x="374148" y="0"/>
                          </a:lnTo>
                          <a:cubicBezTo>
                            <a:pt x="374148" y="0"/>
                            <a:pt x="381853" y="45518"/>
                            <a:pt x="391732" y="104176"/>
                          </a:cubicBezTo>
                          <a:cubicBezTo>
                            <a:pt x="391912" y="105115"/>
                            <a:pt x="392057" y="106059"/>
                            <a:pt x="392241" y="106999"/>
                          </a:cubicBezTo>
                          <a:cubicBezTo>
                            <a:pt x="392929" y="111159"/>
                            <a:pt x="393616" y="115392"/>
                            <a:pt x="394338" y="119663"/>
                          </a:cubicBezTo>
                          <a:cubicBezTo>
                            <a:pt x="394483" y="120530"/>
                            <a:pt x="394628" y="121402"/>
                            <a:pt x="394808" y="122303"/>
                          </a:cubicBezTo>
                          <a:cubicBezTo>
                            <a:pt x="405665" y="186926"/>
                            <a:pt x="418330" y="262659"/>
                            <a:pt x="426180" y="311001"/>
                          </a:cubicBezTo>
                          <a:cubicBezTo>
                            <a:pt x="442171" y="409583"/>
                            <a:pt x="442171" y="420654"/>
                            <a:pt x="442171" y="420654"/>
                          </a:cubicBezTo>
                          <a:close/>
                        </a:path>
                      </a:pathLst>
                    </a:custGeom>
                    <a:solidFill>
                      <a:srgbClr val="272C44"/>
                    </a:solidFill>
                    <a:ln w="4839" cap="flat">
                      <a:noFill/>
                      <a:prstDash val="solid"/>
                      <a:miter/>
                    </a:ln>
                  </p:spPr>
                  <p:txBody>
                    <a:bodyPr rtlCol="0" anchor="ctr"/>
                    <a:lstStyle/>
                    <a:p>
                      <a:endParaRPr lang="vi-VN"/>
                    </a:p>
                  </p:txBody>
                </p:sp>
                <p:grpSp>
                  <p:nvGrpSpPr>
                    <p:cNvPr id="790" name="Graphic 1991">
                      <a:extLst>
                        <a:ext uri="{FF2B5EF4-FFF2-40B4-BE49-F238E27FC236}">
                          <a16:creationId xmlns:a16="http://schemas.microsoft.com/office/drawing/2014/main" id="{7509C427-B2C1-6FD2-CC32-B752556F1BD1}"/>
                        </a:ext>
                      </a:extLst>
                    </p:cNvPr>
                    <p:cNvGrpSpPr/>
                    <p:nvPr/>
                  </p:nvGrpSpPr>
                  <p:grpSpPr>
                    <a:xfrm>
                      <a:off x="2362835" y="5286817"/>
                      <a:ext cx="418833" cy="405345"/>
                      <a:chOff x="2362835" y="5286817"/>
                      <a:chExt cx="418833" cy="405345"/>
                    </a:xfrm>
                  </p:grpSpPr>
                  <p:sp>
                    <p:nvSpPr>
                      <p:cNvPr id="791" name="Freeform: Shape 790">
                        <a:extLst>
                          <a:ext uri="{FF2B5EF4-FFF2-40B4-BE49-F238E27FC236}">
                            <a16:creationId xmlns:a16="http://schemas.microsoft.com/office/drawing/2014/main" id="{A8C47DCB-9E28-C458-04E7-C6DAA07643D9}"/>
                          </a:ext>
                        </a:extLst>
                      </p:cNvPr>
                      <p:cNvSpPr/>
                      <p:nvPr/>
                    </p:nvSpPr>
                    <p:spPr>
                      <a:xfrm>
                        <a:off x="2362835" y="5286817"/>
                        <a:ext cx="306322" cy="395921"/>
                      </a:xfrm>
                      <a:custGeom>
                        <a:avLst/>
                        <a:gdLst>
                          <a:gd name="connsiteX0" fmla="*/ 150948 w 306322"/>
                          <a:gd name="connsiteY0" fmla="*/ 0 h 395921"/>
                          <a:gd name="connsiteX1" fmla="*/ 0 w 306322"/>
                          <a:gd name="connsiteY1" fmla="*/ 9637 h 395921"/>
                          <a:gd name="connsiteX2" fmla="*/ 10785 w 306322"/>
                          <a:gd name="connsiteY2" fmla="*/ 113343 h 395921"/>
                          <a:gd name="connsiteX3" fmla="*/ 11148 w 306322"/>
                          <a:gd name="connsiteY3" fmla="*/ 116167 h 395921"/>
                          <a:gd name="connsiteX4" fmla="*/ 14480 w 306322"/>
                          <a:gd name="connsiteY4" fmla="*/ 139868 h 395921"/>
                          <a:gd name="connsiteX5" fmla="*/ 14916 w 306322"/>
                          <a:gd name="connsiteY5" fmla="*/ 142943 h 395921"/>
                          <a:gd name="connsiteX6" fmla="*/ 63006 w 306322"/>
                          <a:gd name="connsiteY6" fmla="*/ 394100 h 395921"/>
                          <a:gd name="connsiteX7" fmla="*/ 99308 w 306322"/>
                          <a:gd name="connsiteY7" fmla="*/ 395921 h 395921"/>
                          <a:gd name="connsiteX8" fmla="*/ 141311 w 306322"/>
                          <a:gd name="connsiteY8" fmla="*/ 89337 h 395921"/>
                          <a:gd name="connsiteX9" fmla="*/ 306323 w 306322"/>
                          <a:gd name="connsiteY9" fmla="*/ 25013 h 395921"/>
                          <a:gd name="connsiteX10" fmla="*/ 150948 w 306322"/>
                          <a:gd name="connsiteY10" fmla="*/ 0 h 39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6322" h="395921">
                            <a:moveTo>
                              <a:pt x="150948" y="0"/>
                            </a:moveTo>
                            <a:lnTo>
                              <a:pt x="0" y="9637"/>
                            </a:lnTo>
                            <a:cubicBezTo>
                              <a:pt x="2426" y="43760"/>
                              <a:pt x="6223" y="78857"/>
                              <a:pt x="10785" y="113343"/>
                            </a:cubicBezTo>
                            <a:cubicBezTo>
                              <a:pt x="10930" y="114283"/>
                              <a:pt x="11037" y="115222"/>
                              <a:pt x="11148" y="116167"/>
                            </a:cubicBezTo>
                            <a:cubicBezTo>
                              <a:pt x="12233" y="124128"/>
                              <a:pt x="13318" y="132017"/>
                              <a:pt x="14480" y="139868"/>
                            </a:cubicBezTo>
                            <a:cubicBezTo>
                              <a:pt x="14626" y="140919"/>
                              <a:pt x="14771" y="141931"/>
                              <a:pt x="14916" y="142943"/>
                            </a:cubicBezTo>
                            <a:cubicBezTo>
                              <a:pt x="34418" y="277077"/>
                              <a:pt x="63006" y="394100"/>
                              <a:pt x="63006" y="394100"/>
                            </a:cubicBezTo>
                            <a:cubicBezTo>
                              <a:pt x="63006" y="394100"/>
                              <a:pt x="78198" y="394803"/>
                              <a:pt x="99308" y="395921"/>
                            </a:cubicBezTo>
                            <a:cubicBezTo>
                              <a:pt x="77806" y="310149"/>
                              <a:pt x="50550" y="83104"/>
                              <a:pt x="141311" y="89337"/>
                            </a:cubicBezTo>
                            <a:cubicBezTo>
                              <a:pt x="242116" y="96257"/>
                              <a:pt x="302855" y="26699"/>
                              <a:pt x="306323" y="25013"/>
                            </a:cubicBezTo>
                            <a:cubicBezTo>
                              <a:pt x="306308" y="25004"/>
                              <a:pt x="231796" y="13003"/>
                              <a:pt x="150948" y="0"/>
                            </a:cubicBezTo>
                            <a:close/>
                          </a:path>
                        </a:pathLst>
                      </a:custGeom>
                      <a:solidFill>
                        <a:srgbClr val="272C44">
                          <a:alpha val="20000"/>
                        </a:srgbClr>
                      </a:solidFill>
                      <a:ln w="4839" cap="flat">
                        <a:noFill/>
                        <a:prstDash val="solid"/>
                        <a:miter/>
                      </a:ln>
                    </p:spPr>
                    <p:txBody>
                      <a:bodyPr rtlCol="0" anchor="ctr"/>
                      <a:lstStyle/>
                      <a:p>
                        <a:endParaRPr lang="vi-VN"/>
                      </a:p>
                    </p:txBody>
                  </p:sp>
                  <p:grpSp>
                    <p:nvGrpSpPr>
                      <p:cNvPr id="792" name="Graphic 1991">
                        <a:extLst>
                          <a:ext uri="{FF2B5EF4-FFF2-40B4-BE49-F238E27FC236}">
                            <a16:creationId xmlns:a16="http://schemas.microsoft.com/office/drawing/2014/main" id="{779C3373-F39B-E89F-4A67-C9DDFAFA4936}"/>
                          </a:ext>
                        </a:extLst>
                      </p:cNvPr>
                      <p:cNvGrpSpPr/>
                      <p:nvPr/>
                    </p:nvGrpSpPr>
                    <p:grpSpPr>
                      <a:xfrm>
                        <a:off x="2373615" y="5316039"/>
                        <a:ext cx="408053" cy="376123"/>
                        <a:chOff x="2373615" y="5316039"/>
                        <a:chExt cx="408053" cy="376123"/>
                      </a:xfrm>
                      <a:solidFill>
                        <a:srgbClr val="17202F"/>
                      </a:solidFill>
                    </p:grpSpPr>
                    <p:sp>
                      <p:nvSpPr>
                        <p:cNvPr id="794" name="Freeform: Shape 793">
                          <a:extLst>
                            <a:ext uri="{FF2B5EF4-FFF2-40B4-BE49-F238E27FC236}">
                              <a16:creationId xmlns:a16="http://schemas.microsoft.com/office/drawing/2014/main" id="{3F3CE9B1-E39B-B0E4-AF49-E93D6B30BB53}"/>
                            </a:ext>
                          </a:extLst>
                        </p:cNvPr>
                        <p:cNvSpPr/>
                        <p:nvPr/>
                      </p:nvSpPr>
                      <p:spPr>
                        <a:xfrm>
                          <a:off x="2485183" y="5345004"/>
                          <a:ext cx="77057" cy="342601"/>
                        </a:xfrm>
                        <a:custGeom>
                          <a:avLst/>
                          <a:gdLst>
                            <a:gd name="connsiteX0" fmla="*/ 75906 w 77057"/>
                            <a:gd name="connsiteY0" fmla="*/ 157554 h 342601"/>
                            <a:gd name="connsiteX1" fmla="*/ 45188 w 77057"/>
                            <a:gd name="connsiteY1" fmla="*/ 147026 h 342601"/>
                            <a:gd name="connsiteX2" fmla="*/ 39468 w 77057"/>
                            <a:gd name="connsiteY2" fmla="*/ 141054 h 342601"/>
                            <a:gd name="connsiteX3" fmla="*/ 41459 w 77057"/>
                            <a:gd name="connsiteY3" fmla="*/ 165119 h 342601"/>
                            <a:gd name="connsiteX4" fmla="*/ 43449 w 77057"/>
                            <a:gd name="connsiteY4" fmla="*/ 192002 h 342601"/>
                            <a:gd name="connsiteX5" fmla="*/ 50578 w 77057"/>
                            <a:gd name="connsiteY5" fmla="*/ 286443 h 342601"/>
                            <a:gd name="connsiteX6" fmla="*/ 56365 w 77057"/>
                            <a:gd name="connsiteY6" fmla="*/ 342601 h 342601"/>
                            <a:gd name="connsiteX7" fmla="*/ 53614 w 77057"/>
                            <a:gd name="connsiteY7" fmla="*/ 342383 h 342601"/>
                            <a:gd name="connsiteX8" fmla="*/ 51987 w 77057"/>
                            <a:gd name="connsiteY8" fmla="*/ 328271 h 342601"/>
                            <a:gd name="connsiteX9" fmla="*/ 44025 w 77057"/>
                            <a:gd name="connsiteY9" fmla="*/ 234266 h 342601"/>
                            <a:gd name="connsiteX10" fmla="*/ 40659 w 77057"/>
                            <a:gd name="connsiteY10" fmla="*/ 187188 h 342601"/>
                            <a:gd name="connsiteX11" fmla="*/ 38960 w 77057"/>
                            <a:gd name="connsiteY11" fmla="*/ 163089 h 342601"/>
                            <a:gd name="connsiteX12" fmla="*/ 37512 w 77057"/>
                            <a:gd name="connsiteY12" fmla="*/ 138483 h 342601"/>
                            <a:gd name="connsiteX13" fmla="*/ 18585 w 77057"/>
                            <a:gd name="connsiteY13" fmla="*/ 82973 h 342601"/>
                            <a:gd name="connsiteX14" fmla="*/ 23 w 77057"/>
                            <a:gd name="connsiteY14" fmla="*/ 833 h 342601"/>
                            <a:gd name="connsiteX15" fmla="*/ 1432 w 77057"/>
                            <a:gd name="connsiteY15" fmla="*/ 470 h 342601"/>
                            <a:gd name="connsiteX16" fmla="*/ 12324 w 77057"/>
                            <a:gd name="connsiteY16" fmla="*/ 44216 h 342601"/>
                            <a:gd name="connsiteX17" fmla="*/ 21152 w 77057"/>
                            <a:gd name="connsiteY17" fmla="*/ 83259 h 342601"/>
                            <a:gd name="connsiteX18" fmla="*/ 29690 w 77057"/>
                            <a:gd name="connsiteY18" fmla="*/ 117164 h 342601"/>
                            <a:gd name="connsiteX19" fmla="*/ 47420 w 77057"/>
                            <a:gd name="connsiteY19" fmla="*/ 145316 h 342601"/>
                            <a:gd name="connsiteX20" fmla="*/ 61823 w 77057"/>
                            <a:gd name="connsiteY20" fmla="*/ 153496 h 342601"/>
                            <a:gd name="connsiteX21" fmla="*/ 59799 w 77057"/>
                            <a:gd name="connsiteY21" fmla="*/ 137466 h 342601"/>
                            <a:gd name="connsiteX22" fmla="*/ 57702 w 77057"/>
                            <a:gd name="connsiteY22" fmla="*/ 120530 h 342601"/>
                            <a:gd name="connsiteX23" fmla="*/ 37294 w 77057"/>
                            <a:gd name="connsiteY23" fmla="*/ 1555 h 342601"/>
                            <a:gd name="connsiteX24" fmla="*/ 39066 w 77057"/>
                            <a:gd name="connsiteY24" fmla="*/ 1085 h 342601"/>
                            <a:gd name="connsiteX25" fmla="*/ 46195 w 77057"/>
                            <a:gd name="connsiteY25" fmla="*/ 34375 h 342601"/>
                            <a:gd name="connsiteX26" fmla="*/ 56578 w 77057"/>
                            <a:gd name="connsiteY26" fmla="*/ 94151 h 342601"/>
                            <a:gd name="connsiteX27" fmla="*/ 60850 w 77057"/>
                            <a:gd name="connsiteY27" fmla="*/ 124041 h 342601"/>
                            <a:gd name="connsiteX28" fmla="*/ 62733 w 77057"/>
                            <a:gd name="connsiteY28" fmla="*/ 139020 h 342601"/>
                            <a:gd name="connsiteX29" fmla="*/ 64143 w 77057"/>
                            <a:gd name="connsiteY29" fmla="*/ 154183 h 342601"/>
                            <a:gd name="connsiteX30" fmla="*/ 69969 w 77057"/>
                            <a:gd name="connsiteY30" fmla="*/ 155089 h 342601"/>
                            <a:gd name="connsiteX31" fmla="*/ 64758 w 77057"/>
                            <a:gd name="connsiteY31" fmla="*/ 128167 h 342601"/>
                            <a:gd name="connsiteX32" fmla="*/ 52312 w 77057"/>
                            <a:gd name="connsiteY32" fmla="*/ 3114 h 342601"/>
                            <a:gd name="connsiteX33" fmla="*/ 53866 w 77057"/>
                            <a:gd name="connsiteY33" fmla="*/ 2862 h 342601"/>
                            <a:gd name="connsiteX34" fmla="*/ 58714 w 77057"/>
                            <a:gd name="connsiteY34" fmla="*/ 36947 h 342601"/>
                            <a:gd name="connsiteX35" fmla="*/ 65010 w 77057"/>
                            <a:gd name="connsiteY35" fmla="*/ 97521 h 342601"/>
                            <a:gd name="connsiteX36" fmla="*/ 67107 w 77057"/>
                            <a:gd name="connsiteY36" fmla="*/ 127301 h 342601"/>
                            <a:gd name="connsiteX37" fmla="*/ 72206 w 77057"/>
                            <a:gd name="connsiteY37" fmla="*/ 154150 h 342601"/>
                            <a:gd name="connsiteX38" fmla="*/ 72458 w 77057"/>
                            <a:gd name="connsiteY38" fmla="*/ 155128 h 342601"/>
                            <a:gd name="connsiteX39" fmla="*/ 75785 w 77057"/>
                            <a:gd name="connsiteY39" fmla="*/ 154949 h 342601"/>
                            <a:gd name="connsiteX40" fmla="*/ 75906 w 77057"/>
                            <a:gd name="connsiteY40" fmla="*/ 157554 h 342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7057" h="342601">
                              <a:moveTo>
                                <a:pt x="75906" y="157554"/>
                              </a:moveTo>
                              <a:cubicBezTo>
                                <a:pt x="64690" y="159472"/>
                                <a:pt x="53546" y="154513"/>
                                <a:pt x="45188" y="147026"/>
                              </a:cubicBezTo>
                              <a:cubicBezTo>
                                <a:pt x="43091" y="145180"/>
                                <a:pt x="41207" y="143156"/>
                                <a:pt x="39468" y="141054"/>
                              </a:cubicBezTo>
                              <a:cubicBezTo>
                                <a:pt x="40374" y="149050"/>
                                <a:pt x="40843" y="157118"/>
                                <a:pt x="41459" y="165119"/>
                              </a:cubicBezTo>
                              <a:cubicBezTo>
                                <a:pt x="42146" y="174093"/>
                                <a:pt x="42800" y="183033"/>
                                <a:pt x="43449" y="192002"/>
                              </a:cubicBezTo>
                              <a:cubicBezTo>
                                <a:pt x="45730" y="223480"/>
                                <a:pt x="47900" y="254998"/>
                                <a:pt x="50578" y="286443"/>
                              </a:cubicBezTo>
                              <a:cubicBezTo>
                                <a:pt x="52171" y="305224"/>
                                <a:pt x="54123" y="323932"/>
                                <a:pt x="56365" y="342601"/>
                              </a:cubicBezTo>
                              <a:cubicBezTo>
                                <a:pt x="55459" y="342529"/>
                                <a:pt x="54520" y="342456"/>
                                <a:pt x="53614" y="342383"/>
                              </a:cubicBezTo>
                              <a:cubicBezTo>
                                <a:pt x="53038" y="337681"/>
                                <a:pt x="52491" y="332974"/>
                                <a:pt x="51987" y="328271"/>
                              </a:cubicBezTo>
                              <a:cubicBezTo>
                                <a:pt x="48549" y="297005"/>
                                <a:pt x="46268" y="265638"/>
                                <a:pt x="44025" y="234266"/>
                              </a:cubicBezTo>
                              <a:cubicBezTo>
                                <a:pt x="42902" y="218599"/>
                                <a:pt x="41783" y="202893"/>
                                <a:pt x="40659" y="187188"/>
                              </a:cubicBezTo>
                              <a:cubicBezTo>
                                <a:pt x="40078" y="179153"/>
                                <a:pt x="39502" y="171124"/>
                                <a:pt x="38960" y="163089"/>
                              </a:cubicBezTo>
                              <a:cubicBezTo>
                                <a:pt x="38417" y="154910"/>
                                <a:pt x="37623" y="146696"/>
                                <a:pt x="37512" y="138483"/>
                              </a:cubicBezTo>
                              <a:cubicBezTo>
                                <a:pt x="26078" y="122816"/>
                                <a:pt x="22605" y="101866"/>
                                <a:pt x="18585" y="82973"/>
                              </a:cubicBezTo>
                              <a:cubicBezTo>
                                <a:pt x="12726" y="55509"/>
                                <a:pt x="6173" y="28225"/>
                                <a:pt x="23" y="833"/>
                              </a:cubicBezTo>
                              <a:cubicBezTo>
                                <a:pt x="-195" y="0"/>
                                <a:pt x="1219" y="-358"/>
                                <a:pt x="1432" y="470"/>
                              </a:cubicBezTo>
                              <a:cubicBezTo>
                                <a:pt x="5340" y="14979"/>
                                <a:pt x="8885" y="29600"/>
                                <a:pt x="12324" y="44216"/>
                              </a:cubicBezTo>
                              <a:cubicBezTo>
                                <a:pt x="15399" y="57204"/>
                                <a:pt x="18329" y="70198"/>
                                <a:pt x="21152" y="83259"/>
                              </a:cubicBezTo>
                              <a:cubicBezTo>
                                <a:pt x="23651" y="94621"/>
                                <a:pt x="25821" y="106161"/>
                                <a:pt x="29690" y="117164"/>
                              </a:cubicBezTo>
                              <a:cubicBezTo>
                                <a:pt x="33453" y="127838"/>
                                <a:pt x="38916" y="137935"/>
                                <a:pt x="47420" y="145316"/>
                              </a:cubicBezTo>
                              <a:cubicBezTo>
                                <a:pt x="51726" y="149006"/>
                                <a:pt x="56612" y="151830"/>
                                <a:pt x="61823" y="153496"/>
                              </a:cubicBezTo>
                              <a:cubicBezTo>
                                <a:pt x="60520" y="148357"/>
                                <a:pt x="60414" y="142677"/>
                                <a:pt x="59799" y="137466"/>
                              </a:cubicBezTo>
                              <a:cubicBezTo>
                                <a:pt x="59150" y="131819"/>
                                <a:pt x="58423" y="126177"/>
                                <a:pt x="57702" y="120530"/>
                              </a:cubicBezTo>
                              <a:cubicBezTo>
                                <a:pt x="52529" y="80547"/>
                                <a:pt x="45255" y="41034"/>
                                <a:pt x="37294" y="1555"/>
                              </a:cubicBezTo>
                              <a:cubicBezTo>
                                <a:pt x="37076" y="358"/>
                                <a:pt x="38814" y="-145"/>
                                <a:pt x="39066" y="1085"/>
                              </a:cubicBezTo>
                              <a:cubicBezTo>
                                <a:pt x="41672" y="12122"/>
                                <a:pt x="43987" y="23231"/>
                                <a:pt x="46195" y="34375"/>
                              </a:cubicBezTo>
                              <a:cubicBezTo>
                                <a:pt x="50103" y="54202"/>
                                <a:pt x="53542" y="74140"/>
                                <a:pt x="56578" y="94151"/>
                              </a:cubicBezTo>
                              <a:cubicBezTo>
                                <a:pt x="58099" y="104103"/>
                                <a:pt x="59508" y="114050"/>
                                <a:pt x="60850" y="124041"/>
                              </a:cubicBezTo>
                              <a:cubicBezTo>
                                <a:pt x="61499" y="129034"/>
                                <a:pt x="62118" y="134027"/>
                                <a:pt x="62733" y="139020"/>
                              </a:cubicBezTo>
                              <a:cubicBezTo>
                                <a:pt x="63348" y="143941"/>
                                <a:pt x="64433" y="149186"/>
                                <a:pt x="64143" y="154183"/>
                              </a:cubicBezTo>
                              <a:cubicBezTo>
                                <a:pt x="66022" y="154653"/>
                                <a:pt x="67978" y="154944"/>
                                <a:pt x="69969" y="155089"/>
                              </a:cubicBezTo>
                              <a:cubicBezTo>
                                <a:pt x="64651" y="147563"/>
                                <a:pt x="65266" y="137035"/>
                                <a:pt x="64758" y="128167"/>
                              </a:cubicBezTo>
                              <a:cubicBezTo>
                                <a:pt x="62404" y="86301"/>
                                <a:pt x="57992" y="44656"/>
                                <a:pt x="52312" y="3114"/>
                              </a:cubicBezTo>
                              <a:cubicBezTo>
                                <a:pt x="52166" y="2063"/>
                                <a:pt x="53721" y="1811"/>
                                <a:pt x="53866" y="2862"/>
                              </a:cubicBezTo>
                              <a:cubicBezTo>
                                <a:pt x="55677" y="14190"/>
                                <a:pt x="57266" y="25551"/>
                                <a:pt x="58714" y="36947"/>
                              </a:cubicBezTo>
                              <a:cubicBezTo>
                                <a:pt x="61247" y="57064"/>
                                <a:pt x="63382" y="77254"/>
                                <a:pt x="65010" y="97521"/>
                              </a:cubicBezTo>
                              <a:cubicBezTo>
                                <a:pt x="65804" y="107435"/>
                                <a:pt x="66491" y="117353"/>
                                <a:pt x="67107" y="127301"/>
                              </a:cubicBezTo>
                              <a:cubicBezTo>
                                <a:pt x="67615" y="136056"/>
                                <a:pt x="66816" y="146730"/>
                                <a:pt x="72206" y="154150"/>
                              </a:cubicBezTo>
                              <a:cubicBezTo>
                                <a:pt x="72424" y="154474"/>
                                <a:pt x="72497" y="154799"/>
                                <a:pt x="72458" y="155128"/>
                              </a:cubicBezTo>
                              <a:cubicBezTo>
                                <a:pt x="73543" y="155128"/>
                                <a:pt x="74666" y="155055"/>
                                <a:pt x="75785" y="154949"/>
                              </a:cubicBezTo>
                              <a:cubicBezTo>
                                <a:pt x="77461" y="154769"/>
                                <a:pt x="77461" y="157302"/>
                                <a:pt x="75906" y="157554"/>
                              </a:cubicBezTo>
                              <a:close/>
                            </a:path>
                          </a:pathLst>
                        </a:custGeom>
                        <a:solidFill>
                          <a:srgbClr val="17202F"/>
                        </a:solidFill>
                        <a:ln w="4839" cap="flat">
                          <a:noFill/>
                          <a:prstDash val="solid"/>
                          <a:miter/>
                        </a:ln>
                      </p:spPr>
                      <p:txBody>
                        <a:bodyPr rtlCol="0" anchor="ctr"/>
                        <a:lstStyle/>
                        <a:p>
                          <a:endParaRPr lang="vi-VN"/>
                        </a:p>
                      </p:txBody>
                    </p:sp>
                    <p:sp>
                      <p:nvSpPr>
                        <p:cNvPr id="795" name="Freeform: Shape 794">
                          <a:extLst>
                            <a:ext uri="{FF2B5EF4-FFF2-40B4-BE49-F238E27FC236}">
                              <a16:creationId xmlns:a16="http://schemas.microsoft.com/office/drawing/2014/main" id="{EF05669E-5514-6A18-0743-C03ABC721561}"/>
                            </a:ext>
                          </a:extLst>
                        </p:cNvPr>
                        <p:cNvSpPr/>
                        <p:nvPr/>
                      </p:nvSpPr>
                      <p:spPr>
                        <a:xfrm>
                          <a:off x="2653307" y="5316039"/>
                          <a:ext cx="101764" cy="64180"/>
                        </a:xfrm>
                        <a:custGeom>
                          <a:avLst/>
                          <a:gdLst>
                            <a:gd name="connsiteX0" fmla="*/ 101764 w 101764"/>
                            <a:gd name="connsiteY0" fmla="*/ 63529 h 64180"/>
                            <a:gd name="connsiteX1" fmla="*/ 84504 w 101764"/>
                            <a:gd name="connsiteY1" fmla="*/ 63965 h 64180"/>
                            <a:gd name="connsiteX2" fmla="*/ 66338 w 101764"/>
                            <a:gd name="connsiteY2" fmla="*/ 63893 h 64180"/>
                            <a:gd name="connsiteX3" fmla="*/ 38656 w 101764"/>
                            <a:gd name="connsiteY3" fmla="*/ 53727 h 64180"/>
                            <a:gd name="connsiteX4" fmla="*/ 83 w 101764"/>
                            <a:gd name="connsiteY4" fmla="*/ 1439 h 64180"/>
                            <a:gd name="connsiteX5" fmla="*/ 1855 w 101764"/>
                            <a:gd name="connsiteY5" fmla="*/ 426 h 64180"/>
                            <a:gd name="connsiteX6" fmla="*/ 20563 w 101764"/>
                            <a:gd name="connsiteY6" fmla="*/ 31978 h 64180"/>
                            <a:gd name="connsiteX7" fmla="*/ 41514 w 101764"/>
                            <a:gd name="connsiteY7" fmla="*/ 52352 h 64180"/>
                            <a:gd name="connsiteX8" fmla="*/ 71583 w 101764"/>
                            <a:gd name="connsiteY8" fmla="*/ 61253 h 64180"/>
                            <a:gd name="connsiteX9" fmla="*/ 101256 w 101764"/>
                            <a:gd name="connsiteY9" fmla="*/ 60711 h 64180"/>
                            <a:gd name="connsiteX10" fmla="*/ 101764 w 101764"/>
                            <a:gd name="connsiteY10" fmla="*/ 63529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4" h="64180">
                              <a:moveTo>
                                <a:pt x="101764" y="63529"/>
                              </a:moveTo>
                              <a:cubicBezTo>
                                <a:pt x="96011" y="63709"/>
                                <a:pt x="90224" y="63820"/>
                                <a:pt x="84504" y="63965"/>
                              </a:cubicBezTo>
                              <a:cubicBezTo>
                                <a:pt x="78460" y="64111"/>
                                <a:pt x="72382" y="64401"/>
                                <a:pt x="66338" y="63893"/>
                              </a:cubicBezTo>
                              <a:cubicBezTo>
                                <a:pt x="56313" y="63026"/>
                                <a:pt x="46943" y="59442"/>
                                <a:pt x="38656" y="53727"/>
                              </a:cubicBezTo>
                              <a:cubicBezTo>
                                <a:pt x="20636" y="41315"/>
                                <a:pt x="9057" y="20907"/>
                                <a:pt x="83" y="1439"/>
                              </a:cubicBezTo>
                              <a:cubicBezTo>
                                <a:pt x="-387" y="388"/>
                                <a:pt x="1274" y="-586"/>
                                <a:pt x="1855" y="426"/>
                              </a:cubicBezTo>
                              <a:cubicBezTo>
                                <a:pt x="7933" y="11066"/>
                                <a:pt x="13255" y="22065"/>
                                <a:pt x="20563" y="31978"/>
                              </a:cubicBezTo>
                              <a:cubicBezTo>
                                <a:pt x="26389" y="39867"/>
                                <a:pt x="33261" y="46996"/>
                                <a:pt x="41514" y="52352"/>
                              </a:cubicBezTo>
                              <a:cubicBezTo>
                                <a:pt x="50667" y="58285"/>
                                <a:pt x="60725" y="61035"/>
                                <a:pt x="71583" y="61253"/>
                              </a:cubicBezTo>
                              <a:cubicBezTo>
                                <a:pt x="81463" y="61432"/>
                                <a:pt x="91376" y="60963"/>
                                <a:pt x="101256" y="60711"/>
                              </a:cubicBezTo>
                              <a:cubicBezTo>
                                <a:pt x="101440" y="61646"/>
                                <a:pt x="101585" y="62590"/>
                                <a:pt x="101764" y="63529"/>
                              </a:cubicBezTo>
                              <a:close/>
                            </a:path>
                          </a:pathLst>
                        </a:custGeom>
                        <a:solidFill>
                          <a:srgbClr val="17202F"/>
                        </a:solidFill>
                        <a:ln w="4839" cap="flat">
                          <a:noFill/>
                          <a:prstDash val="solid"/>
                          <a:miter/>
                        </a:ln>
                      </p:spPr>
                      <p:txBody>
                        <a:bodyPr rtlCol="0" anchor="ctr"/>
                        <a:lstStyle/>
                        <a:p>
                          <a:endParaRPr lang="vi-VN"/>
                        </a:p>
                      </p:txBody>
                    </p:sp>
                    <p:sp>
                      <p:nvSpPr>
                        <p:cNvPr id="796" name="Freeform: Shape 795">
                          <a:extLst>
                            <a:ext uri="{FF2B5EF4-FFF2-40B4-BE49-F238E27FC236}">
                              <a16:creationId xmlns:a16="http://schemas.microsoft.com/office/drawing/2014/main" id="{92700A9D-8FF2-1FAE-4C21-F9A2A72634C9}"/>
                            </a:ext>
                          </a:extLst>
                        </p:cNvPr>
                        <p:cNvSpPr/>
                        <p:nvPr/>
                      </p:nvSpPr>
                      <p:spPr>
                        <a:xfrm>
                          <a:off x="2638122" y="5321132"/>
                          <a:ext cx="143546" cy="371030"/>
                        </a:xfrm>
                        <a:custGeom>
                          <a:avLst/>
                          <a:gdLst>
                            <a:gd name="connsiteX0" fmla="*/ 143547 w 143546"/>
                            <a:gd name="connsiteY0" fmla="*/ 371030 h 371030"/>
                            <a:gd name="connsiteX1" fmla="*/ 140544 w 143546"/>
                            <a:gd name="connsiteY1" fmla="*/ 370885 h 371030"/>
                            <a:gd name="connsiteX2" fmla="*/ 136273 w 143546"/>
                            <a:gd name="connsiteY2" fmla="*/ 351852 h 371030"/>
                            <a:gd name="connsiteX3" fmla="*/ 129217 w 143546"/>
                            <a:gd name="connsiteY3" fmla="*/ 317511 h 371030"/>
                            <a:gd name="connsiteX4" fmla="*/ 100271 w 143546"/>
                            <a:gd name="connsiteY4" fmla="*/ 193543 h 371030"/>
                            <a:gd name="connsiteX5" fmla="*/ 83916 w 143546"/>
                            <a:gd name="connsiteY5" fmla="*/ 132028 h 371030"/>
                            <a:gd name="connsiteX6" fmla="*/ 75267 w 143546"/>
                            <a:gd name="connsiteY6" fmla="*/ 101378 h 371030"/>
                            <a:gd name="connsiteX7" fmla="*/ 66656 w 143546"/>
                            <a:gd name="connsiteY7" fmla="*/ 70732 h 371030"/>
                            <a:gd name="connsiteX8" fmla="*/ 66690 w 143546"/>
                            <a:gd name="connsiteY8" fmla="*/ 70587 h 371030"/>
                            <a:gd name="connsiteX9" fmla="*/ 41110 w 143546"/>
                            <a:gd name="connsiteY9" fmla="*/ 56944 h 371030"/>
                            <a:gd name="connsiteX10" fmla="*/ 76 w 143546"/>
                            <a:gd name="connsiteY10" fmla="*/ 1294 h 371030"/>
                            <a:gd name="connsiteX11" fmla="*/ 1921 w 143546"/>
                            <a:gd name="connsiteY11" fmla="*/ 607 h 371030"/>
                            <a:gd name="connsiteX12" fmla="*/ 20702 w 143546"/>
                            <a:gd name="connsiteY12" fmla="*/ 32846 h 371030"/>
                            <a:gd name="connsiteX13" fmla="*/ 44655 w 143546"/>
                            <a:gd name="connsiteY13" fmla="*/ 56329 h 371030"/>
                            <a:gd name="connsiteX14" fmla="*/ 61697 w 143546"/>
                            <a:gd name="connsiteY14" fmla="*/ 66209 h 371030"/>
                            <a:gd name="connsiteX15" fmla="*/ 79461 w 143546"/>
                            <a:gd name="connsiteY15" fmla="*/ 70441 h 371030"/>
                            <a:gd name="connsiteX16" fmla="*/ 118683 w 143546"/>
                            <a:gd name="connsiteY16" fmla="*/ 71090 h 371030"/>
                            <a:gd name="connsiteX17" fmla="*/ 119046 w 143546"/>
                            <a:gd name="connsiteY17" fmla="*/ 71090 h 371030"/>
                            <a:gd name="connsiteX18" fmla="*/ 119516 w 143546"/>
                            <a:gd name="connsiteY18" fmla="*/ 73730 h 371030"/>
                            <a:gd name="connsiteX19" fmla="*/ 113293 w 143546"/>
                            <a:gd name="connsiteY19" fmla="*/ 73947 h 371030"/>
                            <a:gd name="connsiteX20" fmla="*/ 74322 w 143546"/>
                            <a:gd name="connsiteY20" fmla="*/ 72393 h 371030"/>
                            <a:gd name="connsiteX21" fmla="*/ 68278 w 143546"/>
                            <a:gd name="connsiteY21" fmla="*/ 71018 h 371030"/>
                            <a:gd name="connsiteX22" fmla="*/ 78444 w 143546"/>
                            <a:gd name="connsiteY22" fmla="*/ 104308 h 371030"/>
                            <a:gd name="connsiteX23" fmla="*/ 88071 w 143546"/>
                            <a:gd name="connsiteY23" fmla="*/ 138285 h 371030"/>
                            <a:gd name="connsiteX24" fmla="*/ 118974 w 143546"/>
                            <a:gd name="connsiteY24" fmla="*/ 259828 h 371030"/>
                            <a:gd name="connsiteX25" fmla="*/ 132544 w 143546"/>
                            <a:gd name="connsiteY25" fmla="*/ 321018 h 371030"/>
                            <a:gd name="connsiteX26" fmla="*/ 138839 w 143546"/>
                            <a:gd name="connsiteY26" fmla="*/ 351630 h 371030"/>
                            <a:gd name="connsiteX27" fmla="*/ 143547 w 143546"/>
                            <a:gd name="connsiteY27" fmla="*/ 371030 h 37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3546" h="371030">
                              <a:moveTo>
                                <a:pt x="143547" y="371030"/>
                              </a:moveTo>
                              <a:lnTo>
                                <a:pt x="140544" y="370885"/>
                              </a:lnTo>
                              <a:cubicBezTo>
                                <a:pt x="138229" y="364807"/>
                                <a:pt x="137469" y="357824"/>
                                <a:pt x="136273" y="351852"/>
                              </a:cubicBezTo>
                              <a:cubicBezTo>
                                <a:pt x="133992" y="340384"/>
                                <a:pt x="131643" y="328950"/>
                                <a:pt x="129217" y="317511"/>
                              </a:cubicBezTo>
                              <a:cubicBezTo>
                                <a:pt x="120422" y="276008"/>
                                <a:pt x="110799" y="234683"/>
                                <a:pt x="100271" y="193543"/>
                              </a:cubicBezTo>
                              <a:cubicBezTo>
                                <a:pt x="95026" y="172990"/>
                                <a:pt x="89597" y="152475"/>
                                <a:pt x="83916" y="132028"/>
                              </a:cubicBezTo>
                              <a:cubicBezTo>
                                <a:pt x="81093" y="121786"/>
                                <a:pt x="78163" y="111582"/>
                                <a:pt x="75267" y="101378"/>
                              </a:cubicBezTo>
                              <a:cubicBezTo>
                                <a:pt x="72371" y="91174"/>
                                <a:pt x="69189" y="81008"/>
                                <a:pt x="66656" y="70732"/>
                              </a:cubicBezTo>
                              <a:cubicBezTo>
                                <a:pt x="66656" y="70659"/>
                                <a:pt x="66690" y="70625"/>
                                <a:pt x="66690" y="70587"/>
                              </a:cubicBezTo>
                              <a:cubicBezTo>
                                <a:pt x="57353" y="67802"/>
                                <a:pt x="48960" y="63133"/>
                                <a:pt x="41110" y="56944"/>
                              </a:cubicBezTo>
                              <a:cubicBezTo>
                                <a:pt x="22765" y="42469"/>
                                <a:pt x="8473" y="23112"/>
                                <a:pt x="76" y="1294"/>
                              </a:cubicBezTo>
                              <a:cubicBezTo>
                                <a:pt x="-394" y="98"/>
                                <a:pt x="1451" y="-551"/>
                                <a:pt x="1921" y="607"/>
                              </a:cubicBezTo>
                              <a:cubicBezTo>
                                <a:pt x="6662" y="12152"/>
                                <a:pt x="12992" y="23039"/>
                                <a:pt x="20702" y="32846"/>
                              </a:cubicBezTo>
                              <a:cubicBezTo>
                                <a:pt x="27613" y="41641"/>
                                <a:pt x="35681" y="49597"/>
                                <a:pt x="44655" y="56329"/>
                              </a:cubicBezTo>
                              <a:cubicBezTo>
                                <a:pt x="49900" y="60271"/>
                                <a:pt x="55546" y="63782"/>
                                <a:pt x="61697" y="66209"/>
                              </a:cubicBezTo>
                              <a:cubicBezTo>
                                <a:pt x="67416" y="68417"/>
                                <a:pt x="73422" y="69681"/>
                                <a:pt x="79461" y="70441"/>
                              </a:cubicBezTo>
                              <a:cubicBezTo>
                                <a:pt x="92415" y="72035"/>
                                <a:pt x="105661" y="71633"/>
                                <a:pt x="118683" y="71090"/>
                              </a:cubicBezTo>
                              <a:lnTo>
                                <a:pt x="119046" y="71090"/>
                              </a:lnTo>
                              <a:cubicBezTo>
                                <a:pt x="119192" y="71957"/>
                                <a:pt x="119337" y="72829"/>
                                <a:pt x="119516" y="73730"/>
                              </a:cubicBezTo>
                              <a:cubicBezTo>
                                <a:pt x="117453" y="73836"/>
                                <a:pt x="115356" y="73909"/>
                                <a:pt x="113293" y="73947"/>
                              </a:cubicBezTo>
                              <a:cubicBezTo>
                                <a:pt x="100338" y="74311"/>
                                <a:pt x="87093" y="74635"/>
                                <a:pt x="74322" y="72393"/>
                              </a:cubicBezTo>
                              <a:cubicBezTo>
                                <a:pt x="72259" y="72030"/>
                                <a:pt x="70235" y="71560"/>
                                <a:pt x="68278" y="71018"/>
                              </a:cubicBezTo>
                              <a:cubicBezTo>
                                <a:pt x="72075" y="81982"/>
                                <a:pt x="75189" y="93164"/>
                                <a:pt x="78444" y="104308"/>
                              </a:cubicBezTo>
                              <a:cubicBezTo>
                                <a:pt x="81771" y="115596"/>
                                <a:pt x="84919" y="126924"/>
                                <a:pt x="88071" y="138285"/>
                              </a:cubicBezTo>
                              <a:cubicBezTo>
                                <a:pt x="99181" y="178559"/>
                                <a:pt x="109491" y="219084"/>
                                <a:pt x="118974" y="259828"/>
                              </a:cubicBezTo>
                              <a:cubicBezTo>
                                <a:pt x="123676" y="280163"/>
                                <a:pt x="128238" y="300571"/>
                                <a:pt x="132544" y="321018"/>
                              </a:cubicBezTo>
                              <a:cubicBezTo>
                                <a:pt x="134679" y="331222"/>
                                <a:pt x="136815" y="341426"/>
                                <a:pt x="138839" y="351630"/>
                              </a:cubicBezTo>
                              <a:cubicBezTo>
                                <a:pt x="140142" y="358148"/>
                                <a:pt x="141086" y="364880"/>
                                <a:pt x="143547" y="371030"/>
                              </a:cubicBezTo>
                              <a:close/>
                            </a:path>
                          </a:pathLst>
                        </a:custGeom>
                        <a:solidFill>
                          <a:srgbClr val="17202F"/>
                        </a:solidFill>
                        <a:ln w="4839" cap="flat">
                          <a:noFill/>
                          <a:prstDash val="solid"/>
                          <a:miter/>
                        </a:ln>
                      </p:spPr>
                      <p:txBody>
                        <a:bodyPr rtlCol="0" anchor="ctr"/>
                        <a:lstStyle/>
                        <a:p>
                          <a:endParaRPr lang="vi-VN"/>
                        </a:p>
                      </p:txBody>
                    </p:sp>
                    <p:sp>
                      <p:nvSpPr>
                        <p:cNvPr id="797" name="Freeform: Shape 796">
                          <a:extLst>
                            <a:ext uri="{FF2B5EF4-FFF2-40B4-BE49-F238E27FC236}">
                              <a16:creationId xmlns:a16="http://schemas.microsoft.com/office/drawing/2014/main" id="{39ED344B-E969-A758-A441-3961206CD7DF}"/>
                            </a:ext>
                          </a:extLst>
                        </p:cNvPr>
                        <p:cNvSpPr/>
                        <p:nvPr/>
                      </p:nvSpPr>
                      <p:spPr>
                        <a:xfrm>
                          <a:off x="2373615" y="5318877"/>
                          <a:ext cx="32919" cy="84101"/>
                        </a:xfrm>
                        <a:custGeom>
                          <a:avLst/>
                          <a:gdLst>
                            <a:gd name="connsiteX0" fmla="*/ 32893 w 32919"/>
                            <a:gd name="connsiteY0" fmla="*/ 1094 h 84101"/>
                            <a:gd name="connsiteX1" fmla="*/ 27464 w 32919"/>
                            <a:gd name="connsiteY1" fmla="*/ 25773 h 84101"/>
                            <a:gd name="connsiteX2" fmla="*/ 14655 w 32919"/>
                            <a:gd name="connsiteY2" fmla="*/ 67059 h 84101"/>
                            <a:gd name="connsiteX3" fmla="*/ 1158 w 32919"/>
                            <a:gd name="connsiteY3" fmla="*/ 83452 h 84101"/>
                            <a:gd name="connsiteX4" fmla="*/ 363 w 32919"/>
                            <a:gd name="connsiteY4" fmla="*/ 84101 h 84101"/>
                            <a:gd name="connsiteX5" fmla="*/ 0 w 32919"/>
                            <a:gd name="connsiteY5" fmla="*/ 81278 h 84101"/>
                            <a:gd name="connsiteX6" fmla="*/ 2170 w 32919"/>
                            <a:gd name="connsiteY6" fmla="*/ 79321 h 84101"/>
                            <a:gd name="connsiteX7" fmla="*/ 21711 w 32919"/>
                            <a:gd name="connsiteY7" fmla="*/ 41760 h 84101"/>
                            <a:gd name="connsiteX8" fmla="*/ 26234 w 32919"/>
                            <a:gd name="connsiteY8" fmla="*/ 20698 h 84101"/>
                            <a:gd name="connsiteX9" fmla="*/ 31154 w 32919"/>
                            <a:gd name="connsiteY9" fmla="*/ 615 h 84101"/>
                            <a:gd name="connsiteX10" fmla="*/ 32893 w 32919"/>
                            <a:gd name="connsiteY10" fmla="*/ 1094 h 8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919" h="84101">
                              <a:moveTo>
                                <a:pt x="32893" y="1094"/>
                              </a:moveTo>
                              <a:cubicBezTo>
                                <a:pt x="31048" y="9308"/>
                                <a:pt x="29091" y="17487"/>
                                <a:pt x="27464" y="25773"/>
                              </a:cubicBezTo>
                              <a:cubicBezTo>
                                <a:pt x="24713" y="39886"/>
                                <a:pt x="21817" y="54395"/>
                                <a:pt x="14655" y="67059"/>
                              </a:cubicBezTo>
                              <a:cubicBezTo>
                                <a:pt x="11144" y="73248"/>
                                <a:pt x="6586" y="78856"/>
                                <a:pt x="1158" y="83452"/>
                              </a:cubicBezTo>
                              <a:cubicBezTo>
                                <a:pt x="906" y="83670"/>
                                <a:pt x="649" y="83888"/>
                                <a:pt x="363" y="84101"/>
                              </a:cubicBezTo>
                              <a:cubicBezTo>
                                <a:pt x="257" y="83162"/>
                                <a:pt x="145" y="82222"/>
                                <a:pt x="0" y="81278"/>
                              </a:cubicBezTo>
                              <a:cubicBezTo>
                                <a:pt x="727" y="80663"/>
                                <a:pt x="1448" y="80009"/>
                                <a:pt x="2170" y="79321"/>
                              </a:cubicBezTo>
                              <a:cubicBezTo>
                                <a:pt x="12737" y="69224"/>
                                <a:pt x="18234" y="55693"/>
                                <a:pt x="21711" y="41760"/>
                              </a:cubicBezTo>
                              <a:cubicBezTo>
                                <a:pt x="23483" y="34776"/>
                                <a:pt x="24786" y="27720"/>
                                <a:pt x="26234" y="20698"/>
                              </a:cubicBezTo>
                              <a:cubicBezTo>
                                <a:pt x="27571" y="14005"/>
                                <a:pt x="28840" y="7056"/>
                                <a:pt x="31154" y="615"/>
                              </a:cubicBezTo>
                              <a:cubicBezTo>
                                <a:pt x="31552" y="-427"/>
                                <a:pt x="33145" y="-63"/>
                                <a:pt x="32893" y="1094"/>
                              </a:cubicBezTo>
                              <a:close/>
                            </a:path>
                          </a:pathLst>
                        </a:custGeom>
                        <a:solidFill>
                          <a:srgbClr val="17202F"/>
                        </a:solidFill>
                        <a:ln w="4839" cap="flat">
                          <a:noFill/>
                          <a:prstDash val="solid"/>
                          <a:miter/>
                        </a:ln>
                      </p:spPr>
                      <p:txBody>
                        <a:bodyPr rtlCol="0" anchor="ctr"/>
                        <a:lstStyle/>
                        <a:p>
                          <a:endParaRPr lang="vi-VN"/>
                        </a:p>
                      </p:txBody>
                    </p:sp>
                    <p:sp>
                      <p:nvSpPr>
                        <p:cNvPr id="798" name="Freeform: Shape 797">
                          <a:extLst>
                            <a:ext uri="{FF2B5EF4-FFF2-40B4-BE49-F238E27FC236}">
                              <a16:creationId xmlns:a16="http://schemas.microsoft.com/office/drawing/2014/main" id="{4E4EF9DD-30E2-AD9E-3013-B4EEC863B7F2}"/>
                            </a:ext>
                          </a:extLst>
                        </p:cNvPr>
                        <p:cNvSpPr/>
                        <p:nvPr/>
                      </p:nvSpPr>
                      <p:spPr>
                        <a:xfrm>
                          <a:off x="2377306" y="5322540"/>
                          <a:ext cx="32630" cy="107215"/>
                        </a:xfrm>
                        <a:custGeom>
                          <a:avLst/>
                          <a:gdLst>
                            <a:gd name="connsiteX0" fmla="*/ 31411 w 32630"/>
                            <a:gd name="connsiteY0" fmla="*/ 30431 h 107215"/>
                            <a:gd name="connsiteX1" fmla="*/ 16611 w 32630"/>
                            <a:gd name="connsiteY1" fmla="*/ 80875 h 107215"/>
                            <a:gd name="connsiteX2" fmla="*/ 3405 w 32630"/>
                            <a:gd name="connsiteY2" fmla="*/ 103598 h 107215"/>
                            <a:gd name="connsiteX3" fmla="*/ 436 w 32630"/>
                            <a:gd name="connsiteY3" fmla="*/ 107215 h 107215"/>
                            <a:gd name="connsiteX4" fmla="*/ 0 w 32630"/>
                            <a:gd name="connsiteY4" fmla="*/ 104140 h 107215"/>
                            <a:gd name="connsiteX5" fmla="*/ 5211 w 32630"/>
                            <a:gd name="connsiteY5" fmla="*/ 96721 h 107215"/>
                            <a:gd name="connsiteX6" fmla="*/ 30539 w 32630"/>
                            <a:gd name="connsiteY6" fmla="*/ 798 h 107215"/>
                            <a:gd name="connsiteX7" fmla="*/ 32239 w 32630"/>
                            <a:gd name="connsiteY7" fmla="*/ 832 h 107215"/>
                            <a:gd name="connsiteX8" fmla="*/ 31411 w 32630"/>
                            <a:gd name="connsiteY8" fmla="*/ 30431 h 107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30" h="107215">
                              <a:moveTo>
                                <a:pt x="31411" y="30431"/>
                              </a:moveTo>
                              <a:cubicBezTo>
                                <a:pt x="29169" y="47909"/>
                                <a:pt x="24176" y="64951"/>
                                <a:pt x="16611" y="80875"/>
                              </a:cubicBezTo>
                              <a:cubicBezTo>
                                <a:pt x="12882" y="88725"/>
                                <a:pt x="8615" y="96580"/>
                                <a:pt x="3405" y="103598"/>
                              </a:cubicBezTo>
                              <a:cubicBezTo>
                                <a:pt x="2465" y="104862"/>
                                <a:pt x="1526" y="106058"/>
                                <a:pt x="436" y="107215"/>
                              </a:cubicBezTo>
                              <a:cubicBezTo>
                                <a:pt x="291" y="106203"/>
                                <a:pt x="145" y="105191"/>
                                <a:pt x="0" y="104140"/>
                              </a:cubicBezTo>
                              <a:cubicBezTo>
                                <a:pt x="1918" y="101825"/>
                                <a:pt x="3584" y="99292"/>
                                <a:pt x="5211" y="96721"/>
                              </a:cubicBezTo>
                              <a:cubicBezTo>
                                <a:pt x="23338" y="68099"/>
                                <a:pt x="31590" y="34519"/>
                                <a:pt x="30539" y="798"/>
                              </a:cubicBezTo>
                              <a:cubicBezTo>
                                <a:pt x="30500" y="-326"/>
                                <a:pt x="32167" y="-215"/>
                                <a:pt x="32239" y="832"/>
                              </a:cubicBezTo>
                              <a:cubicBezTo>
                                <a:pt x="32965" y="10711"/>
                                <a:pt x="32675" y="20629"/>
                                <a:pt x="31411" y="30431"/>
                              </a:cubicBezTo>
                              <a:close/>
                            </a:path>
                          </a:pathLst>
                        </a:custGeom>
                        <a:solidFill>
                          <a:srgbClr val="17202F"/>
                        </a:solidFill>
                        <a:ln w="4839" cap="flat">
                          <a:noFill/>
                          <a:prstDash val="solid"/>
                          <a:miter/>
                        </a:ln>
                      </p:spPr>
                      <p:txBody>
                        <a:bodyPr rtlCol="0" anchor="ctr"/>
                        <a:lstStyle/>
                        <a:p>
                          <a:endParaRPr lang="vi-VN"/>
                        </a:p>
                      </p:txBody>
                    </p:sp>
                  </p:grpSp>
                  <p:sp>
                    <p:nvSpPr>
                      <p:cNvPr id="793" name="Freeform: Shape 792">
                        <a:extLst>
                          <a:ext uri="{FF2B5EF4-FFF2-40B4-BE49-F238E27FC236}">
                            <a16:creationId xmlns:a16="http://schemas.microsoft.com/office/drawing/2014/main" id="{24B88529-96EC-F8A6-07B3-7BA5EAE1E6FE}"/>
                          </a:ext>
                        </a:extLst>
                      </p:cNvPr>
                      <p:cNvSpPr/>
                      <p:nvPr/>
                    </p:nvSpPr>
                    <p:spPr>
                      <a:xfrm>
                        <a:off x="2562358" y="5498577"/>
                        <a:ext cx="147519" cy="189028"/>
                      </a:xfrm>
                      <a:custGeom>
                        <a:avLst/>
                        <a:gdLst>
                          <a:gd name="connsiteX0" fmla="*/ 147520 w 147519"/>
                          <a:gd name="connsiteY0" fmla="*/ 189028 h 189028"/>
                          <a:gd name="connsiteX1" fmla="*/ 78842 w 147519"/>
                          <a:gd name="connsiteY1" fmla="*/ 187256 h 189028"/>
                          <a:gd name="connsiteX2" fmla="*/ 78663 w 147519"/>
                          <a:gd name="connsiteY2" fmla="*/ 186786 h 189028"/>
                          <a:gd name="connsiteX3" fmla="*/ 0 w 147519"/>
                          <a:gd name="connsiteY3" fmla="*/ 0 h 189028"/>
                          <a:gd name="connsiteX4" fmla="*/ 147520 w 147519"/>
                          <a:gd name="connsiteY4" fmla="*/ 189028 h 189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519" h="189028">
                            <a:moveTo>
                              <a:pt x="147520" y="189028"/>
                            </a:moveTo>
                            <a:lnTo>
                              <a:pt x="78842" y="187256"/>
                            </a:lnTo>
                            <a:lnTo>
                              <a:pt x="78663" y="186786"/>
                            </a:lnTo>
                            <a:cubicBezTo>
                              <a:pt x="75118" y="177236"/>
                              <a:pt x="17909" y="23885"/>
                              <a:pt x="0" y="0"/>
                            </a:cubicBezTo>
                            <a:lnTo>
                              <a:pt x="147520" y="189028"/>
                            </a:lnTo>
                            <a:close/>
                          </a:path>
                        </a:pathLst>
                      </a:custGeom>
                      <a:solidFill>
                        <a:srgbClr val="272C44">
                          <a:alpha val="20000"/>
                        </a:srgbClr>
                      </a:solidFill>
                      <a:ln w="4839" cap="flat">
                        <a:noFill/>
                        <a:prstDash val="solid"/>
                        <a:miter/>
                      </a:ln>
                    </p:spPr>
                    <p:txBody>
                      <a:bodyPr rtlCol="0" anchor="ctr"/>
                      <a:lstStyle/>
                      <a:p>
                        <a:endParaRPr lang="vi-VN"/>
                      </a:p>
                    </p:txBody>
                  </p:sp>
                </p:grpSp>
              </p:grpSp>
              <p:grpSp>
                <p:nvGrpSpPr>
                  <p:cNvPr id="752" name="Graphic 1991">
                    <a:extLst>
                      <a:ext uri="{FF2B5EF4-FFF2-40B4-BE49-F238E27FC236}">
                        <a16:creationId xmlns:a16="http://schemas.microsoft.com/office/drawing/2014/main" id="{A227D599-D752-7533-9CBB-CBBB8EF06358}"/>
                      </a:ext>
                    </a:extLst>
                  </p:cNvPr>
                  <p:cNvGrpSpPr/>
                  <p:nvPr/>
                </p:nvGrpSpPr>
                <p:grpSpPr>
                  <a:xfrm>
                    <a:off x="2205751" y="4661904"/>
                    <a:ext cx="676252" cy="687896"/>
                    <a:chOff x="2205751" y="4661904"/>
                    <a:chExt cx="676252" cy="687896"/>
                  </a:xfrm>
                </p:grpSpPr>
                <p:sp>
                  <p:nvSpPr>
                    <p:cNvPr id="781" name="Freeform: Shape 780">
                      <a:extLst>
                        <a:ext uri="{FF2B5EF4-FFF2-40B4-BE49-F238E27FC236}">
                          <a16:creationId xmlns:a16="http://schemas.microsoft.com/office/drawing/2014/main" id="{A2307757-AD14-71CB-B0DE-EEE0B4B258E4}"/>
                        </a:ext>
                      </a:extLst>
                    </p:cNvPr>
                    <p:cNvSpPr/>
                    <p:nvPr/>
                  </p:nvSpPr>
                  <p:spPr>
                    <a:xfrm>
                      <a:off x="2205756" y="4665783"/>
                      <a:ext cx="676247" cy="684017"/>
                    </a:xfrm>
                    <a:custGeom>
                      <a:avLst/>
                      <a:gdLst>
                        <a:gd name="connsiteX0" fmla="*/ 676248 w 676247"/>
                        <a:gd name="connsiteY0" fmla="*/ 306531 h 684017"/>
                        <a:gd name="connsiteX1" fmla="*/ 606738 w 676247"/>
                        <a:gd name="connsiteY1" fmla="*/ 390478 h 684017"/>
                        <a:gd name="connsiteX2" fmla="*/ 578334 w 676247"/>
                        <a:gd name="connsiteY2" fmla="*/ 424780 h 684017"/>
                        <a:gd name="connsiteX3" fmla="*/ 520258 w 676247"/>
                        <a:gd name="connsiteY3" fmla="*/ 364423 h 684017"/>
                        <a:gd name="connsiteX4" fmla="*/ 508136 w 676247"/>
                        <a:gd name="connsiteY4" fmla="*/ 351866 h 684017"/>
                        <a:gd name="connsiteX5" fmla="*/ 508098 w 676247"/>
                        <a:gd name="connsiteY5" fmla="*/ 351793 h 684017"/>
                        <a:gd name="connsiteX6" fmla="*/ 509909 w 676247"/>
                        <a:gd name="connsiteY6" fmla="*/ 362394 h 684017"/>
                        <a:gd name="connsiteX7" fmla="*/ 531222 w 676247"/>
                        <a:gd name="connsiteY7" fmla="*/ 606781 h 684017"/>
                        <a:gd name="connsiteX8" fmla="*/ 527460 w 676247"/>
                        <a:gd name="connsiteY8" fmla="*/ 609353 h 684017"/>
                        <a:gd name="connsiteX9" fmla="*/ 365823 w 676247"/>
                        <a:gd name="connsiteY9" fmla="*/ 679769 h 684017"/>
                        <a:gd name="connsiteX10" fmla="*/ 149660 w 676247"/>
                        <a:gd name="connsiteY10" fmla="*/ 624332 h 684017"/>
                        <a:gd name="connsiteX11" fmla="*/ 142894 w 676247"/>
                        <a:gd name="connsiteY11" fmla="*/ 404150 h 684017"/>
                        <a:gd name="connsiteX12" fmla="*/ 142894 w 676247"/>
                        <a:gd name="connsiteY12" fmla="*/ 404111 h 684017"/>
                        <a:gd name="connsiteX13" fmla="*/ 142280 w 676247"/>
                        <a:gd name="connsiteY13" fmla="*/ 384424 h 684017"/>
                        <a:gd name="connsiteX14" fmla="*/ 135950 w 676247"/>
                        <a:gd name="connsiteY14" fmla="*/ 399370 h 684017"/>
                        <a:gd name="connsiteX15" fmla="*/ 135911 w 676247"/>
                        <a:gd name="connsiteY15" fmla="*/ 399442 h 684017"/>
                        <a:gd name="connsiteX16" fmla="*/ 99182 w 676247"/>
                        <a:gd name="connsiteY16" fmla="*/ 485777 h 684017"/>
                        <a:gd name="connsiteX17" fmla="*/ 69292 w 676247"/>
                        <a:gd name="connsiteY17" fmla="*/ 445648 h 684017"/>
                        <a:gd name="connsiteX18" fmla="*/ 0 w 676247"/>
                        <a:gd name="connsiteY18" fmla="*/ 405375 h 684017"/>
                        <a:gd name="connsiteX19" fmla="*/ 48957 w 676247"/>
                        <a:gd name="connsiteY19" fmla="*/ 258465 h 684017"/>
                        <a:gd name="connsiteX20" fmla="*/ 137645 w 676247"/>
                        <a:gd name="connsiteY20" fmla="*/ 86625 h 684017"/>
                        <a:gd name="connsiteX21" fmla="*/ 310677 w 676247"/>
                        <a:gd name="connsiteY21" fmla="*/ 0 h 684017"/>
                        <a:gd name="connsiteX22" fmla="*/ 497932 w 676247"/>
                        <a:gd name="connsiteY22" fmla="*/ 77399 h 684017"/>
                        <a:gd name="connsiteX23" fmla="*/ 676248 w 676247"/>
                        <a:gd name="connsiteY23" fmla="*/ 306531 h 68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6247" h="684017">
                          <a:moveTo>
                            <a:pt x="676248" y="306531"/>
                          </a:moveTo>
                          <a:lnTo>
                            <a:pt x="606738" y="390478"/>
                          </a:lnTo>
                          <a:lnTo>
                            <a:pt x="578334" y="424780"/>
                          </a:lnTo>
                          <a:lnTo>
                            <a:pt x="520258" y="364423"/>
                          </a:lnTo>
                          <a:lnTo>
                            <a:pt x="508136" y="351866"/>
                          </a:lnTo>
                          <a:cubicBezTo>
                            <a:pt x="508098" y="351832"/>
                            <a:pt x="508098" y="351793"/>
                            <a:pt x="508098" y="351793"/>
                          </a:cubicBezTo>
                          <a:cubicBezTo>
                            <a:pt x="508098" y="351793"/>
                            <a:pt x="508785" y="355595"/>
                            <a:pt x="509909" y="362394"/>
                          </a:cubicBezTo>
                          <a:cubicBezTo>
                            <a:pt x="516025" y="398793"/>
                            <a:pt x="535092" y="521135"/>
                            <a:pt x="531222" y="606781"/>
                          </a:cubicBezTo>
                          <a:cubicBezTo>
                            <a:pt x="531222" y="606781"/>
                            <a:pt x="529920" y="607721"/>
                            <a:pt x="527460" y="609353"/>
                          </a:cubicBezTo>
                          <a:cubicBezTo>
                            <a:pt x="510238" y="620860"/>
                            <a:pt x="436960" y="667647"/>
                            <a:pt x="365823" y="679769"/>
                          </a:cubicBezTo>
                          <a:cubicBezTo>
                            <a:pt x="230711" y="702855"/>
                            <a:pt x="149660" y="624332"/>
                            <a:pt x="149660" y="624332"/>
                          </a:cubicBezTo>
                          <a:lnTo>
                            <a:pt x="142894" y="404150"/>
                          </a:lnTo>
                          <a:lnTo>
                            <a:pt x="142894" y="404111"/>
                          </a:lnTo>
                          <a:lnTo>
                            <a:pt x="142280" y="384424"/>
                          </a:lnTo>
                          <a:lnTo>
                            <a:pt x="135950" y="399370"/>
                          </a:lnTo>
                          <a:cubicBezTo>
                            <a:pt x="135911" y="399408"/>
                            <a:pt x="135911" y="399408"/>
                            <a:pt x="135911" y="399442"/>
                          </a:cubicBezTo>
                          <a:lnTo>
                            <a:pt x="99182" y="485777"/>
                          </a:lnTo>
                          <a:cubicBezTo>
                            <a:pt x="99182" y="485777"/>
                            <a:pt x="86809" y="465804"/>
                            <a:pt x="69292" y="445648"/>
                          </a:cubicBezTo>
                          <a:cubicBezTo>
                            <a:pt x="49320" y="422674"/>
                            <a:pt x="22616" y="399442"/>
                            <a:pt x="0" y="405375"/>
                          </a:cubicBezTo>
                          <a:lnTo>
                            <a:pt x="48957" y="258465"/>
                          </a:lnTo>
                          <a:cubicBezTo>
                            <a:pt x="48957" y="258465"/>
                            <a:pt x="67447" y="134681"/>
                            <a:pt x="137645" y="86625"/>
                          </a:cubicBezTo>
                          <a:cubicBezTo>
                            <a:pt x="207843" y="38608"/>
                            <a:pt x="310677" y="0"/>
                            <a:pt x="310677" y="0"/>
                          </a:cubicBezTo>
                          <a:cubicBezTo>
                            <a:pt x="310677" y="0"/>
                            <a:pt x="454511" y="33978"/>
                            <a:pt x="497932" y="77399"/>
                          </a:cubicBezTo>
                          <a:cubicBezTo>
                            <a:pt x="541354" y="120835"/>
                            <a:pt x="676248" y="306531"/>
                            <a:pt x="676248" y="306531"/>
                          </a:cubicBezTo>
                          <a:close/>
                        </a:path>
                      </a:pathLst>
                    </a:custGeom>
                    <a:solidFill>
                      <a:srgbClr val="E77350"/>
                    </a:solidFill>
                    <a:ln w="4839" cap="flat">
                      <a:noFill/>
                      <a:prstDash val="solid"/>
                      <a:miter/>
                    </a:ln>
                  </p:spPr>
                  <p:txBody>
                    <a:bodyPr rtlCol="0" anchor="ctr"/>
                    <a:lstStyle/>
                    <a:p>
                      <a:endParaRPr lang="vi-VN"/>
                    </a:p>
                  </p:txBody>
                </p:sp>
                <p:sp>
                  <p:nvSpPr>
                    <p:cNvPr id="782" name="Freeform: Shape 781">
                      <a:extLst>
                        <a:ext uri="{FF2B5EF4-FFF2-40B4-BE49-F238E27FC236}">
                          <a16:creationId xmlns:a16="http://schemas.microsoft.com/office/drawing/2014/main" id="{05432BB8-7127-A53F-A4EC-59472680E3AE}"/>
                        </a:ext>
                      </a:extLst>
                    </p:cNvPr>
                    <p:cNvSpPr/>
                    <p:nvPr/>
                  </p:nvSpPr>
                  <p:spPr>
                    <a:xfrm>
                      <a:off x="2426099" y="4661904"/>
                      <a:ext cx="114114" cy="187225"/>
                    </a:xfrm>
                    <a:custGeom>
                      <a:avLst/>
                      <a:gdLst>
                        <a:gd name="connsiteX0" fmla="*/ 3104 w 114114"/>
                        <a:gd name="connsiteY0" fmla="*/ 122162 h 187225"/>
                        <a:gd name="connsiteX1" fmla="*/ 38505 w 114114"/>
                        <a:gd name="connsiteY1" fmla="*/ 186607 h 187225"/>
                        <a:gd name="connsiteX2" fmla="*/ 114088 w 114114"/>
                        <a:gd name="connsiteY2" fmla="*/ 76813 h 187225"/>
                        <a:gd name="connsiteX3" fmla="*/ 89913 w 114114"/>
                        <a:gd name="connsiteY3" fmla="*/ 0 h 187225"/>
                        <a:gd name="connsiteX4" fmla="*/ 73437 w 114114"/>
                        <a:gd name="connsiteY4" fmla="*/ 0 h 187225"/>
                        <a:gd name="connsiteX5" fmla="*/ 45721 w 114114"/>
                        <a:gd name="connsiteY5" fmla="*/ 19367 h 187225"/>
                        <a:gd name="connsiteX6" fmla="*/ 3104 w 114114"/>
                        <a:gd name="connsiteY6" fmla="*/ 122162 h 18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114" h="187225">
                          <a:moveTo>
                            <a:pt x="3104" y="122162"/>
                          </a:moveTo>
                          <a:cubicBezTo>
                            <a:pt x="3104" y="122162"/>
                            <a:pt x="-15527" y="194622"/>
                            <a:pt x="38505" y="186607"/>
                          </a:cubicBezTo>
                          <a:cubicBezTo>
                            <a:pt x="91758" y="178708"/>
                            <a:pt x="115013" y="121300"/>
                            <a:pt x="114088" y="76813"/>
                          </a:cubicBezTo>
                          <a:cubicBezTo>
                            <a:pt x="113163" y="32326"/>
                            <a:pt x="89913" y="0"/>
                            <a:pt x="89913" y="0"/>
                          </a:cubicBezTo>
                          <a:lnTo>
                            <a:pt x="73437" y="0"/>
                          </a:lnTo>
                          <a:lnTo>
                            <a:pt x="45721" y="19367"/>
                          </a:lnTo>
                          <a:cubicBezTo>
                            <a:pt x="45721" y="19367"/>
                            <a:pt x="7327" y="53548"/>
                            <a:pt x="3104" y="122162"/>
                          </a:cubicBezTo>
                          <a:close/>
                        </a:path>
                      </a:pathLst>
                    </a:custGeom>
                    <a:solidFill>
                      <a:srgbClr val="D13A37"/>
                    </a:solidFill>
                    <a:ln w="4839" cap="flat">
                      <a:noFill/>
                      <a:prstDash val="solid"/>
                      <a:miter/>
                    </a:ln>
                  </p:spPr>
                  <p:txBody>
                    <a:bodyPr rtlCol="0" anchor="ctr"/>
                    <a:lstStyle/>
                    <a:p>
                      <a:endParaRPr lang="vi-VN"/>
                    </a:p>
                  </p:txBody>
                </p:sp>
                <p:sp>
                  <p:nvSpPr>
                    <p:cNvPr id="783" name="Freeform: Shape 782">
                      <a:extLst>
                        <a:ext uri="{FF2B5EF4-FFF2-40B4-BE49-F238E27FC236}">
                          <a16:creationId xmlns:a16="http://schemas.microsoft.com/office/drawing/2014/main" id="{893560C5-7377-1C41-4D59-2877F280A679}"/>
                        </a:ext>
                      </a:extLst>
                    </p:cNvPr>
                    <p:cNvSpPr/>
                    <p:nvPr/>
                  </p:nvSpPr>
                  <p:spPr>
                    <a:xfrm>
                      <a:off x="2205751" y="5051650"/>
                      <a:ext cx="107517" cy="99933"/>
                    </a:xfrm>
                    <a:custGeom>
                      <a:avLst/>
                      <a:gdLst>
                        <a:gd name="connsiteX0" fmla="*/ 107517 w 107517"/>
                        <a:gd name="connsiteY0" fmla="*/ 80373 h 99933"/>
                        <a:gd name="connsiteX1" fmla="*/ 6504 w 107517"/>
                        <a:gd name="connsiteY1" fmla="*/ 0 h 99933"/>
                        <a:gd name="connsiteX2" fmla="*/ 0 w 107517"/>
                        <a:gd name="connsiteY2" fmla="*/ 19507 h 99933"/>
                        <a:gd name="connsiteX3" fmla="*/ 99202 w 107517"/>
                        <a:gd name="connsiteY3" fmla="*/ 99933 h 99933"/>
                        <a:gd name="connsiteX4" fmla="*/ 107517 w 107517"/>
                        <a:gd name="connsiteY4" fmla="*/ 80373 h 99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17" h="99933">
                          <a:moveTo>
                            <a:pt x="107517" y="80373"/>
                          </a:moveTo>
                          <a:cubicBezTo>
                            <a:pt x="79942" y="23072"/>
                            <a:pt x="25236" y="4732"/>
                            <a:pt x="6504" y="0"/>
                          </a:cubicBezTo>
                          <a:lnTo>
                            <a:pt x="0" y="19507"/>
                          </a:lnTo>
                          <a:cubicBezTo>
                            <a:pt x="42496" y="8422"/>
                            <a:pt x="99202" y="99933"/>
                            <a:pt x="99202" y="99933"/>
                          </a:cubicBezTo>
                          <a:lnTo>
                            <a:pt x="107517" y="80373"/>
                          </a:lnTo>
                          <a:close/>
                        </a:path>
                      </a:pathLst>
                    </a:custGeom>
                    <a:solidFill>
                      <a:srgbClr val="D13A37"/>
                    </a:solidFill>
                    <a:ln w="4839" cap="flat">
                      <a:noFill/>
                      <a:prstDash val="solid"/>
                      <a:miter/>
                    </a:ln>
                  </p:spPr>
                  <p:txBody>
                    <a:bodyPr rtlCol="0" anchor="ctr"/>
                    <a:lstStyle/>
                    <a:p>
                      <a:endParaRPr lang="vi-VN"/>
                    </a:p>
                  </p:txBody>
                </p:sp>
                <p:sp>
                  <p:nvSpPr>
                    <p:cNvPr id="784" name="Freeform: Shape 783">
                      <a:extLst>
                        <a:ext uri="{FF2B5EF4-FFF2-40B4-BE49-F238E27FC236}">
                          <a16:creationId xmlns:a16="http://schemas.microsoft.com/office/drawing/2014/main" id="{7B51178D-524D-C0AE-13BA-89B986070938}"/>
                        </a:ext>
                      </a:extLst>
                    </p:cNvPr>
                    <p:cNvSpPr/>
                    <p:nvPr/>
                  </p:nvSpPr>
                  <p:spPr>
                    <a:xfrm>
                      <a:off x="2330897" y="4863542"/>
                      <a:ext cx="22422" cy="206361"/>
                    </a:xfrm>
                    <a:custGeom>
                      <a:avLst/>
                      <a:gdLst>
                        <a:gd name="connsiteX0" fmla="*/ 21007 w 22422"/>
                        <a:gd name="connsiteY0" fmla="*/ 183493 h 206361"/>
                        <a:gd name="connsiteX1" fmla="*/ 17787 w 22422"/>
                        <a:gd name="connsiteY1" fmla="*/ 206143 h 206361"/>
                        <a:gd name="connsiteX2" fmla="*/ 17748 w 22422"/>
                        <a:gd name="connsiteY2" fmla="*/ 206361 h 206361"/>
                        <a:gd name="connsiteX3" fmla="*/ 17133 w 22422"/>
                        <a:gd name="connsiteY3" fmla="*/ 186675 h 206361"/>
                        <a:gd name="connsiteX4" fmla="*/ 10803 w 22422"/>
                        <a:gd name="connsiteY4" fmla="*/ 201620 h 206361"/>
                        <a:gd name="connsiteX5" fmla="*/ 10983 w 22422"/>
                        <a:gd name="connsiteY5" fmla="*/ 200390 h 206361"/>
                        <a:gd name="connsiteX6" fmla="*/ 14203 w 22422"/>
                        <a:gd name="connsiteY6" fmla="*/ 175096 h 206361"/>
                        <a:gd name="connsiteX7" fmla="*/ 6677 w 22422"/>
                        <a:gd name="connsiteY7" fmla="*/ 87240 h 206361"/>
                        <a:gd name="connsiteX8" fmla="*/ 2299 w 22422"/>
                        <a:gd name="connsiteY8" fmla="*/ 1700 h 206361"/>
                        <a:gd name="connsiteX9" fmla="*/ 6425 w 22422"/>
                        <a:gd name="connsiteY9" fmla="*/ 2354 h 206361"/>
                        <a:gd name="connsiteX10" fmla="*/ 7147 w 22422"/>
                        <a:gd name="connsiteY10" fmla="*/ 51456 h 206361"/>
                        <a:gd name="connsiteX11" fmla="*/ 21366 w 22422"/>
                        <a:gd name="connsiteY11" fmla="*/ 138372 h 206361"/>
                        <a:gd name="connsiteX12" fmla="*/ 21007 w 22422"/>
                        <a:gd name="connsiteY12" fmla="*/ 183493 h 206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422" h="206361">
                          <a:moveTo>
                            <a:pt x="21007" y="183493"/>
                          </a:moveTo>
                          <a:cubicBezTo>
                            <a:pt x="20174" y="191091"/>
                            <a:pt x="19051" y="198617"/>
                            <a:pt x="17787" y="206143"/>
                          </a:cubicBezTo>
                          <a:cubicBezTo>
                            <a:pt x="17787" y="206216"/>
                            <a:pt x="17748" y="206289"/>
                            <a:pt x="17748" y="206361"/>
                          </a:cubicBezTo>
                          <a:lnTo>
                            <a:pt x="17133" y="186675"/>
                          </a:lnTo>
                          <a:lnTo>
                            <a:pt x="10803" y="201620"/>
                          </a:lnTo>
                          <a:cubicBezTo>
                            <a:pt x="10837" y="201223"/>
                            <a:pt x="10910" y="200787"/>
                            <a:pt x="10983" y="200390"/>
                          </a:cubicBezTo>
                          <a:cubicBezTo>
                            <a:pt x="12358" y="191997"/>
                            <a:pt x="13482" y="183566"/>
                            <a:pt x="14203" y="175096"/>
                          </a:cubicBezTo>
                          <a:cubicBezTo>
                            <a:pt x="16702" y="145316"/>
                            <a:pt x="11850" y="116438"/>
                            <a:pt x="6677" y="87240"/>
                          </a:cubicBezTo>
                          <a:cubicBezTo>
                            <a:pt x="1684" y="59055"/>
                            <a:pt x="-2912" y="30143"/>
                            <a:pt x="2299" y="1700"/>
                          </a:cubicBezTo>
                          <a:cubicBezTo>
                            <a:pt x="2803" y="-978"/>
                            <a:pt x="6711" y="-290"/>
                            <a:pt x="6425" y="2354"/>
                          </a:cubicBezTo>
                          <a:cubicBezTo>
                            <a:pt x="4469" y="18675"/>
                            <a:pt x="5089" y="35208"/>
                            <a:pt x="7147" y="51456"/>
                          </a:cubicBezTo>
                          <a:cubicBezTo>
                            <a:pt x="10837" y="80620"/>
                            <a:pt x="18291" y="109135"/>
                            <a:pt x="21366" y="138372"/>
                          </a:cubicBezTo>
                          <a:cubicBezTo>
                            <a:pt x="22964" y="153457"/>
                            <a:pt x="22673" y="168441"/>
                            <a:pt x="21007" y="183493"/>
                          </a:cubicBezTo>
                          <a:close/>
                        </a:path>
                      </a:pathLst>
                    </a:custGeom>
                    <a:solidFill>
                      <a:srgbClr val="D13A37"/>
                    </a:solidFill>
                    <a:ln w="4839" cap="flat">
                      <a:noFill/>
                      <a:prstDash val="solid"/>
                      <a:miter/>
                    </a:ln>
                  </p:spPr>
                  <p:txBody>
                    <a:bodyPr rtlCol="0" anchor="ctr"/>
                    <a:lstStyle/>
                    <a:p>
                      <a:endParaRPr lang="vi-VN"/>
                    </a:p>
                  </p:txBody>
                </p:sp>
                <p:sp>
                  <p:nvSpPr>
                    <p:cNvPr id="785" name="Freeform: Shape 784">
                      <a:extLst>
                        <a:ext uri="{FF2B5EF4-FFF2-40B4-BE49-F238E27FC236}">
                          <a16:creationId xmlns:a16="http://schemas.microsoft.com/office/drawing/2014/main" id="{89C06002-1134-E3E3-B1A5-754D1F4C33B2}"/>
                        </a:ext>
                      </a:extLst>
                    </p:cNvPr>
                    <p:cNvSpPr/>
                    <p:nvPr/>
                  </p:nvSpPr>
                  <p:spPr>
                    <a:xfrm>
                      <a:off x="2210226" y="4689305"/>
                      <a:ext cx="250026" cy="368457"/>
                    </a:xfrm>
                    <a:custGeom>
                      <a:avLst/>
                      <a:gdLst>
                        <a:gd name="connsiteX0" fmla="*/ 0 w 250026"/>
                        <a:gd name="connsiteY0" fmla="*/ 368457 h 368457"/>
                        <a:gd name="connsiteX1" fmla="*/ 79903 w 250026"/>
                        <a:gd name="connsiteY1" fmla="*/ 149040 h 368457"/>
                        <a:gd name="connsiteX2" fmla="*/ 221374 w 250026"/>
                        <a:gd name="connsiteY2" fmla="*/ 74285 h 368457"/>
                        <a:gd name="connsiteX3" fmla="*/ 248634 w 250026"/>
                        <a:gd name="connsiteY3" fmla="*/ 4402 h 368457"/>
                        <a:gd name="connsiteX4" fmla="*/ 250000 w 250026"/>
                        <a:gd name="connsiteY4" fmla="*/ 0 h 368457"/>
                        <a:gd name="connsiteX5" fmla="*/ 133180 w 250026"/>
                        <a:gd name="connsiteY5" fmla="*/ 63113 h 368457"/>
                        <a:gd name="connsiteX6" fmla="*/ 44492 w 250026"/>
                        <a:gd name="connsiteY6" fmla="*/ 234953 h 368457"/>
                        <a:gd name="connsiteX7" fmla="*/ 0 w 250026"/>
                        <a:gd name="connsiteY7" fmla="*/ 368457 h 368457"/>
                        <a:gd name="connsiteX8" fmla="*/ 0 w 250026"/>
                        <a:gd name="connsiteY8" fmla="*/ 368457 h 368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026" h="368457">
                          <a:moveTo>
                            <a:pt x="0" y="368457"/>
                          </a:moveTo>
                          <a:cubicBezTo>
                            <a:pt x="717" y="366331"/>
                            <a:pt x="57732" y="227878"/>
                            <a:pt x="79903" y="149040"/>
                          </a:cubicBezTo>
                          <a:cubicBezTo>
                            <a:pt x="102074" y="70203"/>
                            <a:pt x="221374" y="74285"/>
                            <a:pt x="221374" y="74285"/>
                          </a:cubicBezTo>
                          <a:cubicBezTo>
                            <a:pt x="221374" y="74285"/>
                            <a:pt x="242503" y="8616"/>
                            <a:pt x="248634" y="4402"/>
                          </a:cubicBezTo>
                          <a:cubicBezTo>
                            <a:pt x="249763" y="3627"/>
                            <a:pt x="250136" y="2049"/>
                            <a:pt x="250000" y="0"/>
                          </a:cubicBezTo>
                          <a:cubicBezTo>
                            <a:pt x="214908" y="15773"/>
                            <a:pt x="169651" y="38162"/>
                            <a:pt x="133180" y="63113"/>
                          </a:cubicBezTo>
                          <a:cubicBezTo>
                            <a:pt x="62982" y="111164"/>
                            <a:pt x="44492" y="234953"/>
                            <a:pt x="44492" y="234953"/>
                          </a:cubicBezTo>
                          <a:lnTo>
                            <a:pt x="0" y="368457"/>
                          </a:lnTo>
                          <a:lnTo>
                            <a:pt x="0" y="368457"/>
                          </a:lnTo>
                          <a:close/>
                        </a:path>
                      </a:pathLst>
                    </a:custGeom>
                    <a:solidFill>
                      <a:srgbClr val="E77350">
                        <a:alpha val="30000"/>
                      </a:srgbClr>
                    </a:solidFill>
                    <a:ln w="4839" cap="flat">
                      <a:noFill/>
                      <a:prstDash val="solid"/>
                      <a:miter/>
                    </a:ln>
                  </p:spPr>
                  <p:txBody>
                    <a:bodyPr rtlCol="0" anchor="ctr"/>
                    <a:lstStyle/>
                    <a:p>
                      <a:endParaRPr lang="vi-VN"/>
                    </a:p>
                  </p:txBody>
                </p:sp>
                <p:sp>
                  <p:nvSpPr>
                    <p:cNvPr id="786" name="Freeform: Shape 785">
                      <a:extLst>
                        <a:ext uri="{FF2B5EF4-FFF2-40B4-BE49-F238E27FC236}">
                          <a16:creationId xmlns:a16="http://schemas.microsoft.com/office/drawing/2014/main" id="{0DF59730-AC20-244F-675B-8964974F1F43}"/>
                        </a:ext>
                      </a:extLst>
                    </p:cNvPr>
                    <p:cNvSpPr/>
                    <p:nvPr/>
                  </p:nvSpPr>
                  <p:spPr>
                    <a:xfrm>
                      <a:off x="2656618" y="4814832"/>
                      <a:ext cx="69455" cy="215374"/>
                    </a:xfrm>
                    <a:custGeom>
                      <a:avLst/>
                      <a:gdLst>
                        <a:gd name="connsiteX0" fmla="*/ 69396 w 69455"/>
                        <a:gd name="connsiteY0" fmla="*/ 215374 h 215374"/>
                        <a:gd name="connsiteX1" fmla="*/ 57240 w 69455"/>
                        <a:gd name="connsiteY1" fmla="*/ 202744 h 215374"/>
                        <a:gd name="connsiteX2" fmla="*/ 59051 w 69455"/>
                        <a:gd name="connsiteY2" fmla="*/ 213345 h 215374"/>
                        <a:gd name="connsiteX3" fmla="*/ 46639 w 69455"/>
                        <a:gd name="connsiteY3" fmla="*/ 200502 h 215374"/>
                        <a:gd name="connsiteX4" fmla="*/ 32454 w 69455"/>
                        <a:gd name="connsiteY4" fmla="*/ 180200 h 215374"/>
                        <a:gd name="connsiteX5" fmla="*/ 4409 w 69455"/>
                        <a:gd name="connsiteY5" fmla="*/ 95929 h 215374"/>
                        <a:gd name="connsiteX6" fmla="*/ 10816 w 69455"/>
                        <a:gd name="connsiteY6" fmla="*/ 1163 h 215374"/>
                        <a:gd name="connsiteX7" fmla="*/ 15339 w 69455"/>
                        <a:gd name="connsiteY7" fmla="*/ 3226 h 215374"/>
                        <a:gd name="connsiteX8" fmla="*/ 6365 w 69455"/>
                        <a:gd name="connsiteY8" fmla="*/ 59351 h 215374"/>
                        <a:gd name="connsiteX9" fmla="*/ 23950 w 69455"/>
                        <a:gd name="connsiteY9" fmla="*/ 144309 h 215374"/>
                        <a:gd name="connsiteX10" fmla="*/ 42765 w 69455"/>
                        <a:gd name="connsiteY10" fmla="*/ 182593 h 215374"/>
                        <a:gd name="connsiteX11" fmla="*/ 55032 w 69455"/>
                        <a:gd name="connsiteY11" fmla="*/ 198729 h 215374"/>
                        <a:gd name="connsiteX12" fmla="*/ 68926 w 69455"/>
                        <a:gd name="connsiteY12" fmla="*/ 213311 h 215374"/>
                        <a:gd name="connsiteX13" fmla="*/ 69396 w 69455"/>
                        <a:gd name="connsiteY13" fmla="*/ 215374 h 2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455" h="215374">
                          <a:moveTo>
                            <a:pt x="69396" y="215374"/>
                          </a:moveTo>
                          <a:lnTo>
                            <a:pt x="57240" y="202744"/>
                          </a:lnTo>
                          <a:cubicBezTo>
                            <a:pt x="57240" y="202744"/>
                            <a:pt x="57928" y="206546"/>
                            <a:pt x="59051" y="213345"/>
                          </a:cubicBezTo>
                          <a:cubicBezTo>
                            <a:pt x="54455" y="209616"/>
                            <a:pt x="50475" y="205093"/>
                            <a:pt x="46639" y="200502"/>
                          </a:cubicBezTo>
                          <a:cubicBezTo>
                            <a:pt x="41322" y="194172"/>
                            <a:pt x="36614" y="187329"/>
                            <a:pt x="32454" y="180200"/>
                          </a:cubicBezTo>
                          <a:cubicBezTo>
                            <a:pt x="17402" y="154475"/>
                            <a:pt x="9441" y="125127"/>
                            <a:pt x="4409" y="95929"/>
                          </a:cubicBezTo>
                          <a:cubicBezTo>
                            <a:pt x="-947" y="64557"/>
                            <a:pt x="-3984" y="30506"/>
                            <a:pt x="10816" y="1163"/>
                          </a:cubicBezTo>
                          <a:cubicBezTo>
                            <a:pt x="12119" y="-1370"/>
                            <a:pt x="16497" y="655"/>
                            <a:pt x="15339" y="3226"/>
                          </a:cubicBezTo>
                          <a:cubicBezTo>
                            <a:pt x="7305" y="20850"/>
                            <a:pt x="5242" y="40168"/>
                            <a:pt x="6365" y="59351"/>
                          </a:cubicBezTo>
                          <a:cubicBezTo>
                            <a:pt x="7993" y="87972"/>
                            <a:pt x="14143" y="117354"/>
                            <a:pt x="23950" y="144309"/>
                          </a:cubicBezTo>
                          <a:cubicBezTo>
                            <a:pt x="28837" y="157695"/>
                            <a:pt x="34948" y="170689"/>
                            <a:pt x="42765" y="182593"/>
                          </a:cubicBezTo>
                          <a:cubicBezTo>
                            <a:pt x="46455" y="188273"/>
                            <a:pt x="50542" y="193702"/>
                            <a:pt x="55032" y="198729"/>
                          </a:cubicBezTo>
                          <a:cubicBezTo>
                            <a:pt x="59555" y="203761"/>
                            <a:pt x="64693" y="208066"/>
                            <a:pt x="68926" y="213311"/>
                          </a:cubicBezTo>
                          <a:cubicBezTo>
                            <a:pt x="69435" y="213965"/>
                            <a:pt x="69541" y="214691"/>
                            <a:pt x="69396" y="215374"/>
                          </a:cubicBezTo>
                          <a:close/>
                        </a:path>
                      </a:pathLst>
                    </a:custGeom>
                    <a:solidFill>
                      <a:srgbClr val="D13A37"/>
                    </a:solidFill>
                    <a:ln w="4839" cap="flat">
                      <a:noFill/>
                      <a:prstDash val="solid"/>
                      <a:miter/>
                    </a:ln>
                  </p:spPr>
                  <p:txBody>
                    <a:bodyPr rtlCol="0" anchor="ctr"/>
                    <a:lstStyle/>
                    <a:p>
                      <a:endParaRPr lang="vi-VN"/>
                    </a:p>
                  </p:txBody>
                </p:sp>
                <p:sp>
                  <p:nvSpPr>
                    <p:cNvPr id="787" name="Freeform: Shape 786">
                      <a:extLst>
                        <a:ext uri="{FF2B5EF4-FFF2-40B4-BE49-F238E27FC236}">
                          <a16:creationId xmlns:a16="http://schemas.microsoft.com/office/drawing/2014/main" id="{6A9283D2-E713-72B0-F0B5-D7C8508661FE}"/>
                        </a:ext>
                      </a:extLst>
                    </p:cNvPr>
                    <p:cNvSpPr/>
                    <p:nvPr/>
                  </p:nvSpPr>
                  <p:spPr>
                    <a:xfrm>
                      <a:off x="2772496" y="4957180"/>
                      <a:ext cx="109507" cy="133383"/>
                    </a:xfrm>
                    <a:custGeom>
                      <a:avLst/>
                      <a:gdLst>
                        <a:gd name="connsiteX0" fmla="*/ 109508 w 109507"/>
                        <a:gd name="connsiteY0" fmla="*/ 15134 h 133383"/>
                        <a:gd name="connsiteX1" fmla="*/ 98451 w 109507"/>
                        <a:gd name="connsiteY1" fmla="*/ 0 h 133383"/>
                        <a:gd name="connsiteX2" fmla="*/ 0 w 109507"/>
                        <a:gd name="connsiteY2" fmla="*/ 121334 h 133383"/>
                        <a:gd name="connsiteX3" fmla="*/ 11594 w 109507"/>
                        <a:gd name="connsiteY3" fmla="*/ 133383 h 133383"/>
                        <a:gd name="connsiteX4" fmla="*/ 109508 w 109507"/>
                        <a:gd name="connsiteY4" fmla="*/ 15134 h 133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07" h="133383">
                          <a:moveTo>
                            <a:pt x="109508" y="15134"/>
                          </a:moveTo>
                          <a:cubicBezTo>
                            <a:pt x="109508" y="15134"/>
                            <a:pt x="105420" y="9507"/>
                            <a:pt x="98451" y="0"/>
                          </a:cubicBezTo>
                          <a:cubicBezTo>
                            <a:pt x="82320" y="17943"/>
                            <a:pt x="26902" y="87443"/>
                            <a:pt x="0" y="121334"/>
                          </a:cubicBezTo>
                          <a:lnTo>
                            <a:pt x="11594" y="133383"/>
                          </a:lnTo>
                          <a:lnTo>
                            <a:pt x="109508" y="15134"/>
                          </a:lnTo>
                          <a:close/>
                        </a:path>
                      </a:pathLst>
                    </a:custGeom>
                    <a:solidFill>
                      <a:srgbClr val="D13A37"/>
                    </a:solidFill>
                    <a:ln w="4839" cap="flat">
                      <a:noFill/>
                      <a:prstDash val="solid"/>
                      <a:miter/>
                    </a:ln>
                  </p:spPr>
                  <p:txBody>
                    <a:bodyPr rtlCol="0" anchor="ctr"/>
                    <a:lstStyle/>
                    <a:p>
                      <a:endParaRPr lang="vi-VN"/>
                    </a:p>
                  </p:txBody>
                </p:sp>
                <p:sp>
                  <p:nvSpPr>
                    <p:cNvPr id="788" name="Freeform: Shape 787">
                      <a:extLst>
                        <a:ext uri="{FF2B5EF4-FFF2-40B4-BE49-F238E27FC236}">
                          <a16:creationId xmlns:a16="http://schemas.microsoft.com/office/drawing/2014/main" id="{BBBE9114-804F-E9C1-EB5B-D16A4F1F1B55}"/>
                        </a:ext>
                      </a:extLst>
                    </p:cNvPr>
                    <p:cNvSpPr/>
                    <p:nvPr/>
                  </p:nvSpPr>
                  <p:spPr>
                    <a:xfrm>
                      <a:off x="2661005" y="4863538"/>
                      <a:ext cx="151488" cy="227025"/>
                    </a:xfrm>
                    <a:custGeom>
                      <a:avLst/>
                      <a:gdLst>
                        <a:gd name="connsiteX0" fmla="*/ 151488 w 151488"/>
                        <a:gd name="connsiteY0" fmla="*/ 192723 h 227025"/>
                        <a:gd name="connsiteX1" fmla="*/ 123085 w 151488"/>
                        <a:gd name="connsiteY1" fmla="*/ 227025 h 227025"/>
                        <a:gd name="connsiteX2" fmla="*/ 65009 w 151488"/>
                        <a:gd name="connsiteY2" fmla="*/ 166668 h 227025"/>
                        <a:gd name="connsiteX3" fmla="*/ 52887 w 151488"/>
                        <a:gd name="connsiteY3" fmla="*/ 154111 h 227025"/>
                        <a:gd name="connsiteX4" fmla="*/ 52848 w 151488"/>
                        <a:gd name="connsiteY4" fmla="*/ 154038 h 227025"/>
                        <a:gd name="connsiteX5" fmla="*/ 1722 w 151488"/>
                        <a:gd name="connsiteY5" fmla="*/ 0 h 227025"/>
                        <a:gd name="connsiteX6" fmla="*/ 134010 w 151488"/>
                        <a:gd name="connsiteY6" fmla="*/ 186674 h 227025"/>
                        <a:gd name="connsiteX7" fmla="*/ 151488 w 151488"/>
                        <a:gd name="connsiteY7" fmla="*/ 192723 h 22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488" h="227025">
                          <a:moveTo>
                            <a:pt x="151488" y="192723"/>
                          </a:moveTo>
                          <a:lnTo>
                            <a:pt x="123085" y="227025"/>
                          </a:lnTo>
                          <a:lnTo>
                            <a:pt x="65009" y="166668"/>
                          </a:lnTo>
                          <a:lnTo>
                            <a:pt x="52887" y="154111"/>
                          </a:lnTo>
                          <a:cubicBezTo>
                            <a:pt x="52848" y="154077"/>
                            <a:pt x="52848" y="154038"/>
                            <a:pt x="52848" y="154038"/>
                          </a:cubicBezTo>
                          <a:cubicBezTo>
                            <a:pt x="52848" y="154038"/>
                            <a:pt x="-11199" y="76929"/>
                            <a:pt x="1722" y="0"/>
                          </a:cubicBezTo>
                          <a:cubicBezTo>
                            <a:pt x="1722" y="0"/>
                            <a:pt x="58713" y="166954"/>
                            <a:pt x="134010" y="186674"/>
                          </a:cubicBezTo>
                          <a:cubicBezTo>
                            <a:pt x="140926" y="188490"/>
                            <a:pt x="146713" y="190515"/>
                            <a:pt x="151488" y="192723"/>
                          </a:cubicBezTo>
                          <a:close/>
                        </a:path>
                      </a:pathLst>
                    </a:custGeom>
                    <a:solidFill>
                      <a:srgbClr val="E77350">
                        <a:alpha val="30000"/>
                      </a:srgbClr>
                    </a:solidFill>
                    <a:ln w="4839" cap="flat">
                      <a:noFill/>
                      <a:prstDash val="solid"/>
                      <a:miter/>
                    </a:ln>
                  </p:spPr>
                  <p:txBody>
                    <a:bodyPr rtlCol="0" anchor="ctr"/>
                    <a:lstStyle/>
                    <a:p>
                      <a:endParaRPr lang="vi-VN"/>
                    </a:p>
                  </p:txBody>
                </p:sp>
              </p:grpSp>
              <p:sp>
                <p:nvSpPr>
                  <p:cNvPr id="753" name="Freeform: Shape 752">
                    <a:extLst>
                      <a:ext uri="{FF2B5EF4-FFF2-40B4-BE49-F238E27FC236}">
                        <a16:creationId xmlns:a16="http://schemas.microsoft.com/office/drawing/2014/main" id="{A801C614-FD45-DFEF-C4AD-F0EC89F84215}"/>
                      </a:ext>
                    </a:extLst>
                  </p:cNvPr>
                  <p:cNvSpPr/>
                  <p:nvPr/>
                </p:nvSpPr>
                <p:spPr>
                  <a:xfrm>
                    <a:off x="2275048" y="4879786"/>
                    <a:ext cx="458167" cy="470019"/>
                  </a:xfrm>
                  <a:custGeom>
                    <a:avLst/>
                    <a:gdLst>
                      <a:gd name="connsiteX0" fmla="*/ 458167 w 458167"/>
                      <a:gd name="connsiteY0" fmla="*/ 395355 h 470019"/>
                      <a:gd name="connsiteX1" fmla="*/ 296531 w 458167"/>
                      <a:gd name="connsiteY1" fmla="*/ 465771 h 470019"/>
                      <a:gd name="connsiteX2" fmla="*/ 80368 w 458167"/>
                      <a:gd name="connsiteY2" fmla="*/ 410334 h 470019"/>
                      <a:gd name="connsiteX3" fmla="*/ 73602 w 458167"/>
                      <a:gd name="connsiteY3" fmla="*/ 190152 h 470019"/>
                      <a:gd name="connsiteX4" fmla="*/ 73602 w 458167"/>
                      <a:gd name="connsiteY4" fmla="*/ 190113 h 470019"/>
                      <a:gd name="connsiteX5" fmla="*/ 72987 w 458167"/>
                      <a:gd name="connsiteY5" fmla="*/ 170426 h 470019"/>
                      <a:gd name="connsiteX6" fmla="*/ 66658 w 458167"/>
                      <a:gd name="connsiteY6" fmla="*/ 185372 h 470019"/>
                      <a:gd name="connsiteX7" fmla="*/ 66619 w 458167"/>
                      <a:gd name="connsiteY7" fmla="*/ 185444 h 470019"/>
                      <a:gd name="connsiteX8" fmla="*/ 29890 w 458167"/>
                      <a:gd name="connsiteY8" fmla="*/ 271779 h 470019"/>
                      <a:gd name="connsiteX9" fmla="*/ 0 w 458167"/>
                      <a:gd name="connsiteY9" fmla="*/ 231650 h 470019"/>
                      <a:gd name="connsiteX10" fmla="*/ 61224 w 458167"/>
                      <a:gd name="connsiteY10" fmla="*/ 0 h 470019"/>
                      <a:gd name="connsiteX11" fmla="*/ 254160 w 458167"/>
                      <a:gd name="connsiteY11" fmla="*/ 372443 h 470019"/>
                      <a:gd name="connsiteX12" fmla="*/ 458167 w 458167"/>
                      <a:gd name="connsiteY12" fmla="*/ 395355 h 47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8167" h="470019">
                        <a:moveTo>
                          <a:pt x="458167" y="395355"/>
                        </a:moveTo>
                        <a:cubicBezTo>
                          <a:pt x="440946" y="406862"/>
                          <a:pt x="367668" y="453649"/>
                          <a:pt x="296531" y="465771"/>
                        </a:cubicBezTo>
                        <a:cubicBezTo>
                          <a:pt x="161419" y="488857"/>
                          <a:pt x="80368" y="410334"/>
                          <a:pt x="80368" y="410334"/>
                        </a:cubicBezTo>
                        <a:lnTo>
                          <a:pt x="73602" y="190152"/>
                        </a:lnTo>
                        <a:lnTo>
                          <a:pt x="73602" y="190113"/>
                        </a:lnTo>
                        <a:lnTo>
                          <a:pt x="72987" y="170426"/>
                        </a:lnTo>
                        <a:lnTo>
                          <a:pt x="66658" y="185372"/>
                        </a:lnTo>
                        <a:cubicBezTo>
                          <a:pt x="66619" y="185410"/>
                          <a:pt x="66619" y="185410"/>
                          <a:pt x="66619" y="185444"/>
                        </a:cubicBezTo>
                        <a:lnTo>
                          <a:pt x="29890" y="271779"/>
                        </a:lnTo>
                        <a:cubicBezTo>
                          <a:pt x="29890" y="271779"/>
                          <a:pt x="17517" y="251807"/>
                          <a:pt x="0" y="231650"/>
                        </a:cubicBezTo>
                        <a:cubicBezTo>
                          <a:pt x="0" y="231650"/>
                          <a:pt x="59306" y="91942"/>
                          <a:pt x="61224" y="0"/>
                        </a:cubicBezTo>
                        <a:cubicBezTo>
                          <a:pt x="61224" y="0"/>
                          <a:pt x="84271" y="314551"/>
                          <a:pt x="254160" y="372443"/>
                        </a:cubicBezTo>
                        <a:cubicBezTo>
                          <a:pt x="355624" y="407041"/>
                          <a:pt x="421981" y="403389"/>
                          <a:pt x="458167" y="395355"/>
                        </a:cubicBezTo>
                        <a:close/>
                      </a:path>
                    </a:pathLst>
                  </a:custGeom>
                  <a:solidFill>
                    <a:srgbClr val="E77350">
                      <a:alpha val="30000"/>
                    </a:srgbClr>
                  </a:solidFill>
                  <a:ln w="4839" cap="flat">
                    <a:noFill/>
                    <a:prstDash val="solid"/>
                    <a:miter/>
                  </a:ln>
                </p:spPr>
                <p:txBody>
                  <a:bodyPr rtlCol="0" anchor="ctr"/>
                  <a:lstStyle/>
                  <a:p>
                    <a:endParaRPr lang="vi-VN"/>
                  </a:p>
                </p:txBody>
              </p:sp>
              <p:sp>
                <p:nvSpPr>
                  <p:cNvPr id="754" name="Freeform: Shape 753">
                    <a:extLst>
                      <a:ext uri="{FF2B5EF4-FFF2-40B4-BE49-F238E27FC236}">
                        <a16:creationId xmlns:a16="http://schemas.microsoft.com/office/drawing/2014/main" id="{570027FE-F9AA-6140-D050-C39AC34F482A}"/>
                      </a:ext>
                    </a:extLst>
                  </p:cNvPr>
                  <p:cNvSpPr/>
                  <p:nvPr/>
                </p:nvSpPr>
                <p:spPr>
                  <a:xfrm>
                    <a:off x="2279682" y="4577345"/>
                    <a:ext cx="37063" cy="85991"/>
                  </a:xfrm>
                  <a:custGeom>
                    <a:avLst/>
                    <a:gdLst>
                      <a:gd name="connsiteX0" fmla="*/ 0 w 37063"/>
                      <a:gd name="connsiteY0" fmla="*/ 48097 h 85991"/>
                      <a:gd name="connsiteX1" fmla="*/ 33852 w 37063"/>
                      <a:gd name="connsiteY1" fmla="*/ 85871 h 85991"/>
                      <a:gd name="connsiteX2" fmla="*/ 4291 w 37063"/>
                      <a:gd name="connsiteY2" fmla="*/ 94 h 85991"/>
                      <a:gd name="connsiteX3" fmla="*/ 0 w 37063"/>
                      <a:gd name="connsiteY3" fmla="*/ 48097 h 85991"/>
                    </a:gdLst>
                    <a:ahLst/>
                    <a:cxnLst>
                      <a:cxn ang="0">
                        <a:pos x="connsiteX0" y="connsiteY0"/>
                      </a:cxn>
                      <a:cxn ang="0">
                        <a:pos x="connsiteX1" y="connsiteY1"/>
                      </a:cxn>
                      <a:cxn ang="0">
                        <a:pos x="connsiteX2" y="connsiteY2"/>
                      </a:cxn>
                      <a:cxn ang="0">
                        <a:pos x="connsiteX3" y="connsiteY3"/>
                      </a:cxn>
                    </a:cxnLst>
                    <a:rect l="l" t="t" r="r" b="b"/>
                    <a:pathLst>
                      <a:path w="37063" h="85991">
                        <a:moveTo>
                          <a:pt x="0" y="48097"/>
                        </a:moveTo>
                        <a:cubicBezTo>
                          <a:pt x="0" y="48097"/>
                          <a:pt x="18456" y="81963"/>
                          <a:pt x="33852" y="85871"/>
                        </a:cubicBezTo>
                        <a:cubicBezTo>
                          <a:pt x="49247" y="89780"/>
                          <a:pt x="4291" y="-3364"/>
                          <a:pt x="4291" y="94"/>
                        </a:cubicBezTo>
                        <a:cubicBezTo>
                          <a:pt x="4286" y="3557"/>
                          <a:pt x="0" y="48097"/>
                          <a:pt x="0" y="48097"/>
                        </a:cubicBezTo>
                        <a:close/>
                      </a:path>
                    </a:pathLst>
                  </a:custGeom>
                  <a:solidFill>
                    <a:srgbClr val="0F1421"/>
                  </a:solidFill>
                  <a:ln w="4839" cap="flat">
                    <a:noFill/>
                    <a:prstDash val="solid"/>
                    <a:miter/>
                  </a:ln>
                </p:spPr>
                <p:txBody>
                  <a:bodyPr rtlCol="0" anchor="ctr"/>
                  <a:lstStyle/>
                  <a:p>
                    <a:endParaRPr lang="vi-VN"/>
                  </a:p>
                </p:txBody>
              </p:sp>
              <p:grpSp>
                <p:nvGrpSpPr>
                  <p:cNvPr id="755" name="Graphic 1991">
                    <a:extLst>
                      <a:ext uri="{FF2B5EF4-FFF2-40B4-BE49-F238E27FC236}">
                        <a16:creationId xmlns:a16="http://schemas.microsoft.com/office/drawing/2014/main" id="{D0588F4D-78EC-4375-05B8-DBA39EC36A93}"/>
                      </a:ext>
                    </a:extLst>
                  </p:cNvPr>
                  <p:cNvGrpSpPr/>
                  <p:nvPr/>
                </p:nvGrpSpPr>
                <p:grpSpPr>
                  <a:xfrm>
                    <a:off x="2434919" y="4669289"/>
                    <a:ext cx="94286" cy="163756"/>
                    <a:chOff x="2434919" y="4669289"/>
                    <a:chExt cx="94286" cy="163756"/>
                  </a:xfrm>
                </p:grpSpPr>
                <p:sp>
                  <p:nvSpPr>
                    <p:cNvPr id="779" name="Freeform: Shape 778">
                      <a:extLst>
                        <a:ext uri="{FF2B5EF4-FFF2-40B4-BE49-F238E27FC236}">
                          <a16:creationId xmlns:a16="http://schemas.microsoft.com/office/drawing/2014/main" id="{109A4A3F-34E8-1392-86B9-62D814DF265D}"/>
                        </a:ext>
                      </a:extLst>
                    </p:cNvPr>
                    <p:cNvSpPr/>
                    <p:nvPr/>
                  </p:nvSpPr>
                  <p:spPr>
                    <a:xfrm>
                      <a:off x="2434919" y="4669289"/>
                      <a:ext cx="93116" cy="158415"/>
                    </a:xfrm>
                    <a:custGeom>
                      <a:avLst/>
                      <a:gdLst>
                        <a:gd name="connsiteX0" fmla="*/ 89025 w 93116"/>
                        <a:gd name="connsiteY0" fmla="*/ 0 h 158415"/>
                        <a:gd name="connsiteX1" fmla="*/ 48350 w 93116"/>
                        <a:gd name="connsiteY1" fmla="*/ 149476 h 158415"/>
                        <a:gd name="connsiteX2" fmla="*/ 201 w 93116"/>
                        <a:gd name="connsiteY2" fmla="*/ 86954 h 158415"/>
                        <a:gd name="connsiteX3" fmla="*/ 89025 w 93116"/>
                        <a:gd name="connsiteY3" fmla="*/ 0 h 158415"/>
                      </a:gdLst>
                      <a:ahLst/>
                      <a:cxnLst>
                        <a:cxn ang="0">
                          <a:pos x="connsiteX0" y="connsiteY0"/>
                        </a:cxn>
                        <a:cxn ang="0">
                          <a:pos x="connsiteX1" y="connsiteY1"/>
                        </a:cxn>
                        <a:cxn ang="0">
                          <a:pos x="connsiteX2" y="connsiteY2"/>
                        </a:cxn>
                        <a:cxn ang="0">
                          <a:pos x="connsiteX3" y="connsiteY3"/>
                        </a:cxn>
                      </a:cxnLst>
                      <a:rect l="l" t="t" r="r" b="b"/>
                      <a:pathLst>
                        <a:path w="93116" h="158415">
                          <a:moveTo>
                            <a:pt x="89025" y="0"/>
                          </a:moveTo>
                          <a:cubicBezTo>
                            <a:pt x="89025" y="0"/>
                            <a:pt x="112174" y="115784"/>
                            <a:pt x="48350" y="149476"/>
                          </a:cubicBezTo>
                          <a:cubicBezTo>
                            <a:pt x="-15475" y="183168"/>
                            <a:pt x="5320" y="112597"/>
                            <a:pt x="201" y="86954"/>
                          </a:cubicBezTo>
                          <a:cubicBezTo>
                            <a:pt x="-4913" y="61311"/>
                            <a:pt x="89025" y="0"/>
                            <a:pt x="89025" y="0"/>
                          </a:cubicBezTo>
                          <a:close/>
                        </a:path>
                      </a:pathLst>
                    </a:custGeom>
                    <a:solidFill>
                      <a:srgbClr val="D87D68"/>
                    </a:solidFill>
                    <a:ln w="4839" cap="flat">
                      <a:noFill/>
                      <a:prstDash val="solid"/>
                      <a:miter/>
                    </a:ln>
                  </p:spPr>
                  <p:txBody>
                    <a:bodyPr rtlCol="0" anchor="ctr"/>
                    <a:lstStyle/>
                    <a:p>
                      <a:endParaRPr lang="vi-VN"/>
                    </a:p>
                  </p:txBody>
                </p:sp>
                <p:sp>
                  <p:nvSpPr>
                    <p:cNvPr id="780" name="Freeform: Shape 779">
                      <a:extLst>
                        <a:ext uri="{FF2B5EF4-FFF2-40B4-BE49-F238E27FC236}">
                          <a16:creationId xmlns:a16="http://schemas.microsoft.com/office/drawing/2014/main" id="{0043C747-5917-C5A3-9F05-8D6FD6989AC8}"/>
                        </a:ext>
                      </a:extLst>
                    </p:cNvPr>
                    <p:cNvSpPr/>
                    <p:nvPr/>
                  </p:nvSpPr>
                  <p:spPr>
                    <a:xfrm>
                      <a:off x="2436898" y="4712149"/>
                      <a:ext cx="92307" cy="120896"/>
                    </a:xfrm>
                    <a:custGeom>
                      <a:avLst/>
                      <a:gdLst>
                        <a:gd name="connsiteX0" fmla="*/ 92296 w 92307"/>
                        <a:gd name="connsiteY0" fmla="*/ 0 h 120896"/>
                        <a:gd name="connsiteX1" fmla="*/ 5 w 92307"/>
                        <a:gd name="connsiteY1" fmla="*/ 78663 h 120896"/>
                        <a:gd name="connsiteX2" fmla="*/ 0 w 92307"/>
                        <a:gd name="connsiteY2" fmla="*/ 78673 h 120896"/>
                        <a:gd name="connsiteX3" fmla="*/ 35465 w 92307"/>
                        <a:gd name="connsiteY3" fmla="*/ 119731 h 120896"/>
                        <a:gd name="connsiteX4" fmla="*/ 92296 w 92307"/>
                        <a:gd name="connsiteY4" fmla="*/ 0 h 120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07" h="120896">
                          <a:moveTo>
                            <a:pt x="92296" y="0"/>
                          </a:moveTo>
                          <a:cubicBezTo>
                            <a:pt x="55679" y="96257"/>
                            <a:pt x="5" y="78663"/>
                            <a:pt x="5" y="78663"/>
                          </a:cubicBezTo>
                          <a:lnTo>
                            <a:pt x="0" y="78673"/>
                          </a:lnTo>
                          <a:cubicBezTo>
                            <a:pt x="34" y="104839"/>
                            <a:pt x="344" y="126196"/>
                            <a:pt x="35465" y="119731"/>
                          </a:cubicBezTo>
                          <a:cubicBezTo>
                            <a:pt x="75651" y="112331"/>
                            <a:pt x="92829" y="36574"/>
                            <a:pt x="92296" y="0"/>
                          </a:cubicBezTo>
                          <a:close/>
                        </a:path>
                      </a:pathLst>
                    </a:custGeom>
                    <a:solidFill>
                      <a:srgbClr val="EEA786"/>
                    </a:solidFill>
                    <a:ln w="4839" cap="flat">
                      <a:noFill/>
                      <a:prstDash val="solid"/>
                      <a:miter/>
                    </a:ln>
                  </p:spPr>
                  <p:txBody>
                    <a:bodyPr rtlCol="0" anchor="ctr"/>
                    <a:lstStyle/>
                    <a:p>
                      <a:endParaRPr lang="vi-VN"/>
                    </a:p>
                  </p:txBody>
                </p:sp>
              </p:grpSp>
              <p:sp>
                <p:nvSpPr>
                  <p:cNvPr id="756" name="Freeform: Shape 755">
                    <a:extLst>
                      <a:ext uri="{FF2B5EF4-FFF2-40B4-BE49-F238E27FC236}">
                        <a16:creationId xmlns:a16="http://schemas.microsoft.com/office/drawing/2014/main" id="{C0D327C9-BB6B-99C7-FCB3-782D13BCE2F7}"/>
                      </a:ext>
                    </a:extLst>
                  </p:cNvPr>
                  <p:cNvSpPr/>
                  <p:nvPr/>
                </p:nvSpPr>
                <p:spPr>
                  <a:xfrm>
                    <a:off x="2386171" y="4731443"/>
                    <a:ext cx="78428" cy="296694"/>
                  </a:xfrm>
                  <a:custGeom>
                    <a:avLst/>
                    <a:gdLst>
                      <a:gd name="connsiteX0" fmla="*/ 78399 w 78428"/>
                      <a:gd name="connsiteY0" fmla="*/ 291179 h 296694"/>
                      <a:gd name="connsiteX1" fmla="*/ 73038 w 78428"/>
                      <a:gd name="connsiteY1" fmla="*/ 258320 h 296694"/>
                      <a:gd name="connsiteX2" fmla="*/ 69042 w 78428"/>
                      <a:gd name="connsiteY2" fmla="*/ 227485 h 296694"/>
                      <a:gd name="connsiteX3" fmla="*/ 58591 w 78428"/>
                      <a:gd name="connsiteY3" fmla="*/ 165767 h 296694"/>
                      <a:gd name="connsiteX4" fmla="*/ 18429 w 78428"/>
                      <a:gd name="connsiteY4" fmla="*/ 62909 h 296694"/>
                      <a:gd name="connsiteX5" fmla="*/ 9770 w 78428"/>
                      <a:gd name="connsiteY5" fmla="*/ 34515 h 296694"/>
                      <a:gd name="connsiteX6" fmla="*/ 5087 w 78428"/>
                      <a:gd name="connsiteY6" fmla="*/ 1913 h 296694"/>
                      <a:gd name="connsiteX7" fmla="*/ 220 w 78428"/>
                      <a:gd name="connsiteY7" fmla="*/ 2271 h 296694"/>
                      <a:gd name="connsiteX8" fmla="*/ 8583 w 78428"/>
                      <a:gd name="connsiteY8" fmla="*/ 56270 h 296694"/>
                      <a:gd name="connsiteX9" fmla="*/ 28405 w 78428"/>
                      <a:gd name="connsiteY9" fmla="*/ 107730 h 296694"/>
                      <a:gd name="connsiteX10" fmla="*/ 48285 w 78428"/>
                      <a:gd name="connsiteY10" fmla="*/ 159903 h 296694"/>
                      <a:gd name="connsiteX11" fmla="*/ 58741 w 78428"/>
                      <a:gd name="connsiteY11" fmla="*/ 220512 h 296694"/>
                      <a:gd name="connsiteX12" fmla="*/ 62432 w 78428"/>
                      <a:gd name="connsiteY12" fmla="*/ 255579 h 296694"/>
                      <a:gd name="connsiteX13" fmla="*/ 68960 w 78428"/>
                      <a:gd name="connsiteY13" fmla="*/ 293644 h 296694"/>
                      <a:gd name="connsiteX14" fmla="*/ 78399 w 78428"/>
                      <a:gd name="connsiteY14" fmla="*/ 291179 h 296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8428" h="296694">
                        <a:moveTo>
                          <a:pt x="78399" y="291179"/>
                        </a:moveTo>
                        <a:cubicBezTo>
                          <a:pt x="77178" y="280186"/>
                          <a:pt x="74665" y="269275"/>
                          <a:pt x="73038" y="258320"/>
                        </a:cubicBezTo>
                        <a:cubicBezTo>
                          <a:pt x="71517" y="248063"/>
                          <a:pt x="70243" y="237786"/>
                          <a:pt x="69042" y="227485"/>
                        </a:cubicBezTo>
                        <a:cubicBezTo>
                          <a:pt x="66625" y="206767"/>
                          <a:pt x="64107" y="185933"/>
                          <a:pt x="58591" y="165767"/>
                        </a:cubicBezTo>
                        <a:cubicBezTo>
                          <a:pt x="48838" y="130114"/>
                          <a:pt x="30943" y="97550"/>
                          <a:pt x="18429" y="62909"/>
                        </a:cubicBezTo>
                        <a:cubicBezTo>
                          <a:pt x="15068" y="53611"/>
                          <a:pt x="12085" y="44128"/>
                          <a:pt x="9770" y="34515"/>
                        </a:cubicBezTo>
                        <a:cubicBezTo>
                          <a:pt x="7174" y="23716"/>
                          <a:pt x="6143" y="12930"/>
                          <a:pt x="5087" y="1913"/>
                        </a:cubicBezTo>
                        <a:cubicBezTo>
                          <a:pt x="4816" y="-935"/>
                          <a:pt x="409" y="-426"/>
                          <a:pt x="220" y="2271"/>
                        </a:cubicBezTo>
                        <a:cubicBezTo>
                          <a:pt x="-1035" y="20248"/>
                          <a:pt x="3261" y="39208"/>
                          <a:pt x="8583" y="56270"/>
                        </a:cubicBezTo>
                        <a:cubicBezTo>
                          <a:pt x="14066" y="73835"/>
                          <a:pt x="21248" y="90799"/>
                          <a:pt x="28405" y="107730"/>
                        </a:cubicBezTo>
                        <a:cubicBezTo>
                          <a:pt x="35645" y="124859"/>
                          <a:pt x="42958" y="142061"/>
                          <a:pt x="48285" y="159903"/>
                        </a:cubicBezTo>
                        <a:cubicBezTo>
                          <a:pt x="54189" y="179676"/>
                          <a:pt x="56756" y="200026"/>
                          <a:pt x="58741" y="220512"/>
                        </a:cubicBezTo>
                        <a:cubicBezTo>
                          <a:pt x="59875" y="232212"/>
                          <a:pt x="60959" y="243917"/>
                          <a:pt x="62432" y="255579"/>
                        </a:cubicBezTo>
                        <a:cubicBezTo>
                          <a:pt x="64025" y="268214"/>
                          <a:pt x="65483" y="281372"/>
                          <a:pt x="68960" y="293644"/>
                        </a:cubicBezTo>
                        <a:cubicBezTo>
                          <a:pt x="70514" y="299122"/>
                          <a:pt x="78999" y="296560"/>
                          <a:pt x="78399" y="291179"/>
                        </a:cubicBezTo>
                        <a:close/>
                      </a:path>
                    </a:pathLst>
                  </a:custGeom>
                  <a:solidFill>
                    <a:srgbClr val="17202F"/>
                  </a:solidFill>
                  <a:ln w="4839" cap="flat">
                    <a:noFill/>
                    <a:prstDash val="solid"/>
                    <a:miter/>
                  </a:ln>
                </p:spPr>
                <p:txBody>
                  <a:bodyPr rtlCol="0" anchor="ctr"/>
                  <a:lstStyle/>
                  <a:p>
                    <a:endParaRPr lang="vi-VN"/>
                  </a:p>
                </p:txBody>
              </p:sp>
              <p:sp>
                <p:nvSpPr>
                  <p:cNvPr id="757" name="Freeform: Shape 756">
                    <a:extLst>
                      <a:ext uri="{FF2B5EF4-FFF2-40B4-BE49-F238E27FC236}">
                        <a16:creationId xmlns:a16="http://schemas.microsoft.com/office/drawing/2014/main" id="{BA7BA02A-15C3-724E-95A9-988547672715}"/>
                      </a:ext>
                    </a:extLst>
                  </p:cNvPr>
                  <p:cNvSpPr/>
                  <p:nvPr/>
                </p:nvSpPr>
                <p:spPr>
                  <a:xfrm>
                    <a:off x="2302380" y="4652057"/>
                    <a:ext cx="46194" cy="46194"/>
                  </a:xfrm>
                  <a:custGeom>
                    <a:avLst/>
                    <a:gdLst>
                      <a:gd name="connsiteX0" fmla="*/ 46072 w 46194"/>
                      <a:gd name="connsiteY0" fmla="*/ 25456 h 46194"/>
                      <a:gd name="connsiteX1" fmla="*/ 20739 w 46194"/>
                      <a:gd name="connsiteY1" fmla="*/ 46072 h 46194"/>
                      <a:gd name="connsiteX2" fmla="*/ 123 w 46194"/>
                      <a:gd name="connsiteY2" fmla="*/ 20739 h 46194"/>
                      <a:gd name="connsiteX3" fmla="*/ 25456 w 46194"/>
                      <a:gd name="connsiteY3" fmla="*/ 123 h 46194"/>
                      <a:gd name="connsiteX4" fmla="*/ 46072 w 46194"/>
                      <a:gd name="connsiteY4" fmla="*/ 25456 h 4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4" h="46194">
                        <a:moveTo>
                          <a:pt x="46072" y="25456"/>
                        </a:moveTo>
                        <a:cubicBezTo>
                          <a:pt x="44769" y="38144"/>
                          <a:pt x="33427" y="47375"/>
                          <a:pt x="20739" y="46072"/>
                        </a:cubicBezTo>
                        <a:cubicBezTo>
                          <a:pt x="8050" y="44769"/>
                          <a:pt x="-1180" y="33427"/>
                          <a:pt x="123" y="20739"/>
                        </a:cubicBezTo>
                        <a:cubicBezTo>
                          <a:pt x="1425" y="8050"/>
                          <a:pt x="12767" y="-1180"/>
                          <a:pt x="25456" y="123"/>
                        </a:cubicBezTo>
                        <a:cubicBezTo>
                          <a:pt x="38144" y="1425"/>
                          <a:pt x="47375" y="12767"/>
                          <a:pt x="46072" y="25456"/>
                        </a:cubicBezTo>
                        <a:close/>
                      </a:path>
                    </a:pathLst>
                  </a:custGeom>
                  <a:solidFill>
                    <a:srgbClr val="D87D68"/>
                  </a:solidFill>
                  <a:ln w="4839" cap="flat">
                    <a:noFill/>
                    <a:prstDash val="solid"/>
                    <a:miter/>
                  </a:ln>
                </p:spPr>
                <p:txBody>
                  <a:bodyPr rtlCol="0" anchor="ctr"/>
                  <a:lstStyle/>
                  <a:p>
                    <a:endParaRPr lang="vi-VN"/>
                  </a:p>
                </p:txBody>
              </p:sp>
              <p:sp>
                <p:nvSpPr>
                  <p:cNvPr id="758" name="Freeform: Shape 757">
                    <a:extLst>
                      <a:ext uri="{FF2B5EF4-FFF2-40B4-BE49-F238E27FC236}">
                        <a16:creationId xmlns:a16="http://schemas.microsoft.com/office/drawing/2014/main" id="{64826612-CD19-A0D8-8CB1-85D95C32C3E2}"/>
                      </a:ext>
                    </a:extLst>
                  </p:cNvPr>
                  <p:cNvSpPr/>
                  <p:nvPr/>
                </p:nvSpPr>
                <p:spPr>
                  <a:xfrm>
                    <a:off x="2276172" y="4437482"/>
                    <a:ext cx="261588" cy="326109"/>
                  </a:xfrm>
                  <a:custGeom>
                    <a:avLst/>
                    <a:gdLst>
                      <a:gd name="connsiteX0" fmla="*/ 252416 w 261588"/>
                      <a:gd name="connsiteY0" fmla="*/ 149866 h 326109"/>
                      <a:gd name="connsiteX1" fmla="*/ 204728 w 261588"/>
                      <a:gd name="connsiteY1" fmla="*/ 315851 h 326109"/>
                      <a:gd name="connsiteX2" fmla="*/ 52506 w 261588"/>
                      <a:gd name="connsiteY2" fmla="*/ 242646 h 326109"/>
                      <a:gd name="connsiteX3" fmla="*/ 35217 w 261588"/>
                      <a:gd name="connsiteY3" fmla="*/ 221090 h 326109"/>
                      <a:gd name="connsiteX4" fmla="*/ 9298 w 261588"/>
                      <a:gd name="connsiteY4" fmla="*/ 168554 h 326109"/>
                      <a:gd name="connsiteX5" fmla="*/ 50051 w 261588"/>
                      <a:gd name="connsiteY5" fmla="*/ 22289 h 326109"/>
                      <a:gd name="connsiteX6" fmla="*/ 252416 w 261588"/>
                      <a:gd name="connsiteY6" fmla="*/ 149866 h 32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588" h="326109">
                        <a:moveTo>
                          <a:pt x="252416" y="149866"/>
                        </a:moveTo>
                        <a:cubicBezTo>
                          <a:pt x="252416" y="149866"/>
                          <a:pt x="292608" y="283079"/>
                          <a:pt x="204728" y="315851"/>
                        </a:cubicBezTo>
                        <a:cubicBezTo>
                          <a:pt x="116854" y="348623"/>
                          <a:pt x="67345" y="297104"/>
                          <a:pt x="52506" y="242646"/>
                        </a:cubicBezTo>
                        <a:cubicBezTo>
                          <a:pt x="52506" y="242646"/>
                          <a:pt x="43963" y="226359"/>
                          <a:pt x="35217" y="221090"/>
                        </a:cubicBezTo>
                        <a:cubicBezTo>
                          <a:pt x="26471" y="215826"/>
                          <a:pt x="9298" y="168554"/>
                          <a:pt x="9298" y="168554"/>
                        </a:cubicBezTo>
                        <a:cubicBezTo>
                          <a:pt x="9298" y="168554"/>
                          <a:pt x="-29063" y="78249"/>
                          <a:pt x="50051" y="22289"/>
                        </a:cubicBezTo>
                        <a:cubicBezTo>
                          <a:pt x="129165" y="-33671"/>
                          <a:pt x="227848" y="18250"/>
                          <a:pt x="252416" y="149866"/>
                        </a:cubicBezTo>
                        <a:close/>
                      </a:path>
                    </a:pathLst>
                  </a:custGeom>
                  <a:solidFill>
                    <a:srgbClr val="EEA786"/>
                  </a:solidFill>
                  <a:ln w="4839" cap="flat">
                    <a:noFill/>
                    <a:prstDash val="solid"/>
                    <a:miter/>
                  </a:ln>
                </p:spPr>
                <p:txBody>
                  <a:bodyPr rtlCol="0" anchor="ctr"/>
                  <a:lstStyle/>
                  <a:p>
                    <a:endParaRPr lang="vi-VN"/>
                  </a:p>
                </p:txBody>
              </p:sp>
              <p:sp>
                <p:nvSpPr>
                  <p:cNvPr id="759" name="Freeform: Shape 758">
                    <a:extLst>
                      <a:ext uri="{FF2B5EF4-FFF2-40B4-BE49-F238E27FC236}">
                        <a16:creationId xmlns:a16="http://schemas.microsoft.com/office/drawing/2014/main" id="{8022407A-FC14-480F-ED65-1BAF48594B38}"/>
                      </a:ext>
                    </a:extLst>
                  </p:cNvPr>
                  <p:cNvSpPr/>
                  <p:nvPr/>
                </p:nvSpPr>
                <p:spPr>
                  <a:xfrm>
                    <a:off x="2494852" y="4536990"/>
                    <a:ext cx="60440" cy="60440"/>
                  </a:xfrm>
                  <a:custGeom>
                    <a:avLst/>
                    <a:gdLst>
                      <a:gd name="connsiteX0" fmla="*/ 60280 w 60440"/>
                      <a:gd name="connsiteY0" fmla="*/ 33305 h 60440"/>
                      <a:gd name="connsiteX1" fmla="*/ 27135 w 60440"/>
                      <a:gd name="connsiteY1" fmla="*/ 60280 h 60440"/>
                      <a:gd name="connsiteX2" fmla="*/ 160 w 60440"/>
                      <a:gd name="connsiteY2" fmla="*/ 27135 h 60440"/>
                      <a:gd name="connsiteX3" fmla="*/ 33305 w 60440"/>
                      <a:gd name="connsiteY3" fmla="*/ 160 h 60440"/>
                      <a:gd name="connsiteX4" fmla="*/ 60280 w 60440"/>
                      <a:gd name="connsiteY4" fmla="*/ 33305 h 6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40" h="60440">
                        <a:moveTo>
                          <a:pt x="60280" y="33305"/>
                        </a:moveTo>
                        <a:cubicBezTo>
                          <a:pt x="58575" y="49907"/>
                          <a:pt x="43737" y="61985"/>
                          <a:pt x="27135" y="60280"/>
                        </a:cubicBezTo>
                        <a:cubicBezTo>
                          <a:pt x="10534" y="58575"/>
                          <a:pt x="-1544" y="43737"/>
                          <a:pt x="160" y="27135"/>
                        </a:cubicBezTo>
                        <a:cubicBezTo>
                          <a:pt x="1865" y="10534"/>
                          <a:pt x="16704" y="-1544"/>
                          <a:pt x="33305" y="160"/>
                        </a:cubicBezTo>
                        <a:cubicBezTo>
                          <a:pt x="49907" y="1865"/>
                          <a:pt x="61985" y="16704"/>
                          <a:pt x="60280" y="33305"/>
                        </a:cubicBezTo>
                        <a:close/>
                      </a:path>
                    </a:pathLst>
                  </a:custGeom>
                  <a:solidFill>
                    <a:srgbClr val="EEA786"/>
                  </a:solidFill>
                  <a:ln w="4839" cap="flat">
                    <a:noFill/>
                    <a:prstDash val="solid"/>
                    <a:miter/>
                  </a:ln>
                </p:spPr>
                <p:txBody>
                  <a:bodyPr rtlCol="0" anchor="ctr"/>
                  <a:lstStyle/>
                  <a:p>
                    <a:endParaRPr lang="vi-VN"/>
                  </a:p>
                </p:txBody>
              </p:sp>
              <p:sp>
                <p:nvSpPr>
                  <p:cNvPr id="760" name="Freeform: Shape 759">
                    <a:extLst>
                      <a:ext uri="{FF2B5EF4-FFF2-40B4-BE49-F238E27FC236}">
                        <a16:creationId xmlns:a16="http://schemas.microsoft.com/office/drawing/2014/main" id="{05F00CE1-6059-A416-C6F3-FE54739D52B7}"/>
                      </a:ext>
                    </a:extLst>
                  </p:cNvPr>
                  <p:cNvSpPr/>
                  <p:nvPr/>
                </p:nvSpPr>
                <p:spPr>
                  <a:xfrm>
                    <a:off x="2391187" y="4636034"/>
                    <a:ext cx="24259" cy="54365"/>
                  </a:xfrm>
                  <a:custGeom>
                    <a:avLst/>
                    <a:gdLst>
                      <a:gd name="connsiteX0" fmla="*/ 22770 w 24259"/>
                      <a:gd name="connsiteY0" fmla="*/ 49328 h 54365"/>
                      <a:gd name="connsiteX1" fmla="*/ 17661 w 24259"/>
                      <a:gd name="connsiteY1" fmla="*/ 48132 h 54365"/>
                      <a:gd name="connsiteX2" fmla="*/ 12798 w 24259"/>
                      <a:gd name="connsiteY2" fmla="*/ 47895 h 54365"/>
                      <a:gd name="connsiteX3" fmla="*/ 5921 w 24259"/>
                      <a:gd name="connsiteY3" fmla="*/ 47343 h 54365"/>
                      <a:gd name="connsiteX4" fmla="*/ 7587 w 24259"/>
                      <a:gd name="connsiteY4" fmla="*/ 1539 h 54365"/>
                      <a:gd name="connsiteX5" fmla="*/ 2507 w 24259"/>
                      <a:gd name="connsiteY5" fmla="*/ 3050 h 54365"/>
                      <a:gd name="connsiteX6" fmla="*/ 110 w 24259"/>
                      <a:gd name="connsiteY6" fmla="*/ 48757 h 54365"/>
                      <a:gd name="connsiteX7" fmla="*/ 2391 w 24259"/>
                      <a:gd name="connsiteY7" fmla="*/ 52355 h 54365"/>
                      <a:gd name="connsiteX8" fmla="*/ 12885 w 24259"/>
                      <a:gd name="connsiteY8" fmla="*/ 54021 h 54365"/>
                      <a:gd name="connsiteX9" fmla="*/ 17845 w 24259"/>
                      <a:gd name="connsiteY9" fmla="*/ 54365 h 54365"/>
                      <a:gd name="connsiteX10" fmla="*/ 22741 w 24259"/>
                      <a:gd name="connsiteY10" fmla="*/ 53343 h 54365"/>
                      <a:gd name="connsiteX11" fmla="*/ 22770 w 24259"/>
                      <a:gd name="connsiteY11" fmla="*/ 49328 h 54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9" h="54365">
                        <a:moveTo>
                          <a:pt x="22770" y="49328"/>
                        </a:moveTo>
                        <a:cubicBezTo>
                          <a:pt x="21017" y="48825"/>
                          <a:pt x="19535" y="48273"/>
                          <a:pt x="17661" y="48132"/>
                        </a:cubicBezTo>
                        <a:cubicBezTo>
                          <a:pt x="16043" y="48011"/>
                          <a:pt x="14416" y="48002"/>
                          <a:pt x="12798" y="47895"/>
                        </a:cubicBezTo>
                        <a:cubicBezTo>
                          <a:pt x="10498" y="47745"/>
                          <a:pt x="8207" y="47580"/>
                          <a:pt x="5921" y="47343"/>
                        </a:cubicBezTo>
                        <a:cubicBezTo>
                          <a:pt x="9408" y="32233"/>
                          <a:pt x="12658" y="16649"/>
                          <a:pt x="7587" y="1539"/>
                        </a:cubicBezTo>
                        <a:cubicBezTo>
                          <a:pt x="6633" y="-1304"/>
                          <a:pt x="1674" y="139"/>
                          <a:pt x="2507" y="3050"/>
                        </a:cubicBezTo>
                        <a:cubicBezTo>
                          <a:pt x="6851" y="18198"/>
                          <a:pt x="3805" y="33831"/>
                          <a:pt x="110" y="48757"/>
                        </a:cubicBezTo>
                        <a:cubicBezTo>
                          <a:pt x="-326" y="50525"/>
                          <a:pt x="555" y="52031"/>
                          <a:pt x="2391" y="52355"/>
                        </a:cubicBezTo>
                        <a:cubicBezTo>
                          <a:pt x="5892" y="52965"/>
                          <a:pt x="9340" y="53687"/>
                          <a:pt x="12885" y="54021"/>
                        </a:cubicBezTo>
                        <a:cubicBezTo>
                          <a:pt x="14527" y="54176"/>
                          <a:pt x="16193" y="54370"/>
                          <a:pt x="17845" y="54365"/>
                        </a:cubicBezTo>
                        <a:cubicBezTo>
                          <a:pt x="19724" y="54365"/>
                          <a:pt x="20988" y="53852"/>
                          <a:pt x="22741" y="53343"/>
                        </a:cubicBezTo>
                        <a:cubicBezTo>
                          <a:pt x="24726" y="52772"/>
                          <a:pt x="24794" y="49910"/>
                          <a:pt x="22770" y="49328"/>
                        </a:cubicBezTo>
                        <a:close/>
                      </a:path>
                    </a:pathLst>
                  </a:custGeom>
                  <a:solidFill>
                    <a:srgbClr val="17202F"/>
                  </a:solidFill>
                  <a:ln w="4839" cap="flat">
                    <a:noFill/>
                    <a:prstDash val="solid"/>
                    <a:miter/>
                  </a:ln>
                </p:spPr>
                <p:txBody>
                  <a:bodyPr rtlCol="0" anchor="ctr"/>
                  <a:lstStyle/>
                  <a:p>
                    <a:endParaRPr lang="vi-VN"/>
                  </a:p>
                </p:txBody>
              </p:sp>
              <p:sp>
                <p:nvSpPr>
                  <p:cNvPr id="761" name="Freeform: Shape 760">
                    <a:extLst>
                      <a:ext uri="{FF2B5EF4-FFF2-40B4-BE49-F238E27FC236}">
                        <a16:creationId xmlns:a16="http://schemas.microsoft.com/office/drawing/2014/main" id="{576E7133-B36E-DD99-45FD-F5F86071BD3B}"/>
                      </a:ext>
                    </a:extLst>
                  </p:cNvPr>
                  <p:cNvSpPr/>
                  <p:nvPr/>
                </p:nvSpPr>
                <p:spPr>
                  <a:xfrm>
                    <a:off x="2418388" y="4693710"/>
                    <a:ext cx="61198" cy="28803"/>
                  </a:xfrm>
                  <a:custGeom>
                    <a:avLst/>
                    <a:gdLst>
                      <a:gd name="connsiteX0" fmla="*/ 56594 w 61198"/>
                      <a:gd name="connsiteY0" fmla="*/ 540 h 28803"/>
                      <a:gd name="connsiteX1" fmla="*/ 31474 w 61198"/>
                      <a:gd name="connsiteY1" fmla="*/ 15664 h 28803"/>
                      <a:gd name="connsiteX2" fmla="*/ 15037 w 61198"/>
                      <a:gd name="connsiteY2" fmla="*/ 21737 h 28803"/>
                      <a:gd name="connsiteX3" fmla="*/ 804 w 61198"/>
                      <a:gd name="connsiteY3" fmla="*/ 25461 h 28803"/>
                      <a:gd name="connsiteX4" fmla="*/ 939 w 61198"/>
                      <a:gd name="connsiteY4" fmla="*/ 28120 h 28803"/>
                      <a:gd name="connsiteX5" fmla="*/ 17642 w 61198"/>
                      <a:gd name="connsiteY5" fmla="*/ 27573 h 28803"/>
                      <a:gd name="connsiteX6" fmla="*/ 33459 w 61198"/>
                      <a:gd name="connsiteY6" fmla="*/ 23035 h 28803"/>
                      <a:gd name="connsiteX7" fmla="*/ 60463 w 61198"/>
                      <a:gd name="connsiteY7" fmla="*/ 4855 h 28803"/>
                      <a:gd name="connsiteX8" fmla="*/ 56594 w 61198"/>
                      <a:gd name="connsiteY8" fmla="*/ 540 h 2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98" h="28803">
                        <a:moveTo>
                          <a:pt x="56594" y="540"/>
                        </a:moveTo>
                        <a:cubicBezTo>
                          <a:pt x="48792" y="6433"/>
                          <a:pt x="40394" y="11654"/>
                          <a:pt x="31474" y="15664"/>
                        </a:cubicBezTo>
                        <a:cubicBezTo>
                          <a:pt x="26190" y="18042"/>
                          <a:pt x="20587" y="20110"/>
                          <a:pt x="15037" y="21737"/>
                        </a:cubicBezTo>
                        <a:cubicBezTo>
                          <a:pt x="10339" y="23117"/>
                          <a:pt x="5346" y="23664"/>
                          <a:pt x="804" y="25461"/>
                        </a:cubicBezTo>
                        <a:cubicBezTo>
                          <a:pt x="-320" y="25907"/>
                          <a:pt x="-257" y="27805"/>
                          <a:pt x="939" y="28120"/>
                        </a:cubicBezTo>
                        <a:cubicBezTo>
                          <a:pt x="6242" y="29529"/>
                          <a:pt x="12301" y="28464"/>
                          <a:pt x="17642" y="27573"/>
                        </a:cubicBezTo>
                        <a:cubicBezTo>
                          <a:pt x="23100" y="26662"/>
                          <a:pt x="28331" y="25108"/>
                          <a:pt x="33459" y="23035"/>
                        </a:cubicBezTo>
                        <a:cubicBezTo>
                          <a:pt x="43731" y="18885"/>
                          <a:pt x="52763" y="12773"/>
                          <a:pt x="60463" y="4855"/>
                        </a:cubicBezTo>
                        <a:cubicBezTo>
                          <a:pt x="62744" y="2516"/>
                          <a:pt x="59228" y="-1446"/>
                          <a:pt x="56594" y="540"/>
                        </a:cubicBezTo>
                        <a:close/>
                      </a:path>
                    </a:pathLst>
                  </a:custGeom>
                  <a:solidFill>
                    <a:srgbClr val="17202F"/>
                  </a:solidFill>
                  <a:ln w="4839" cap="flat">
                    <a:noFill/>
                    <a:prstDash val="solid"/>
                    <a:miter/>
                  </a:ln>
                </p:spPr>
                <p:txBody>
                  <a:bodyPr rtlCol="0" anchor="ctr"/>
                  <a:lstStyle/>
                  <a:p>
                    <a:endParaRPr lang="vi-VN"/>
                  </a:p>
                </p:txBody>
              </p:sp>
              <p:sp>
                <p:nvSpPr>
                  <p:cNvPr id="762" name="Freeform: Shape 761">
                    <a:extLst>
                      <a:ext uri="{FF2B5EF4-FFF2-40B4-BE49-F238E27FC236}">
                        <a16:creationId xmlns:a16="http://schemas.microsoft.com/office/drawing/2014/main" id="{54802A5D-8229-AE1D-D3B0-5A918C790604}"/>
                      </a:ext>
                    </a:extLst>
                  </p:cNvPr>
                  <p:cNvSpPr/>
                  <p:nvPr/>
                </p:nvSpPr>
                <p:spPr>
                  <a:xfrm>
                    <a:off x="2415618" y="4562372"/>
                    <a:ext cx="43243" cy="15068"/>
                  </a:xfrm>
                  <a:custGeom>
                    <a:avLst/>
                    <a:gdLst>
                      <a:gd name="connsiteX0" fmla="*/ 41789 w 43243"/>
                      <a:gd name="connsiteY0" fmla="*/ 3730 h 15068"/>
                      <a:gd name="connsiteX1" fmla="*/ 36370 w 43243"/>
                      <a:gd name="connsiteY1" fmla="*/ 1056 h 15068"/>
                      <a:gd name="connsiteX2" fmla="*/ 30385 w 43243"/>
                      <a:gd name="connsiteY2" fmla="*/ 20 h 15068"/>
                      <a:gd name="connsiteX3" fmla="*/ 20277 w 43243"/>
                      <a:gd name="connsiteY3" fmla="*/ 1202 h 15068"/>
                      <a:gd name="connsiteX4" fmla="*/ 1046 w 43243"/>
                      <a:gd name="connsiteY4" fmla="*/ 10568 h 15068"/>
                      <a:gd name="connsiteX5" fmla="*/ 3545 w 43243"/>
                      <a:gd name="connsiteY5" fmla="*/ 14951 h 15068"/>
                      <a:gd name="connsiteX6" fmla="*/ 13860 w 43243"/>
                      <a:gd name="connsiteY6" fmla="*/ 11527 h 15068"/>
                      <a:gd name="connsiteX7" fmla="*/ 23498 w 43243"/>
                      <a:gd name="connsiteY7" fmla="*/ 8979 h 15068"/>
                      <a:gd name="connsiteX8" fmla="*/ 31648 w 43243"/>
                      <a:gd name="connsiteY8" fmla="*/ 8485 h 15068"/>
                      <a:gd name="connsiteX9" fmla="*/ 39538 w 43243"/>
                      <a:gd name="connsiteY9" fmla="*/ 9260 h 15068"/>
                      <a:gd name="connsiteX10" fmla="*/ 41789 w 43243"/>
                      <a:gd name="connsiteY10" fmla="*/ 3730 h 15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243" h="15068">
                        <a:moveTo>
                          <a:pt x="41789" y="3730"/>
                        </a:moveTo>
                        <a:cubicBezTo>
                          <a:pt x="40065" y="2684"/>
                          <a:pt x="38254" y="1778"/>
                          <a:pt x="36370" y="1056"/>
                        </a:cubicBezTo>
                        <a:cubicBezTo>
                          <a:pt x="34380" y="296"/>
                          <a:pt x="32501" y="93"/>
                          <a:pt x="30385" y="20"/>
                        </a:cubicBezTo>
                        <a:cubicBezTo>
                          <a:pt x="26922" y="-101"/>
                          <a:pt x="23629" y="330"/>
                          <a:pt x="20277" y="1202"/>
                        </a:cubicBezTo>
                        <a:cubicBezTo>
                          <a:pt x="13255" y="3028"/>
                          <a:pt x="6930" y="6413"/>
                          <a:pt x="1046" y="10568"/>
                        </a:cubicBezTo>
                        <a:cubicBezTo>
                          <a:pt x="-1433" y="12316"/>
                          <a:pt x="940" y="15745"/>
                          <a:pt x="3545" y="14951"/>
                        </a:cubicBezTo>
                        <a:cubicBezTo>
                          <a:pt x="7018" y="13890"/>
                          <a:pt x="10446" y="12767"/>
                          <a:pt x="13860" y="11527"/>
                        </a:cubicBezTo>
                        <a:cubicBezTo>
                          <a:pt x="16960" y="10403"/>
                          <a:pt x="20229" y="9430"/>
                          <a:pt x="23498" y="8979"/>
                        </a:cubicBezTo>
                        <a:cubicBezTo>
                          <a:pt x="26171" y="8611"/>
                          <a:pt x="28951" y="8287"/>
                          <a:pt x="31648" y="8485"/>
                        </a:cubicBezTo>
                        <a:cubicBezTo>
                          <a:pt x="34327" y="8684"/>
                          <a:pt x="36913" y="8568"/>
                          <a:pt x="39538" y="9260"/>
                        </a:cubicBezTo>
                        <a:cubicBezTo>
                          <a:pt x="42874" y="10137"/>
                          <a:pt x="44700" y="5497"/>
                          <a:pt x="41789" y="3730"/>
                        </a:cubicBezTo>
                        <a:close/>
                      </a:path>
                    </a:pathLst>
                  </a:custGeom>
                  <a:solidFill>
                    <a:srgbClr val="17202F"/>
                  </a:solidFill>
                  <a:ln w="4839" cap="flat">
                    <a:noFill/>
                    <a:prstDash val="solid"/>
                    <a:miter/>
                  </a:ln>
                </p:spPr>
                <p:txBody>
                  <a:bodyPr rtlCol="0" anchor="ctr"/>
                  <a:lstStyle/>
                  <a:p>
                    <a:endParaRPr lang="vi-VN"/>
                  </a:p>
                </p:txBody>
              </p:sp>
              <p:sp>
                <p:nvSpPr>
                  <p:cNvPr id="763" name="Freeform: Shape 762">
                    <a:extLst>
                      <a:ext uri="{FF2B5EF4-FFF2-40B4-BE49-F238E27FC236}">
                        <a16:creationId xmlns:a16="http://schemas.microsoft.com/office/drawing/2014/main" id="{04D5F3C6-84A7-8163-0EC4-08342C3B69A2}"/>
                      </a:ext>
                    </a:extLst>
                  </p:cNvPr>
                  <p:cNvSpPr/>
                  <p:nvPr/>
                </p:nvSpPr>
                <p:spPr>
                  <a:xfrm>
                    <a:off x="2324814" y="4614408"/>
                    <a:ext cx="29967" cy="21915"/>
                  </a:xfrm>
                  <a:custGeom>
                    <a:avLst/>
                    <a:gdLst>
                      <a:gd name="connsiteX0" fmla="*/ 29889 w 29967"/>
                      <a:gd name="connsiteY0" fmla="*/ 1920 h 21915"/>
                      <a:gd name="connsiteX1" fmla="*/ 27202 w 29967"/>
                      <a:gd name="connsiteY1" fmla="*/ 26 h 21915"/>
                      <a:gd name="connsiteX2" fmla="*/ 21569 w 29967"/>
                      <a:gd name="connsiteY2" fmla="*/ 321 h 21915"/>
                      <a:gd name="connsiteX3" fmla="*/ 17148 w 29967"/>
                      <a:gd name="connsiteY3" fmla="*/ 1726 h 21915"/>
                      <a:gd name="connsiteX4" fmla="*/ 9893 w 29967"/>
                      <a:gd name="connsiteY4" fmla="*/ 5092 h 21915"/>
                      <a:gd name="connsiteX5" fmla="*/ 3161 w 29967"/>
                      <a:gd name="connsiteY5" fmla="*/ 10230 h 21915"/>
                      <a:gd name="connsiteX6" fmla="*/ 425 w 29967"/>
                      <a:gd name="connsiteY6" fmla="*/ 14492 h 21915"/>
                      <a:gd name="connsiteX7" fmla="*/ 449 w 29967"/>
                      <a:gd name="connsiteY7" fmla="*/ 19732 h 21915"/>
                      <a:gd name="connsiteX8" fmla="*/ 6358 w 29967"/>
                      <a:gd name="connsiteY8" fmla="*/ 19664 h 21915"/>
                      <a:gd name="connsiteX9" fmla="*/ 7433 w 29967"/>
                      <a:gd name="connsiteY9" fmla="*/ 17083 h 21915"/>
                      <a:gd name="connsiteX10" fmla="*/ 7467 w 29967"/>
                      <a:gd name="connsiteY10" fmla="*/ 17063 h 21915"/>
                      <a:gd name="connsiteX11" fmla="*/ 7946 w 29967"/>
                      <a:gd name="connsiteY11" fmla="*/ 16322 h 21915"/>
                      <a:gd name="connsiteX12" fmla="*/ 8208 w 29967"/>
                      <a:gd name="connsiteY12" fmla="*/ 15974 h 21915"/>
                      <a:gd name="connsiteX13" fmla="*/ 8697 w 29967"/>
                      <a:gd name="connsiteY13" fmla="*/ 15455 h 21915"/>
                      <a:gd name="connsiteX14" fmla="*/ 9927 w 29967"/>
                      <a:gd name="connsiteY14" fmla="*/ 14342 h 21915"/>
                      <a:gd name="connsiteX15" fmla="*/ 15738 w 29967"/>
                      <a:gd name="connsiteY15" fmla="*/ 10540 h 21915"/>
                      <a:gd name="connsiteX16" fmla="*/ 22155 w 29967"/>
                      <a:gd name="connsiteY16" fmla="*/ 7605 h 21915"/>
                      <a:gd name="connsiteX17" fmla="*/ 25700 w 29967"/>
                      <a:gd name="connsiteY17" fmla="*/ 6113 h 21915"/>
                      <a:gd name="connsiteX18" fmla="*/ 28383 w 29967"/>
                      <a:gd name="connsiteY18" fmla="*/ 4854 h 21915"/>
                      <a:gd name="connsiteX19" fmla="*/ 29889 w 29967"/>
                      <a:gd name="connsiteY19" fmla="*/ 1920 h 21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9967" h="21915">
                        <a:moveTo>
                          <a:pt x="29889" y="1920"/>
                        </a:moveTo>
                        <a:cubicBezTo>
                          <a:pt x="29550" y="641"/>
                          <a:pt x="28485" y="7"/>
                          <a:pt x="27202" y="26"/>
                        </a:cubicBezTo>
                        <a:cubicBezTo>
                          <a:pt x="25327" y="55"/>
                          <a:pt x="23390" y="-168"/>
                          <a:pt x="21569" y="321"/>
                        </a:cubicBezTo>
                        <a:cubicBezTo>
                          <a:pt x="20078" y="723"/>
                          <a:pt x="18601" y="1188"/>
                          <a:pt x="17148" y="1726"/>
                        </a:cubicBezTo>
                        <a:cubicBezTo>
                          <a:pt x="14644" y="2651"/>
                          <a:pt x="12218" y="3779"/>
                          <a:pt x="9893" y="5092"/>
                        </a:cubicBezTo>
                        <a:cubicBezTo>
                          <a:pt x="7438" y="6482"/>
                          <a:pt x="5026" y="8085"/>
                          <a:pt x="3161" y="10230"/>
                        </a:cubicBezTo>
                        <a:cubicBezTo>
                          <a:pt x="2014" y="11557"/>
                          <a:pt x="1098" y="12869"/>
                          <a:pt x="425" y="14492"/>
                        </a:cubicBezTo>
                        <a:cubicBezTo>
                          <a:pt x="-253" y="16124"/>
                          <a:pt x="-25" y="18061"/>
                          <a:pt x="449" y="19732"/>
                        </a:cubicBezTo>
                        <a:cubicBezTo>
                          <a:pt x="1244" y="22526"/>
                          <a:pt x="5806" y="22783"/>
                          <a:pt x="6358" y="19664"/>
                        </a:cubicBezTo>
                        <a:cubicBezTo>
                          <a:pt x="6518" y="18758"/>
                          <a:pt x="7065" y="17925"/>
                          <a:pt x="7433" y="17083"/>
                        </a:cubicBezTo>
                        <a:cubicBezTo>
                          <a:pt x="7278" y="17441"/>
                          <a:pt x="7288" y="17349"/>
                          <a:pt x="7467" y="17063"/>
                        </a:cubicBezTo>
                        <a:cubicBezTo>
                          <a:pt x="7622" y="16811"/>
                          <a:pt x="7777" y="16564"/>
                          <a:pt x="7946" y="16322"/>
                        </a:cubicBezTo>
                        <a:cubicBezTo>
                          <a:pt x="8029" y="16206"/>
                          <a:pt x="8155" y="16041"/>
                          <a:pt x="8208" y="15974"/>
                        </a:cubicBezTo>
                        <a:cubicBezTo>
                          <a:pt x="8368" y="15799"/>
                          <a:pt x="8527" y="15625"/>
                          <a:pt x="8697" y="15455"/>
                        </a:cubicBezTo>
                        <a:cubicBezTo>
                          <a:pt x="9089" y="15063"/>
                          <a:pt x="9501" y="14695"/>
                          <a:pt x="9927" y="14342"/>
                        </a:cubicBezTo>
                        <a:cubicBezTo>
                          <a:pt x="11695" y="12879"/>
                          <a:pt x="13733" y="11649"/>
                          <a:pt x="15738" y="10540"/>
                        </a:cubicBezTo>
                        <a:cubicBezTo>
                          <a:pt x="17801" y="9397"/>
                          <a:pt x="19947" y="8424"/>
                          <a:pt x="22155" y="7605"/>
                        </a:cubicBezTo>
                        <a:cubicBezTo>
                          <a:pt x="23385" y="7150"/>
                          <a:pt x="24567" y="6791"/>
                          <a:pt x="25700" y="6113"/>
                        </a:cubicBezTo>
                        <a:cubicBezTo>
                          <a:pt x="26562" y="5600"/>
                          <a:pt x="27449" y="5222"/>
                          <a:pt x="28383" y="4854"/>
                        </a:cubicBezTo>
                        <a:cubicBezTo>
                          <a:pt x="29541" y="4389"/>
                          <a:pt x="30204" y="3111"/>
                          <a:pt x="29889" y="1920"/>
                        </a:cubicBezTo>
                        <a:close/>
                      </a:path>
                    </a:pathLst>
                  </a:custGeom>
                  <a:solidFill>
                    <a:srgbClr val="17202F"/>
                  </a:solidFill>
                  <a:ln w="4839" cap="flat">
                    <a:noFill/>
                    <a:prstDash val="solid"/>
                    <a:miter/>
                  </a:ln>
                </p:spPr>
                <p:txBody>
                  <a:bodyPr rtlCol="0" anchor="ctr"/>
                  <a:lstStyle/>
                  <a:p>
                    <a:endParaRPr lang="vi-VN"/>
                  </a:p>
                </p:txBody>
              </p:sp>
              <p:sp>
                <p:nvSpPr>
                  <p:cNvPr id="764" name="Freeform: Shape 763">
                    <a:extLst>
                      <a:ext uri="{FF2B5EF4-FFF2-40B4-BE49-F238E27FC236}">
                        <a16:creationId xmlns:a16="http://schemas.microsoft.com/office/drawing/2014/main" id="{10758D38-1B2C-0792-9272-CE2E7168297D}"/>
                      </a:ext>
                    </a:extLst>
                  </p:cNvPr>
                  <p:cNvSpPr/>
                  <p:nvPr/>
                </p:nvSpPr>
                <p:spPr>
                  <a:xfrm>
                    <a:off x="2440159" y="4597455"/>
                    <a:ext cx="14941" cy="26852"/>
                  </a:xfrm>
                  <a:custGeom>
                    <a:avLst/>
                    <a:gdLst>
                      <a:gd name="connsiteX0" fmla="*/ 12807 w 14941"/>
                      <a:gd name="connsiteY0" fmla="*/ 11322 h 26852"/>
                      <a:gd name="connsiteX1" fmla="*/ 12701 w 14941"/>
                      <a:gd name="connsiteY1" fmla="*/ 26684 h 26852"/>
                      <a:gd name="connsiteX2" fmla="*/ 2134 w 14941"/>
                      <a:gd name="connsiteY2" fmla="*/ 15531 h 26852"/>
                      <a:gd name="connsiteX3" fmla="*/ 2240 w 14941"/>
                      <a:gd name="connsiteY3" fmla="*/ 169 h 26852"/>
                      <a:gd name="connsiteX4" fmla="*/ 12807 w 14941"/>
                      <a:gd name="connsiteY4" fmla="*/ 11322 h 26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41" h="26852">
                        <a:moveTo>
                          <a:pt x="12807" y="11322"/>
                        </a:moveTo>
                        <a:cubicBezTo>
                          <a:pt x="15694" y="18645"/>
                          <a:pt x="15645" y="25522"/>
                          <a:pt x="12701" y="26684"/>
                        </a:cubicBezTo>
                        <a:cubicBezTo>
                          <a:pt x="9752" y="27846"/>
                          <a:pt x="5025" y="22853"/>
                          <a:pt x="2134" y="15531"/>
                        </a:cubicBezTo>
                        <a:cubicBezTo>
                          <a:pt x="-753" y="8208"/>
                          <a:pt x="-704" y="1332"/>
                          <a:pt x="2240" y="169"/>
                        </a:cubicBezTo>
                        <a:cubicBezTo>
                          <a:pt x="5190" y="-998"/>
                          <a:pt x="9921" y="3995"/>
                          <a:pt x="12807" y="11322"/>
                        </a:cubicBezTo>
                        <a:close/>
                      </a:path>
                    </a:pathLst>
                  </a:custGeom>
                  <a:solidFill>
                    <a:srgbClr val="17202F"/>
                  </a:solidFill>
                  <a:ln w="4839" cap="flat">
                    <a:noFill/>
                    <a:prstDash val="solid"/>
                    <a:miter/>
                  </a:ln>
                </p:spPr>
                <p:txBody>
                  <a:bodyPr rtlCol="0" anchor="ctr"/>
                  <a:lstStyle/>
                  <a:p>
                    <a:endParaRPr lang="vi-VN"/>
                  </a:p>
                </p:txBody>
              </p:sp>
              <p:sp>
                <p:nvSpPr>
                  <p:cNvPr id="765" name="Freeform: Shape 764">
                    <a:extLst>
                      <a:ext uri="{FF2B5EF4-FFF2-40B4-BE49-F238E27FC236}">
                        <a16:creationId xmlns:a16="http://schemas.microsoft.com/office/drawing/2014/main" id="{C1D14762-879D-DC51-7396-8E97B72D4878}"/>
                      </a:ext>
                    </a:extLst>
                  </p:cNvPr>
                  <p:cNvSpPr/>
                  <p:nvPr/>
                </p:nvSpPr>
                <p:spPr>
                  <a:xfrm>
                    <a:off x="2349297" y="4643311"/>
                    <a:ext cx="18067" cy="26356"/>
                  </a:xfrm>
                  <a:custGeom>
                    <a:avLst/>
                    <a:gdLst>
                      <a:gd name="connsiteX0" fmla="*/ 14201 w 18067"/>
                      <a:gd name="connsiteY0" fmla="*/ 10195 h 26356"/>
                      <a:gd name="connsiteX1" fmla="*/ 16443 w 18067"/>
                      <a:gd name="connsiteY1" fmla="*/ 26012 h 26356"/>
                      <a:gd name="connsiteX2" fmla="*/ 3866 w 18067"/>
                      <a:gd name="connsiteY2" fmla="*/ 16162 h 26356"/>
                      <a:gd name="connsiteX3" fmla="*/ 1624 w 18067"/>
                      <a:gd name="connsiteY3" fmla="*/ 345 h 26356"/>
                      <a:gd name="connsiteX4" fmla="*/ 14201 w 18067"/>
                      <a:gd name="connsiteY4" fmla="*/ 10195 h 26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67" h="26356">
                        <a:moveTo>
                          <a:pt x="14201" y="10195"/>
                        </a:moveTo>
                        <a:cubicBezTo>
                          <a:pt x="18293" y="17285"/>
                          <a:pt x="19296" y="24366"/>
                          <a:pt x="16443" y="26012"/>
                        </a:cubicBezTo>
                        <a:cubicBezTo>
                          <a:pt x="13591" y="27659"/>
                          <a:pt x="7959" y="23247"/>
                          <a:pt x="3866" y="16162"/>
                        </a:cubicBezTo>
                        <a:cubicBezTo>
                          <a:pt x="-226" y="9072"/>
                          <a:pt x="-1228" y="1991"/>
                          <a:pt x="1624" y="345"/>
                        </a:cubicBezTo>
                        <a:cubicBezTo>
                          <a:pt x="4481" y="-1302"/>
                          <a:pt x="10109" y="3105"/>
                          <a:pt x="14201" y="10195"/>
                        </a:cubicBezTo>
                        <a:close/>
                      </a:path>
                    </a:pathLst>
                  </a:custGeom>
                  <a:solidFill>
                    <a:srgbClr val="17202F"/>
                  </a:solidFill>
                  <a:ln w="4839" cap="flat">
                    <a:noFill/>
                    <a:prstDash val="solid"/>
                    <a:miter/>
                  </a:ln>
                </p:spPr>
                <p:txBody>
                  <a:bodyPr rtlCol="0" anchor="ctr"/>
                  <a:lstStyle/>
                  <a:p>
                    <a:endParaRPr lang="vi-VN"/>
                  </a:p>
                </p:txBody>
              </p:sp>
              <p:sp>
                <p:nvSpPr>
                  <p:cNvPr id="766" name="Freeform: Shape 765">
                    <a:extLst>
                      <a:ext uri="{FF2B5EF4-FFF2-40B4-BE49-F238E27FC236}">
                        <a16:creationId xmlns:a16="http://schemas.microsoft.com/office/drawing/2014/main" id="{32E82F93-0336-7ABE-FB15-DD438193D35D}"/>
                      </a:ext>
                    </a:extLst>
                  </p:cNvPr>
                  <p:cNvSpPr/>
                  <p:nvPr/>
                </p:nvSpPr>
                <p:spPr>
                  <a:xfrm>
                    <a:off x="2513440" y="4667507"/>
                    <a:ext cx="49085" cy="353597"/>
                  </a:xfrm>
                  <a:custGeom>
                    <a:avLst/>
                    <a:gdLst>
                      <a:gd name="connsiteX0" fmla="*/ 29808 w 49085"/>
                      <a:gd name="connsiteY0" fmla="*/ 392 h 353597"/>
                      <a:gd name="connsiteX1" fmla="*/ 26626 w 49085"/>
                      <a:gd name="connsiteY1" fmla="*/ 4833 h 353597"/>
                      <a:gd name="connsiteX2" fmla="*/ 41392 w 49085"/>
                      <a:gd name="connsiteY2" fmla="*/ 54114 h 353597"/>
                      <a:gd name="connsiteX3" fmla="*/ 34002 w 49085"/>
                      <a:gd name="connsiteY3" fmla="*/ 124966 h 353597"/>
                      <a:gd name="connsiteX4" fmla="*/ 12238 w 49085"/>
                      <a:gd name="connsiteY4" fmla="*/ 267444 h 353597"/>
                      <a:gd name="connsiteX5" fmla="*/ 63 w 49085"/>
                      <a:gd name="connsiteY5" fmla="*/ 348093 h 353597"/>
                      <a:gd name="connsiteX6" fmla="*/ 9594 w 49085"/>
                      <a:gd name="connsiteY6" fmla="*/ 349710 h 353597"/>
                      <a:gd name="connsiteX7" fmla="*/ 31009 w 49085"/>
                      <a:gd name="connsiteY7" fmla="*/ 199963 h 353597"/>
                      <a:gd name="connsiteX8" fmla="*/ 48986 w 49085"/>
                      <a:gd name="connsiteY8" fmla="*/ 53591 h 353597"/>
                      <a:gd name="connsiteX9" fmla="*/ 29808 w 49085"/>
                      <a:gd name="connsiteY9" fmla="*/ 392 h 353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085" h="353597">
                        <a:moveTo>
                          <a:pt x="29808" y="392"/>
                        </a:moveTo>
                        <a:cubicBezTo>
                          <a:pt x="27149" y="-1269"/>
                          <a:pt x="24370" y="2760"/>
                          <a:pt x="26626" y="4833"/>
                        </a:cubicBezTo>
                        <a:cubicBezTo>
                          <a:pt x="40380" y="17463"/>
                          <a:pt x="42032" y="36496"/>
                          <a:pt x="41392" y="54114"/>
                        </a:cubicBezTo>
                        <a:cubicBezTo>
                          <a:pt x="40540" y="77830"/>
                          <a:pt x="37358" y="101497"/>
                          <a:pt x="34002" y="124966"/>
                        </a:cubicBezTo>
                        <a:cubicBezTo>
                          <a:pt x="27193" y="172528"/>
                          <a:pt x="19541" y="219959"/>
                          <a:pt x="12238" y="267444"/>
                        </a:cubicBezTo>
                        <a:cubicBezTo>
                          <a:pt x="8102" y="294317"/>
                          <a:pt x="4121" y="321210"/>
                          <a:pt x="63" y="348093"/>
                        </a:cubicBezTo>
                        <a:cubicBezTo>
                          <a:pt x="-862" y="354238"/>
                          <a:pt x="8698" y="355875"/>
                          <a:pt x="9594" y="349710"/>
                        </a:cubicBezTo>
                        <a:cubicBezTo>
                          <a:pt x="16848" y="299809"/>
                          <a:pt x="23997" y="249898"/>
                          <a:pt x="31009" y="199963"/>
                        </a:cubicBezTo>
                        <a:cubicBezTo>
                          <a:pt x="37823" y="151413"/>
                          <a:pt x="47301" y="102684"/>
                          <a:pt x="48986" y="53591"/>
                        </a:cubicBezTo>
                        <a:cubicBezTo>
                          <a:pt x="49645" y="34626"/>
                          <a:pt x="47456" y="11414"/>
                          <a:pt x="29808" y="392"/>
                        </a:cubicBezTo>
                        <a:close/>
                      </a:path>
                    </a:pathLst>
                  </a:custGeom>
                  <a:solidFill>
                    <a:srgbClr val="17202F"/>
                  </a:solidFill>
                  <a:ln w="4839" cap="flat">
                    <a:noFill/>
                    <a:prstDash val="solid"/>
                    <a:miter/>
                  </a:ln>
                </p:spPr>
                <p:txBody>
                  <a:bodyPr rtlCol="0" anchor="ctr"/>
                  <a:lstStyle/>
                  <a:p>
                    <a:endParaRPr lang="vi-VN"/>
                  </a:p>
                </p:txBody>
              </p:sp>
              <p:grpSp>
                <p:nvGrpSpPr>
                  <p:cNvPr id="767" name="Graphic 1991">
                    <a:extLst>
                      <a:ext uri="{FF2B5EF4-FFF2-40B4-BE49-F238E27FC236}">
                        <a16:creationId xmlns:a16="http://schemas.microsoft.com/office/drawing/2014/main" id="{E77E24EC-8EA5-BE52-AE76-2F220F0107E9}"/>
                      </a:ext>
                    </a:extLst>
                  </p:cNvPr>
                  <p:cNvGrpSpPr/>
                  <p:nvPr/>
                </p:nvGrpSpPr>
                <p:grpSpPr>
                  <a:xfrm>
                    <a:off x="2455131" y="5017213"/>
                    <a:ext cx="82435" cy="112147"/>
                    <a:chOff x="2455131" y="5017213"/>
                    <a:chExt cx="82435" cy="112147"/>
                  </a:xfrm>
                </p:grpSpPr>
                <p:grpSp>
                  <p:nvGrpSpPr>
                    <p:cNvPr id="773" name="Graphic 1991">
                      <a:extLst>
                        <a:ext uri="{FF2B5EF4-FFF2-40B4-BE49-F238E27FC236}">
                          <a16:creationId xmlns:a16="http://schemas.microsoft.com/office/drawing/2014/main" id="{B2B0FD11-335B-2DB6-221F-43C63BF6E437}"/>
                        </a:ext>
                      </a:extLst>
                    </p:cNvPr>
                    <p:cNvGrpSpPr/>
                    <p:nvPr/>
                  </p:nvGrpSpPr>
                  <p:grpSpPr>
                    <a:xfrm>
                      <a:off x="2455131" y="5017213"/>
                      <a:ext cx="82435" cy="112147"/>
                      <a:chOff x="2455131" y="5017213"/>
                      <a:chExt cx="82435" cy="112147"/>
                    </a:xfrm>
                  </p:grpSpPr>
                  <p:sp>
                    <p:nvSpPr>
                      <p:cNvPr id="777" name="Freeform: Shape 776">
                        <a:extLst>
                          <a:ext uri="{FF2B5EF4-FFF2-40B4-BE49-F238E27FC236}">
                            <a16:creationId xmlns:a16="http://schemas.microsoft.com/office/drawing/2014/main" id="{8979FE29-1AEC-9F93-CD08-C69ED445EE68}"/>
                          </a:ext>
                        </a:extLst>
                      </p:cNvPr>
                      <p:cNvSpPr/>
                      <p:nvPr/>
                    </p:nvSpPr>
                    <p:spPr>
                      <a:xfrm>
                        <a:off x="2455131" y="5017213"/>
                        <a:ext cx="79495" cy="112147"/>
                      </a:xfrm>
                      <a:custGeom>
                        <a:avLst/>
                        <a:gdLst>
                          <a:gd name="connsiteX0" fmla="*/ 0 w 79495"/>
                          <a:gd name="connsiteY0" fmla="*/ 7870 h 112147"/>
                          <a:gd name="connsiteX1" fmla="*/ 67907 w 79495"/>
                          <a:gd name="connsiteY1" fmla="*/ 0 h 112147"/>
                          <a:gd name="connsiteX2" fmla="*/ 78581 w 79495"/>
                          <a:gd name="connsiteY2" fmla="*/ 112147 h 112147"/>
                          <a:gd name="connsiteX3" fmla="*/ 0 w 79495"/>
                          <a:gd name="connsiteY3" fmla="*/ 112147 h 112147"/>
                          <a:gd name="connsiteX4" fmla="*/ 0 w 79495"/>
                          <a:gd name="connsiteY4" fmla="*/ 7870 h 112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95" h="112147">
                            <a:moveTo>
                              <a:pt x="0" y="7870"/>
                            </a:moveTo>
                            <a:cubicBezTo>
                              <a:pt x="9439" y="5410"/>
                              <a:pt x="67907" y="0"/>
                              <a:pt x="67907" y="0"/>
                            </a:cubicBezTo>
                            <a:cubicBezTo>
                              <a:pt x="67907" y="0"/>
                              <a:pt x="83351" y="112147"/>
                              <a:pt x="78581" y="112147"/>
                            </a:cubicBezTo>
                            <a:cubicBezTo>
                              <a:pt x="73811" y="112147"/>
                              <a:pt x="0" y="112147"/>
                              <a:pt x="0" y="112147"/>
                            </a:cubicBezTo>
                            <a:lnTo>
                              <a:pt x="0" y="7870"/>
                            </a:lnTo>
                            <a:close/>
                          </a:path>
                        </a:pathLst>
                      </a:custGeom>
                      <a:solidFill>
                        <a:srgbClr val="FFD255"/>
                      </a:solidFill>
                      <a:ln w="4839" cap="flat">
                        <a:noFill/>
                        <a:prstDash val="solid"/>
                        <a:miter/>
                      </a:ln>
                    </p:spPr>
                    <p:txBody>
                      <a:bodyPr rtlCol="0" anchor="ctr"/>
                      <a:lstStyle/>
                      <a:p>
                        <a:endParaRPr lang="vi-VN"/>
                      </a:p>
                    </p:txBody>
                  </p:sp>
                  <p:sp>
                    <p:nvSpPr>
                      <p:cNvPr id="778" name="Freeform: Shape 777">
                        <a:extLst>
                          <a:ext uri="{FF2B5EF4-FFF2-40B4-BE49-F238E27FC236}">
                            <a16:creationId xmlns:a16="http://schemas.microsoft.com/office/drawing/2014/main" id="{F1EB2C64-7B00-5CA6-5E3A-B78F41C645BD}"/>
                          </a:ext>
                        </a:extLst>
                      </p:cNvPr>
                      <p:cNvSpPr/>
                      <p:nvPr/>
                    </p:nvSpPr>
                    <p:spPr>
                      <a:xfrm>
                        <a:off x="2455131" y="5025082"/>
                        <a:ext cx="82435" cy="104277"/>
                      </a:xfrm>
                      <a:custGeom>
                        <a:avLst/>
                        <a:gdLst>
                          <a:gd name="connsiteX0" fmla="*/ 0 w 82435"/>
                          <a:gd name="connsiteY0" fmla="*/ 0 h 104277"/>
                          <a:gd name="connsiteX1" fmla="*/ 82436 w 82435"/>
                          <a:gd name="connsiteY1" fmla="*/ 104277 h 104277"/>
                          <a:gd name="connsiteX2" fmla="*/ 0 w 82435"/>
                          <a:gd name="connsiteY2" fmla="*/ 104277 h 104277"/>
                        </a:gdLst>
                        <a:ahLst/>
                        <a:cxnLst>
                          <a:cxn ang="0">
                            <a:pos x="connsiteX0" y="connsiteY0"/>
                          </a:cxn>
                          <a:cxn ang="0">
                            <a:pos x="connsiteX1" y="connsiteY1"/>
                          </a:cxn>
                          <a:cxn ang="0">
                            <a:pos x="connsiteX2" y="connsiteY2"/>
                          </a:cxn>
                        </a:cxnLst>
                        <a:rect l="l" t="t" r="r" b="b"/>
                        <a:pathLst>
                          <a:path w="82435" h="104277">
                            <a:moveTo>
                              <a:pt x="0" y="0"/>
                            </a:moveTo>
                            <a:lnTo>
                              <a:pt x="82436" y="104277"/>
                            </a:lnTo>
                            <a:lnTo>
                              <a:pt x="0" y="104277"/>
                            </a:lnTo>
                            <a:close/>
                          </a:path>
                        </a:pathLst>
                      </a:custGeom>
                      <a:solidFill>
                        <a:srgbClr val="FFD255">
                          <a:alpha val="39000"/>
                        </a:srgbClr>
                      </a:solidFill>
                      <a:ln w="4839" cap="flat">
                        <a:noFill/>
                        <a:prstDash val="solid"/>
                        <a:miter/>
                      </a:ln>
                    </p:spPr>
                    <p:txBody>
                      <a:bodyPr rtlCol="0" anchor="ctr"/>
                      <a:lstStyle/>
                      <a:p>
                        <a:endParaRPr lang="vi-VN"/>
                      </a:p>
                    </p:txBody>
                  </p:sp>
                </p:grpSp>
                <p:sp>
                  <p:nvSpPr>
                    <p:cNvPr id="774" name="Freeform: Shape 773">
                      <a:extLst>
                        <a:ext uri="{FF2B5EF4-FFF2-40B4-BE49-F238E27FC236}">
                          <a16:creationId xmlns:a16="http://schemas.microsoft.com/office/drawing/2014/main" id="{64656122-75EF-FB6E-18E4-493AF5B5D244}"/>
                        </a:ext>
                      </a:extLst>
                    </p:cNvPr>
                    <p:cNvSpPr/>
                    <p:nvPr/>
                  </p:nvSpPr>
                  <p:spPr>
                    <a:xfrm>
                      <a:off x="2468895" y="5037901"/>
                      <a:ext cx="44549" cy="39726"/>
                    </a:xfrm>
                    <a:custGeom>
                      <a:avLst/>
                      <a:gdLst>
                        <a:gd name="connsiteX0" fmla="*/ 37876 w 44549"/>
                        <a:gd name="connsiteY0" fmla="*/ 0 h 39726"/>
                        <a:gd name="connsiteX1" fmla="*/ 44550 w 44549"/>
                        <a:gd name="connsiteY1" fmla="*/ 35387 h 39726"/>
                        <a:gd name="connsiteX2" fmla="*/ 0 w 44549"/>
                        <a:gd name="connsiteY2" fmla="*/ 39726 h 39726"/>
                        <a:gd name="connsiteX3" fmla="*/ 0 w 44549"/>
                        <a:gd name="connsiteY3" fmla="*/ 0 h 39726"/>
                      </a:gdLst>
                      <a:ahLst/>
                      <a:cxnLst>
                        <a:cxn ang="0">
                          <a:pos x="connsiteX0" y="connsiteY0"/>
                        </a:cxn>
                        <a:cxn ang="0">
                          <a:pos x="connsiteX1" y="connsiteY1"/>
                        </a:cxn>
                        <a:cxn ang="0">
                          <a:pos x="connsiteX2" y="connsiteY2"/>
                        </a:cxn>
                        <a:cxn ang="0">
                          <a:pos x="connsiteX3" y="connsiteY3"/>
                        </a:cxn>
                      </a:cxnLst>
                      <a:rect l="l" t="t" r="r" b="b"/>
                      <a:pathLst>
                        <a:path w="44549" h="39726">
                          <a:moveTo>
                            <a:pt x="37876" y="0"/>
                          </a:moveTo>
                          <a:lnTo>
                            <a:pt x="44550" y="35387"/>
                          </a:lnTo>
                          <a:lnTo>
                            <a:pt x="0" y="39726"/>
                          </a:lnTo>
                          <a:lnTo>
                            <a:pt x="0" y="0"/>
                          </a:lnTo>
                          <a:close/>
                        </a:path>
                      </a:pathLst>
                    </a:custGeom>
                    <a:solidFill>
                      <a:srgbClr val="97A43B"/>
                    </a:solidFill>
                    <a:ln w="4839" cap="flat">
                      <a:noFill/>
                      <a:prstDash val="solid"/>
                      <a:miter/>
                    </a:ln>
                  </p:spPr>
                  <p:txBody>
                    <a:bodyPr rtlCol="0" anchor="ctr"/>
                    <a:lstStyle/>
                    <a:p>
                      <a:endParaRPr lang="vi-VN"/>
                    </a:p>
                  </p:txBody>
                </p:sp>
                <p:sp>
                  <p:nvSpPr>
                    <p:cNvPr id="775" name="Freeform: Shape 774">
                      <a:extLst>
                        <a:ext uri="{FF2B5EF4-FFF2-40B4-BE49-F238E27FC236}">
                          <a16:creationId xmlns:a16="http://schemas.microsoft.com/office/drawing/2014/main" id="{21F358C8-24C5-76A6-6DB5-AD1A6A5ADDAF}"/>
                        </a:ext>
                      </a:extLst>
                    </p:cNvPr>
                    <p:cNvSpPr/>
                    <p:nvPr/>
                  </p:nvSpPr>
                  <p:spPr>
                    <a:xfrm>
                      <a:off x="2471275" y="5092990"/>
                      <a:ext cx="46291" cy="8661"/>
                    </a:xfrm>
                    <a:custGeom>
                      <a:avLst/>
                      <a:gdLst>
                        <a:gd name="connsiteX0" fmla="*/ 45027 w 46291"/>
                        <a:gd name="connsiteY0" fmla="*/ 552 h 8661"/>
                        <a:gd name="connsiteX1" fmla="*/ 40368 w 46291"/>
                        <a:gd name="connsiteY1" fmla="*/ 208 h 8661"/>
                        <a:gd name="connsiteX2" fmla="*/ 36431 w 46291"/>
                        <a:gd name="connsiteY2" fmla="*/ 295 h 8661"/>
                        <a:gd name="connsiteX3" fmla="*/ 26188 w 46291"/>
                        <a:gd name="connsiteY3" fmla="*/ 3540 h 8661"/>
                        <a:gd name="connsiteX4" fmla="*/ 24057 w 46291"/>
                        <a:gd name="connsiteY4" fmla="*/ 4203 h 8661"/>
                        <a:gd name="connsiteX5" fmla="*/ 21723 w 46291"/>
                        <a:gd name="connsiteY5" fmla="*/ 3264 h 8661"/>
                        <a:gd name="connsiteX6" fmla="*/ 18333 w 46291"/>
                        <a:gd name="connsiteY6" fmla="*/ 2978 h 8661"/>
                        <a:gd name="connsiteX7" fmla="*/ 9853 w 46291"/>
                        <a:gd name="connsiteY7" fmla="*/ 3104 h 8661"/>
                        <a:gd name="connsiteX8" fmla="*/ 7799 w 46291"/>
                        <a:gd name="connsiteY8" fmla="*/ 2426 h 8661"/>
                        <a:gd name="connsiteX9" fmla="*/ 5513 w 46291"/>
                        <a:gd name="connsiteY9" fmla="*/ 5409 h 8661"/>
                        <a:gd name="connsiteX10" fmla="*/ 3475 w 46291"/>
                        <a:gd name="connsiteY10" fmla="*/ 6058 h 8661"/>
                        <a:gd name="connsiteX11" fmla="*/ 2574 w 46291"/>
                        <a:gd name="connsiteY11" fmla="*/ 4329 h 8661"/>
                        <a:gd name="connsiteX12" fmla="*/ 995 w 46291"/>
                        <a:gd name="connsiteY12" fmla="*/ 2634 h 8661"/>
                        <a:gd name="connsiteX13" fmla="*/ 2937 w 46291"/>
                        <a:gd name="connsiteY13" fmla="*/ 8494 h 8661"/>
                        <a:gd name="connsiteX14" fmla="*/ 8676 w 46291"/>
                        <a:gd name="connsiteY14" fmla="*/ 5414 h 8661"/>
                        <a:gd name="connsiteX15" fmla="*/ 13499 w 46291"/>
                        <a:gd name="connsiteY15" fmla="*/ 6751 h 8661"/>
                        <a:gd name="connsiteX16" fmla="*/ 19737 w 46291"/>
                        <a:gd name="connsiteY16" fmla="*/ 5027 h 8661"/>
                        <a:gd name="connsiteX17" fmla="*/ 24730 w 46291"/>
                        <a:gd name="connsiteY17" fmla="*/ 6295 h 8661"/>
                        <a:gd name="connsiteX18" fmla="*/ 31743 w 46291"/>
                        <a:gd name="connsiteY18" fmla="*/ 4092 h 8661"/>
                        <a:gd name="connsiteX19" fmla="*/ 39666 w 46291"/>
                        <a:gd name="connsiteY19" fmla="*/ 2339 h 8661"/>
                        <a:gd name="connsiteX20" fmla="*/ 46257 w 46291"/>
                        <a:gd name="connsiteY20" fmla="*/ 1428 h 8661"/>
                        <a:gd name="connsiteX21" fmla="*/ 45027 w 46291"/>
                        <a:gd name="connsiteY21" fmla="*/ 552 h 8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291" h="8661">
                          <a:moveTo>
                            <a:pt x="45027" y="552"/>
                          </a:moveTo>
                          <a:cubicBezTo>
                            <a:pt x="43719" y="1714"/>
                            <a:pt x="41830" y="542"/>
                            <a:pt x="40368" y="208"/>
                          </a:cubicBezTo>
                          <a:cubicBezTo>
                            <a:pt x="39002" y="-107"/>
                            <a:pt x="37796" y="-53"/>
                            <a:pt x="36431" y="295"/>
                          </a:cubicBezTo>
                          <a:cubicBezTo>
                            <a:pt x="32977" y="1177"/>
                            <a:pt x="29583" y="2460"/>
                            <a:pt x="26188" y="3540"/>
                          </a:cubicBezTo>
                          <a:cubicBezTo>
                            <a:pt x="25592" y="3729"/>
                            <a:pt x="24691" y="4165"/>
                            <a:pt x="24057" y="4203"/>
                          </a:cubicBezTo>
                          <a:cubicBezTo>
                            <a:pt x="23069" y="4262"/>
                            <a:pt x="22522" y="3617"/>
                            <a:pt x="21723" y="3264"/>
                          </a:cubicBezTo>
                          <a:cubicBezTo>
                            <a:pt x="20638" y="2784"/>
                            <a:pt x="19485" y="2765"/>
                            <a:pt x="18333" y="2978"/>
                          </a:cubicBezTo>
                          <a:cubicBezTo>
                            <a:pt x="16923" y="3240"/>
                            <a:pt x="9887" y="6581"/>
                            <a:pt x="9853" y="3104"/>
                          </a:cubicBezTo>
                          <a:cubicBezTo>
                            <a:pt x="9843" y="2048"/>
                            <a:pt x="8419" y="1424"/>
                            <a:pt x="7799" y="2426"/>
                          </a:cubicBezTo>
                          <a:cubicBezTo>
                            <a:pt x="7150" y="3472"/>
                            <a:pt x="6477" y="4615"/>
                            <a:pt x="5513" y="5409"/>
                          </a:cubicBezTo>
                          <a:cubicBezTo>
                            <a:pt x="4952" y="5874"/>
                            <a:pt x="4269" y="6329"/>
                            <a:pt x="3475" y="6058"/>
                          </a:cubicBezTo>
                          <a:cubicBezTo>
                            <a:pt x="2961" y="5884"/>
                            <a:pt x="2017" y="4906"/>
                            <a:pt x="2574" y="4329"/>
                          </a:cubicBezTo>
                          <a:cubicBezTo>
                            <a:pt x="3605" y="3259"/>
                            <a:pt x="2104" y="1622"/>
                            <a:pt x="995" y="2634"/>
                          </a:cubicBezTo>
                          <a:cubicBezTo>
                            <a:pt x="-1141" y="4581"/>
                            <a:pt x="467" y="7763"/>
                            <a:pt x="2937" y="8494"/>
                          </a:cubicBezTo>
                          <a:cubicBezTo>
                            <a:pt x="5421" y="9230"/>
                            <a:pt x="7368" y="7409"/>
                            <a:pt x="8676" y="5414"/>
                          </a:cubicBezTo>
                          <a:cubicBezTo>
                            <a:pt x="9848" y="6576"/>
                            <a:pt x="11795" y="6974"/>
                            <a:pt x="13499" y="6751"/>
                          </a:cubicBezTo>
                          <a:cubicBezTo>
                            <a:pt x="15625" y="6475"/>
                            <a:pt x="17563" y="4949"/>
                            <a:pt x="19737" y="5027"/>
                          </a:cubicBezTo>
                          <a:cubicBezTo>
                            <a:pt x="21761" y="5099"/>
                            <a:pt x="22527" y="6823"/>
                            <a:pt x="24730" y="6295"/>
                          </a:cubicBezTo>
                          <a:cubicBezTo>
                            <a:pt x="27093" y="5729"/>
                            <a:pt x="29423" y="4823"/>
                            <a:pt x="31743" y="4092"/>
                          </a:cubicBezTo>
                          <a:cubicBezTo>
                            <a:pt x="34179" y="3327"/>
                            <a:pt x="37089" y="1864"/>
                            <a:pt x="39666" y="2339"/>
                          </a:cubicBezTo>
                          <a:cubicBezTo>
                            <a:pt x="41700" y="2712"/>
                            <a:pt x="45327" y="4387"/>
                            <a:pt x="46257" y="1428"/>
                          </a:cubicBezTo>
                          <a:cubicBezTo>
                            <a:pt x="46475" y="712"/>
                            <a:pt x="45627" y="14"/>
                            <a:pt x="45027" y="552"/>
                          </a:cubicBezTo>
                          <a:close/>
                        </a:path>
                      </a:pathLst>
                    </a:custGeom>
                    <a:solidFill>
                      <a:srgbClr val="97A43B"/>
                    </a:solidFill>
                    <a:ln w="4839" cap="flat">
                      <a:noFill/>
                      <a:prstDash val="solid"/>
                      <a:miter/>
                    </a:ln>
                  </p:spPr>
                  <p:txBody>
                    <a:bodyPr rtlCol="0" anchor="ctr"/>
                    <a:lstStyle/>
                    <a:p>
                      <a:endParaRPr lang="vi-VN"/>
                    </a:p>
                  </p:txBody>
                </p:sp>
                <p:sp>
                  <p:nvSpPr>
                    <p:cNvPr id="776" name="Freeform: Shape 775">
                      <a:extLst>
                        <a:ext uri="{FF2B5EF4-FFF2-40B4-BE49-F238E27FC236}">
                          <a16:creationId xmlns:a16="http://schemas.microsoft.com/office/drawing/2014/main" id="{935CAB73-91B5-A6D2-508B-5F307A8888C7}"/>
                        </a:ext>
                      </a:extLst>
                    </p:cNvPr>
                    <p:cNvSpPr/>
                    <p:nvPr/>
                  </p:nvSpPr>
                  <p:spPr>
                    <a:xfrm>
                      <a:off x="2472366" y="5107057"/>
                      <a:ext cx="44716" cy="8773"/>
                    </a:xfrm>
                    <a:custGeom>
                      <a:avLst/>
                      <a:gdLst>
                        <a:gd name="connsiteX0" fmla="*/ 43689 w 44716"/>
                        <a:gd name="connsiteY0" fmla="*/ 2951 h 8773"/>
                        <a:gd name="connsiteX1" fmla="*/ 25688 w 44716"/>
                        <a:gd name="connsiteY1" fmla="*/ 2926 h 8773"/>
                        <a:gd name="connsiteX2" fmla="*/ 16932 w 44716"/>
                        <a:gd name="connsiteY2" fmla="*/ 3081 h 8773"/>
                        <a:gd name="connsiteX3" fmla="*/ 11290 w 44716"/>
                        <a:gd name="connsiteY3" fmla="*/ 544 h 8773"/>
                        <a:gd name="connsiteX4" fmla="*/ 9435 w 44716"/>
                        <a:gd name="connsiteY4" fmla="*/ 258 h 8773"/>
                        <a:gd name="connsiteX5" fmla="*/ 5478 w 44716"/>
                        <a:gd name="connsiteY5" fmla="*/ 3972 h 8773"/>
                        <a:gd name="connsiteX6" fmla="*/ 4243 w 44716"/>
                        <a:gd name="connsiteY6" fmla="*/ 5130 h 8773"/>
                        <a:gd name="connsiteX7" fmla="*/ 2708 w 44716"/>
                        <a:gd name="connsiteY7" fmla="*/ 5299 h 8773"/>
                        <a:gd name="connsiteX8" fmla="*/ 3144 w 44716"/>
                        <a:gd name="connsiteY8" fmla="*/ 3009 h 8773"/>
                        <a:gd name="connsiteX9" fmla="*/ 1662 w 44716"/>
                        <a:gd name="connsiteY9" fmla="*/ 1740 h 8773"/>
                        <a:gd name="connsiteX10" fmla="*/ 2006 w 44716"/>
                        <a:gd name="connsiteY10" fmla="*/ 8636 h 8773"/>
                        <a:gd name="connsiteX11" fmla="*/ 5498 w 44716"/>
                        <a:gd name="connsiteY11" fmla="*/ 7498 h 8773"/>
                        <a:gd name="connsiteX12" fmla="*/ 10055 w 44716"/>
                        <a:gd name="connsiteY12" fmla="*/ 3280 h 8773"/>
                        <a:gd name="connsiteX13" fmla="*/ 22550 w 44716"/>
                        <a:gd name="connsiteY13" fmla="*/ 5764 h 8773"/>
                        <a:gd name="connsiteX14" fmla="*/ 32603 w 44716"/>
                        <a:gd name="connsiteY14" fmla="*/ 5605 h 8773"/>
                        <a:gd name="connsiteX15" fmla="*/ 43849 w 44716"/>
                        <a:gd name="connsiteY15" fmla="*/ 5154 h 8773"/>
                        <a:gd name="connsiteX16" fmla="*/ 43689 w 44716"/>
                        <a:gd name="connsiteY16" fmla="*/ 2951 h 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716" h="8773">
                          <a:moveTo>
                            <a:pt x="43689" y="2951"/>
                          </a:moveTo>
                          <a:cubicBezTo>
                            <a:pt x="37785" y="2335"/>
                            <a:pt x="31625" y="2844"/>
                            <a:pt x="25688" y="2926"/>
                          </a:cubicBezTo>
                          <a:cubicBezTo>
                            <a:pt x="22777" y="2965"/>
                            <a:pt x="19837" y="3202"/>
                            <a:pt x="16932" y="3081"/>
                          </a:cubicBezTo>
                          <a:cubicBezTo>
                            <a:pt x="14728" y="2989"/>
                            <a:pt x="12447" y="2631"/>
                            <a:pt x="11290" y="544"/>
                          </a:cubicBezTo>
                          <a:cubicBezTo>
                            <a:pt x="10970" y="-33"/>
                            <a:pt x="9910" y="-188"/>
                            <a:pt x="9435" y="258"/>
                          </a:cubicBezTo>
                          <a:cubicBezTo>
                            <a:pt x="8118" y="1498"/>
                            <a:pt x="6796" y="2737"/>
                            <a:pt x="5478" y="3972"/>
                          </a:cubicBezTo>
                          <a:cubicBezTo>
                            <a:pt x="5067" y="4360"/>
                            <a:pt x="4660" y="4747"/>
                            <a:pt x="4243" y="5130"/>
                          </a:cubicBezTo>
                          <a:cubicBezTo>
                            <a:pt x="3444" y="6510"/>
                            <a:pt x="2931" y="6563"/>
                            <a:pt x="2708" y="5299"/>
                          </a:cubicBezTo>
                          <a:cubicBezTo>
                            <a:pt x="2084" y="4495"/>
                            <a:pt x="2229" y="3730"/>
                            <a:pt x="3144" y="3009"/>
                          </a:cubicBezTo>
                          <a:cubicBezTo>
                            <a:pt x="3808" y="1992"/>
                            <a:pt x="2447" y="718"/>
                            <a:pt x="1662" y="1740"/>
                          </a:cubicBezTo>
                          <a:cubicBezTo>
                            <a:pt x="175" y="3677"/>
                            <a:pt x="-1331" y="7493"/>
                            <a:pt x="2006" y="8636"/>
                          </a:cubicBezTo>
                          <a:cubicBezTo>
                            <a:pt x="3338" y="9091"/>
                            <a:pt x="4534" y="8336"/>
                            <a:pt x="5498" y="7498"/>
                          </a:cubicBezTo>
                          <a:cubicBezTo>
                            <a:pt x="7057" y="6142"/>
                            <a:pt x="8549" y="4699"/>
                            <a:pt x="10055" y="3280"/>
                          </a:cubicBezTo>
                          <a:cubicBezTo>
                            <a:pt x="12990" y="6452"/>
                            <a:pt x="18656" y="5789"/>
                            <a:pt x="22550" y="5764"/>
                          </a:cubicBezTo>
                          <a:cubicBezTo>
                            <a:pt x="25901" y="5745"/>
                            <a:pt x="29252" y="5667"/>
                            <a:pt x="32603" y="5605"/>
                          </a:cubicBezTo>
                          <a:cubicBezTo>
                            <a:pt x="36342" y="5532"/>
                            <a:pt x="40144" y="5667"/>
                            <a:pt x="43849" y="5154"/>
                          </a:cubicBezTo>
                          <a:cubicBezTo>
                            <a:pt x="45142" y="4980"/>
                            <a:pt x="44909" y="3077"/>
                            <a:pt x="43689" y="2951"/>
                          </a:cubicBezTo>
                          <a:close/>
                        </a:path>
                      </a:pathLst>
                    </a:custGeom>
                    <a:solidFill>
                      <a:srgbClr val="97A43B"/>
                    </a:solidFill>
                    <a:ln w="4839" cap="flat">
                      <a:noFill/>
                      <a:prstDash val="solid"/>
                      <a:miter/>
                    </a:ln>
                  </p:spPr>
                  <p:txBody>
                    <a:bodyPr rtlCol="0" anchor="ctr"/>
                    <a:lstStyle/>
                    <a:p>
                      <a:endParaRPr lang="vi-VN"/>
                    </a:p>
                  </p:txBody>
                </p:sp>
              </p:grpSp>
              <p:grpSp>
                <p:nvGrpSpPr>
                  <p:cNvPr id="768" name="Graphic 1991">
                    <a:extLst>
                      <a:ext uri="{FF2B5EF4-FFF2-40B4-BE49-F238E27FC236}">
                        <a16:creationId xmlns:a16="http://schemas.microsoft.com/office/drawing/2014/main" id="{334D301A-342F-DCCC-0333-C71F29CEBB2F}"/>
                      </a:ext>
                    </a:extLst>
                  </p:cNvPr>
                  <p:cNvGrpSpPr/>
                  <p:nvPr/>
                </p:nvGrpSpPr>
                <p:grpSpPr>
                  <a:xfrm>
                    <a:off x="2276208" y="4438636"/>
                    <a:ext cx="170675" cy="250353"/>
                    <a:chOff x="2276208" y="4438636"/>
                    <a:chExt cx="170675" cy="250353"/>
                  </a:xfrm>
                  <a:solidFill>
                    <a:srgbClr val="D87D68"/>
                  </a:solidFill>
                </p:grpSpPr>
                <p:sp>
                  <p:nvSpPr>
                    <p:cNvPr id="771" name="Freeform: Shape 770">
                      <a:extLst>
                        <a:ext uri="{FF2B5EF4-FFF2-40B4-BE49-F238E27FC236}">
                          <a16:creationId xmlns:a16="http://schemas.microsoft.com/office/drawing/2014/main" id="{697EBAD4-CB3D-290F-82EE-941865AB2C3A}"/>
                        </a:ext>
                      </a:extLst>
                    </p:cNvPr>
                    <p:cNvSpPr/>
                    <p:nvPr/>
                  </p:nvSpPr>
                  <p:spPr>
                    <a:xfrm>
                      <a:off x="2276208" y="4438636"/>
                      <a:ext cx="170675" cy="224046"/>
                    </a:xfrm>
                    <a:custGeom>
                      <a:avLst/>
                      <a:gdLst>
                        <a:gd name="connsiteX0" fmla="*/ 158713 w 170675"/>
                        <a:gd name="connsiteY0" fmla="*/ 42182 h 224046"/>
                        <a:gd name="connsiteX1" fmla="*/ 170675 w 170675"/>
                        <a:gd name="connsiteY1" fmla="*/ 14044 h 224046"/>
                        <a:gd name="connsiteX2" fmla="*/ 131104 w 170675"/>
                        <a:gd name="connsiteY2" fmla="*/ 0 h 224046"/>
                        <a:gd name="connsiteX3" fmla="*/ 114987 w 170675"/>
                        <a:gd name="connsiteY3" fmla="*/ 2455 h 224046"/>
                        <a:gd name="connsiteX4" fmla="*/ 22071 w 170675"/>
                        <a:gd name="connsiteY4" fmla="*/ 47959 h 224046"/>
                        <a:gd name="connsiteX5" fmla="*/ 9266 w 170675"/>
                        <a:gd name="connsiteY5" fmla="*/ 167400 h 224046"/>
                        <a:gd name="connsiteX6" fmla="*/ 35185 w 170675"/>
                        <a:gd name="connsiteY6" fmla="*/ 219935 h 224046"/>
                        <a:gd name="connsiteX7" fmla="*/ 40188 w 170675"/>
                        <a:gd name="connsiteY7" fmla="*/ 224047 h 224046"/>
                        <a:gd name="connsiteX8" fmla="*/ 101674 w 170675"/>
                        <a:gd name="connsiteY8" fmla="*/ 115164 h 224046"/>
                        <a:gd name="connsiteX9" fmla="*/ 158713 w 170675"/>
                        <a:gd name="connsiteY9" fmla="*/ 42182 h 224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675" h="224046">
                          <a:moveTo>
                            <a:pt x="158713" y="42182"/>
                          </a:moveTo>
                          <a:lnTo>
                            <a:pt x="170675" y="14044"/>
                          </a:lnTo>
                          <a:cubicBezTo>
                            <a:pt x="158089" y="6698"/>
                            <a:pt x="144751" y="2000"/>
                            <a:pt x="131104" y="0"/>
                          </a:cubicBezTo>
                          <a:cubicBezTo>
                            <a:pt x="123961" y="1148"/>
                            <a:pt x="117626" y="2131"/>
                            <a:pt x="114987" y="2455"/>
                          </a:cubicBezTo>
                          <a:cubicBezTo>
                            <a:pt x="107408" y="3371"/>
                            <a:pt x="23441" y="47242"/>
                            <a:pt x="22071" y="47959"/>
                          </a:cubicBezTo>
                          <a:cubicBezTo>
                            <a:pt x="-18488" y="101948"/>
                            <a:pt x="9266" y="167400"/>
                            <a:pt x="9266" y="167400"/>
                          </a:cubicBezTo>
                          <a:cubicBezTo>
                            <a:pt x="9266" y="167400"/>
                            <a:pt x="26439" y="214671"/>
                            <a:pt x="35185" y="219935"/>
                          </a:cubicBezTo>
                          <a:cubicBezTo>
                            <a:pt x="36881" y="220957"/>
                            <a:pt x="38566" y="222396"/>
                            <a:pt x="40188" y="224047"/>
                          </a:cubicBezTo>
                          <a:cubicBezTo>
                            <a:pt x="10152" y="176499"/>
                            <a:pt x="72210" y="134913"/>
                            <a:pt x="101674" y="115164"/>
                          </a:cubicBezTo>
                          <a:cubicBezTo>
                            <a:pt x="133366" y="93913"/>
                            <a:pt x="159580" y="44952"/>
                            <a:pt x="158713" y="42182"/>
                          </a:cubicBezTo>
                          <a:close/>
                        </a:path>
                      </a:pathLst>
                    </a:custGeom>
                    <a:solidFill>
                      <a:srgbClr val="D87D68"/>
                    </a:solidFill>
                    <a:ln w="4839" cap="flat">
                      <a:noFill/>
                      <a:prstDash val="solid"/>
                      <a:miter/>
                    </a:ln>
                  </p:spPr>
                  <p:txBody>
                    <a:bodyPr rtlCol="0" anchor="ctr"/>
                    <a:lstStyle/>
                    <a:p>
                      <a:endParaRPr lang="vi-VN"/>
                    </a:p>
                  </p:txBody>
                </p:sp>
                <p:sp>
                  <p:nvSpPr>
                    <p:cNvPr id="772" name="Freeform: Shape 771">
                      <a:extLst>
                        <a:ext uri="{FF2B5EF4-FFF2-40B4-BE49-F238E27FC236}">
                          <a16:creationId xmlns:a16="http://schemas.microsoft.com/office/drawing/2014/main" id="{7A977A6D-61EC-F6F1-8A2A-3F3E5A90D30D}"/>
                        </a:ext>
                      </a:extLst>
                    </p:cNvPr>
                    <p:cNvSpPr/>
                    <p:nvPr/>
                  </p:nvSpPr>
                  <p:spPr>
                    <a:xfrm>
                      <a:off x="2324818" y="4673604"/>
                      <a:ext cx="7036" cy="15385"/>
                    </a:xfrm>
                    <a:custGeom>
                      <a:avLst/>
                      <a:gdLst>
                        <a:gd name="connsiteX0" fmla="*/ 0 w 7036"/>
                        <a:gd name="connsiteY0" fmla="*/ 0 h 15385"/>
                        <a:gd name="connsiteX1" fmla="*/ 3860 w 7036"/>
                        <a:gd name="connsiteY1" fmla="*/ 6523 h 15385"/>
                        <a:gd name="connsiteX2" fmla="*/ 6615 w 7036"/>
                        <a:gd name="connsiteY2" fmla="*/ 15386 h 15385"/>
                        <a:gd name="connsiteX3" fmla="*/ 0 w 7036"/>
                        <a:gd name="connsiteY3" fmla="*/ 0 h 15385"/>
                        <a:gd name="connsiteX4" fmla="*/ 0 w 7036"/>
                        <a:gd name="connsiteY4" fmla="*/ 0 h 15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6" h="15385">
                          <a:moveTo>
                            <a:pt x="0" y="0"/>
                          </a:moveTo>
                          <a:cubicBezTo>
                            <a:pt x="2363" y="3681"/>
                            <a:pt x="3860" y="6523"/>
                            <a:pt x="3860" y="6523"/>
                          </a:cubicBezTo>
                          <a:cubicBezTo>
                            <a:pt x="4669" y="9492"/>
                            <a:pt x="5598" y="12451"/>
                            <a:pt x="6615" y="15386"/>
                          </a:cubicBezTo>
                          <a:cubicBezTo>
                            <a:pt x="7976" y="11642"/>
                            <a:pt x="6107" y="6596"/>
                            <a:pt x="0" y="0"/>
                          </a:cubicBezTo>
                          <a:lnTo>
                            <a:pt x="0" y="0"/>
                          </a:lnTo>
                          <a:close/>
                        </a:path>
                      </a:pathLst>
                    </a:custGeom>
                    <a:solidFill>
                      <a:srgbClr val="D87D68"/>
                    </a:solidFill>
                    <a:ln w="4839" cap="flat">
                      <a:noFill/>
                      <a:prstDash val="solid"/>
                      <a:miter/>
                    </a:ln>
                  </p:spPr>
                  <p:txBody>
                    <a:bodyPr rtlCol="0" anchor="ctr"/>
                    <a:lstStyle/>
                    <a:p>
                      <a:endParaRPr lang="vi-VN"/>
                    </a:p>
                  </p:txBody>
                </p:sp>
              </p:grpSp>
              <p:sp>
                <p:nvSpPr>
                  <p:cNvPr id="769" name="Freeform: Shape 768">
                    <a:extLst>
                      <a:ext uri="{FF2B5EF4-FFF2-40B4-BE49-F238E27FC236}">
                        <a16:creationId xmlns:a16="http://schemas.microsoft.com/office/drawing/2014/main" id="{8F329288-E4D9-20BE-1071-23847E406A85}"/>
                      </a:ext>
                    </a:extLst>
                  </p:cNvPr>
                  <p:cNvSpPr/>
                  <p:nvPr/>
                </p:nvSpPr>
                <p:spPr>
                  <a:xfrm>
                    <a:off x="2220928" y="4395762"/>
                    <a:ext cx="313896" cy="244890"/>
                  </a:xfrm>
                  <a:custGeom>
                    <a:avLst/>
                    <a:gdLst>
                      <a:gd name="connsiteX0" fmla="*/ 220836 w 313896"/>
                      <a:gd name="connsiteY0" fmla="*/ 69370 h 244890"/>
                      <a:gd name="connsiteX1" fmla="*/ 131543 w 313896"/>
                      <a:gd name="connsiteY1" fmla="*/ 152144 h 244890"/>
                      <a:gd name="connsiteX2" fmla="*/ 57940 w 313896"/>
                      <a:gd name="connsiteY2" fmla="*/ 244891 h 244890"/>
                      <a:gd name="connsiteX3" fmla="*/ 19536 w 313896"/>
                      <a:gd name="connsiteY3" fmla="*/ 166654 h 244890"/>
                      <a:gd name="connsiteX4" fmla="*/ 0 w 313896"/>
                      <a:gd name="connsiteY4" fmla="*/ 185081 h 244890"/>
                      <a:gd name="connsiteX5" fmla="*/ 22369 w 313896"/>
                      <a:gd name="connsiteY5" fmla="*/ 102863 h 244890"/>
                      <a:gd name="connsiteX6" fmla="*/ 259676 w 313896"/>
                      <a:gd name="connsiteY6" fmla="*/ 16708 h 244890"/>
                      <a:gd name="connsiteX7" fmla="*/ 268820 w 313896"/>
                      <a:gd name="connsiteY7" fmla="*/ 0 h 244890"/>
                      <a:gd name="connsiteX8" fmla="*/ 266650 w 313896"/>
                      <a:gd name="connsiteY8" fmla="*/ 21139 h 244890"/>
                      <a:gd name="connsiteX9" fmla="*/ 296153 w 313896"/>
                      <a:gd name="connsiteY9" fmla="*/ 23241 h 244890"/>
                      <a:gd name="connsiteX10" fmla="*/ 273600 w 313896"/>
                      <a:gd name="connsiteY10" fmla="*/ 34854 h 244890"/>
                      <a:gd name="connsiteX11" fmla="*/ 313888 w 313896"/>
                      <a:gd name="connsiteY11" fmla="*/ 130933 h 244890"/>
                      <a:gd name="connsiteX12" fmla="*/ 307660 w 313896"/>
                      <a:gd name="connsiteY12" fmla="*/ 191590 h 244890"/>
                      <a:gd name="connsiteX13" fmla="*/ 275425 w 313896"/>
                      <a:gd name="connsiteY13" fmla="*/ 143703 h 244890"/>
                      <a:gd name="connsiteX14" fmla="*/ 238125 w 313896"/>
                      <a:gd name="connsiteY14" fmla="*/ 99938 h 244890"/>
                      <a:gd name="connsiteX15" fmla="*/ 223819 w 313896"/>
                      <a:gd name="connsiteY15" fmla="*/ 121687 h 244890"/>
                      <a:gd name="connsiteX16" fmla="*/ 220836 w 313896"/>
                      <a:gd name="connsiteY16" fmla="*/ 69370 h 24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3896" h="244890">
                        <a:moveTo>
                          <a:pt x="220836" y="69370"/>
                        </a:moveTo>
                        <a:cubicBezTo>
                          <a:pt x="220836" y="69370"/>
                          <a:pt x="182161" y="129480"/>
                          <a:pt x="131543" y="152144"/>
                        </a:cubicBezTo>
                        <a:cubicBezTo>
                          <a:pt x="80925" y="174809"/>
                          <a:pt x="56202" y="207562"/>
                          <a:pt x="57940" y="244891"/>
                        </a:cubicBezTo>
                        <a:cubicBezTo>
                          <a:pt x="57940" y="244891"/>
                          <a:pt x="8480" y="211024"/>
                          <a:pt x="19536" y="166654"/>
                        </a:cubicBezTo>
                        <a:cubicBezTo>
                          <a:pt x="19536" y="166654"/>
                          <a:pt x="4833" y="165143"/>
                          <a:pt x="0" y="185081"/>
                        </a:cubicBezTo>
                        <a:cubicBezTo>
                          <a:pt x="0" y="185081"/>
                          <a:pt x="3564" y="123223"/>
                          <a:pt x="22369" y="102863"/>
                        </a:cubicBezTo>
                        <a:cubicBezTo>
                          <a:pt x="22369" y="102863"/>
                          <a:pt x="70546" y="-40782"/>
                          <a:pt x="259676" y="16708"/>
                        </a:cubicBezTo>
                        <a:lnTo>
                          <a:pt x="268820" y="0"/>
                        </a:lnTo>
                        <a:lnTo>
                          <a:pt x="266650" y="21139"/>
                        </a:lnTo>
                        <a:cubicBezTo>
                          <a:pt x="266650" y="21139"/>
                          <a:pt x="288002" y="12185"/>
                          <a:pt x="296153" y="23241"/>
                        </a:cubicBezTo>
                        <a:cubicBezTo>
                          <a:pt x="296153" y="23241"/>
                          <a:pt x="275178" y="28520"/>
                          <a:pt x="273600" y="34854"/>
                        </a:cubicBezTo>
                        <a:cubicBezTo>
                          <a:pt x="273600" y="34854"/>
                          <a:pt x="314575" y="78997"/>
                          <a:pt x="313888" y="130933"/>
                        </a:cubicBezTo>
                        <a:cubicBezTo>
                          <a:pt x="313200" y="182868"/>
                          <a:pt x="307660" y="191590"/>
                          <a:pt x="307660" y="191590"/>
                        </a:cubicBezTo>
                        <a:cubicBezTo>
                          <a:pt x="307660" y="191590"/>
                          <a:pt x="294066" y="152115"/>
                          <a:pt x="275425" y="143703"/>
                        </a:cubicBezTo>
                        <a:cubicBezTo>
                          <a:pt x="256785" y="135291"/>
                          <a:pt x="238125" y="99938"/>
                          <a:pt x="238125" y="99938"/>
                        </a:cubicBezTo>
                        <a:cubicBezTo>
                          <a:pt x="238125" y="99938"/>
                          <a:pt x="236048" y="120157"/>
                          <a:pt x="223819" y="121687"/>
                        </a:cubicBezTo>
                        <a:cubicBezTo>
                          <a:pt x="211591" y="123213"/>
                          <a:pt x="232309" y="111411"/>
                          <a:pt x="220836" y="69370"/>
                        </a:cubicBezTo>
                        <a:close/>
                      </a:path>
                    </a:pathLst>
                  </a:custGeom>
                  <a:solidFill>
                    <a:srgbClr val="17202F"/>
                  </a:solidFill>
                  <a:ln w="4839" cap="flat">
                    <a:noFill/>
                    <a:prstDash val="solid"/>
                    <a:miter/>
                  </a:ln>
                </p:spPr>
                <p:txBody>
                  <a:bodyPr rtlCol="0" anchor="ctr"/>
                  <a:lstStyle/>
                  <a:p>
                    <a:endParaRPr lang="vi-VN"/>
                  </a:p>
                </p:txBody>
              </p:sp>
              <p:sp>
                <p:nvSpPr>
                  <p:cNvPr id="770" name="Freeform: Shape 769">
                    <a:extLst>
                      <a:ext uri="{FF2B5EF4-FFF2-40B4-BE49-F238E27FC236}">
                        <a16:creationId xmlns:a16="http://schemas.microsoft.com/office/drawing/2014/main" id="{A9BCBF4A-365E-1A7E-2479-AFDBEC15CDDB}"/>
                      </a:ext>
                    </a:extLst>
                  </p:cNvPr>
                  <p:cNvSpPr/>
                  <p:nvPr/>
                </p:nvSpPr>
                <p:spPr>
                  <a:xfrm>
                    <a:off x="2243298" y="4395757"/>
                    <a:ext cx="279314" cy="102863"/>
                  </a:xfrm>
                  <a:custGeom>
                    <a:avLst/>
                    <a:gdLst>
                      <a:gd name="connsiteX0" fmla="*/ 279314 w 279314"/>
                      <a:gd name="connsiteY0" fmla="*/ 78247 h 102863"/>
                      <a:gd name="connsiteX1" fmla="*/ 251230 w 279314"/>
                      <a:gd name="connsiteY1" fmla="*/ 34854 h 102863"/>
                      <a:gd name="connsiteX2" fmla="*/ 273784 w 279314"/>
                      <a:gd name="connsiteY2" fmla="*/ 23241 h 102863"/>
                      <a:gd name="connsiteX3" fmla="*/ 244281 w 279314"/>
                      <a:gd name="connsiteY3" fmla="*/ 21139 h 102863"/>
                      <a:gd name="connsiteX4" fmla="*/ 246450 w 279314"/>
                      <a:gd name="connsiteY4" fmla="*/ 0 h 102863"/>
                      <a:gd name="connsiteX5" fmla="*/ 237307 w 279314"/>
                      <a:gd name="connsiteY5" fmla="*/ 16708 h 102863"/>
                      <a:gd name="connsiteX6" fmla="*/ 0 w 279314"/>
                      <a:gd name="connsiteY6" fmla="*/ 102863 h 102863"/>
                      <a:gd name="connsiteX7" fmla="*/ 191624 w 279314"/>
                      <a:gd name="connsiteY7" fmla="*/ 28704 h 102863"/>
                      <a:gd name="connsiteX8" fmla="*/ 228522 w 279314"/>
                      <a:gd name="connsiteY8" fmla="*/ 41726 h 102863"/>
                      <a:gd name="connsiteX9" fmla="*/ 236285 w 279314"/>
                      <a:gd name="connsiteY9" fmla="*/ 31479 h 102863"/>
                      <a:gd name="connsiteX10" fmla="*/ 236285 w 279314"/>
                      <a:gd name="connsiteY10" fmla="*/ 42884 h 102863"/>
                      <a:gd name="connsiteX11" fmla="*/ 279314 w 279314"/>
                      <a:gd name="connsiteY11" fmla="*/ 78247 h 10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314" h="102863">
                        <a:moveTo>
                          <a:pt x="279314" y="78247"/>
                        </a:moveTo>
                        <a:cubicBezTo>
                          <a:pt x="267454" y="52342"/>
                          <a:pt x="251230" y="34854"/>
                          <a:pt x="251230" y="34854"/>
                        </a:cubicBezTo>
                        <a:cubicBezTo>
                          <a:pt x="252809" y="28515"/>
                          <a:pt x="273784" y="23241"/>
                          <a:pt x="273784" y="23241"/>
                        </a:cubicBezTo>
                        <a:cubicBezTo>
                          <a:pt x="265633" y="12190"/>
                          <a:pt x="244281" y="21139"/>
                          <a:pt x="244281" y="21139"/>
                        </a:cubicBezTo>
                        <a:lnTo>
                          <a:pt x="246450" y="0"/>
                        </a:lnTo>
                        <a:lnTo>
                          <a:pt x="237307" y="16708"/>
                        </a:lnTo>
                        <a:cubicBezTo>
                          <a:pt x="48177" y="-40782"/>
                          <a:pt x="0" y="102863"/>
                          <a:pt x="0" y="102863"/>
                        </a:cubicBezTo>
                        <a:cubicBezTo>
                          <a:pt x="0" y="102863"/>
                          <a:pt x="83588" y="988"/>
                          <a:pt x="191624" y="28704"/>
                        </a:cubicBezTo>
                        <a:lnTo>
                          <a:pt x="228522" y="41726"/>
                        </a:lnTo>
                        <a:lnTo>
                          <a:pt x="236285" y="31479"/>
                        </a:lnTo>
                        <a:lnTo>
                          <a:pt x="236285" y="42884"/>
                        </a:lnTo>
                        <a:cubicBezTo>
                          <a:pt x="236285" y="42879"/>
                          <a:pt x="262684" y="53010"/>
                          <a:pt x="279314" y="78247"/>
                        </a:cubicBezTo>
                        <a:close/>
                      </a:path>
                    </a:pathLst>
                  </a:custGeom>
                  <a:solidFill>
                    <a:srgbClr val="272C44"/>
                  </a:solidFill>
                  <a:ln w="4839" cap="flat">
                    <a:noFill/>
                    <a:prstDash val="solid"/>
                    <a:miter/>
                  </a:ln>
                </p:spPr>
                <p:txBody>
                  <a:bodyPr rtlCol="0" anchor="ctr"/>
                  <a:lstStyle/>
                  <a:p>
                    <a:endParaRPr lang="vi-VN"/>
                  </a:p>
                </p:txBody>
              </p:sp>
            </p:grpSp>
            <p:grpSp>
              <p:nvGrpSpPr>
                <p:cNvPr id="619" name="Graphic 1991">
                  <a:extLst>
                    <a:ext uri="{FF2B5EF4-FFF2-40B4-BE49-F238E27FC236}">
                      <a16:creationId xmlns:a16="http://schemas.microsoft.com/office/drawing/2014/main" id="{DB391A8A-1492-FAA3-86D8-3451960D0ACF}"/>
                    </a:ext>
                  </a:extLst>
                </p:cNvPr>
                <p:cNvGrpSpPr/>
                <p:nvPr/>
              </p:nvGrpSpPr>
              <p:grpSpPr>
                <a:xfrm>
                  <a:off x="1156779" y="4494378"/>
                  <a:ext cx="1872700" cy="1442374"/>
                  <a:chOff x="1156779" y="4494378"/>
                  <a:chExt cx="1872700" cy="1442374"/>
                </a:xfrm>
              </p:grpSpPr>
              <p:grpSp>
                <p:nvGrpSpPr>
                  <p:cNvPr id="676" name="Graphic 1991">
                    <a:extLst>
                      <a:ext uri="{FF2B5EF4-FFF2-40B4-BE49-F238E27FC236}">
                        <a16:creationId xmlns:a16="http://schemas.microsoft.com/office/drawing/2014/main" id="{1C732A35-DB8A-7B0C-E2C9-03D66C30B8D8}"/>
                      </a:ext>
                    </a:extLst>
                  </p:cNvPr>
                  <p:cNvGrpSpPr/>
                  <p:nvPr/>
                </p:nvGrpSpPr>
                <p:grpSpPr>
                  <a:xfrm>
                    <a:off x="1156779" y="5266109"/>
                    <a:ext cx="1872700" cy="670644"/>
                    <a:chOff x="1156779" y="5266109"/>
                    <a:chExt cx="1872700" cy="670644"/>
                  </a:xfrm>
                </p:grpSpPr>
                <p:sp>
                  <p:nvSpPr>
                    <p:cNvPr id="747" name="Freeform: Shape 746">
                      <a:extLst>
                        <a:ext uri="{FF2B5EF4-FFF2-40B4-BE49-F238E27FC236}">
                          <a16:creationId xmlns:a16="http://schemas.microsoft.com/office/drawing/2014/main" id="{18D93A53-BD9A-0827-1193-7FDBE450AFB5}"/>
                        </a:ext>
                      </a:extLst>
                    </p:cNvPr>
                    <p:cNvSpPr/>
                    <p:nvPr/>
                  </p:nvSpPr>
                  <p:spPr>
                    <a:xfrm>
                      <a:off x="1156779" y="5266109"/>
                      <a:ext cx="1872700" cy="663688"/>
                    </a:xfrm>
                    <a:custGeom>
                      <a:avLst/>
                      <a:gdLst>
                        <a:gd name="connsiteX0" fmla="*/ 1872701 w 1872700"/>
                        <a:gd name="connsiteY0" fmla="*/ 575191 h 663688"/>
                        <a:gd name="connsiteX1" fmla="*/ 1840641 w 1872700"/>
                        <a:gd name="connsiteY1" fmla="*/ 571026 h 663688"/>
                        <a:gd name="connsiteX2" fmla="*/ 1807225 w 1872700"/>
                        <a:gd name="connsiteY2" fmla="*/ 567103 h 663688"/>
                        <a:gd name="connsiteX3" fmla="*/ 1785480 w 1872700"/>
                        <a:gd name="connsiteY3" fmla="*/ 564779 h 663688"/>
                        <a:gd name="connsiteX4" fmla="*/ 1758989 w 1872700"/>
                        <a:gd name="connsiteY4" fmla="*/ 562261 h 663688"/>
                        <a:gd name="connsiteX5" fmla="*/ 1746979 w 1872700"/>
                        <a:gd name="connsiteY5" fmla="*/ 561195 h 663688"/>
                        <a:gd name="connsiteX6" fmla="*/ 1710221 w 1872700"/>
                        <a:gd name="connsiteY6" fmla="*/ 558386 h 663688"/>
                        <a:gd name="connsiteX7" fmla="*/ 1699180 w 1872700"/>
                        <a:gd name="connsiteY7" fmla="*/ 557660 h 663688"/>
                        <a:gd name="connsiteX8" fmla="*/ 1674578 w 1872700"/>
                        <a:gd name="connsiteY8" fmla="*/ 556255 h 663688"/>
                        <a:gd name="connsiteX9" fmla="*/ 1657531 w 1872700"/>
                        <a:gd name="connsiteY9" fmla="*/ 555480 h 663688"/>
                        <a:gd name="connsiteX10" fmla="*/ 1653317 w 1872700"/>
                        <a:gd name="connsiteY10" fmla="*/ 555287 h 663688"/>
                        <a:gd name="connsiteX11" fmla="*/ 1493211 w 1872700"/>
                        <a:gd name="connsiteY11" fmla="*/ 528215 h 663688"/>
                        <a:gd name="connsiteX12" fmla="*/ 863925 w 1872700"/>
                        <a:gd name="connsiteY12" fmla="*/ 660668 h 663688"/>
                        <a:gd name="connsiteX13" fmla="*/ 848960 w 1872700"/>
                        <a:gd name="connsiteY13" fmla="*/ 661104 h 663688"/>
                        <a:gd name="connsiteX14" fmla="*/ 199624 w 1872700"/>
                        <a:gd name="connsiteY14" fmla="*/ 479011 h 663688"/>
                        <a:gd name="connsiteX15" fmla="*/ 26297 w 1872700"/>
                        <a:gd name="connsiteY15" fmla="*/ 111241 h 663688"/>
                        <a:gd name="connsiteX16" fmla="*/ 0 w 1872700"/>
                        <a:gd name="connsiteY16" fmla="*/ 0 h 663688"/>
                        <a:gd name="connsiteX17" fmla="*/ 258417 w 1872700"/>
                        <a:gd name="connsiteY17" fmla="*/ 0 h 663688"/>
                        <a:gd name="connsiteX18" fmla="*/ 258708 w 1872700"/>
                        <a:gd name="connsiteY18" fmla="*/ 97 h 663688"/>
                        <a:gd name="connsiteX19" fmla="*/ 259434 w 1872700"/>
                        <a:gd name="connsiteY19" fmla="*/ 339 h 663688"/>
                        <a:gd name="connsiteX20" fmla="*/ 260693 w 1872700"/>
                        <a:gd name="connsiteY20" fmla="*/ 775 h 663688"/>
                        <a:gd name="connsiteX21" fmla="*/ 262049 w 1872700"/>
                        <a:gd name="connsiteY21" fmla="*/ 1259 h 663688"/>
                        <a:gd name="connsiteX22" fmla="*/ 280307 w 1872700"/>
                        <a:gd name="connsiteY22" fmla="*/ 7555 h 663688"/>
                        <a:gd name="connsiteX23" fmla="*/ 336581 w 1872700"/>
                        <a:gd name="connsiteY23" fmla="*/ 27120 h 663688"/>
                        <a:gd name="connsiteX24" fmla="*/ 794574 w 1872700"/>
                        <a:gd name="connsiteY24" fmla="*/ 189938 h 663688"/>
                        <a:gd name="connsiteX25" fmla="*/ 1872701 w 1872700"/>
                        <a:gd name="connsiteY25" fmla="*/ 575191 h 66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72700" h="663688">
                          <a:moveTo>
                            <a:pt x="1872701" y="575191"/>
                          </a:moveTo>
                          <a:cubicBezTo>
                            <a:pt x="1862192" y="573738"/>
                            <a:pt x="1851489" y="572334"/>
                            <a:pt x="1840641" y="571026"/>
                          </a:cubicBezTo>
                          <a:cubicBezTo>
                            <a:pt x="1829696" y="569670"/>
                            <a:pt x="1818508" y="568362"/>
                            <a:pt x="1807225" y="567103"/>
                          </a:cubicBezTo>
                          <a:cubicBezTo>
                            <a:pt x="1800057" y="566280"/>
                            <a:pt x="1792793" y="565505"/>
                            <a:pt x="1785480" y="564779"/>
                          </a:cubicBezTo>
                          <a:cubicBezTo>
                            <a:pt x="1776763" y="563859"/>
                            <a:pt x="1767900" y="563035"/>
                            <a:pt x="1758989" y="562261"/>
                          </a:cubicBezTo>
                          <a:cubicBezTo>
                            <a:pt x="1755018" y="561873"/>
                            <a:pt x="1750998" y="561534"/>
                            <a:pt x="1746979" y="561195"/>
                          </a:cubicBezTo>
                          <a:cubicBezTo>
                            <a:pt x="1734872" y="560130"/>
                            <a:pt x="1722619" y="559209"/>
                            <a:pt x="1710221" y="558386"/>
                          </a:cubicBezTo>
                          <a:cubicBezTo>
                            <a:pt x="1706541" y="558144"/>
                            <a:pt x="1702860" y="557902"/>
                            <a:pt x="1699180" y="557660"/>
                          </a:cubicBezTo>
                          <a:cubicBezTo>
                            <a:pt x="1691043" y="557127"/>
                            <a:pt x="1682859" y="556643"/>
                            <a:pt x="1674578" y="556255"/>
                          </a:cubicBezTo>
                          <a:cubicBezTo>
                            <a:pt x="1668911" y="555965"/>
                            <a:pt x="1663245" y="555723"/>
                            <a:pt x="1657531" y="555480"/>
                          </a:cubicBezTo>
                          <a:cubicBezTo>
                            <a:pt x="1656126" y="555384"/>
                            <a:pt x="1654722" y="555335"/>
                            <a:pt x="1653317" y="555287"/>
                          </a:cubicBezTo>
                          <a:cubicBezTo>
                            <a:pt x="1599271" y="537174"/>
                            <a:pt x="1549050" y="524389"/>
                            <a:pt x="1493211" y="528215"/>
                          </a:cubicBezTo>
                          <a:cubicBezTo>
                            <a:pt x="1227433" y="546424"/>
                            <a:pt x="1141471" y="652871"/>
                            <a:pt x="863925" y="660668"/>
                          </a:cubicBezTo>
                          <a:cubicBezTo>
                            <a:pt x="858937" y="660813"/>
                            <a:pt x="853900" y="660959"/>
                            <a:pt x="848960" y="661104"/>
                          </a:cubicBezTo>
                          <a:cubicBezTo>
                            <a:pt x="578436" y="668659"/>
                            <a:pt x="362152" y="672436"/>
                            <a:pt x="199624" y="479011"/>
                          </a:cubicBezTo>
                          <a:cubicBezTo>
                            <a:pt x="132695" y="399345"/>
                            <a:pt x="69447" y="268006"/>
                            <a:pt x="26297" y="111241"/>
                          </a:cubicBezTo>
                          <a:cubicBezTo>
                            <a:pt x="16417" y="75355"/>
                            <a:pt x="7555" y="38210"/>
                            <a:pt x="0" y="0"/>
                          </a:cubicBezTo>
                          <a:lnTo>
                            <a:pt x="258417" y="0"/>
                          </a:lnTo>
                          <a:lnTo>
                            <a:pt x="258708" y="97"/>
                          </a:lnTo>
                          <a:lnTo>
                            <a:pt x="259434" y="339"/>
                          </a:lnTo>
                          <a:lnTo>
                            <a:pt x="260693" y="775"/>
                          </a:lnTo>
                          <a:lnTo>
                            <a:pt x="262049" y="1259"/>
                          </a:lnTo>
                          <a:cubicBezTo>
                            <a:pt x="265681" y="2518"/>
                            <a:pt x="271880" y="4649"/>
                            <a:pt x="280307" y="7555"/>
                          </a:cubicBezTo>
                          <a:cubicBezTo>
                            <a:pt x="293819" y="12301"/>
                            <a:pt x="313142" y="18984"/>
                            <a:pt x="336581" y="27120"/>
                          </a:cubicBezTo>
                          <a:cubicBezTo>
                            <a:pt x="451213" y="67074"/>
                            <a:pt x="665366" y="142042"/>
                            <a:pt x="794574" y="189938"/>
                          </a:cubicBezTo>
                          <a:cubicBezTo>
                            <a:pt x="916712" y="235219"/>
                            <a:pt x="1499265" y="442544"/>
                            <a:pt x="1872701" y="575191"/>
                          </a:cubicBezTo>
                          <a:close/>
                        </a:path>
                      </a:pathLst>
                    </a:custGeom>
                    <a:solidFill>
                      <a:srgbClr val="D39250"/>
                    </a:solidFill>
                    <a:ln w="4839" cap="flat">
                      <a:noFill/>
                      <a:prstDash val="solid"/>
                      <a:miter/>
                    </a:ln>
                  </p:spPr>
                  <p:txBody>
                    <a:bodyPr rtlCol="0" anchor="ctr"/>
                    <a:lstStyle/>
                    <a:p>
                      <a:endParaRPr lang="vi-VN"/>
                    </a:p>
                  </p:txBody>
                </p:sp>
                <p:sp>
                  <p:nvSpPr>
                    <p:cNvPr id="748" name="Freeform: Shape 747">
                      <a:extLst>
                        <a:ext uri="{FF2B5EF4-FFF2-40B4-BE49-F238E27FC236}">
                          <a16:creationId xmlns:a16="http://schemas.microsoft.com/office/drawing/2014/main" id="{949559AD-3F8D-C12F-35E7-B4C18D4F64C4}"/>
                        </a:ext>
                      </a:extLst>
                    </p:cNvPr>
                    <p:cNvSpPr/>
                    <p:nvPr/>
                  </p:nvSpPr>
                  <p:spPr>
                    <a:xfrm>
                      <a:off x="1156779" y="5266109"/>
                      <a:ext cx="1840640" cy="670644"/>
                    </a:xfrm>
                    <a:custGeom>
                      <a:avLst/>
                      <a:gdLst>
                        <a:gd name="connsiteX0" fmla="*/ 1840641 w 1840640"/>
                        <a:gd name="connsiteY0" fmla="*/ 571026 h 670644"/>
                        <a:gd name="connsiteX1" fmla="*/ 1807225 w 1840640"/>
                        <a:gd name="connsiteY1" fmla="*/ 567103 h 670644"/>
                        <a:gd name="connsiteX2" fmla="*/ 1785480 w 1840640"/>
                        <a:gd name="connsiteY2" fmla="*/ 564779 h 670644"/>
                        <a:gd name="connsiteX3" fmla="*/ 1758989 w 1840640"/>
                        <a:gd name="connsiteY3" fmla="*/ 562261 h 670644"/>
                        <a:gd name="connsiteX4" fmla="*/ 1746979 w 1840640"/>
                        <a:gd name="connsiteY4" fmla="*/ 561195 h 670644"/>
                        <a:gd name="connsiteX5" fmla="*/ 1710221 w 1840640"/>
                        <a:gd name="connsiteY5" fmla="*/ 558386 h 670644"/>
                        <a:gd name="connsiteX6" fmla="*/ 1699180 w 1840640"/>
                        <a:gd name="connsiteY6" fmla="*/ 557660 h 670644"/>
                        <a:gd name="connsiteX7" fmla="*/ 1674578 w 1840640"/>
                        <a:gd name="connsiteY7" fmla="*/ 556255 h 670644"/>
                        <a:gd name="connsiteX8" fmla="*/ 1657531 w 1840640"/>
                        <a:gd name="connsiteY8" fmla="*/ 555480 h 670644"/>
                        <a:gd name="connsiteX9" fmla="*/ 1653317 w 1840640"/>
                        <a:gd name="connsiteY9" fmla="*/ 555287 h 670644"/>
                        <a:gd name="connsiteX10" fmla="*/ 1249758 w 1840640"/>
                        <a:gd name="connsiteY10" fmla="*/ 596306 h 670644"/>
                        <a:gd name="connsiteX11" fmla="*/ 860874 w 1840640"/>
                        <a:gd name="connsiteY11" fmla="*/ 670644 h 670644"/>
                        <a:gd name="connsiteX12" fmla="*/ 848960 w 1840640"/>
                        <a:gd name="connsiteY12" fmla="*/ 661104 h 670644"/>
                        <a:gd name="connsiteX13" fmla="*/ 150711 w 1840640"/>
                        <a:gd name="connsiteY13" fmla="*/ 101265 h 670644"/>
                        <a:gd name="connsiteX14" fmla="*/ 26297 w 1840640"/>
                        <a:gd name="connsiteY14" fmla="*/ 111241 h 670644"/>
                        <a:gd name="connsiteX15" fmla="*/ 0 w 1840640"/>
                        <a:gd name="connsiteY15" fmla="*/ 0 h 670644"/>
                        <a:gd name="connsiteX16" fmla="*/ 258417 w 1840640"/>
                        <a:gd name="connsiteY16" fmla="*/ 0 h 670644"/>
                        <a:gd name="connsiteX17" fmla="*/ 258708 w 1840640"/>
                        <a:gd name="connsiteY17" fmla="*/ 97 h 670644"/>
                        <a:gd name="connsiteX18" fmla="*/ 259434 w 1840640"/>
                        <a:gd name="connsiteY18" fmla="*/ 339 h 670644"/>
                        <a:gd name="connsiteX19" fmla="*/ 260693 w 1840640"/>
                        <a:gd name="connsiteY19" fmla="*/ 775 h 670644"/>
                        <a:gd name="connsiteX20" fmla="*/ 262049 w 1840640"/>
                        <a:gd name="connsiteY20" fmla="*/ 1259 h 670644"/>
                        <a:gd name="connsiteX21" fmla="*/ 1840641 w 1840640"/>
                        <a:gd name="connsiteY21" fmla="*/ 571026 h 670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0640" h="670644">
                          <a:moveTo>
                            <a:pt x="1840641" y="571026"/>
                          </a:moveTo>
                          <a:cubicBezTo>
                            <a:pt x="1829696" y="569670"/>
                            <a:pt x="1818508" y="568362"/>
                            <a:pt x="1807225" y="567103"/>
                          </a:cubicBezTo>
                          <a:cubicBezTo>
                            <a:pt x="1800057" y="566280"/>
                            <a:pt x="1792793" y="565505"/>
                            <a:pt x="1785480" y="564779"/>
                          </a:cubicBezTo>
                          <a:cubicBezTo>
                            <a:pt x="1776763" y="563859"/>
                            <a:pt x="1767900" y="563035"/>
                            <a:pt x="1758989" y="562261"/>
                          </a:cubicBezTo>
                          <a:cubicBezTo>
                            <a:pt x="1755018" y="561873"/>
                            <a:pt x="1750998" y="561534"/>
                            <a:pt x="1746979" y="561195"/>
                          </a:cubicBezTo>
                          <a:cubicBezTo>
                            <a:pt x="1734872" y="560130"/>
                            <a:pt x="1722619" y="559209"/>
                            <a:pt x="1710221" y="558386"/>
                          </a:cubicBezTo>
                          <a:cubicBezTo>
                            <a:pt x="1706589" y="558144"/>
                            <a:pt x="1702909" y="557902"/>
                            <a:pt x="1699180" y="557660"/>
                          </a:cubicBezTo>
                          <a:cubicBezTo>
                            <a:pt x="1691043" y="557127"/>
                            <a:pt x="1682859" y="556643"/>
                            <a:pt x="1674578" y="556255"/>
                          </a:cubicBezTo>
                          <a:cubicBezTo>
                            <a:pt x="1668911" y="555965"/>
                            <a:pt x="1663245" y="555674"/>
                            <a:pt x="1657531" y="555480"/>
                          </a:cubicBezTo>
                          <a:cubicBezTo>
                            <a:pt x="1656126" y="555384"/>
                            <a:pt x="1654722" y="555335"/>
                            <a:pt x="1653317" y="555287"/>
                          </a:cubicBezTo>
                          <a:cubicBezTo>
                            <a:pt x="1517571" y="549814"/>
                            <a:pt x="1373785" y="558289"/>
                            <a:pt x="1249758" y="596306"/>
                          </a:cubicBezTo>
                          <a:cubicBezTo>
                            <a:pt x="1138905" y="630303"/>
                            <a:pt x="1001899" y="659215"/>
                            <a:pt x="860874" y="670644"/>
                          </a:cubicBezTo>
                          <a:lnTo>
                            <a:pt x="848960" y="661104"/>
                          </a:lnTo>
                          <a:lnTo>
                            <a:pt x="150711" y="101265"/>
                          </a:lnTo>
                          <a:lnTo>
                            <a:pt x="26297" y="111241"/>
                          </a:lnTo>
                          <a:cubicBezTo>
                            <a:pt x="16417" y="75355"/>
                            <a:pt x="7555" y="38210"/>
                            <a:pt x="0" y="0"/>
                          </a:cubicBezTo>
                          <a:lnTo>
                            <a:pt x="258417" y="0"/>
                          </a:lnTo>
                          <a:lnTo>
                            <a:pt x="258708" y="97"/>
                          </a:lnTo>
                          <a:lnTo>
                            <a:pt x="259434" y="339"/>
                          </a:lnTo>
                          <a:lnTo>
                            <a:pt x="260693" y="775"/>
                          </a:lnTo>
                          <a:lnTo>
                            <a:pt x="262049" y="1259"/>
                          </a:lnTo>
                          <a:lnTo>
                            <a:pt x="1840641" y="571026"/>
                          </a:lnTo>
                          <a:close/>
                        </a:path>
                      </a:pathLst>
                    </a:custGeom>
                    <a:solidFill>
                      <a:srgbClr val="EAB071">
                        <a:alpha val="22000"/>
                      </a:srgbClr>
                    </a:solidFill>
                    <a:ln w="4839" cap="flat">
                      <a:noFill/>
                      <a:prstDash val="solid"/>
                      <a:miter/>
                    </a:ln>
                  </p:spPr>
                  <p:txBody>
                    <a:bodyPr rtlCol="0" anchor="ctr"/>
                    <a:lstStyle/>
                    <a:p>
                      <a:endParaRPr lang="vi-VN"/>
                    </a:p>
                  </p:txBody>
                </p:sp>
              </p:grpSp>
              <p:grpSp>
                <p:nvGrpSpPr>
                  <p:cNvPr id="677" name="Graphic 1991">
                    <a:extLst>
                      <a:ext uri="{FF2B5EF4-FFF2-40B4-BE49-F238E27FC236}">
                        <a16:creationId xmlns:a16="http://schemas.microsoft.com/office/drawing/2014/main" id="{CE1D5C9A-74BD-DD4F-AD9D-1FEED41B0018}"/>
                      </a:ext>
                    </a:extLst>
                  </p:cNvPr>
                  <p:cNvGrpSpPr/>
                  <p:nvPr/>
                </p:nvGrpSpPr>
                <p:grpSpPr>
                  <a:xfrm>
                    <a:off x="1375903" y="4494378"/>
                    <a:ext cx="1385357" cy="1416865"/>
                    <a:chOff x="1375903" y="4494378"/>
                    <a:chExt cx="1385357" cy="1416865"/>
                  </a:xfrm>
                </p:grpSpPr>
                <p:grpSp>
                  <p:nvGrpSpPr>
                    <p:cNvPr id="678" name="Graphic 1991">
                      <a:extLst>
                        <a:ext uri="{FF2B5EF4-FFF2-40B4-BE49-F238E27FC236}">
                          <a16:creationId xmlns:a16="http://schemas.microsoft.com/office/drawing/2014/main" id="{089838B2-2E46-8623-EF1B-B925304D6DBA}"/>
                        </a:ext>
                      </a:extLst>
                    </p:cNvPr>
                    <p:cNvGrpSpPr/>
                    <p:nvPr/>
                  </p:nvGrpSpPr>
                  <p:grpSpPr>
                    <a:xfrm>
                      <a:off x="1375903" y="4969297"/>
                      <a:ext cx="187960" cy="463505"/>
                      <a:chOff x="1375903" y="4969297"/>
                      <a:chExt cx="187960" cy="463505"/>
                    </a:xfrm>
                  </p:grpSpPr>
                  <p:sp>
                    <p:nvSpPr>
                      <p:cNvPr id="736" name="Freeform: Shape 735">
                        <a:extLst>
                          <a:ext uri="{FF2B5EF4-FFF2-40B4-BE49-F238E27FC236}">
                            <a16:creationId xmlns:a16="http://schemas.microsoft.com/office/drawing/2014/main" id="{C916757D-2E94-04B9-D434-E45C5F853E34}"/>
                          </a:ext>
                        </a:extLst>
                      </p:cNvPr>
                      <p:cNvSpPr/>
                      <p:nvPr/>
                    </p:nvSpPr>
                    <p:spPr>
                      <a:xfrm>
                        <a:off x="1397200" y="5297004"/>
                        <a:ext cx="166663" cy="117595"/>
                      </a:xfrm>
                      <a:custGeom>
                        <a:avLst/>
                        <a:gdLst>
                          <a:gd name="connsiteX0" fmla="*/ 7855 w 166663"/>
                          <a:gd name="connsiteY0" fmla="*/ 72607 h 117595"/>
                          <a:gd name="connsiteX1" fmla="*/ 34021 w 166663"/>
                          <a:gd name="connsiteY1" fmla="*/ 58809 h 117595"/>
                          <a:gd name="connsiteX2" fmla="*/ 65103 w 166663"/>
                          <a:gd name="connsiteY2" fmla="*/ 8226 h 117595"/>
                          <a:gd name="connsiteX3" fmla="*/ 140536 w 166663"/>
                          <a:gd name="connsiteY3" fmla="*/ 12356 h 117595"/>
                          <a:gd name="connsiteX4" fmla="*/ 140536 w 166663"/>
                          <a:gd name="connsiteY4" fmla="*/ 23238 h 117595"/>
                          <a:gd name="connsiteX5" fmla="*/ 166663 w 166663"/>
                          <a:gd name="connsiteY5" fmla="*/ 108585 h 117595"/>
                          <a:gd name="connsiteX6" fmla="*/ 1210 w 166663"/>
                          <a:gd name="connsiteY6" fmla="*/ 112110 h 117595"/>
                          <a:gd name="connsiteX7" fmla="*/ 7855 w 166663"/>
                          <a:gd name="connsiteY7" fmla="*/ 72607 h 117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63" h="117595">
                            <a:moveTo>
                              <a:pt x="7855" y="72607"/>
                            </a:moveTo>
                            <a:cubicBezTo>
                              <a:pt x="8494" y="68825"/>
                              <a:pt x="34021" y="58809"/>
                              <a:pt x="34021" y="58809"/>
                            </a:cubicBezTo>
                            <a:cubicBezTo>
                              <a:pt x="34021" y="58809"/>
                              <a:pt x="28374" y="28895"/>
                              <a:pt x="65103" y="8226"/>
                            </a:cubicBezTo>
                            <a:cubicBezTo>
                              <a:pt x="101831" y="-12444"/>
                              <a:pt x="140536" y="12356"/>
                              <a:pt x="140536" y="12356"/>
                            </a:cubicBezTo>
                            <a:cubicBezTo>
                              <a:pt x="140536" y="12356"/>
                              <a:pt x="145432" y="9644"/>
                              <a:pt x="140536" y="23238"/>
                            </a:cubicBezTo>
                            <a:cubicBezTo>
                              <a:pt x="135640" y="36837"/>
                              <a:pt x="139030" y="90918"/>
                              <a:pt x="166663" y="108585"/>
                            </a:cubicBezTo>
                            <a:cubicBezTo>
                              <a:pt x="166663" y="108585"/>
                              <a:pt x="6106" y="126252"/>
                              <a:pt x="1210" y="112110"/>
                            </a:cubicBezTo>
                            <a:cubicBezTo>
                              <a:pt x="-3686" y="97969"/>
                              <a:pt x="7855" y="72607"/>
                              <a:pt x="7855" y="72607"/>
                            </a:cubicBezTo>
                            <a:close/>
                          </a:path>
                        </a:pathLst>
                      </a:custGeom>
                      <a:solidFill>
                        <a:srgbClr val="EAB071">
                          <a:alpha val="40000"/>
                        </a:srgbClr>
                      </a:solidFill>
                      <a:ln w="4839" cap="flat">
                        <a:noFill/>
                        <a:prstDash val="solid"/>
                        <a:miter/>
                      </a:ln>
                    </p:spPr>
                    <p:txBody>
                      <a:bodyPr rtlCol="0" anchor="ctr"/>
                      <a:lstStyle/>
                      <a:p>
                        <a:endParaRPr lang="vi-VN"/>
                      </a:p>
                    </p:txBody>
                  </p:sp>
                  <p:grpSp>
                    <p:nvGrpSpPr>
                      <p:cNvPr id="737" name="Graphic 1991">
                        <a:extLst>
                          <a:ext uri="{FF2B5EF4-FFF2-40B4-BE49-F238E27FC236}">
                            <a16:creationId xmlns:a16="http://schemas.microsoft.com/office/drawing/2014/main" id="{D9DF1E13-F1D5-FD7D-494E-C2CB74335237}"/>
                          </a:ext>
                        </a:extLst>
                      </p:cNvPr>
                      <p:cNvGrpSpPr/>
                      <p:nvPr/>
                    </p:nvGrpSpPr>
                    <p:grpSpPr>
                      <a:xfrm>
                        <a:off x="1375903" y="4969297"/>
                        <a:ext cx="185357" cy="463505"/>
                        <a:chOff x="1375903" y="4969297"/>
                        <a:chExt cx="185357" cy="463505"/>
                      </a:xfrm>
                    </p:grpSpPr>
                    <p:grpSp>
                      <p:nvGrpSpPr>
                        <p:cNvPr id="738" name="Graphic 1991">
                          <a:extLst>
                            <a:ext uri="{FF2B5EF4-FFF2-40B4-BE49-F238E27FC236}">
                              <a16:creationId xmlns:a16="http://schemas.microsoft.com/office/drawing/2014/main" id="{49863D65-BF61-F822-963B-766C3D7ACB37}"/>
                            </a:ext>
                          </a:extLst>
                        </p:cNvPr>
                        <p:cNvGrpSpPr/>
                        <p:nvPr/>
                      </p:nvGrpSpPr>
                      <p:grpSpPr>
                        <a:xfrm>
                          <a:off x="1435550" y="4969297"/>
                          <a:ext cx="125710" cy="420809"/>
                          <a:chOff x="1435550" y="4969297"/>
                          <a:chExt cx="125710" cy="420809"/>
                        </a:xfrm>
                      </p:grpSpPr>
                      <p:sp>
                        <p:nvSpPr>
                          <p:cNvPr id="743" name="Freeform: Shape 742">
                            <a:extLst>
                              <a:ext uri="{FF2B5EF4-FFF2-40B4-BE49-F238E27FC236}">
                                <a16:creationId xmlns:a16="http://schemas.microsoft.com/office/drawing/2014/main" id="{C16CEC4F-55CF-BC80-D2FB-C0F18F9DBFE5}"/>
                              </a:ext>
                            </a:extLst>
                          </p:cNvPr>
                          <p:cNvSpPr/>
                          <p:nvPr/>
                        </p:nvSpPr>
                        <p:spPr>
                          <a:xfrm>
                            <a:off x="1435550" y="4969297"/>
                            <a:ext cx="98622" cy="420807"/>
                          </a:xfrm>
                          <a:custGeom>
                            <a:avLst/>
                            <a:gdLst>
                              <a:gd name="connsiteX0" fmla="*/ 98622 w 98622"/>
                              <a:gd name="connsiteY0" fmla="*/ 0 h 420807"/>
                              <a:gd name="connsiteX1" fmla="*/ 92772 w 98622"/>
                              <a:gd name="connsiteY1" fmla="*/ 420775 h 420807"/>
                              <a:gd name="connsiteX2" fmla="*/ 3885 w 98622"/>
                              <a:gd name="connsiteY2" fmla="*/ 330470 h 420807"/>
                              <a:gd name="connsiteX3" fmla="*/ 2902 w 98622"/>
                              <a:gd name="connsiteY3" fmla="*/ 191091 h 420807"/>
                              <a:gd name="connsiteX4" fmla="*/ 15736 w 98622"/>
                              <a:gd name="connsiteY4" fmla="*/ 77632 h 420807"/>
                              <a:gd name="connsiteX5" fmla="*/ 98622 w 98622"/>
                              <a:gd name="connsiteY5" fmla="*/ 0 h 420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622" h="420807">
                                <a:moveTo>
                                  <a:pt x="98622" y="0"/>
                                </a:moveTo>
                                <a:cubicBezTo>
                                  <a:pt x="98622" y="0"/>
                                  <a:pt x="92409" y="418780"/>
                                  <a:pt x="92772" y="420775"/>
                                </a:cubicBezTo>
                                <a:cubicBezTo>
                                  <a:pt x="93135" y="422771"/>
                                  <a:pt x="3885" y="330470"/>
                                  <a:pt x="3885" y="330470"/>
                                </a:cubicBezTo>
                                <a:cubicBezTo>
                                  <a:pt x="3885" y="330470"/>
                                  <a:pt x="-4159" y="277522"/>
                                  <a:pt x="2902" y="191091"/>
                                </a:cubicBezTo>
                                <a:cubicBezTo>
                                  <a:pt x="9963" y="104660"/>
                                  <a:pt x="15736" y="77632"/>
                                  <a:pt x="15736" y="77632"/>
                                </a:cubicBezTo>
                                <a:lnTo>
                                  <a:pt x="98622" y="0"/>
                                </a:lnTo>
                                <a:close/>
                              </a:path>
                            </a:pathLst>
                          </a:custGeom>
                          <a:solidFill>
                            <a:srgbClr val="D8D6D6"/>
                          </a:solidFill>
                          <a:ln w="4839" cap="flat">
                            <a:noFill/>
                            <a:prstDash val="solid"/>
                            <a:miter/>
                          </a:ln>
                        </p:spPr>
                        <p:txBody>
                          <a:bodyPr rtlCol="0" anchor="ctr"/>
                          <a:lstStyle/>
                          <a:p>
                            <a:endParaRPr lang="vi-VN"/>
                          </a:p>
                        </p:txBody>
                      </p:sp>
                      <p:sp>
                        <p:nvSpPr>
                          <p:cNvPr id="744" name="Freeform: Shape 743">
                            <a:extLst>
                              <a:ext uri="{FF2B5EF4-FFF2-40B4-BE49-F238E27FC236}">
                                <a16:creationId xmlns:a16="http://schemas.microsoft.com/office/drawing/2014/main" id="{180E4F4B-9309-235B-85F6-D1B42DCC56AC}"/>
                              </a:ext>
                            </a:extLst>
                          </p:cNvPr>
                          <p:cNvSpPr/>
                          <p:nvPr/>
                        </p:nvSpPr>
                        <p:spPr>
                          <a:xfrm>
                            <a:off x="1528321" y="4969297"/>
                            <a:ext cx="32938" cy="420809"/>
                          </a:xfrm>
                          <a:custGeom>
                            <a:avLst/>
                            <a:gdLst>
                              <a:gd name="connsiteX0" fmla="*/ 5850 w 32938"/>
                              <a:gd name="connsiteY0" fmla="*/ 0 h 420809"/>
                              <a:gd name="connsiteX1" fmla="*/ 20931 w 32938"/>
                              <a:gd name="connsiteY1" fmla="*/ 2136 h 420809"/>
                              <a:gd name="connsiteX2" fmla="*/ 32937 w 32938"/>
                              <a:gd name="connsiteY2" fmla="*/ 16209 h 420809"/>
                              <a:gd name="connsiteX3" fmla="*/ 26176 w 32938"/>
                              <a:gd name="connsiteY3" fmla="*/ 406644 h 420809"/>
                              <a:gd name="connsiteX4" fmla="*/ 12243 w 32938"/>
                              <a:gd name="connsiteY4" fmla="*/ 420809 h 420809"/>
                              <a:gd name="connsiteX5" fmla="*/ 0 w 32938"/>
                              <a:gd name="connsiteY5" fmla="*/ 420775 h 420809"/>
                              <a:gd name="connsiteX6" fmla="*/ 5850 w 32938"/>
                              <a:gd name="connsiteY6" fmla="*/ 0 h 420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38" h="420809">
                                <a:moveTo>
                                  <a:pt x="5850" y="0"/>
                                </a:moveTo>
                                <a:lnTo>
                                  <a:pt x="20931" y="2136"/>
                                </a:lnTo>
                                <a:cubicBezTo>
                                  <a:pt x="27910" y="3124"/>
                                  <a:pt x="33058" y="9158"/>
                                  <a:pt x="32937" y="16209"/>
                                </a:cubicBezTo>
                                <a:lnTo>
                                  <a:pt x="26176" y="406644"/>
                                </a:lnTo>
                                <a:cubicBezTo>
                                  <a:pt x="26045" y="414039"/>
                                  <a:pt x="19977" y="420431"/>
                                  <a:pt x="12243" y="420809"/>
                                </a:cubicBezTo>
                                <a:lnTo>
                                  <a:pt x="0" y="420775"/>
                                </a:lnTo>
                                <a:lnTo>
                                  <a:pt x="5850" y="0"/>
                                </a:lnTo>
                                <a:close/>
                              </a:path>
                            </a:pathLst>
                          </a:custGeom>
                          <a:solidFill>
                            <a:srgbClr val="EAEAEA"/>
                          </a:solidFill>
                          <a:ln w="4839" cap="flat">
                            <a:noFill/>
                            <a:prstDash val="solid"/>
                            <a:miter/>
                          </a:ln>
                        </p:spPr>
                        <p:txBody>
                          <a:bodyPr rtlCol="0" anchor="ctr"/>
                          <a:lstStyle/>
                          <a:p>
                            <a:endParaRPr lang="vi-VN"/>
                          </a:p>
                        </p:txBody>
                      </p:sp>
                      <p:sp>
                        <p:nvSpPr>
                          <p:cNvPr id="745" name="Freeform: Shape 744">
                            <a:extLst>
                              <a:ext uri="{FF2B5EF4-FFF2-40B4-BE49-F238E27FC236}">
                                <a16:creationId xmlns:a16="http://schemas.microsoft.com/office/drawing/2014/main" id="{EB179761-58CB-5A3E-F553-0049CB73921C}"/>
                              </a:ext>
                            </a:extLst>
                          </p:cNvPr>
                          <p:cNvSpPr/>
                          <p:nvPr/>
                        </p:nvSpPr>
                        <p:spPr>
                          <a:xfrm>
                            <a:off x="1461635" y="5018036"/>
                            <a:ext cx="35629" cy="35106"/>
                          </a:xfrm>
                          <a:custGeom>
                            <a:avLst/>
                            <a:gdLst>
                              <a:gd name="connsiteX0" fmla="*/ 35629 w 35629"/>
                              <a:gd name="connsiteY0" fmla="*/ 0 h 35106"/>
                              <a:gd name="connsiteX1" fmla="*/ 34428 w 35629"/>
                              <a:gd name="connsiteY1" fmla="*/ 8465 h 35106"/>
                              <a:gd name="connsiteX2" fmla="*/ 0 w 35629"/>
                              <a:gd name="connsiteY2" fmla="*/ 35106 h 35106"/>
                              <a:gd name="connsiteX3" fmla="*/ 717 w 35629"/>
                              <a:gd name="connsiteY3" fmla="*/ 30031 h 35106"/>
                            </a:gdLst>
                            <a:ahLst/>
                            <a:cxnLst>
                              <a:cxn ang="0">
                                <a:pos x="connsiteX0" y="connsiteY0"/>
                              </a:cxn>
                              <a:cxn ang="0">
                                <a:pos x="connsiteX1" y="connsiteY1"/>
                              </a:cxn>
                              <a:cxn ang="0">
                                <a:pos x="connsiteX2" y="connsiteY2"/>
                              </a:cxn>
                              <a:cxn ang="0">
                                <a:pos x="connsiteX3" y="connsiteY3"/>
                              </a:cxn>
                            </a:cxnLst>
                            <a:rect l="l" t="t" r="r" b="b"/>
                            <a:pathLst>
                              <a:path w="35629" h="35106">
                                <a:moveTo>
                                  <a:pt x="35629" y="0"/>
                                </a:moveTo>
                                <a:lnTo>
                                  <a:pt x="34428" y="8465"/>
                                </a:lnTo>
                                <a:lnTo>
                                  <a:pt x="0" y="35106"/>
                                </a:lnTo>
                                <a:lnTo>
                                  <a:pt x="717" y="30031"/>
                                </a:lnTo>
                                <a:close/>
                              </a:path>
                            </a:pathLst>
                          </a:custGeom>
                          <a:solidFill>
                            <a:srgbClr val="7F7A7A"/>
                          </a:solidFill>
                          <a:ln w="4839" cap="flat">
                            <a:noFill/>
                            <a:prstDash val="solid"/>
                            <a:miter/>
                          </a:ln>
                        </p:spPr>
                        <p:txBody>
                          <a:bodyPr rtlCol="0" anchor="ctr"/>
                          <a:lstStyle/>
                          <a:p>
                            <a:endParaRPr lang="vi-VN"/>
                          </a:p>
                        </p:txBody>
                      </p:sp>
                      <p:sp>
                        <p:nvSpPr>
                          <p:cNvPr id="746" name="Freeform: Shape 745">
                            <a:extLst>
                              <a:ext uri="{FF2B5EF4-FFF2-40B4-BE49-F238E27FC236}">
                                <a16:creationId xmlns:a16="http://schemas.microsoft.com/office/drawing/2014/main" id="{C3BDCF5F-1C45-68D3-FE28-464D34FD8818}"/>
                              </a:ext>
                            </a:extLst>
                          </p:cNvPr>
                          <p:cNvSpPr/>
                          <p:nvPr/>
                        </p:nvSpPr>
                        <p:spPr>
                          <a:xfrm>
                            <a:off x="1435680" y="5046028"/>
                            <a:ext cx="92665" cy="344057"/>
                          </a:xfrm>
                          <a:custGeom>
                            <a:avLst/>
                            <a:gdLst>
                              <a:gd name="connsiteX0" fmla="*/ 2902 w 92665"/>
                              <a:gd name="connsiteY0" fmla="*/ 113459 h 344057"/>
                              <a:gd name="connsiteX1" fmla="*/ 3885 w 92665"/>
                              <a:gd name="connsiteY1" fmla="*/ 252838 h 344057"/>
                              <a:gd name="connsiteX2" fmla="*/ 86224 w 92665"/>
                              <a:gd name="connsiteY2" fmla="*/ 337056 h 344057"/>
                              <a:gd name="connsiteX3" fmla="*/ 92646 w 92665"/>
                              <a:gd name="connsiteY3" fmla="*/ 344044 h 344057"/>
                              <a:gd name="connsiteX4" fmla="*/ 92665 w 92665"/>
                              <a:gd name="connsiteY4" fmla="*/ 337642 h 344057"/>
                              <a:gd name="connsiteX5" fmla="*/ 15741 w 92665"/>
                              <a:gd name="connsiteY5" fmla="*/ 0 h 344057"/>
                              <a:gd name="connsiteX6" fmla="*/ 2902 w 92665"/>
                              <a:gd name="connsiteY6" fmla="*/ 113459 h 344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65" h="344057">
                                <a:moveTo>
                                  <a:pt x="2902" y="113459"/>
                                </a:moveTo>
                                <a:cubicBezTo>
                                  <a:pt x="-4159" y="199891"/>
                                  <a:pt x="3885" y="252838"/>
                                  <a:pt x="3885" y="252838"/>
                                </a:cubicBezTo>
                                <a:cubicBezTo>
                                  <a:pt x="3885" y="252838"/>
                                  <a:pt x="65690" y="316759"/>
                                  <a:pt x="86224" y="337056"/>
                                </a:cubicBezTo>
                                <a:cubicBezTo>
                                  <a:pt x="86224" y="337056"/>
                                  <a:pt x="92641" y="344417"/>
                                  <a:pt x="92646" y="344044"/>
                                </a:cubicBezTo>
                                <a:cubicBezTo>
                                  <a:pt x="92631" y="342901"/>
                                  <a:pt x="92665" y="337642"/>
                                  <a:pt x="92665" y="337642"/>
                                </a:cubicBezTo>
                                <a:lnTo>
                                  <a:pt x="15741" y="0"/>
                                </a:lnTo>
                                <a:cubicBezTo>
                                  <a:pt x="15736" y="0"/>
                                  <a:pt x="9963" y="27033"/>
                                  <a:pt x="2902" y="113459"/>
                                </a:cubicBezTo>
                                <a:close/>
                              </a:path>
                            </a:pathLst>
                          </a:custGeom>
                          <a:solidFill>
                            <a:srgbClr val="D8D6D6">
                              <a:alpha val="47000"/>
                            </a:srgbClr>
                          </a:solidFill>
                          <a:ln w="4839" cap="flat">
                            <a:noFill/>
                            <a:prstDash val="solid"/>
                            <a:miter/>
                          </a:ln>
                        </p:spPr>
                        <p:txBody>
                          <a:bodyPr rtlCol="0" anchor="ctr"/>
                          <a:lstStyle/>
                          <a:p>
                            <a:endParaRPr lang="vi-VN"/>
                          </a:p>
                        </p:txBody>
                      </p:sp>
                    </p:grpSp>
                    <p:grpSp>
                      <p:nvGrpSpPr>
                        <p:cNvPr id="739" name="Graphic 1991">
                          <a:extLst>
                            <a:ext uri="{FF2B5EF4-FFF2-40B4-BE49-F238E27FC236}">
                              <a16:creationId xmlns:a16="http://schemas.microsoft.com/office/drawing/2014/main" id="{EFF2D0C0-93D0-91B8-867C-D0ADD1D4A823}"/>
                            </a:ext>
                          </a:extLst>
                        </p:cNvPr>
                        <p:cNvGrpSpPr/>
                        <p:nvPr/>
                      </p:nvGrpSpPr>
                      <p:grpSpPr>
                        <a:xfrm>
                          <a:off x="1375903" y="5189555"/>
                          <a:ext cx="167416" cy="243247"/>
                          <a:chOff x="1375903" y="5189555"/>
                          <a:chExt cx="167416" cy="243247"/>
                        </a:xfrm>
                      </p:grpSpPr>
                      <p:sp>
                        <p:nvSpPr>
                          <p:cNvPr id="740" name="Freeform: Shape 739">
                            <a:extLst>
                              <a:ext uri="{FF2B5EF4-FFF2-40B4-BE49-F238E27FC236}">
                                <a16:creationId xmlns:a16="http://schemas.microsoft.com/office/drawing/2014/main" id="{60064BF9-253A-255C-C1BE-3CD51D1E02AA}"/>
                              </a:ext>
                            </a:extLst>
                          </p:cNvPr>
                          <p:cNvSpPr/>
                          <p:nvPr/>
                        </p:nvSpPr>
                        <p:spPr>
                          <a:xfrm>
                            <a:off x="1394880" y="5384033"/>
                            <a:ext cx="146793" cy="45867"/>
                          </a:xfrm>
                          <a:custGeom>
                            <a:avLst/>
                            <a:gdLst>
                              <a:gd name="connsiteX0" fmla="*/ 104302 w 146793"/>
                              <a:gd name="connsiteY0" fmla="*/ 0 h 45867"/>
                              <a:gd name="connsiteX1" fmla="*/ 6878 w 146793"/>
                              <a:gd name="connsiteY1" fmla="*/ 11487 h 45867"/>
                              <a:gd name="connsiteX2" fmla="*/ 340 w 146793"/>
                              <a:gd name="connsiteY2" fmla="*/ 23909 h 45867"/>
                              <a:gd name="connsiteX3" fmla="*/ 12311 w 146793"/>
                              <a:gd name="connsiteY3" fmla="*/ 45712 h 45867"/>
                              <a:gd name="connsiteX4" fmla="*/ 123030 w 146793"/>
                              <a:gd name="connsiteY4" fmla="*/ 31605 h 45867"/>
                              <a:gd name="connsiteX5" fmla="*/ 146794 w 146793"/>
                              <a:gd name="connsiteY5" fmla="*/ 28345 h 45867"/>
                              <a:gd name="connsiteX6" fmla="*/ 104302 w 146793"/>
                              <a:gd name="connsiteY6" fmla="*/ 0 h 45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793" h="45867">
                                <a:moveTo>
                                  <a:pt x="104302" y="0"/>
                                </a:moveTo>
                                <a:cubicBezTo>
                                  <a:pt x="67506" y="7937"/>
                                  <a:pt x="6001" y="19977"/>
                                  <a:pt x="6878" y="11487"/>
                                </a:cubicBezTo>
                                <a:cubicBezTo>
                                  <a:pt x="6878" y="11487"/>
                                  <a:pt x="-1801" y="16214"/>
                                  <a:pt x="340" y="23909"/>
                                </a:cubicBezTo>
                                <a:cubicBezTo>
                                  <a:pt x="2475" y="31605"/>
                                  <a:pt x="4267" y="47611"/>
                                  <a:pt x="12311" y="45712"/>
                                </a:cubicBezTo>
                                <a:cubicBezTo>
                                  <a:pt x="20350" y="43809"/>
                                  <a:pt x="123030" y="33314"/>
                                  <a:pt x="123030" y="31605"/>
                                </a:cubicBezTo>
                                <a:cubicBezTo>
                                  <a:pt x="123030" y="30646"/>
                                  <a:pt x="135684" y="29319"/>
                                  <a:pt x="146794" y="28345"/>
                                </a:cubicBezTo>
                                <a:cubicBezTo>
                                  <a:pt x="132962" y="18442"/>
                                  <a:pt x="118647" y="9206"/>
                                  <a:pt x="104302" y="0"/>
                                </a:cubicBezTo>
                                <a:close/>
                              </a:path>
                            </a:pathLst>
                          </a:custGeom>
                          <a:solidFill>
                            <a:srgbClr val="D8D6D6"/>
                          </a:solidFill>
                          <a:ln w="4839" cap="flat">
                            <a:noFill/>
                            <a:prstDash val="solid"/>
                            <a:miter/>
                          </a:ln>
                        </p:spPr>
                        <p:txBody>
                          <a:bodyPr rtlCol="0" anchor="ctr"/>
                          <a:lstStyle/>
                          <a:p>
                            <a:endParaRPr lang="vi-VN"/>
                          </a:p>
                        </p:txBody>
                      </p:sp>
                      <p:sp>
                        <p:nvSpPr>
                          <p:cNvPr id="741" name="Freeform: Shape 740">
                            <a:extLst>
                              <a:ext uri="{FF2B5EF4-FFF2-40B4-BE49-F238E27FC236}">
                                <a16:creationId xmlns:a16="http://schemas.microsoft.com/office/drawing/2014/main" id="{A79A3FAA-6962-9EF4-C768-75FB113C1361}"/>
                              </a:ext>
                            </a:extLst>
                          </p:cNvPr>
                          <p:cNvSpPr/>
                          <p:nvPr/>
                        </p:nvSpPr>
                        <p:spPr>
                          <a:xfrm>
                            <a:off x="1394880" y="5395525"/>
                            <a:ext cx="36341" cy="34379"/>
                          </a:xfrm>
                          <a:custGeom>
                            <a:avLst/>
                            <a:gdLst>
                              <a:gd name="connsiteX0" fmla="*/ 6878 w 36341"/>
                              <a:gd name="connsiteY0" fmla="*/ 0 h 34379"/>
                              <a:gd name="connsiteX1" fmla="*/ 340 w 36341"/>
                              <a:gd name="connsiteY1" fmla="*/ 12422 h 34379"/>
                              <a:gd name="connsiteX2" fmla="*/ 12311 w 36341"/>
                              <a:gd name="connsiteY2" fmla="*/ 34225 h 34379"/>
                              <a:gd name="connsiteX3" fmla="*/ 18234 w 36341"/>
                              <a:gd name="connsiteY3" fmla="*/ 33295 h 34379"/>
                              <a:gd name="connsiteX4" fmla="*/ 18292 w 36341"/>
                              <a:gd name="connsiteY4" fmla="*/ 32428 h 34379"/>
                              <a:gd name="connsiteX5" fmla="*/ 36342 w 36341"/>
                              <a:gd name="connsiteY5" fmla="*/ 1143 h 34379"/>
                              <a:gd name="connsiteX6" fmla="*/ 36342 w 36341"/>
                              <a:gd name="connsiteY6" fmla="*/ 1143 h 34379"/>
                              <a:gd name="connsiteX7" fmla="*/ 6878 w 36341"/>
                              <a:gd name="connsiteY7" fmla="*/ 0 h 34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 h="34379">
                                <a:moveTo>
                                  <a:pt x="6878" y="0"/>
                                </a:moveTo>
                                <a:cubicBezTo>
                                  <a:pt x="6878" y="0"/>
                                  <a:pt x="-1801" y="4727"/>
                                  <a:pt x="340" y="12422"/>
                                </a:cubicBezTo>
                                <a:cubicBezTo>
                                  <a:pt x="2475" y="20117"/>
                                  <a:pt x="4267" y="36123"/>
                                  <a:pt x="12311" y="34225"/>
                                </a:cubicBezTo>
                                <a:cubicBezTo>
                                  <a:pt x="13207" y="34012"/>
                                  <a:pt x="15270" y="33697"/>
                                  <a:pt x="18234" y="33295"/>
                                </a:cubicBezTo>
                                <a:lnTo>
                                  <a:pt x="18292" y="32428"/>
                                </a:lnTo>
                                <a:cubicBezTo>
                                  <a:pt x="15730" y="32515"/>
                                  <a:pt x="9076" y="9952"/>
                                  <a:pt x="36342" y="1143"/>
                                </a:cubicBezTo>
                                <a:lnTo>
                                  <a:pt x="36342" y="1143"/>
                                </a:lnTo>
                                <a:cubicBezTo>
                                  <a:pt x="19057" y="3468"/>
                                  <a:pt x="6480" y="3870"/>
                                  <a:pt x="6878" y="0"/>
                                </a:cubicBezTo>
                                <a:close/>
                              </a:path>
                            </a:pathLst>
                          </a:custGeom>
                          <a:solidFill>
                            <a:srgbClr val="D8D6D6">
                              <a:alpha val="47000"/>
                            </a:srgbClr>
                          </a:solidFill>
                          <a:ln w="4839" cap="flat">
                            <a:noFill/>
                            <a:prstDash val="solid"/>
                            <a:miter/>
                          </a:ln>
                        </p:spPr>
                        <p:txBody>
                          <a:bodyPr rtlCol="0" anchor="ctr"/>
                          <a:lstStyle/>
                          <a:p>
                            <a:endParaRPr lang="vi-VN"/>
                          </a:p>
                        </p:txBody>
                      </p:sp>
                      <p:sp>
                        <p:nvSpPr>
                          <p:cNvPr id="742" name="Freeform: Shape 741">
                            <a:extLst>
                              <a:ext uri="{FF2B5EF4-FFF2-40B4-BE49-F238E27FC236}">
                                <a16:creationId xmlns:a16="http://schemas.microsoft.com/office/drawing/2014/main" id="{21487450-6312-6BE9-6486-1C9F1BB9DBDD}"/>
                              </a:ext>
                            </a:extLst>
                          </p:cNvPr>
                          <p:cNvSpPr/>
                          <p:nvPr/>
                        </p:nvSpPr>
                        <p:spPr>
                          <a:xfrm>
                            <a:off x="1375903" y="5189555"/>
                            <a:ext cx="167416" cy="243247"/>
                          </a:xfrm>
                          <a:custGeom>
                            <a:avLst/>
                            <a:gdLst>
                              <a:gd name="connsiteX0" fmla="*/ 162511 w 167416"/>
                              <a:gd name="connsiteY0" fmla="*/ 220528 h 243247"/>
                              <a:gd name="connsiteX1" fmla="*/ 34707 w 167416"/>
                              <a:gd name="connsiteY1" fmla="*/ 238481 h 243247"/>
                              <a:gd name="connsiteX2" fmla="*/ 73179 w 167416"/>
                              <a:gd name="connsiteY2" fmla="*/ 14477 h 243247"/>
                              <a:gd name="connsiteX3" fmla="*/ 88570 w 167416"/>
                              <a:gd name="connsiteY3" fmla="*/ 2506 h 243247"/>
                              <a:gd name="connsiteX4" fmla="*/ 57439 w 167416"/>
                              <a:gd name="connsiteY4" fmla="*/ 9562 h 243247"/>
                              <a:gd name="connsiteX5" fmla="*/ 85 w 167416"/>
                              <a:gd name="connsiteY5" fmla="*/ 213472 h 243247"/>
                              <a:gd name="connsiteX6" fmla="*/ 25350 w 167416"/>
                              <a:gd name="connsiteY6" fmla="*/ 242970 h 243247"/>
                              <a:gd name="connsiteX7" fmla="*/ 167417 w 167416"/>
                              <a:gd name="connsiteY7" fmla="*/ 223981 h 243247"/>
                              <a:gd name="connsiteX8" fmla="*/ 162511 w 167416"/>
                              <a:gd name="connsiteY8" fmla="*/ 220528 h 24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416" h="243247">
                                <a:moveTo>
                                  <a:pt x="162511" y="220528"/>
                                </a:moveTo>
                                <a:cubicBezTo>
                                  <a:pt x="125419" y="226945"/>
                                  <a:pt x="58340" y="238026"/>
                                  <a:pt x="34707" y="238481"/>
                                </a:cubicBezTo>
                                <a:cubicBezTo>
                                  <a:pt x="1364" y="239120"/>
                                  <a:pt x="68050" y="23456"/>
                                  <a:pt x="73179" y="14477"/>
                                </a:cubicBezTo>
                                <a:cubicBezTo>
                                  <a:pt x="78307" y="5499"/>
                                  <a:pt x="88570" y="2506"/>
                                  <a:pt x="88570" y="2506"/>
                                </a:cubicBezTo>
                                <a:cubicBezTo>
                                  <a:pt x="88570" y="2506"/>
                                  <a:pt x="71256" y="-6473"/>
                                  <a:pt x="57439" y="9562"/>
                                </a:cubicBezTo>
                                <a:cubicBezTo>
                                  <a:pt x="43623" y="25592"/>
                                  <a:pt x="1364" y="193592"/>
                                  <a:pt x="85" y="213472"/>
                                </a:cubicBezTo>
                                <a:cubicBezTo>
                                  <a:pt x="-1198" y="233347"/>
                                  <a:pt x="12270" y="239764"/>
                                  <a:pt x="25350" y="242970"/>
                                </a:cubicBezTo>
                                <a:cubicBezTo>
                                  <a:pt x="35404" y="245435"/>
                                  <a:pt x="125991" y="230863"/>
                                  <a:pt x="167417" y="223981"/>
                                </a:cubicBezTo>
                                <a:cubicBezTo>
                                  <a:pt x="165790" y="222814"/>
                                  <a:pt x="164143" y="221681"/>
                                  <a:pt x="162511" y="220528"/>
                                </a:cubicBezTo>
                                <a:close/>
                              </a:path>
                            </a:pathLst>
                          </a:custGeom>
                          <a:solidFill>
                            <a:srgbClr val="EAEAEA"/>
                          </a:solidFill>
                          <a:ln w="4839" cap="flat">
                            <a:noFill/>
                            <a:prstDash val="solid"/>
                            <a:miter/>
                          </a:ln>
                        </p:spPr>
                        <p:txBody>
                          <a:bodyPr rtlCol="0" anchor="ctr"/>
                          <a:lstStyle/>
                          <a:p>
                            <a:endParaRPr lang="vi-VN"/>
                          </a:p>
                        </p:txBody>
                      </p:sp>
                    </p:grpSp>
                  </p:grpSp>
                </p:grpSp>
                <p:grpSp>
                  <p:nvGrpSpPr>
                    <p:cNvPr id="679" name="Graphic 1991">
                      <a:extLst>
                        <a:ext uri="{FF2B5EF4-FFF2-40B4-BE49-F238E27FC236}">
                          <a16:creationId xmlns:a16="http://schemas.microsoft.com/office/drawing/2014/main" id="{E60F7EED-69C1-B32F-E7BB-8F05D3E37DC4}"/>
                        </a:ext>
                      </a:extLst>
                    </p:cNvPr>
                    <p:cNvGrpSpPr/>
                    <p:nvPr/>
                  </p:nvGrpSpPr>
                  <p:grpSpPr>
                    <a:xfrm>
                      <a:off x="2112384" y="5615911"/>
                      <a:ext cx="648876" cy="295332"/>
                      <a:chOff x="2112384" y="5615911"/>
                      <a:chExt cx="648876" cy="295332"/>
                    </a:xfrm>
                  </p:grpSpPr>
                  <p:sp>
                    <p:nvSpPr>
                      <p:cNvPr id="692" name="Freeform: Shape 691">
                        <a:extLst>
                          <a:ext uri="{FF2B5EF4-FFF2-40B4-BE49-F238E27FC236}">
                            <a16:creationId xmlns:a16="http://schemas.microsoft.com/office/drawing/2014/main" id="{2548EA21-74CA-296B-3784-4A84BFC68760}"/>
                          </a:ext>
                        </a:extLst>
                      </p:cNvPr>
                      <p:cNvSpPr/>
                      <p:nvPr/>
                    </p:nvSpPr>
                    <p:spPr>
                      <a:xfrm>
                        <a:off x="2112384" y="5615911"/>
                        <a:ext cx="648876" cy="295332"/>
                      </a:xfrm>
                      <a:custGeom>
                        <a:avLst/>
                        <a:gdLst>
                          <a:gd name="connsiteX0" fmla="*/ 648877 w 648876"/>
                          <a:gd name="connsiteY0" fmla="*/ 218855 h 295332"/>
                          <a:gd name="connsiteX1" fmla="*/ 200589 w 648876"/>
                          <a:gd name="connsiteY1" fmla="*/ 0 h 295332"/>
                          <a:gd name="connsiteX2" fmla="*/ 98 w 648876"/>
                          <a:gd name="connsiteY2" fmla="*/ 41930 h 295332"/>
                          <a:gd name="connsiteX3" fmla="*/ 336602 w 648876"/>
                          <a:gd name="connsiteY3" fmla="*/ 295315 h 295332"/>
                          <a:gd name="connsiteX4" fmla="*/ 648877 w 648876"/>
                          <a:gd name="connsiteY4" fmla="*/ 218855 h 295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876" h="295332">
                            <a:moveTo>
                              <a:pt x="648877" y="218855"/>
                            </a:moveTo>
                            <a:cubicBezTo>
                              <a:pt x="647099" y="219437"/>
                              <a:pt x="200589" y="0"/>
                              <a:pt x="200589" y="0"/>
                            </a:cubicBezTo>
                            <a:cubicBezTo>
                              <a:pt x="200589" y="0"/>
                              <a:pt x="6776" y="29338"/>
                              <a:pt x="98" y="41930"/>
                            </a:cubicBezTo>
                            <a:cubicBezTo>
                              <a:pt x="-6580" y="54526"/>
                              <a:pt x="330539" y="297708"/>
                              <a:pt x="336602" y="295315"/>
                            </a:cubicBezTo>
                            <a:cubicBezTo>
                              <a:pt x="342665" y="292923"/>
                              <a:pt x="648877" y="218855"/>
                              <a:pt x="648877" y="218855"/>
                            </a:cubicBezTo>
                            <a:close/>
                          </a:path>
                        </a:pathLst>
                      </a:custGeom>
                      <a:solidFill>
                        <a:srgbClr val="D8D6D6"/>
                      </a:solidFill>
                      <a:ln w="4839" cap="flat">
                        <a:noFill/>
                        <a:prstDash val="solid"/>
                        <a:miter/>
                      </a:ln>
                    </p:spPr>
                    <p:txBody>
                      <a:bodyPr rtlCol="0" anchor="ctr"/>
                      <a:lstStyle/>
                      <a:p>
                        <a:endParaRPr lang="vi-VN"/>
                      </a:p>
                    </p:txBody>
                  </p:sp>
                  <p:sp>
                    <p:nvSpPr>
                      <p:cNvPr id="693" name="Freeform: Shape 692">
                        <a:extLst>
                          <a:ext uri="{FF2B5EF4-FFF2-40B4-BE49-F238E27FC236}">
                            <a16:creationId xmlns:a16="http://schemas.microsoft.com/office/drawing/2014/main" id="{FB933886-E4B0-C0D2-D1A0-38E349F37BFE}"/>
                          </a:ext>
                        </a:extLst>
                      </p:cNvPr>
                      <p:cNvSpPr/>
                      <p:nvPr/>
                    </p:nvSpPr>
                    <p:spPr>
                      <a:xfrm>
                        <a:off x="2112388" y="5652334"/>
                        <a:ext cx="648871" cy="258909"/>
                      </a:xfrm>
                      <a:custGeom>
                        <a:avLst/>
                        <a:gdLst>
                          <a:gd name="connsiteX0" fmla="*/ 648872 w 648871"/>
                          <a:gd name="connsiteY0" fmla="*/ 182432 h 258909"/>
                          <a:gd name="connsiteX1" fmla="*/ 619834 w 648871"/>
                          <a:gd name="connsiteY1" fmla="*/ 168731 h 258909"/>
                          <a:gd name="connsiteX2" fmla="*/ 336587 w 648871"/>
                          <a:gd name="connsiteY2" fmla="*/ 228619 h 258909"/>
                          <a:gd name="connsiteX3" fmla="*/ 12394 w 648871"/>
                          <a:gd name="connsiteY3" fmla="*/ 1225 h 258909"/>
                          <a:gd name="connsiteX4" fmla="*/ 10902 w 648871"/>
                          <a:gd name="connsiteY4" fmla="*/ 0 h 258909"/>
                          <a:gd name="connsiteX5" fmla="*/ 98 w 648871"/>
                          <a:gd name="connsiteY5" fmla="*/ 5506 h 258909"/>
                          <a:gd name="connsiteX6" fmla="*/ 336602 w 648871"/>
                          <a:gd name="connsiteY6" fmla="*/ 258892 h 258909"/>
                          <a:gd name="connsiteX7" fmla="*/ 648872 w 648871"/>
                          <a:gd name="connsiteY7" fmla="*/ 182432 h 258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8871" h="258909">
                            <a:moveTo>
                              <a:pt x="648872" y="182432"/>
                            </a:moveTo>
                            <a:cubicBezTo>
                              <a:pt x="648601" y="182519"/>
                              <a:pt x="637825" y="177415"/>
                              <a:pt x="619834" y="168731"/>
                            </a:cubicBezTo>
                            <a:lnTo>
                              <a:pt x="336587" y="228619"/>
                            </a:lnTo>
                            <a:lnTo>
                              <a:pt x="12394" y="1225"/>
                            </a:lnTo>
                            <a:lnTo>
                              <a:pt x="10902" y="0"/>
                            </a:lnTo>
                            <a:cubicBezTo>
                              <a:pt x="4815" y="2044"/>
                              <a:pt x="945" y="3908"/>
                              <a:pt x="98" y="5506"/>
                            </a:cubicBezTo>
                            <a:cubicBezTo>
                              <a:pt x="-6580" y="18103"/>
                              <a:pt x="330539" y="261284"/>
                              <a:pt x="336602" y="258892"/>
                            </a:cubicBezTo>
                            <a:cubicBezTo>
                              <a:pt x="342665" y="256499"/>
                              <a:pt x="648872" y="182432"/>
                              <a:pt x="648872" y="182432"/>
                            </a:cubicBezTo>
                            <a:close/>
                          </a:path>
                        </a:pathLst>
                      </a:custGeom>
                      <a:solidFill>
                        <a:srgbClr val="EAEAEA"/>
                      </a:solidFill>
                      <a:ln w="4839" cap="flat">
                        <a:noFill/>
                        <a:prstDash val="solid"/>
                        <a:miter/>
                      </a:ln>
                    </p:spPr>
                    <p:txBody>
                      <a:bodyPr rtlCol="0" anchor="ctr"/>
                      <a:lstStyle/>
                      <a:p>
                        <a:endParaRPr lang="vi-VN"/>
                      </a:p>
                    </p:txBody>
                  </p:sp>
                  <p:sp>
                    <p:nvSpPr>
                      <p:cNvPr id="694" name="Freeform: Shape 693">
                        <a:extLst>
                          <a:ext uri="{FF2B5EF4-FFF2-40B4-BE49-F238E27FC236}">
                            <a16:creationId xmlns:a16="http://schemas.microsoft.com/office/drawing/2014/main" id="{8B601D66-940A-E696-73DD-1E67360FC5F7}"/>
                          </a:ext>
                        </a:extLst>
                      </p:cNvPr>
                      <p:cNvSpPr/>
                      <p:nvPr/>
                    </p:nvSpPr>
                    <p:spPr>
                      <a:xfrm>
                        <a:off x="2174858" y="5643186"/>
                        <a:ext cx="467740" cy="207610"/>
                      </a:xfrm>
                      <a:custGeom>
                        <a:avLst/>
                        <a:gdLst>
                          <a:gd name="connsiteX0" fmla="*/ 467039 w 467740"/>
                          <a:gd name="connsiteY0" fmla="*/ 159845 h 207610"/>
                          <a:gd name="connsiteX1" fmla="*/ 373383 w 467740"/>
                          <a:gd name="connsiteY1" fmla="*/ 115024 h 207610"/>
                          <a:gd name="connsiteX2" fmla="*/ 377078 w 467740"/>
                          <a:gd name="connsiteY2" fmla="*/ 113372 h 207610"/>
                          <a:gd name="connsiteX3" fmla="*/ 376739 w 467740"/>
                          <a:gd name="connsiteY3" fmla="*/ 111517 h 207610"/>
                          <a:gd name="connsiteX4" fmla="*/ 368898 w 467740"/>
                          <a:gd name="connsiteY4" fmla="*/ 112878 h 207610"/>
                          <a:gd name="connsiteX5" fmla="*/ 343032 w 467740"/>
                          <a:gd name="connsiteY5" fmla="*/ 100500 h 207610"/>
                          <a:gd name="connsiteX6" fmla="*/ 325341 w 467740"/>
                          <a:gd name="connsiteY6" fmla="*/ 92083 h 207610"/>
                          <a:gd name="connsiteX7" fmla="*/ 325946 w 467740"/>
                          <a:gd name="connsiteY7" fmla="*/ 91889 h 207610"/>
                          <a:gd name="connsiteX8" fmla="*/ 325423 w 467740"/>
                          <a:gd name="connsiteY8" fmla="*/ 90097 h 207610"/>
                          <a:gd name="connsiteX9" fmla="*/ 322169 w 467740"/>
                          <a:gd name="connsiteY9" fmla="*/ 90577 h 207610"/>
                          <a:gd name="connsiteX10" fmla="*/ 275270 w 467740"/>
                          <a:gd name="connsiteY10" fmla="*/ 68261 h 207610"/>
                          <a:gd name="connsiteX11" fmla="*/ 277828 w 467740"/>
                          <a:gd name="connsiteY11" fmla="*/ 67626 h 207610"/>
                          <a:gd name="connsiteX12" fmla="*/ 296376 w 467740"/>
                          <a:gd name="connsiteY12" fmla="*/ 64043 h 207610"/>
                          <a:gd name="connsiteX13" fmla="*/ 296172 w 467740"/>
                          <a:gd name="connsiteY13" fmla="*/ 61979 h 207610"/>
                          <a:gd name="connsiteX14" fmla="*/ 279489 w 467740"/>
                          <a:gd name="connsiteY14" fmla="*/ 64609 h 207610"/>
                          <a:gd name="connsiteX15" fmla="*/ 271488 w 467740"/>
                          <a:gd name="connsiteY15" fmla="*/ 66464 h 207610"/>
                          <a:gd name="connsiteX16" fmla="*/ 223839 w 467740"/>
                          <a:gd name="connsiteY16" fmla="*/ 43789 h 207610"/>
                          <a:gd name="connsiteX17" fmla="*/ 240910 w 467740"/>
                          <a:gd name="connsiteY17" fmla="*/ 39005 h 207610"/>
                          <a:gd name="connsiteX18" fmla="*/ 240508 w 467740"/>
                          <a:gd name="connsiteY18" fmla="*/ 37324 h 207610"/>
                          <a:gd name="connsiteX19" fmla="*/ 219616 w 467740"/>
                          <a:gd name="connsiteY19" fmla="*/ 41780 h 207610"/>
                          <a:gd name="connsiteX20" fmla="*/ 219345 w 467740"/>
                          <a:gd name="connsiteY20" fmla="*/ 41649 h 207610"/>
                          <a:gd name="connsiteX21" fmla="*/ 183483 w 467740"/>
                          <a:gd name="connsiteY21" fmla="*/ 24505 h 207610"/>
                          <a:gd name="connsiteX22" fmla="*/ 185590 w 467740"/>
                          <a:gd name="connsiteY22" fmla="*/ 23754 h 207610"/>
                          <a:gd name="connsiteX23" fmla="*/ 185343 w 467740"/>
                          <a:gd name="connsiteY23" fmla="*/ 22253 h 207610"/>
                          <a:gd name="connsiteX24" fmla="*/ 180587 w 467740"/>
                          <a:gd name="connsiteY24" fmla="*/ 23110 h 207610"/>
                          <a:gd name="connsiteX25" fmla="*/ 150086 w 467740"/>
                          <a:gd name="connsiteY25" fmla="*/ 8432 h 207610"/>
                          <a:gd name="connsiteX26" fmla="*/ 152222 w 467740"/>
                          <a:gd name="connsiteY26" fmla="*/ 7671 h 207610"/>
                          <a:gd name="connsiteX27" fmla="*/ 151820 w 467740"/>
                          <a:gd name="connsiteY27" fmla="*/ 5991 h 207610"/>
                          <a:gd name="connsiteX28" fmla="*/ 123760 w 467740"/>
                          <a:gd name="connsiteY28" fmla="*/ 13541 h 207610"/>
                          <a:gd name="connsiteX29" fmla="*/ 110215 w 467740"/>
                          <a:gd name="connsiteY29" fmla="*/ 16756 h 207610"/>
                          <a:gd name="connsiteX30" fmla="*/ 90185 w 467740"/>
                          <a:gd name="connsiteY30" fmla="*/ 349 h 207610"/>
                          <a:gd name="connsiteX31" fmla="*/ 88654 w 467740"/>
                          <a:gd name="connsiteY31" fmla="*/ 1826 h 207610"/>
                          <a:gd name="connsiteX32" fmla="*/ 106660 w 467740"/>
                          <a:gd name="connsiteY32" fmla="*/ 17531 h 207610"/>
                          <a:gd name="connsiteX33" fmla="*/ 94325 w 467740"/>
                          <a:gd name="connsiteY33" fmla="*/ 20098 h 207610"/>
                          <a:gd name="connsiteX34" fmla="*/ 76978 w 467740"/>
                          <a:gd name="connsiteY34" fmla="*/ 23139 h 207610"/>
                          <a:gd name="connsiteX35" fmla="*/ 52308 w 467740"/>
                          <a:gd name="connsiteY35" fmla="*/ 5255 h 207610"/>
                          <a:gd name="connsiteX36" fmla="*/ 51277 w 467740"/>
                          <a:gd name="connsiteY36" fmla="*/ 6388 h 207610"/>
                          <a:gd name="connsiteX37" fmla="*/ 73612 w 467740"/>
                          <a:gd name="connsiteY37" fmla="*/ 23653 h 207610"/>
                          <a:gd name="connsiteX38" fmla="*/ 37102 w 467740"/>
                          <a:gd name="connsiteY38" fmla="*/ 28200 h 207610"/>
                          <a:gd name="connsiteX39" fmla="*/ 36995 w 467740"/>
                          <a:gd name="connsiteY39" fmla="*/ 28137 h 207610"/>
                          <a:gd name="connsiteX40" fmla="*/ 1090 w 467740"/>
                          <a:gd name="connsiteY40" fmla="*/ 4620 h 207610"/>
                          <a:gd name="connsiteX41" fmla="*/ 233 w 467740"/>
                          <a:gd name="connsiteY41" fmla="*/ 5792 h 207610"/>
                          <a:gd name="connsiteX42" fmla="*/ 31542 w 467740"/>
                          <a:gd name="connsiteY42" fmla="*/ 26936 h 207610"/>
                          <a:gd name="connsiteX43" fmla="*/ 34849 w 467740"/>
                          <a:gd name="connsiteY43" fmla="*/ 28888 h 207610"/>
                          <a:gd name="connsiteX44" fmla="*/ 35649 w 467740"/>
                          <a:gd name="connsiteY44" fmla="*/ 30370 h 207610"/>
                          <a:gd name="connsiteX45" fmla="*/ 37140 w 467740"/>
                          <a:gd name="connsiteY45" fmla="*/ 30239 h 207610"/>
                          <a:gd name="connsiteX46" fmla="*/ 62672 w 467740"/>
                          <a:gd name="connsiteY46" fmla="*/ 44981 h 207610"/>
                          <a:gd name="connsiteX47" fmla="*/ 74101 w 467740"/>
                          <a:gd name="connsiteY47" fmla="*/ 51519 h 207610"/>
                          <a:gd name="connsiteX48" fmla="*/ 60396 w 467740"/>
                          <a:gd name="connsiteY48" fmla="*/ 55272 h 207610"/>
                          <a:gd name="connsiteX49" fmla="*/ 60832 w 467740"/>
                          <a:gd name="connsiteY49" fmla="*/ 57282 h 207610"/>
                          <a:gd name="connsiteX50" fmla="*/ 76896 w 467740"/>
                          <a:gd name="connsiteY50" fmla="*/ 53117 h 207610"/>
                          <a:gd name="connsiteX51" fmla="*/ 95546 w 467740"/>
                          <a:gd name="connsiteY51" fmla="*/ 64207 h 207610"/>
                          <a:gd name="connsiteX52" fmla="*/ 111164 w 467740"/>
                          <a:gd name="connsiteY52" fmla="*/ 74227 h 207610"/>
                          <a:gd name="connsiteX53" fmla="*/ 93144 w 467740"/>
                          <a:gd name="connsiteY53" fmla="*/ 80755 h 207610"/>
                          <a:gd name="connsiteX54" fmla="*/ 94044 w 467740"/>
                          <a:gd name="connsiteY54" fmla="*/ 82567 h 207610"/>
                          <a:gd name="connsiteX55" fmla="*/ 113731 w 467740"/>
                          <a:gd name="connsiteY55" fmla="*/ 75917 h 207610"/>
                          <a:gd name="connsiteX56" fmla="*/ 128012 w 467740"/>
                          <a:gd name="connsiteY56" fmla="*/ 85390 h 207610"/>
                          <a:gd name="connsiteX57" fmla="*/ 151568 w 467740"/>
                          <a:gd name="connsiteY57" fmla="*/ 100640 h 207610"/>
                          <a:gd name="connsiteX58" fmla="*/ 128792 w 467740"/>
                          <a:gd name="connsiteY58" fmla="*/ 105125 h 207610"/>
                          <a:gd name="connsiteX59" fmla="*/ 129107 w 467740"/>
                          <a:gd name="connsiteY59" fmla="*/ 107013 h 207610"/>
                          <a:gd name="connsiteX60" fmla="*/ 154692 w 467740"/>
                          <a:gd name="connsiteY60" fmla="*/ 102543 h 207610"/>
                          <a:gd name="connsiteX61" fmla="*/ 161152 w 467740"/>
                          <a:gd name="connsiteY61" fmla="*/ 106403 h 207610"/>
                          <a:gd name="connsiteX62" fmla="*/ 196244 w 467740"/>
                          <a:gd name="connsiteY62" fmla="*/ 125998 h 207610"/>
                          <a:gd name="connsiteX63" fmla="*/ 200864 w 467740"/>
                          <a:gd name="connsiteY63" fmla="*/ 128550 h 207610"/>
                          <a:gd name="connsiteX64" fmla="*/ 184282 w 467740"/>
                          <a:gd name="connsiteY64" fmla="*/ 135528 h 207610"/>
                          <a:gd name="connsiteX65" fmla="*/ 185260 w 467740"/>
                          <a:gd name="connsiteY65" fmla="*/ 137379 h 207610"/>
                          <a:gd name="connsiteX66" fmla="*/ 203721 w 467740"/>
                          <a:gd name="connsiteY66" fmla="*/ 130134 h 207610"/>
                          <a:gd name="connsiteX67" fmla="*/ 243850 w 467740"/>
                          <a:gd name="connsiteY67" fmla="*/ 152304 h 207610"/>
                          <a:gd name="connsiteX68" fmla="*/ 233098 w 467740"/>
                          <a:gd name="connsiteY68" fmla="*/ 156062 h 207610"/>
                          <a:gd name="connsiteX69" fmla="*/ 234217 w 467740"/>
                          <a:gd name="connsiteY69" fmla="*/ 158503 h 207610"/>
                          <a:gd name="connsiteX70" fmla="*/ 247031 w 467740"/>
                          <a:gd name="connsiteY70" fmla="*/ 154062 h 207610"/>
                          <a:gd name="connsiteX71" fmla="*/ 267129 w 467740"/>
                          <a:gd name="connsiteY71" fmla="*/ 165167 h 207610"/>
                          <a:gd name="connsiteX72" fmla="*/ 299233 w 467740"/>
                          <a:gd name="connsiteY72" fmla="*/ 182882 h 207610"/>
                          <a:gd name="connsiteX73" fmla="*/ 273270 w 467740"/>
                          <a:gd name="connsiteY73" fmla="*/ 189633 h 207610"/>
                          <a:gd name="connsiteX74" fmla="*/ 273624 w 467740"/>
                          <a:gd name="connsiteY74" fmla="*/ 192186 h 207610"/>
                          <a:gd name="connsiteX75" fmla="*/ 302914 w 467740"/>
                          <a:gd name="connsiteY75" fmla="*/ 184912 h 207610"/>
                          <a:gd name="connsiteX76" fmla="*/ 306933 w 467740"/>
                          <a:gd name="connsiteY76" fmla="*/ 187130 h 207610"/>
                          <a:gd name="connsiteX77" fmla="*/ 344906 w 467740"/>
                          <a:gd name="connsiteY77" fmla="*/ 207518 h 207610"/>
                          <a:gd name="connsiteX78" fmla="*/ 345613 w 467740"/>
                          <a:gd name="connsiteY78" fmla="*/ 206080 h 207610"/>
                          <a:gd name="connsiteX79" fmla="*/ 309815 w 467740"/>
                          <a:gd name="connsiteY79" fmla="*/ 185774 h 207610"/>
                          <a:gd name="connsiteX80" fmla="*/ 306575 w 467740"/>
                          <a:gd name="connsiteY80" fmla="*/ 183987 h 207610"/>
                          <a:gd name="connsiteX81" fmla="*/ 340015 w 467740"/>
                          <a:gd name="connsiteY81" fmla="*/ 175240 h 207610"/>
                          <a:gd name="connsiteX82" fmla="*/ 361309 w 467740"/>
                          <a:gd name="connsiteY82" fmla="*/ 186611 h 207610"/>
                          <a:gd name="connsiteX83" fmla="*/ 362404 w 467740"/>
                          <a:gd name="connsiteY83" fmla="*/ 184912 h 207610"/>
                          <a:gd name="connsiteX84" fmla="*/ 343657 w 467740"/>
                          <a:gd name="connsiteY84" fmla="*/ 174252 h 207610"/>
                          <a:gd name="connsiteX85" fmla="*/ 393553 w 467740"/>
                          <a:gd name="connsiteY85" fmla="*/ 160343 h 207610"/>
                          <a:gd name="connsiteX86" fmla="*/ 415807 w 467740"/>
                          <a:gd name="connsiteY86" fmla="*/ 170276 h 207610"/>
                          <a:gd name="connsiteX87" fmla="*/ 416654 w 467740"/>
                          <a:gd name="connsiteY87" fmla="*/ 168421 h 207610"/>
                          <a:gd name="connsiteX88" fmla="*/ 397684 w 467740"/>
                          <a:gd name="connsiteY88" fmla="*/ 159167 h 207610"/>
                          <a:gd name="connsiteX89" fmla="*/ 398517 w 467740"/>
                          <a:gd name="connsiteY89" fmla="*/ 158929 h 207610"/>
                          <a:gd name="connsiteX90" fmla="*/ 415869 w 467740"/>
                          <a:gd name="connsiteY90" fmla="*/ 153835 h 207610"/>
                          <a:gd name="connsiteX91" fmla="*/ 433667 w 467740"/>
                          <a:gd name="connsiteY91" fmla="*/ 148169 h 207610"/>
                          <a:gd name="connsiteX92" fmla="*/ 434360 w 467740"/>
                          <a:gd name="connsiteY92" fmla="*/ 146967 h 207610"/>
                          <a:gd name="connsiteX93" fmla="*/ 466042 w 467740"/>
                          <a:gd name="connsiteY93" fmla="*/ 162145 h 207610"/>
                          <a:gd name="connsiteX94" fmla="*/ 467039 w 467740"/>
                          <a:gd name="connsiteY94" fmla="*/ 159845 h 207610"/>
                          <a:gd name="connsiteX95" fmla="*/ 322184 w 467740"/>
                          <a:gd name="connsiteY95" fmla="*/ 93090 h 207610"/>
                          <a:gd name="connsiteX96" fmla="*/ 365503 w 467740"/>
                          <a:gd name="connsiteY96" fmla="*/ 113900 h 207610"/>
                          <a:gd name="connsiteX97" fmla="*/ 362118 w 467740"/>
                          <a:gd name="connsiteY97" fmla="*/ 114922 h 207610"/>
                          <a:gd name="connsiteX98" fmla="*/ 347991 w 467740"/>
                          <a:gd name="connsiteY98" fmla="*/ 118893 h 207610"/>
                          <a:gd name="connsiteX99" fmla="*/ 326290 w 467740"/>
                          <a:gd name="connsiteY99" fmla="*/ 125295 h 207610"/>
                          <a:gd name="connsiteX100" fmla="*/ 283426 w 467740"/>
                          <a:gd name="connsiteY100" fmla="*/ 104660 h 207610"/>
                          <a:gd name="connsiteX101" fmla="*/ 281905 w 467740"/>
                          <a:gd name="connsiteY101" fmla="*/ 103909 h 207610"/>
                          <a:gd name="connsiteX102" fmla="*/ 294172 w 467740"/>
                          <a:gd name="connsiteY102" fmla="*/ 100388 h 207610"/>
                          <a:gd name="connsiteX103" fmla="*/ 322184 w 467740"/>
                          <a:gd name="connsiteY103" fmla="*/ 93090 h 207610"/>
                          <a:gd name="connsiteX104" fmla="*/ 178626 w 467740"/>
                          <a:gd name="connsiteY104" fmla="*/ 55713 h 207610"/>
                          <a:gd name="connsiteX105" fmla="*/ 208317 w 467740"/>
                          <a:gd name="connsiteY105" fmla="*/ 70653 h 207610"/>
                          <a:gd name="connsiteX106" fmla="*/ 227166 w 467740"/>
                          <a:gd name="connsiteY106" fmla="*/ 79976 h 207610"/>
                          <a:gd name="connsiteX107" fmla="*/ 190428 w 467740"/>
                          <a:gd name="connsiteY107" fmla="*/ 91168 h 207610"/>
                          <a:gd name="connsiteX108" fmla="*/ 144691 w 467740"/>
                          <a:gd name="connsiteY108" fmla="*/ 65897 h 207610"/>
                          <a:gd name="connsiteX109" fmla="*/ 178626 w 467740"/>
                          <a:gd name="connsiteY109" fmla="*/ 55713 h 207610"/>
                          <a:gd name="connsiteX110" fmla="*/ 141592 w 467740"/>
                          <a:gd name="connsiteY110" fmla="*/ 64101 h 207610"/>
                          <a:gd name="connsiteX111" fmla="*/ 114607 w 467740"/>
                          <a:gd name="connsiteY111" fmla="*/ 48172 h 207610"/>
                          <a:gd name="connsiteX112" fmla="*/ 109120 w 467740"/>
                          <a:gd name="connsiteY112" fmla="*/ 44666 h 207610"/>
                          <a:gd name="connsiteX113" fmla="*/ 123203 w 467740"/>
                          <a:gd name="connsiteY113" fmla="*/ 40947 h 207610"/>
                          <a:gd name="connsiteX114" fmla="*/ 140638 w 467740"/>
                          <a:gd name="connsiteY114" fmla="*/ 36331 h 207610"/>
                          <a:gd name="connsiteX115" fmla="*/ 142420 w 467740"/>
                          <a:gd name="connsiteY115" fmla="*/ 37242 h 207610"/>
                          <a:gd name="connsiteX116" fmla="*/ 175022 w 467740"/>
                          <a:gd name="connsiteY116" fmla="*/ 53902 h 207610"/>
                          <a:gd name="connsiteX117" fmla="*/ 141592 w 467740"/>
                          <a:gd name="connsiteY117" fmla="*/ 64101 h 207610"/>
                          <a:gd name="connsiteX118" fmla="*/ 196365 w 467740"/>
                          <a:gd name="connsiteY118" fmla="*/ 92548 h 207610"/>
                          <a:gd name="connsiteX119" fmla="*/ 230648 w 467740"/>
                          <a:gd name="connsiteY119" fmla="*/ 81695 h 207610"/>
                          <a:gd name="connsiteX120" fmla="*/ 273972 w 467740"/>
                          <a:gd name="connsiteY120" fmla="*/ 103028 h 207610"/>
                          <a:gd name="connsiteX121" fmla="*/ 269919 w 467740"/>
                          <a:gd name="connsiteY121" fmla="*/ 104171 h 207610"/>
                          <a:gd name="connsiteX122" fmla="*/ 235413 w 467740"/>
                          <a:gd name="connsiteY122" fmla="*/ 115460 h 207610"/>
                          <a:gd name="connsiteX123" fmla="*/ 194103 w 467740"/>
                          <a:gd name="connsiteY123" fmla="*/ 93148 h 207610"/>
                          <a:gd name="connsiteX124" fmla="*/ 196365 w 467740"/>
                          <a:gd name="connsiteY124" fmla="*/ 92548 h 207610"/>
                          <a:gd name="connsiteX125" fmla="*/ 278031 w 467740"/>
                          <a:gd name="connsiteY125" fmla="*/ 105023 h 207610"/>
                          <a:gd name="connsiteX126" fmla="*/ 322353 w 467740"/>
                          <a:gd name="connsiteY126" fmla="*/ 126458 h 207610"/>
                          <a:gd name="connsiteX127" fmla="*/ 319864 w 467740"/>
                          <a:gd name="connsiteY127" fmla="*/ 127189 h 207610"/>
                          <a:gd name="connsiteX128" fmla="*/ 280181 w 467740"/>
                          <a:gd name="connsiteY128" fmla="*/ 139858 h 207610"/>
                          <a:gd name="connsiteX129" fmla="*/ 238789 w 467740"/>
                          <a:gd name="connsiteY129" fmla="*/ 117280 h 207610"/>
                          <a:gd name="connsiteX130" fmla="*/ 278031 w 467740"/>
                          <a:gd name="connsiteY130" fmla="*/ 105023 h 207610"/>
                          <a:gd name="connsiteX131" fmla="*/ 272103 w 467740"/>
                          <a:gd name="connsiteY131" fmla="*/ 69036 h 207610"/>
                          <a:gd name="connsiteX132" fmla="*/ 272684 w 467740"/>
                          <a:gd name="connsiteY132" fmla="*/ 69312 h 207610"/>
                          <a:gd name="connsiteX133" fmla="*/ 318193 w 467740"/>
                          <a:gd name="connsiteY133" fmla="*/ 91172 h 207610"/>
                          <a:gd name="connsiteX134" fmla="*/ 297906 w 467740"/>
                          <a:gd name="connsiteY134" fmla="*/ 96267 h 207610"/>
                          <a:gd name="connsiteX135" fmla="*/ 277871 w 467740"/>
                          <a:gd name="connsiteY135" fmla="*/ 101924 h 207610"/>
                          <a:gd name="connsiteX136" fmla="*/ 234358 w 467740"/>
                          <a:gd name="connsiteY136" fmla="*/ 80470 h 207610"/>
                          <a:gd name="connsiteX137" fmla="*/ 259662 w 467740"/>
                          <a:gd name="connsiteY137" fmla="*/ 72411 h 207610"/>
                          <a:gd name="connsiteX138" fmla="*/ 272103 w 467740"/>
                          <a:gd name="connsiteY138" fmla="*/ 69036 h 207610"/>
                          <a:gd name="connsiteX139" fmla="*/ 220943 w 467740"/>
                          <a:gd name="connsiteY139" fmla="*/ 44477 h 207610"/>
                          <a:gd name="connsiteX140" fmla="*/ 268418 w 467740"/>
                          <a:gd name="connsiteY140" fmla="*/ 67263 h 207610"/>
                          <a:gd name="connsiteX141" fmla="*/ 263754 w 467740"/>
                          <a:gd name="connsiteY141" fmla="*/ 68488 h 207610"/>
                          <a:gd name="connsiteX142" fmla="*/ 232183 w 467740"/>
                          <a:gd name="connsiteY142" fmla="*/ 78344 h 207610"/>
                          <a:gd name="connsiteX143" fmla="*/ 230929 w 467740"/>
                          <a:gd name="connsiteY143" fmla="*/ 78750 h 207610"/>
                          <a:gd name="connsiteX144" fmla="*/ 182776 w 467740"/>
                          <a:gd name="connsiteY144" fmla="*/ 54560 h 207610"/>
                          <a:gd name="connsiteX145" fmla="*/ 207848 w 467740"/>
                          <a:gd name="connsiteY145" fmla="*/ 47693 h 207610"/>
                          <a:gd name="connsiteX146" fmla="*/ 220943 w 467740"/>
                          <a:gd name="connsiteY146" fmla="*/ 44477 h 207610"/>
                          <a:gd name="connsiteX147" fmla="*/ 181091 w 467740"/>
                          <a:gd name="connsiteY147" fmla="*/ 25353 h 207610"/>
                          <a:gd name="connsiteX148" fmla="*/ 216821 w 467740"/>
                          <a:gd name="connsiteY148" fmla="*/ 42501 h 207610"/>
                          <a:gd name="connsiteX149" fmla="*/ 210439 w 467740"/>
                          <a:gd name="connsiteY149" fmla="*/ 44182 h 207610"/>
                          <a:gd name="connsiteX150" fmla="*/ 181740 w 467740"/>
                          <a:gd name="connsiteY150" fmla="*/ 51911 h 207610"/>
                          <a:gd name="connsiteX151" fmla="*/ 179086 w 467740"/>
                          <a:gd name="connsiteY151" fmla="*/ 52700 h 207610"/>
                          <a:gd name="connsiteX152" fmla="*/ 151738 w 467740"/>
                          <a:gd name="connsiteY152" fmla="*/ 38869 h 207610"/>
                          <a:gd name="connsiteX153" fmla="*/ 144643 w 467740"/>
                          <a:gd name="connsiteY153" fmla="*/ 35276 h 207610"/>
                          <a:gd name="connsiteX154" fmla="*/ 154455 w 467740"/>
                          <a:gd name="connsiteY154" fmla="*/ 32680 h 207610"/>
                          <a:gd name="connsiteX155" fmla="*/ 181091 w 467740"/>
                          <a:gd name="connsiteY155" fmla="*/ 25353 h 207610"/>
                          <a:gd name="connsiteX156" fmla="*/ 124012 w 467740"/>
                          <a:gd name="connsiteY156" fmla="*/ 15928 h 207610"/>
                          <a:gd name="connsiteX157" fmla="*/ 148391 w 467740"/>
                          <a:gd name="connsiteY157" fmla="*/ 9032 h 207610"/>
                          <a:gd name="connsiteX158" fmla="*/ 148876 w 467740"/>
                          <a:gd name="connsiteY158" fmla="*/ 9889 h 207610"/>
                          <a:gd name="connsiteX159" fmla="*/ 177555 w 467740"/>
                          <a:gd name="connsiteY159" fmla="*/ 23653 h 207610"/>
                          <a:gd name="connsiteX160" fmla="*/ 153917 w 467740"/>
                          <a:gd name="connsiteY160" fmla="*/ 29978 h 207610"/>
                          <a:gd name="connsiteX161" fmla="*/ 141016 w 467740"/>
                          <a:gd name="connsiteY161" fmla="*/ 33440 h 207610"/>
                          <a:gd name="connsiteX162" fmla="*/ 117847 w 467740"/>
                          <a:gd name="connsiteY162" fmla="*/ 21294 h 207610"/>
                          <a:gd name="connsiteX163" fmla="*/ 113154 w 467740"/>
                          <a:gd name="connsiteY163" fmla="*/ 18510 h 207610"/>
                          <a:gd name="connsiteX164" fmla="*/ 124012 w 467740"/>
                          <a:gd name="connsiteY164" fmla="*/ 15928 h 207610"/>
                          <a:gd name="connsiteX165" fmla="*/ 95570 w 467740"/>
                          <a:gd name="connsiteY165" fmla="*/ 22292 h 207610"/>
                          <a:gd name="connsiteX166" fmla="*/ 109522 w 467740"/>
                          <a:gd name="connsiteY166" fmla="*/ 19367 h 207610"/>
                          <a:gd name="connsiteX167" fmla="*/ 137054 w 467740"/>
                          <a:gd name="connsiteY167" fmla="*/ 34501 h 207610"/>
                          <a:gd name="connsiteX168" fmla="*/ 122777 w 467740"/>
                          <a:gd name="connsiteY168" fmla="*/ 38331 h 207610"/>
                          <a:gd name="connsiteX169" fmla="*/ 106185 w 467740"/>
                          <a:gd name="connsiteY169" fmla="*/ 42792 h 207610"/>
                          <a:gd name="connsiteX170" fmla="*/ 79777 w 467740"/>
                          <a:gd name="connsiteY170" fmla="*/ 25125 h 207610"/>
                          <a:gd name="connsiteX171" fmla="*/ 95570 w 467740"/>
                          <a:gd name="connsiteY171" fmla="*/ 22292 h 207610"/>
                          <a:gd name="connsiteX172" fmla="*/ 76474 w 467740"/>
                          <a:gd name="connsiteY172" fmla="*/ 50855 h 207610"/>
                          <a:gd name="connsiteX173" fmla="*/ 72440 w 467740"/>
                          <a:gd name="connsiteY173" fmla="*/ 48468 h 207610"/>
                          <a:gd name="connsiteX174" fmla="*/ 40152 w 467740"/>
                          <a:gd name="connsiteY174" fmla="*/ 29958 h 207610"/>
                          <a:gd name="connsiteX175" fmla="*/ 76334 w 467740"/>
                          <a:gd name="connsiteY175" fmla="*/ 25638 h 207610"/>
                          <a:gd name="connsiteX176" fmla="*/ 103294 w 467740"/>
                          <a:gd name="connsiteY176" fmla="*/ 43567 h 207610"/>
                          <a:gd name="connsiteX177" fmla="*/ 76474 w 467740"/>
                          <a:gd name="connsiteY177" fmla="*/ 50855 h 207610"/>
                          <a:gd name="connsiteX178" fmla="*/ 113106 w 467740"/>
                          <a:gd name="connsiteY178" fmla="*/ 73539 h 207610"/>
                          <a:gd name="connsiteX179" fmla="*/ 79240 w 467740"/>
                          <a:gd name="connsiteY179" fmla="*/ 52492 h 207610"/>
                          <a:gd name="connsiteX180" fmla="*/ 106248 w 467740"/>
                          <a:gd name="connsiteY180" fmla="*/ 45422 h 207610"/>
                          <a:gd name="connsiteX181" fmla="*/ 139267 w 467740"/>
                          <a:gd name="connsiteY181" fmla="*/ 64846 h 207610"/>
                          <a:gd name="connsiteX182" fmla="*/ 124743 w 467740"/>
                          <a:gd name="connsiteY182" fmla="*/ 69510 h 207610"/>
                          <a:gd name="connsiteX183" fmla="*/ 113106 w 467740"/>
                          <a:gd name="connsiteY183" fmla="*/ 73539 h 207610"/>
                          <a:gd name="connsiteX184" fmla="*/ 154687 w 467740"/>
                          <a:gd name="connsiteY184" fmla="*/ 99928 h 207610"/>
                          <a:gd name="connsiteX185" fmla="*/ 136652 w 467740"/>
                          <a:gd name="connsiteY185" fmla="*/ 88809 h 207610"/>
                          <a:gd name="connsiteX186" fmla="*/ 115721 w 467740"/>
                          <a:gd name="connsiteY186" fmla="*/ 75225 h 207610"/>
                          <a:gd name="connsiteX187" fmla="*/ 142420 w 467740"/>
                          <a:gd name="connsiteY187" fmla="*/ 66614 h 207610"/>
                          <a:gd name="connsiteX188" fmla="*/ 165545 w 467740"/>
                          <a:gd name="connsiteY188" fmla="*/ 79419 h 207610"/>
                          <a:gd name="connsiteX189" fmla="*/ 188142 w 467740"/>
                          <a:gd name="connsiteY189" fmla="*/ 91807 h 207610"/>
                          <a:gd name="connsiteX190" fmla="*/ 167705 w 467740"/>
                          <a:gd name="connsiteY190" fmla="*/ 97061 h 207610"/>
                          <a:gd name="connsiteX191" fmla="*/ 154687 w 467740"/>
                          <a:gd name="connsiteY191" fmla="*/ 99928 h 207610"/>
                          <a:gd name="connsiteX192" fmla="*/ 158038 w 467740"/>
                          <a:gd name="connsiteY192" fmla="*/ 101861 h 207610"/>
                          <a:gd name="connsiteX193" fmla="*/ 191745 w 467740"/>
                          <a:gd name="connsiteY193" fmla="*/ 93778 h 207610"/>
                          <a:gd name="connsiteX194" fmla="*/ 232905 w 467740"/>
                          <a:gd name="connsiteY194" fmla="*/ 116341 h 207610"/>
                          <a:gd name="connsiteX195" fmla="*/ 214666 w 467740"/>
                          <a:gd name="connsiteY195" fmla="*/ 123039 h 207610"/>
                          <a:gd name="connsiteX196" fmla="*/ 203847 w 467740"/>
                          <a:gd name="connsiteY196" fmla="*/ 127344 h 207610"/>
                          <a:gd name="connsiteX197" fmla="*/ 158038 w 467740"/>
                          <a:gd name="connsiteY197" fmla="*/ 101861 h 207610"/>
                          <a:gd name="connsiteX198" fmla="*/ 206729 w 467740"/>
                          <a:gd name="connsiteY198" fmla="*/ 128928 h 207610"/>
                          <a:gd name="connsiteX199" fmla="*/ 236266 w 467740"/>
                          <a:gd name="connsiteY199" fmla="*/ 118181 h 207610"/>
                          <a:gd name="connsiteX200" fmla="*/ 277454 w 467740"/>
                          <a:gd name="connsiteY200" fmla="*/ 140764 h 207610"/>
                          <a:gd name="connsiteX201" fmla="*/ 264660 w 467740"/>
                          <a:gd name="connsiteY201" fmla="*/ 145006 h 207610"/>
                          <a:gd name="connsiteX202" fmla="*/ 247075 w 467740"/>
                          <a:gd name="connsiteY202" fmla="*/ 151157 h 207610"/>
                          <a:gd name="connsiteX203" fmla="*/ 206729 w 467740"/>
                          <a:gd name="connsiteY203" fmla="*/ 128928 h 207610"/>
                          <a:gd name="connsiteX204" fmla="*/ 308691 w 467740"/>
                          <a:gd name="connsiteY204" fmla="*/ 180393 h 207610"/>
                          <a:gd name="connsiteX205" fmla="*/ 302870 w 467740"/>
                          <a:gd name="connsiteY205" fmla="*/ 181909 h 207610"/>
                          <a:gd name="connsiteX206" fmla="*/ 274878 w 467740"/>
                          <a:gd name="connsiteY206" fmla="*/ 166475 h 207610"/>
                          <a:gd name="connsiteX207" fmla="*/ 250271 w 467740"/>
                          <a:gd name="connsiteY207" fmla="*/ 152919 h 207610"/>
                          <a:gd name="connsiteX208" fmla="*/ 280874 w 467740"/>
                          <a:gd name="connsiteY208" fmla="*/ 142643 h 207610"/>
                          <a:gd name="connsiteX209" fmla="*/ 291581 w 467740"/>
                          <a:gd name="connsiteY209" fmla="*/ 148512 h 207610"/>
                          <a:gd name="connsiteX210" fmla="*/ 326223 w 467740"/>
                          <a:gd name="connsiteY210" fmla="*/ 167540 h 207610"/>
                          <a:gd name="connsiteX211" fmla="*/ 336126 w 467740"/>
                          <a:gd name="connsiteY211" fmla="*/ 173046 h 207610"/>
                          <a:gd name="connsiteX212" fmla="*/ 308691 w 467740"/>
                          <a:gd name="connsiteY212" fmla="*/ 180393 h 207610"/>
                          <a:gd name="connsiteX213" fmla="*/ 370540 w 467740"/>
                          <a:gd name="connsiteY213" fmla="*/ 163574 h 207610"/>
                          <a:gd name="connsiteX214" fmla="*/ 339744 w 467740"/>
                          <a:gd name="connsiteY214" fmla="*/ 172073 h 207610"/>
                          <a:gd name="connsiteX215" fmla="*/ 299984 w 467740"/>
                          <a:gd name="connsiteY215" fmla="*/ 150658 h 207610"/>
                          <a:gd name="connsiteX216" fmla="*/ 283624 w 467740"/>
                          <a:gd name="connsiteY216" fmla="*/ 141737 h 207610"/>
                          <a:gd name="connsiteX217" fmla="*/ 326387 w 467740"/>
                          <a:gd name="connsiteY217" fmla="*/ 128409 h 207610"/>
                          <a:gd name="connsiteX218" fmla="*/ 340412 w 467740"/>
                          <a:gd name="connsiteY218" fmla="*/ 135189 h 207610"/>
                          <a:gd name="connsiteX219" fmla="*/ 377998 w 467740"/>
                          <a:gd name="connsiteY219" fmla="*/ 152977 h 207610"/>
                          <a:gd name="connsiteX220" fmla="*/ 389190 w 467740"/>
                          <a:gd name="connsiteY220" fmla="*/ 158256 h 207610"/>
                          <a:gd name="connsiteX221" fmla="*/ 370540 w 467740"/>
                          <a:gd name="connsiteY221" fmla="*/ 163574 h 207610"/>
                          <a:gd name="connsiteX222" fmla="*/ 416988 w 467740"/>
                          <a:gd name="connsiteY222" fmla="*/ 150217 h 207610"/>
                          <a:gd name="connsiteX223" fmla="*/ 401689 w 467740"/>
                          <a:gd name="connsiteY223" fmla="*/ 154687 h 207610"/>
                          <a:gd name="connsiteX224" fmla="*/ 393292 w 467740"/>
                          <a:gd name="connsiteY224" fmla="*/ 157084 h 207610"/>
                          <a:gd name="connsiteX225" fmla="*/ 382822 w 467740"/>
                          <a:gd name="connsiteY225" fmla="*/ 152217 h 207610"/>
                          <a:gd name="connsiteX226" fmla="*/ 350161 w 467740"/>
                          <a:gd name="connsiteY226" fmla="*/ 136788 h 207610"/>
                          <a:gd name="connsiteX227" fmla="*/ 330329 w 467740"/>
                          <a:gd name="connsiteY227" fmla="*/ 127242 h 207610"/>
                          <a:gd name="connsiteX228" fmla="*/ 346747 w 467740"/>
                          <a:gd name="connsiteY228" fmla="*/ 122380 h 207610"/>
                          <a:gd name="connsiteX229" fmla="*/ 362927 w 467740"/>
                          <a:gd name="connsiteY229" fmla="*/ 117789 h 207610"/>
                          <a:gd name="connsiteX230" fmla="*/ 369988 w 467740"/>
                          <a:gd name="connsiteY230" fmla="*/ 116055 h 207610"/>
                          <a:gd name="connsiteX231" fmla="*/ 396246 w 467740"/>
                          <a:gd name="connsiteY231" fmla="*/ 128671 h 207610"/>
                          <a:gd name="connsiteX232" fmla="*/ 432297 w 467740"/>
                          <a:gd name="connsiteY232" fmla="*/ 145946 h 207610"/>
                          <a:gd name="connsiteX233" fmla="*/ 416988 w 467740"/>
                          <a:gd name="connsiteY233" fmla="*/ 150217 h 20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Lst>
                        <a:rect l="l" t="t" r="r" b="b"/>
                        <a:pathLst>
                          <a:path w="467740" h="207610">
                            <a:moveTo>
                              <a:pt x="467039" y="159845"/>
                            </a:moveTo>
                            <a:lnTo>
                              <a:pt x="373383" y="115024"/>
                            </a:lnTo>
                            <a:cubicBezTo>
                              <a:pt x="374681" y="114564"/>
                              <a:pt x="375935" y="114041"/>
                              <a:pt x="377078" y="113372"/>
                            </a:cubicBezTo>
                            <a:cubicBezTo>
                              <a:pt x="377833" y="112927"/>
                              <a:pt x="377809" y="111517"/>
                              <a:pt x="376739" y="111517"/>
                            </a:cubicBezTo>
                            <a:cubicBezTo>
                              <a:pt x="374177" y="111513"/>
                              <a:pt x="371523" y="112123"/>
                              <a:pt x="368898" y="112878"/>
                            </a:cubicBezTo>
                            <a:lnTo>
                              <a:pt x="343032" y="100500"/>
                            </a:lnTo>
                            <a:cubicBezTo>
                              <a:pt x="337138" y="97681"/>
                              <a:pt x="331235" y="94892"/>
                              <a:pt x="325341" y="92083"/>
                            </a:cubicBezTo>
                            <a:cubicBezTo>
                              <a:pt x="325540" y="92010"/>
                              <a:pt x="325748" y="91962"/>
                              <a:pt x="325946" y="91889"/>
                            </a:cubicBezTo>
                            <a:cubicBezTo>
                              <a:pt x="326988" y="91507"/>
                              <a:pt x="326441" y="89996"/>
                              <a:pt x="325423" y="90097"/>
                            </a:cubicBezTo>
                            <a:cubicBezTo>
                              <a:pt x="324339" y="90209"/>
                              <a:pt x="323254" y="90417"/>
                              <a:pt x="322169" y="90577"/>
                            </a:cubicBezTo>
                            <a:cubicBezTo>
                              <a:pt x="306536" y="83133"/>
                              <a:pt x="290908" y="75690"/>
                              <a:pt x="275270" y="68261"/>
                            </a:cubicBezTo>
                            <a:cubicBezTo>
                              <a:pt x="276123" y="68057"/>
                              <a:pt x="276975" y="67825"/>
                              <a:pt x="277828" y="67626"/>
                            </a:cubicBezTo>
                            <a:cubicBezTo>
                              <a:pt x="283959" y="66231"/>
                              <a:pt x="290303" y="65597"/>
                              <a:pt x="296376" y="64043"/>
                            </a:cubicBezTo>
                            <a:cubicBezTo>
                              <a:pt x="297494" y="63757"/>
                              <a:pt x="297398" y="61965"/>
                              <a:pt x="296172" y="61979"/>
                            </a:cubicBezTo>
                            <a:cubicBezTo>
                              <a:pt x="290613" y="62038"/>
                              <a:pt x="284913" y="63447"/>
                              <a:pt x="279489" y="64609"/>
                            </a:cubicBezTo>
                            <a:cubicBezTo>
                              <a:pt x="276810" y="65181"/>
                              <a:pt x="274142" y="65805"/>
                              <a:pt x="271488" y="66464"/>
                            </a:cubicBezTo>
                            <a:cubicBezTo>
                              <a:pt x="255598" y="58914"/>
                              <a:pt x="239733" y="51325"/>
                              <a:pt x="223839" y="43789"/>
                            </a:cubicBezTo>
                            <a:cubicBezTo>
                              <a:pt x="229597" y="42385"/>
                              <a:pt x="235326" y="40893"/>
                              <a:pt x="240910" y="39005"/>
                            </a:cubicBezTo>
                            <a:cubicBezTo>
                              <a:pt x="241845" y="38690"/>
                              <a:pt x="241482" y="37198"/>
                              <a:pt x="240508" y="37324"/>
                            </a:cubicBezTo>
                            <a:cubicBezTo>
                              <a:pt x="233481" y="38230"/>
                              <a:pt x="226522" y="39964"/>
                              <a:pt x="219616" y="41780"/>
                            </a:cubicBezTo>
                            <a:cubicBezTo>
                              <a:pt x="219524" y="41736"/>
                              <a:pt x="219437" y="41692"/>
                              <a:pt x="219345" y="41649"/>
                            </a:cubicBezTo>
                            <a:cubicBezTo>
                              <a:pt x="207373" y="35973"/>
                              <a:pt x="195426" y="30244"/>
                              <a:pt x="183483" y="24505"/>
                            </a:cubicBezTo>
                            <a:cubicBezTo>
                              <a:pt x="184180" y="24244"/>
                              <a:pt x="184902" y="24035"/>
                              <a:pt x="185590" y="23754"/>
                            </a:cubicBezTo>
                            <a:cubicBezTo>
                              <a:pt x="186331" y="23454"/>
                              <a:pt x="186268" y="22127"/>
                              <a:pt x="185343" y="22253"/>
                            </a:cubicBezTo>
                            <a:cubicBezTo>
                              <a:pt x="183754" y="22471"/>
                              <a:pt x="182171" y="22810"/>
                              <a:pt x="180587" y="23110"/>
                            </a:cubicBezTo>
                            <a:cubicBezTo>
                              <a:pt x="170422" y="18219"/>
                              <a:pt x="160256" y="13323"/>
                              <a:pt x="150086" y="8432"/>
                            </a:cubicBezTo>
                            <a:cubicBezTo>
                              <a:pt x="150793" y="8170"/>
                              <a:pt x="151520" y="7947"/>
                              <a:pt x="152222" y="7671"/>
                            </a:cubicBezTo>
                            <a:cubicBezTo>
                              <a:pt x="153108" y="7327"/>
                              <a:pt x="152808" y="5768"/>
                              <a:pt x="151820" y="5991"/>
                            </a:cubicBezTo>
                            <a:cubicBezTo>
                              <a:pt x="142386" y="8126"/>
                              <a:pt x="133146" y="11173"/>
                              <a:pt x="123760" y="13541"/>
                            </a:cubicBezTo>
                            <a:cubicBezTo>
                              <a:pt x="119261" y="14674"/>
                              <a:pt x="114743" y="15739"/>
                              <a:pt x="110215" y="16756"/>
                            </a:cubicBezTo>
                            <a:cubicBezTo>
                              <a:pt x="102883" y="12132"/>
                              <a:pt x="95986" y="6853"/>
                              <a:pt x="90185" y="349"/>
                            </a:cubicBezTo>
                            <a:cubicBezTo>
                              <a:pt x="89269" y="-678"/>
                              <a:pt x="87768" y="789"/>
                              <a:pt x="88654" y="1826"/>
                            </a:cubicBezTo>
                            <a:cubicBezTo>
                              <a:pt x="93914" y="7942"/>
                              <a:pt x="100059" y="13037"/>
                              <a:pt x="106660" y="17531"/>
                            </a:cubicBezTo>
                            <a:cubicBezTo>
                              <a:pt x="102558" y="18427"/>
                              <a:pt x="98447" y="19299"/>
                              <a:pt x="94325" y="20098"/>
                            </a:cubicBezTo>
                            <a:cubicBezTo>
                              <a:pt x="88562" y="21212"/>
                              <a:pt x="82775" y="22205"/>
                              <a:pt x="76978" y="23139"/>
                            </a:cubicBezTo>
                            <a:cubicBezTo>
                              <a:pt x="68697" y="17270"/>
                              <a:pt x="60478" y="11303"/>
                              <a:pt x="52308" y="5255"/>
                            </a:cubicBezTo>
                            <a:cubicBezTo>
                              <a:pt x="51533" y="4683"/>
                              <a:pt x="50507" y="5744"/>
                              <a:pt x="51277" y="6388"/>
                            </a:cubicBezTo>
                            <a:cubicBezTo>
                              <a:pt x="58497" y="12437"/>
                              <a:pt x="65989" y="18137"/>
                              <a:pt x="73612" y="23653"/>
                            </a:cubicBezTo>
                            <a:cubicBezTo>
                              <a:pt x="61490" y="25532"/>
                              <a:pt x="49310" y="27057"/>
                              <a:pt x="37102" y="28200"/>
                            </a:cubicBezTo>
                            <a:cubicBezTo>
                              <a:pt x="37068" y="28181"/>
                              <a:pt x="37029" y="28157"/>
                              <a:pt x="36995" y="28137"/>
                            </a:cubicBezTo>
                            <a:cubicBezTo>
                              <a:pt x="24665" y="20795"/>
                              <a:pt x="12868" y="12795"/>
                              <a:pt x="1090" y="4620"/>
                            </a:cubicBezTo>
                            <a:cubicBezTo>
                              <a:pt x="417" y="4150"/>
                              <a:pt x="-412" y="5264"/>
                              <a:pt x="233" y="5792"/>
                            </a:cubicBezTo>
                            <a:cubicBezTo>
                              <a:pt x="9967" y="13730"/>
                              <a:pt x="20815" y="20427"/>
                              <a:pt x="31542" y="26936"/>
                            </a:cubicBezTo>
                            <a:cubicBezTo>
                              <a:pt x="32636" y="27600"/>
                              <a:pt x="33750" y="28229"/>
                              <a:pt x="34849" y="28888"/>
                            </a:cubicBezTo>
                            <a:cubicBezTo>
                              <a:pt x="34578" y="29498"/>
                              <a:pt x="34849" y="30428"/>
                              <a:pt x="35649" y="30370"/>
                            </a:cubicBezTo>
                            <a:cubicBezTo>
                              <a:pt x="36147" y="30331"/>
                              <a:pt x="36641" y="30278"/>
                              <a:pt x="37140" y="30239"/>
                            </a:cubicBezTo>
                            <a:cubicBezTo>
                              <a:pt x="45591" y="35251"/>
                              <a:pt x="54124" y="40133"/>
                              <a:pt x="62672" y="44981"/>
                            </a:cubicBezTo>
                            <a:cubicBezTo>
                              <a:pt x="66488" y="47146"/>
                              <a:pt x="70295" y="49335"/>
                              <a:pt x="74101" y="51519"/>
                            </a:cubicBezTo>
                            <a:cubicBezTo>
                              <a:pt x="69534" y="52768"/>
                              <a:pt x="64958" y="54003"/>
                              <a:pt x="60396" y="55272"/>
                            </a:cubicBezTo>
                            <a:cubicBezTo>
                              <a:pt x="59127" y="55626"/>
                              <a:pt x="59543" y="57611"/>
                              <a:pt x="60832" y="57282"/>
                            </a:cubicBezTo>
                            <a:cubicBezTo>
                              <a:pt x="66193" y="55911"/>
                              <a:pt x="71539" y="54507"/>
                              <a:pt x="76896" y="53117"/>
                            </a:cubicBezTo>
                            <a:cubicBezTo>
                              <a:pt x="83157" y="56735"/>
                              <a:pt x="89395" y="60401"/>
                              <a:pt x="95546" y="64207"/>
                            </a:cubicBezTo>
                            <a:cubicBezTo>
                              <a:pt x="100805" y="67466"/>
                              <a:pt x="105997" y="70827"/>
                              <a:pt x="111164" y="74227"/>
                            </a:cubicBezTo>
                            <a:cubicBezTo>
                              <a:pt x="105144" y="76358"/>
                              <a:pt x="99134" y="78537"/>
                              <a:pt x="93144" y="80755"/>
                            </a:cubicBezTo>
                            <a:cubicBezTo>
                              <a:pt x="91913" y="81211"/>
                              <a:pt x="92838" y="82983"/>
                              <a:pt x="94044" y="82567"/>
                            </a:cubicBezTo>
                            <a:cubicBezTo>
                              <a:pt x="100587" y="80290"/>
                              <a:pt x="107164" y="78111"/>
                              <a:pt x="113731" y="75917"/>
                            </a:cubicBezTo>
                            <a:cubicBezTo>
                              <a:pt x="118496" y="79065"/>
                              <a:pt x="123252" y="82232"/>
                              <a:pt x="128012" y="85390"/>
                            </a:cubicBezTo>
                            <a:cubicBezTo>
                              <a:pt x="135809" y="90553"/>
                              <a:pt x="143616" y="95715"/>
                              <a:pt x="151568" y="100640"/>
                            </a:cubicBezTo>
                            <a:cubicBezTo>
                              <a:pt x="143994" y="102238"/>
                              <a:pt x="136405" y="103759"/>
                              <a:pt x="128792" y="105125"/>
                            </a:cubicBezTo>
                            <a:cubicBezTo>
                              <a:pt x="127576" y="105343"/>
                              <a:pt x="127887" y="107193"/>
                              <a:pt x="129107" y="107013"/>
                            </a:cubicBezTo>
                            <a:cubicBezTo>
                              <a:pt x="137684" y="105769"/>
                              <a:pt x="146202" y="104229"/>
                              <a:pt x="154692" y="102543"/>
                            </a:cubicBezTo>
                            <a:cubicBezTo>
                              <a:pt x="156837" y="103846"/>
                              <a:pt x="158983" y="105149"/>
                              <a:pt x="161152" y="106403"/>
                            </a:cubicBezTo>
                            <a:cubicBezTo>
                              <a:pt x="172746" y="113111"/>
                              <a:pt x="184524" y="119508"/>
                              <a:pt x="196244" y="125998"/>
                            </a:cubicBezTo>
                            <a:cubicBezTo>
                              <a:pt x="197784" y="126850"/>
                              <a:pt x="199324" y="127697"/>
                              <a:pt x="200864" y="128550"/>
                            </a:cubicBezTo>
                            <a:cubicBezTo>
                              <a:pt x="195314" y="130821"/>
                              <a:pt x="189788" y="133146"/>
                              <a:pt x="184282" y="135528"/>
                            </a:cubicBezTo>
                            <a:cubicBezTo>
                              <a:pt x="183037" y="136066"/>
                              <a:pt x="184030" y="137882"/>
                              <a:pt x="185260" y="137379"/>
                            </a:cubicBezTo>
                            <a:cubicBezTo>
                              <a:pt x="191372" y="134870"/>
                              <a:pt x="197552" y="132511"/>
                              <a:pt x="203721" y="130134"/>
                            </a:cubicBezTo>
                            <a:cubicBezTo>
                              <a:pt x="217093" y="137529"/>
                              <a:pt x="230474" y="144919"/>
                              <a:pt x="243850" y="152304"/>
                            </a:cubicBezTo>
                            <a:cubicBezTo>
                              <a:pt x="240271" y="153568"/>
                              <a:pt x="236672" y="154779"/>
                              <a:pt x="233098" y="156062"/>
                            </a:cubicBezTo>
                            <a:cubicBezTo>
                              <a:pt x="231466" y="156648"/>
                              <a:pt x="232604" y="159075"/>
                              <a:pt x="234217" y="158503"/>
                            </a:cubicBezTo>
                            <a:cubicBezTo>
                              <a:pt x="238474" y="156987"/>
                              <a:pt x="242760" y="155544"/>
                              <a:pt x="247031" y="154062"/>
                            </a:cubicBezTo>
                            <a:cubicBezTo>
                              <a:pt x="253729" y="157762"/>
                              <a:pt x="260427" y="161467"/>
                              <a:pt x="267129" y="165167"/>
                            </a:cubicBezTo>
                            <a:lnTo>
                              <a:pt x="299233" y="182882"/>
                            </a:lnTo>
                            <a:cubicBezTo>
                              <a:pt x="290584" y="185154"/>
                              <a:pt x="281934" y="187425"/>
                              <a:pt x="273270" y="189633"/>
                            </a:cubicBezTo>
                            <a:cubicBezTo>
                              <a:pt x="271682" y="190035"/>
                              <a:pt x="272002" y="192583"/>
                              <a:pt x="273624" y="192186"/>
                            </a:cubicBezTo>
                            <a:cubicBezTo>
                              <a:pt x="283402" y="189813"/>
                              <a:pt x="293160" y="187381"/>
                              <a:pt x="302914" y="184912"/>
                            </a:cubicBezTo>
                            <a:lnTo>
                              <a:pt x="306933" y="187130"/>
                            </a:lnTo>
                            <a:cubicBezTo>
                              <a:pt x="319501" y="194065"/>
                              <a:pt x="331966" y="201300"/>
                              <a:pt x="344906" y="207518"/>
                            </a:cubicBezTo>
                            <a:cubicBezTo>
                              <a:pt x="345856" y="207973"/>
                              <a:pt x="346471" y="206617"/>
                              <a:pt x="345613" y="206080"/>
                            </a:cubicBezTo>
                            <a:cubicBezTo>
                              <a:pt x="334000" y="198796"/>
                              <a:pt x="321815" y="192389"/>
                              <a:pt x="309815" y="185774"/>
                            </a:cubicBezTo>
                            <a:cubicBezTo>
                              <a:pt x="308735" y="185178"/>
                              <a:pt x="307655" y="184582"/>
                              <a:pt x="306575" y="183987"/>
                            </a:cubicBezTo>
                            <a:cubicBezTo>
                              <a:pt x="317738" y="181139"/>
                              <a:pt x="328886" y="178219"/>
                              <a:pt x="340015" y="175240"/>
                            </a:cubicBezTo>
                            <a:cubicBezTo>
                              <a:pt x="347052" y="179149"/>
                              <a:pt x="354118" y="183008"/>
                              <a:pt x="361309" y="186611"/>
                            </a:cubicBezTo>
                            <a:cubicBezTo>
                              <a:pt x="362443" y="187178"/>
                              <a:pt x="363547" y="185590"/>
                              <a:pt x="362404" y="184912"/>
                            </a:cubicBezTo>
                            <a:cubicBezTo>
                              <a:pt x="356224" y="181250"/>
                              <a:pt x="349953" y="177725"/>
                              <a:pt x="343657" y="174252"/>
                            </a:cubicBezTo>
                            <a:cubicBezTo>
                              <a:pt x="360331" y="169763"/>
                              <a:pt x="376966" y="165133"/>
                              <a:pt x="393553" y="160343"/>
                            </a:cubicBezTo>
                            <a:cubicBezTo>
                              <a:pt x="400915" y="163787"/>
                              <a:pt x="408300" y="167167"/>
                              <a:pt x="415807" y="170276"/>
                            </a:cubicBezTo>
                            <a:cubicBezTo>
                              <a:pt x="416872" y="170717"/>
                              <a:pt x="417690" y="168959"/>
                              <a:pt x="416654" y="168421"/>
                            </a:cubicBezTo>
                            <a:cubicBezTo>
                              <a:pt x="410416" y="165167"/>
                              <a:pt x="404062" y="162140"/>
                              <a:pt x="397684" y="159167"/>
                            </a:cubicBezTo>
                            <a:cubicBezTo>
                              <a:pt x="397960" y="159084"/>
                              <a:pt x="398241" y="159012"/>
                              <a:pt x="398517" y="158929"/>
                            </a:cubicBezTo>
                            <a:cubicBezTo>
                              <a:pt x="404305" y="157244"/>
                              <a:pt x="410087" y="155549"/>
                              <a:pt x="415869" y="153835"/>
                            </a:cubicBezTo>
                            <a:cubicBezTo>
                              <a:pt x="421734" y="152096"/>
                              <a:pt x="428112" y="150745"/>
                              <a:pt x="433667" y="148169"/>
                            </a:cubicBezTo>
                            <a:cubicBezTo>
                              <a:pt x="434156" y="147941"/>
                              <a:pt x="434350" y="147447"/>
                              <a:pt x="434360" y="146967"/>
                            </a:cubicBezTo>
                            <a:cubicBezTo>
                              <a:pt x="444922" y="152028"/>
                              <a:pt x="455479" y="157089"/>
                              <a:pt x="466042" y="162145"/>
                            </a:cubicBezTo>
                            <a:cubicBezTo>
                              <a:pt x="467480" y="162799"/>
                              <a:pt x="468478" y="160532"/>
                              <a:pt x="467039" y="159845"/>
                            </a:cubicBezTo>
                            <a:close/>
                            <a:moveTo>
                              <a:pt x="322184" y="93090"/>
                            </a:moveTo>
                            <a:cubicBezTo>
                              <a:pt x="336620" y="100030"/>
                              <a:pt x="351062" y="106965"/>
                              <a:pt x="365503" y="113900"/>
                            </a:cubicBezTo>
                            <a:cubicBezTo>
                              <a:pt x="364351" y="114263"/>
                              <a:pt x="363217" y="114617"/>
                              <a:pt x="362118" y="114922"/>
                            </a:cubicBezTo>
                            <a:cubicBezTo>
                              <a:pt x="357401" y="116230"/>
                              <a:pt x="352694" y="117552"/>
                              <a:pt x="347991" y="118893"/>
                            </a:cubicBezTo>
                            <a:cubicBezTo>
                              <a:pt x="340742" y="120961"/>
                              <a:pt x="333516" y="123126"/>
                              <a:pt x="326290" y="125295"/>
                            </a:cubicBezTo>
                            <a:cubicBezTo>
                              <a:pt x="311994" y="118438"/>
                              <a:pt x="297679" y="111609"/>
                              <a:pt x="283426" y="104660"/>
                            </a:cubicBezTo>
                            <a:cubicBezTo>
                              <a:pt x="282917" y="104413"/>
                              <a:pt x="282414" y="104156"/>
                              <a:pt x="281905" y="103909"/>
                            </a:cubicBezTo>
                            <a:cubicBezTo>
                              <a:pt x="285997" y="102742"/>
                              <a:pt x="290065" y="101493"/>
                              <a:pt x="294172" y="100388"/>
                            </a:cubicBezTo>
                            <a:cubicBezTo>
                              <a:pt x="303437" y="97894"/>
                              <a:pt x="313040" y="96035"/>
                              <a:pt x="322184" y="93090"/>
                            </a:cubicBezTo>
                            <a:close/>
                            <a:moveTo>
                              <a:pt x="178626" y="55713"/>
                            </a:moveTo>
                            <a:cubicBezTo>
                              <a:pt x="188515" y="60711"/>
                              <a:pt x="198409" y="65689"/>
                              <a:pt x="208317" y="70653"/>
                            </a:cubicBezTo>
                            <a:cubicBezTo>
                              <a:pt x="214584" y="73791"/>
                              <a:pt x="220889" y="76852"/>
                              <a:pt x="227166" y="79976"/>
                            </a:cubicBezTo>
                            <a:cubicBezTo>
                              <a:pt x="214986" y="83961"/>
                              <a:pt x="202758" y="87729"/>
                              <a:pt x="190428" y="91168"/>
                            </a:cubicBezTo>
                            <a:cubicBezTo>
                              <a:pt x="175105" y="82881"/>
                              <a:pt x="159816" y="74527"/>
                              <a:pt x="144691" y="65897"/>
                            </a:cubicBezTo>
                            <a:cubicBezTo>
                              <a:pt x="155966" y="62381"/>
                              <a:pt x="167269" y="58957"/>
                              <a:pt x="178626" y="55713"/>
                            </a:cubicBezTo>
                            <a:close/>
                            <a:moveTo>
                              <a:pt x="141592" y="64101"/>
                            </a:moveTo>
                            <a:cubicBezTo>
                              <a:pt x="132531" y="58899"/>
                              <a:pt x="123518" y="53616"/>
                              <a:pt x="114607" y="48172"/>
                            </a:cubicBezTo>
                            <a:cubicBezTo>
                              <a:pt x="112752" y="47039"/>
                              <a:pt x="110956" y="45824"/>
                              <a:pt x="109120" y="44666"/>
                            </a:cubicBezTo>
                            <a:cubicBezTo>
                              <a:pt x="113813" y="43426"/>
                              <a:pt x="118511" y="42191"/>
                              <a:pt x="123203" y="40947"/>
                            </a:cubicBezTo>
                            <a:cubicBezTo>
                              <a:pt x="129015" y="39407"/>
                              <a:pt x="134826" y="37867"/>
                              <a:pt x="140638" y="36331"/>
                            </a:cubicBezTo>
                            <a:cubicBezTo>
                              <a:pt x="141229" y="36637"/>
                              <a:pt x="141834" y="36937"/>
                              <a:pt x="142420" y="37242"/>
                            </a:cubicBezTo>
                            <a:cubicBezTo>
                              <a:pt x="153263" y="42840"/>
                              <a:pt x="164136" y="48385"/>
                              <a:pt x="175022" y="53902"/>
                            </a:cubicBezTo>
                            <a:cubicBezTo>
                              <a:pt x="163835" y="57146"/>
                              <a:pt x="152692" y="60561"/>
                              <a:pt x="141592" y="64101"/>
                            </a:cubicBezTo>
                            <a:close/>
                            <a:moveTo>
                              <a:pt x="196365" y="92548"/>
                            </a:moveTo>
                            <a:cubicBezTo>
                              <a:pt x="207901" y="89269"/>
                              <a:pt x="219272" y="85482"/>
                              <a:pt x="230648" y="81695"/>
                            </a:cubicBezTo>
                            <a:cubicBezTo>
                              <a:pt x="245065" y="88853"/>
                              <a:pt x="259516" y="95947"/>
                              <a:pt x="273972" y="103028"/>
                            </a:cubicBezTo>
                            <a:cubicBezTo>
                              <a:pt x="272626" y="103425"/>
                              <a:pt x="271265" y="103769"/>
                              <a:pt x="269919" y="104171"/>
                            </a:cubicBezTo>
                            <a:cubicBezTo>
                              <a:pt x="258325" y="107658"/>
                              <a:pt x="246833" y="111445"/>
                              <a:pt x="235413" y="115460"/>
                            </a:cubicBezTo>
                            <a:cubicBezTo>
                              <a:pt x="221679" y="107987"/>
                              <a:pt x="207881" y="100587"/>
                              <a:pt x="194103" y="93148"/>
                            </a:cubicBezTo>
                            <a:cubicBezTo>
                              <a:pt x="194854" y="92940"/>
                              <a:pt x="195614" y="92761"/>
                              <a:pt x="196365" y="92548"/>
                            </a:cubicBezTo>
                            <a:close/>
                            <a:moveTo>
                              <a:pt x="278031" y="105023"/>
                            </a:moveTo>
                            <a:cubicBezTo>
                              <a:pt x="292773" y="112234"/>
                              <a:pt x="307563" y="119344"/>
                              <a:pt x="322353" y="126458"/>
                            </a:cubicBezTo>
                            <a:cubicBezTo>
                              <a:pt x="321525" y="126710"/>
                              <a:pt x="320692" y="126937"/>
                              <a:pt x="319864" y="127189"/>
                            </a:cubicBezTo>
                            <a:cubicBezTo>
                              <a:pt x="306585" y="131247"/>
                              <a:pt x="293368" y="135504"/>
                              <a:pt x="280181" y="139858"/>
                            </a:cubicBezTo>
                            <a:cubicBezTo>
                              <a:pt x="266384" y="132332"/>
                              <a:pt x="252586" y="124806"/>
                              <a:pt x="238789" y="117280"/>
                            </a:cubicBezTo>
                            <a:cubicBezTo>
                              <a:pt x="251768" y="112864"/>
                              <a:pt x="264873" y="108844"/>
                              <a:pt x="278031" y="105023"/>
                            </a:cubicBezTo>
                            <a:close/>
                            <a:moveTo>
                              <a:pt x="272103" y="69036"/>
                            </a:moveTo>
                            <a:cubicBezTo>
                              <a:pt x="272297" y="69128"/>
                              <a:pt x="272491" y="69220"/>
                              <a:pt x="272684" y="69312"/>
                            </a:cubicBezTo>
                            <a:cubicBezTo>
                              <a:pt x="287852" y="76605"/>
                              <a:pt x="303025" y="83884"/>
                              <a:pt x="318193" y="91172"/>
                            </a:cubicBezTo>
                            <a:cubicBezTo>
                              <a:pt x="311360" y="92485"/>
                              <a:pt x="304589" y="94504"/>
                              <a:pt x="297906" y="96267"/>
                            </a:cubicBezTo>
                            <a:cubicBezTo>
                              <a:pt x="291194" y="98040"/>
                              <a:pt x="284535" y="99987"/>
                              <a:pt x="277871" y="101924"/>
                            </a:cubicBezTo>
                            <a:cubicBezTo>
                              <a:pt x="263342" y="94819"/>
                              <a:pt x="248833" y="87676"/>
                              <a:pt x="234358" y="80470"/>
                            </a:cubicBezTo>
                            <a:cubicBezTo>
                              <a:pt x="242760" y="77680"/>
                              <a:pt x="251167" y="74915"/>
                              <a:pt x="259662" y="72411"/>
                            </a:cubicBezTo>
                            <a:cubicBezTo>
                              <a:pt x="263788" y="71195"/>
                              <a:pt x="267938" y="70086"/>
                              <a:pt x="272103" y="69036"/>
                            </a:cubicBezTo>
                            <a:close/>
                            <a:moveTo>
                              <a:pt x="220943" y="44477"/>
                            </a:moveTo>
                            <a:cubicBezTo>
                              <a:pt x="236769" y="52071"/>
                              <a:pt x="252596" y="59660"/>
                              <a:pt x="268418" y="67263"/>
                            </a:cubicBezTo>
                            <a:cubicBezTo>
                              <a:pt x="266863" y="67670"/>
                              <a:pt x="265304" y="68062"/>
                              <a:pt x="263754" y="68488"/>
                            </a:cubicBezTo>
                            <a:cubicBezTo>
                              <a:pt x="253124" y="71428"/>
                              <a:pt x="242649" y="74876"/>
                              <a:pt x="232183" y="78344"/>
                            </a:cubicBezTo>
                            <a:cubicBezTo>
                              <a:pt x="231767" y="78484"/>
                              <a:pt x="231345" y="78615"/>
                              <a:pt x="230929" y="78750"/>
                            </a:cubicBezTo>
                            <a:cubicBezTo>
                              <a:pt x="214855" y="70735"/>
                              <a:pt x="198801" y="62672"/>
                              <a:pt x="182776" y="54560"/>
                            </a:cubicBezTo>
                            <a:cubicBezTo>
                              <a:pt x="191115" y="52206"/>
                              <a:pt x="199465" y="49892"/>
                              <a:pt x="207848" y="47693"/>
                            </a:cubicBezTo>
                            <a:cubicBezTo>
                              <a:pt x="212182" y="46560"/>
                              <a:pt x="216565" y="45528"/>
                              <a:pt x="220943" y="44477"/>
                            </a:cubicBezTo>
                            <a:close/>
                            <a:moveTo>
                              <a:pt x="181091" y="25353"/>
                            </a:moveTo>
                            <a:cubicBezTo>
                              <a:pt x="193004" y="31062"/>
                              <a:pt x="204908" y="36787"/>
                              <a:pt x="216821" y="42501"/>
                            </a:cubicBezTo>
                            <a:cubicBezTo>
                              <a:pt x="214691" y="43068"/>
                              <a:pt x="212560" y="43634"/>
                              <a:pt x="210439" y="44182"/>
                            </a:cubicBezTo>
                            <a:cubicBezTo>
                              <a:pt x="200840" y="46642"/>
                              <a:pt x="191270" y="49199"/>
                              <a:pt x="181740" y="51911"/>
                            </a:cubicBezTo>
                            <a:cubicBezTo>
                              <a:pt x="180848" y="52163"/>
                              <a:pt x="179972" y="52444"/>
                              <a:pt x="179086" y="52700"/>
                            </a:cubicBezTo>
                            <a:cubicBezTo>
                              <a:pt x="169971" y="48080"/>
                              <a:pt x="160828" y="43523"/>
                              <a:pt x="151738" y="38869"/>
                            </a:cubicBezTo>
                            <a:cubicBezTo>
                              <a:pt x="149379" y="37663"/>
                              <a:pt x="147011" y="36467"/>
                              <a:pt x="144643" y="35276"/>
                            </a:cubicBezTo>
                            <a:cubicBezTo>
                              <a:pt x="147912" y="34409"/>
                              <a:pt x="151186" y="33552"/>
                              <a:pt x="154455" y="32680"/>
                            </a:cubicBezTo>
                            <a:cubicBezTo>
                              <a:pt x="163259" y="30316"/>
                              <a:pt x="172417" y="28350"/>
                              <a:pt x="181091" y="25353"/>
                            </a:cubicBezTo>
                            <a:close/>
                            <a:moveTo>
                              <a:pt x="124012" y="15928"/>
                            </a:moveTo>
                            <a:cubicBezTo>
                              <a:pt x="132158" y="13875"/>
                              <a:pt x="140434" y="11817"/>
                              <a:pt x="148391" y="9032"/>
                            </a:cubicBezTo>
                            <a:cubicBezTo>
                              <a:pt x="148391" y="9366"/>
                              <a:pt x="148493" y="9705"/>
                              <a:pt x="148876" y="9889"/>
                            </a:cubicBezTo>
                            <a:cubicBezTo>
                              <a:pt x="158445" y="14456"/>
                              <a:pt x="167990" y="19071"/>
                              <a:pt x="177555" y="23653"/>
                            </a:cubicBezTo>
                            <a:cubicBezTo>
                              <a:pt x="169598" y="25387"/>
                              <a:pt x="161724" y="27905"/>
                              <a:pt x="153917" y="29978"/>
                            </a:cubicBezTo>
                            <a:cubicBezTo>
                              <a:pt x="149617" y="31120"/>
                              <a:pt x="145316" y="32283"/>
                              <a:pt x="141016" y="33440"/>
                            </a:cubicBezTo>
                            <a:cubicBezTo>
                              <a:pt x="133228" y="29513"/>
                              <a:pt x="125446" y="25571"/>
                              <a:pt x="117847" y="21294"/>
                            </a:cubicBezTo>
                            <a:cubicBezTo>
                              <a:pt x="116263" y="20403"/>
                              <a:pt x="114714" y="19449"/>
                              <a:pt x="113154" y="18510"/>
                            </a:cubicBezTo>
                            <a:cubicBezTo>
                              <a:pt x="116782" y="17677"/>
                              <a:pt x="120404" y="16839"/>
                              <a:pt x="124012" y="15928"/>
                            </a:cubicBezTo>
                            <a:close/>
                            <a:moveTo>
                              <a:pt x="95570" y="22292"/>
                            </a:moveTo>
                            <a:cubicBezTo>
                              <a:pt x="100233" y="21377"/>
                              <a:pt x="104883" y="20398"/>
                              <a:pt x="109522" y="19367"/>
                            </a:cubicBezTo>
                            <a:cubicBezTo>
                              <a:pt x="118312" y="25023"/>
                              <a:pt x="127770" y="29779"/>
                              <a:pt x="137054" y="34501"/>
                            </a:cubicBezTo>
                            <a:cubicBezTo>
                              <a:pt x="132298" y="35779"/>
                              <a:pt x="127538" y="37053"/>
                              <a:pt x="122777" y="38331"/>
                            </a:cubicBezTo>
                            <a:cubicBezTo>
                              <a:pt x="117247" y="39813"/>
                              <a:pt x="111716" y="41305"/>
                              <a:pt x="106185" y="42792"/>
                            </a:cubicBezTo>
                            <a:cubicBezTo>
                              <a:pt x="97250" y="37092"/>
                              <a:pt x="88441" y="31212"/>
                              <a:pt x="79777" y="25125"/>
                            </a:cubicBezTo>
                            <a:cubicBezTo>
                              <a:pt x="85056" y="24258"/>
                              <a:pt x="90320" y="23323"/>
                              <a:pt x="95570" y="22292"/>
                            </a:cubicBezTo>
                            <a:close/>
                            <a:moveTo>
                              <a:pt x="76474" y="50855"/>
                            </a:moveTo>
                            <a:cubicBezTo>
                              <a:pt x="75123" y="50071"/>
                              <a:pt x="73801" y="49243"/>
                              <a:pt x="72440" y="48468"/>
                            </a:cubicBezTo>
                            <a:cubicBezTo>
                              <a:pt x="61665" y="42317"/>
                              <a:pt x="50846" y="36254"/>
                              <a:pt x="40152" y="29958"/>
                            </a:cubicBezTo>
                            <a:cubicBezTo>
                              <a:pt x="52269" y="28965"/>
                              <a:pt x="64333" y="27522"/>
                              <a:pt x="76334" y="25638"/>
                            </a:cubicBezTo>
                            <a:cubicBezTo>
                              <a:pt x="85119" y="31895"/>
                              <a:pt x="94141" y="37828"/>
                              <a:pt x="103294" y="43567"/>
                            </a:cubicBezTo>
                            <a:cubicBezTo>
                              <a:pt x="94349" y="45974"/>
                              <a:pt x="85409" y="48410"/>
                              <a:pt x="76474" y="50855"/>
                            </a:cubicBezTo>
                            <a:close/>
                            <a:moveTo>
                              <a:pt x="113106" y="73539"/>
                            </a:moveTo>
                            <a:cubicBezTo>
                              <a:pt x="101933" y="66343"/>
                              <a:pt x="90708" y="59248"/>
                              <a:pt x="79240" y="52492"/>
                            </a:cubicBezTo>
                            <a:cubicBezTo>
                              <a:pt x="88247" y="50148"/>
                              <a:pt x="97250" y="47799"/>
                              <a:pt x="106248" y="45422"/>
                            </a:cubicBezTo>
                            <a:cubicBezTo>
                              <a:pt x="117101" y="52148"/>
                              <a:pt x="128153" y="58570"/>
                              <a:pt x="139267" y="64846"/>
                            </a:cubicBezTo>
                            <a:cubicBezTo>
                              <a:pt x="134424" y="66401"/>
                              <a:pt x="129567" y="67902"/>
                              <a:pt x="124743" y="69510"/>
                            </a:cubicBezTo>
                            <a:cubicBezTo>
                              <a:pt x="120850" y="70808"/>
                              <a:pt x="116980" y="72174"/>
                              <a:pt x="113106" y="73539"/>
                            </a:cubicBezTo>
                            <a:close/>
                            <a:moveTo>
                              <a:pt x="154687" y="99928"/>
                            </a:moveTo>
                            <a:cubicBezTo>
                              <a:pt x="148604" y="96335"/>
                              <a:pt x="142575" y="92654"/>
                              <a:pt x="136652" y="88809"/>
                            </a:cubicBezTo>
                            <a:cubicBezTo>
                              <a:pt x="129669" y="84271"/>
                              <a:pt x="122700" y="79738"/>
                              <a:pt x="115721" y="75225"/>
                            </a:cubicBezTo>
                            <a:cubicBezTo>
                              <a:pt x="124593" y="72275"/>
                              <a:pt x="133499" y="69408"/>
                              <a:pt x="142420" y="66614"/>
                            </a:cubicBezTo>
                            <a:cubicBezTo>
                              <a:pt x="150115" y="70934"/>
                              <a:pt x="157830" y="75200"/>
                              <a:pt x="165545" y="79419"/>
                            </a:cubicBezTo>
                            <a:cubicBezTo>
                              <a:pt x="173080" y="83540"/>
                              <a:pt x="180606" y="87681"/>
                              <a:pt x="188142" y="91807"/>
                            </a:cubicBezTo>
                            <a:cubicBezTo>
                              <a:pt x="181362" y="93667"/>
                              <a:pt x="174567" y="95458"/>
                              <a:pt x="167705" y="97061"/>
                            </a:cubicBezTo>
                            <a:cubicBezTo>
                              <a:pt x="163385" y="98074"/>
                              <a:pt x="159031" y="98994"/>
                              <a:pt x="154687" y="99928"/>
                            </a:cubicBezTo>
                            <a:close/>
                            <a:moveTo>
                              <a:pt x="158038" y="101861"/>
                            </a:moveTo>
                            <a:cubicBezTo>
                              <a:pt x="169356" y="99541"/>
                              <a:pt x="180592" y="96839"/>
                              <a:pt x="191745" y="93778"/>
                            </a:cubicBezTo>
                            <a:cubicBezTo>
                              <a:pt x="205465" y="101294"/>
                              <a:pt x="219185" y="108820"/>
                              <a:pt x="232905" y="116341"/>
                            </a:cubicBezTo>
                            <a:cubicBezTo>
                              <a:pt x="226803" y="118510"/>
                              <a:pt x="220715" y="120724"/>
                              <a:pt x="214666" y="123039"/>
                            </a:cubicBezTo>
                            <a:cubicBezTo>
                              <a:pt x="211039" y="124429"/>
                              <a:pt x="207446" y="125891"/>
                              <a:pt x="203847" y="127344"/>
                            </a:cubicBezTo>
                            <a:cubicBezTo>
                              <a:pt x="188549" y="118937"/>
                              <a:pt x="173134" y="110665"/>
                              <a:pt x="158038" y="101861"/>
                            </a:cubicBezTo>
                            <a:close/>
                            <a:moveTo>
                              <a:pt x="206729" y="128928"/>
                            </a:moveTo>
                            <a:cubicBezTo>
                              <a:pt x="216516" y="125189"/>
                              <a:pt x="226352" y="121591"/>
                              <a:pt x="236266" y="118181"/>
                            </a:cubicBezTo>
                            <a:cubicBezTo>
                              <a:pt x="249995" y="125707"/>
                              <a:pt x="263725" y="133238"/>
                              <a:pt x="277454" y="140764"/>
                            </a:cubicBezTo>
                            <a:cubicBezTo>
                              <a:pt x="273188" y="142178"/>
                              <a:pt x="268912" y="143558"/>
                              <a:pt x="264660" y="145006"/>
                            </a:cubicBezTo>
                            <a:cubicBezTo>
                              <a:pt x="258780" y="147006"/>
                              <a:pt x="252935" y="149098"/>
                              <a:pt x="247075" y="151157"/>
                            </a:cubicBezTo>
                            <a:cubicBezTo>
                              <a:pt x="233626" y="143742"/>
                              <a:pt x="220182" y="136328"/>
                              <a:pt x="206729" y="128928"/>
                            </a:cubicBezTo>
                            <a:close/>
                            <a:moveTo>
                              <a:pt x="308691" y="180393"/>
                            </a:moveTo>
                            <a:cubicBezTo>
                              <a:pt x="306754" y="180906"/>
                              <a:pt x="304807" y="181396"/>
                              <a:pt x="302870" y="181909"/>
                            </a:cubicBezTo>
                            <a:cubicBezTo>
                              <a:pt x="293538" y="176766"/>
                              <a:pt x="284210" y="171618"/>
                              <a:pt x="274878" y="166475"/>
                            </a:cubicBezTo>
                            <a:cubicBezTo>
                              <a:pt x="266679" y="161951"/>
                              <a:pt x="258470" y="157438"/>
                              <a:pt x="250271" y="152919"/>
                            </a:cubicBezTo>
                            <a:cubicBezTo>
                              <a:pt x="260441" y="149408"/>
                              <a:pt x="270645" y="145980"/>
                              <a:pt x="280874" y="142643"/>
                            </a:cubicBezTo>
                            <a:cubicBezTo>
                              <a:pt x="284443" y="144599"/>
                              <a:pt x="288012" y="146556"/>
                              <a:pt x="291581" y="148512"/>
                            </a:cubicBezTo>
                            <a:cubicBezTo>
                              <a:pt x="303132" y="154847"/>
                              <a:pt x="314687" y="161172"/>
                              <a:pt x="326223" y="167540"/>
                            </a:cubicBezTo>
                            <a:cubicBezTo>
                              <a:pt x="329525" y="169366"/>
                              <a:pt x="332828" y="171206"/>
                              <a:pt x="336126" y="173046"/>
                            </a:cubicBezTo>
                            <a:cubicBezTo>
                              <a:pt x="326988" y="175512"/>
                              <a:pt x="317844" y="177962"/>
                              <a:pt x="308691" y="180393"/>
                            </a:cubicBezTo>
                            <a:close/>
                            <a:moveTo>
                              <a:pt x="370540" y="163574"/>
                            </a:moveTo>
                            <a:cubicBezTo>
                              <a:pt x="360287" y="166460"/>
                              <a:pt x="350021" y="169283"/>
                              <a:pt x="339744" y="172073"/>
                            </a:cubicBezTo>
                            <a:cubicBezTo>
                              <a:pt x="326528" y="164857"/>
                              <a:pt x="313181" y="157859"/>
                              <a:pt x="299984" y="150658"/>
                            </a:cubicBezTo>
                            <a:lnTo>
                              <a:pt x="283624" y="141737"/>
                            </a:lnTo>
                            <a:cubicBezTo>
                              <a:pt x="297829" y="137131"/>
                              <a:pt x="312086" y="132691"/>
                              <a:pt x="326387" y="128409"/>
                            </a:cubicBezTo>
                            <a:cubicBezTo>
                              <a:pt x="331065" y="130657"/>
                              <a:pt x="335724" y="132957"/>
                              <a:pt x="340412" y="135189"/>
                            </a:cubicBezTo>
                            <a:cubicBezTo>
                              <a:pt x="352926" y="141156"/>
                              <a:pt x="365455" y="147084"/>
                              <a:pt x="377998" y="152977"/>
                            </a:cubicBezTo>
                            <a:cubicBezTo>
                              <a:pt x="381732" y="154731"/>
                              <a:pt x="385456" y="156493"/>
                              <a:pt x="389190" y="158256"/>
                            </a:cubicBezTo>
                            <a:cubicBezTo>
                              <a:pt x="382972" y="160034"/>
                              <a:pt x="376758" y="161825"/>
                              <a:pt x="370540" y="163574"/>
                            </a:cubicBezTo>
                            <a:close/>
                            <a:moveTo>
                              <a:pt x="416988" y="150217"/>
                            </a:moveTo>
                            <a:cubicBezTo>
                              <a:pt x="411893" y="151718"/>
                              <a:pt x="406794" y="153210"/>
                              <a:pt x="401689" y="154687"/>
                            </a:cubicBezTo>
                            <a:cubicBezTo>
                              <a:pt x="398895" y="155496"/>
                              <a:pt x="396086" y="156280"/>
                              <a:pt x="393292" y="157084"/>
                            </a:cubicBezTo>
                            <a:cubicBezTo>
                              <a:pt x="389800" y="155467"/>
                              <a:pt x="386304" y="153849"/>
                              <a:pt x="382822" y="152217"/>
                            </a:cubicBezTo>
                            <a:cubicBezTo>
                              <a:pt x="371920" y="147098"/>
                              <a:pt x="361033" y="141955"/>
                              <a:pt x="350161" y="136788"/>
                            </a:cubicBezTo>
                            <a:cubicBezTo>
                              <a:pt x="343536" y="133640"/>
                              <a:pt x="336945" y="130410"/>
                              <a:pt x="330329" y="127242"/>
                            </a:cubicBezTo>
                            <a:cubicBezTo>
                              <a:pt x="335802" y="125615"/>
                              <a:pt x="341260" y="123964"/>
                              <a:pt x="346747" y="122380"/>
                            </a:cubicBezTo>
                            <a:cubicBezTo>
                              <a:pt x="352132" y="120826"/>
                              <a:pt x="357527" y="119295"/>
                              <a:pt x="362927" y="117789"/>
                            </a:cubicBezTo>
                            <a:cubicBezTo>
                              <a:pt x="365155" y="117169"/>
                              <a:pt x="367595" y="116675"/>
                              <a:pt x="369988" y="116055"/>
                            </a:cubicBezTo>
                            <a:cubicBezTo>
                              <a:pt x="378739" y="120259"/>
                              <a:pt x="387490" y="124472"/>
                              <a:pt x="396246" y="128671"/>
                            </a:cubicBezTo>
                            <a:cubicBezTo>
                              <a:pt x="408266" y="134429"/>
                              <a:pt x="420281" y="140187"/>
                              <a:pt x="432297" y="145946"/>
                            </a:cubicBezTo>
                            <a:cubicBezTo>
                              <a:pt x="427129" y="146861"/>
                              <a:pt x="422001" y="148740"/>
                              <a:pt x="416988" y="150217"/>
                            </a:cubicBezTo>
                            <a:close/>
                          </a:path>
                        </a:pathLst>
                      </a:custGeom>
                      <a:solidFill>
                        <a:srgbClr val="EAEAEA"/>
                      </a:solidFill>
                      <a:ln w="4839" cap="flat">
                        <a:noFill/>
                        <a:prstDash val="solid"/>
                        <a:miter/>
                      </a:ln>
                    </p:spPr>
                    <p:txBody>
                      <a:bodyPr rtlCol="0" anchor="ctr"/>
                      <a:lstStyle/>
                      <a:p>
                        <a:endParaRPr lang="vi-VN"/>
                      </a:p>
                    </p:txBody>
                  </p:sp>
                  <p:sp>
                    <p:nvSpPr>
                      <p:cNvPr id="695" name="Freeform: Shape 694">
                        <a:extLst>
                          <a:ext uri="{FF2B5EF4-FFF2-40B4-BE49-F238E27FC236}">
                            <a16:creationId xmlns:a16="http://schemas.microsoft.com/office/drawing/2014/main" id="{01B3280B-7E50-BAC8-EDB5-2B7060DA0990}"/>
                          </a:ext>
                        </a:extLst>
                      </p:cNvPr>
                      <p:cNvSpPr/>
                      <p:nvPr/>
                    </p:nvSpPr>
                    <p:spPr>
                      <a:xfrm>
                        <a:off x="2267160" y="5642662"/>
                        <a:ext cx="44387" cy="16062"/>
                      </a:xfrm>
                      <a:custGeom>
                        <a:avLst/>
                        <a:gdLst>
                          <a:gd name="connsiteX0" fmla="*/ 44064 w 44387"/>
                          <a:gd name="connsiteY0" fmla="*/ 5430 h 16062"/>
                          <a:gd name="connsiteX1" fmla="*/ 37778 w 44387"/>
                          <a:gd name="connsiteY1" fmla="*/ 6645 h 16062"/>
                          <a:gd name="connsiteX2" fmla="*/ 31424 w 44387"/>
                          <a:gd name="connsiteY2" fmla="*/ 8844 h 16062"/>
                          <a:gd name="connsiteX3" fmla="*/ 19443 w 44387"/>
                          <a:gd name="connsiteY3" fmla="*/ 13595 h 16062"/>
                          <a:gd name="connsiteX4" fmla="*/ 19268 w 44387"/>
                          <a:gd name="connsiteY4" fmla="*/ 13483 h 16062"/>
                          <a:gd name="connsiteX5" fmla="*/ 10246 w 44387"/>
                          <a:gd name="connsiteY5" fmla="*/ 7512 h 16062"/>
                          <a:gd name="connsiteX6" fmla="*/ 5815 w 44387"/>
                          <a:gd name="connsiteY6" fmla="*/ 3739 h 16062"/>
                          <a:gd name="connsiteX7" fmla="*/ 3650 w 44387"/>
                          <a:gd name="connsiteY7" fmla="*/ 1928 h 16062"/>
                          <a:gd name="connsiteX8" fmla="*/ 1626 w 44387"/>
                          <a:gd name="connsiteY8" fmla="*/ 107 h 16062"/>
                          <a:gd name="connsiteX9" fmla="*/ 62 w 44387"/>
                          <a:gd name="connsiteY9" fmla="*/ 1236 h 16062"/>
                          <a:gd name="connsiteX10" fmla="*/ 4657 w 44387"/>
                          <a:gd name="connsiteY10" fmla="*/ 6263 h 16062"/>
                          <a:gd name="connsiteX11" fmla="*/ 9166 w 44387"/>
                          <a:gd name="connsiteY11" fmla="*/ 10084 h 16062"/>
                          <a:gd name="connsiteX12" fmla="*/ 18348 w 44387"/>
                          <a:gd name="connsiteY12" fmla="*/ 15968 h 16062"/>
                          <a:gd name="connsiteX13" fmla="*/ 19927 w 44387"/>
                          <a:gd name="connsiteY13" fmla="*/ 15319 h 16062"/>
                          <a:gd name="connsiteX14" fmla="*/ 32020 w 44387"/>
                          <a:gd name="connsiteY14" fmla="*/ 11222 h 16062"/>
                          <a:gd name="connsiteX15" fmla="*/ 38199 w 44387"/>
                          <a:gd name="connsiteY15" fmla="*/ 9125 h 16062"/>
                          <a:gd name="connsiteX16" fmla="*/ 41415 w 44387"/>
                          <a:gd name="connsiteY16" fmla="*/ 8074 h 16062"/>
                          <a:gd name="connsiteX17" fmla="*/ 44301 w 44387"/>
                          <a:gd name="connsiteY17" fmla="*/ 6364 h 16062"/>
                          <a:gd name="connsiteX18" fmla="*/ 44064 w 44387"/>
                          <a:gd name="connsiteY18" fmla="*/ 5430 h 1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4387" h="16062">
                            <a:moveTo>
                              <a:pt x="44064" y="5430"/>
                            </a:moveTo>
                            <a:cubicBezTo>
                              <a:pt x="42330" y="4553"/>
                              <a:pt x="39473" y="6074"/>
                              <a:pt x="37778" y="6645"/>
                            </a:cubicBezTo>
                            <a:cubicBezTo>
                              <a:pt x="35652" y="7362"/>
                              <a:pt x="33536" y="8093"/>
                              <a:pt x="31424" y="8844"/>
                            </a:cubicBezTo>
                            <a:cubicBezTo>
                              <a:pt x="27366" y="10282"/>
                              <a:pt x="23371" y="11832"/>
                              <a:pt x="19443" y="13595"/>
                            </a:cubicBezTo>
                            <a:cubicBezTo>
                              <a:pt x="19380" y="13561"/>
                              <a:pt x="19341" y="13512"/>
                              <a:pt x="19268" y="13483"/>
                            </a:cubicBezTo>
                            <a:cubicBezTo>
                              <a:pt x="15864" y="12161"/>
                              <a:pt x="13007" y="9851"/>
                              <a:pt x="10246" y="7512"/>
                            </a:cubicBezTo>
                            <a:cubicBezTo>
                              <a:pt x="8764" y="6258"/>
                              <a:pt x="7297" y="4994"/>
                              <a:pt x="5815" y="3739"/>
                            </a:cubicBezTo>
                            <a:cubicBezTo>
                              <a:pt x="5098" y="3134"/>
                              <a:pt x="4352" y="2553"/>
                              <a:pt x="3650" y="1928"/>
                            </a:cubicBezTo>
                            <a:cubicBezTo>
                              <a:pt x="2992" y="1342"/>
                              <a:pt x="2420" y="509"/>
                              <a:pt x="1626" y="107"/>
                            </a:cubicBezTo>
                            <a:cubicBezTo>
                              <a:pt x="928" y="-246"/>
                              <a:pt x="-287" y="311"/>
                              <a:pt x="62" y="1236"/>
                            </a:cubicBezTo>
                            <a:cubicBezTo>
                              <a:pt x="846" y="3313"/>
                              <a:pt x="2996" y="4853"/>
                              <a:pt x="4657" y="6263"/>
                            </a:cubicBezTo>
                            <a:cubicBezTo>
                              <a:pt x="6159" y="7536"/>
                              <a:pt x="7655" y="8815"/>
                              <a:pt x="9166" y="10084"/>
                            </a:cubicBezTo>
                            <a:cubicBezTo>
                              <a:pt x="11965" y="12428"/>
                              <a:pt x="14910" y="14641"/>
                              <a:pt x="18348" y="15968"/>
                            </a:cubicBezTo>
                            <a:cubicBezTo>
                              <a:pt x="19080" y="16249"/>
                              <a:pt x="19656" y="15866"/>
                              <a:pt x="19927" y="15319"/>
                            </a:cubicBezTo>
                            <a:cubicBezTo>
                              <a:pt x="23976" y="14006"/>
                              <a:pt x="27995" y="12616"/>
                              <a:pt x="32020" y="11222"/>
                            </a:cubicBezTo>
                            <a:cubicBezTo>
                              <a:pt x="34073" y="10510"/>
                              <a:pt x="36131" y="9808"/>
                              <a:pt x="38199" y="9125"/>
                            </a:cubicBezTo>
                            <a:cubicBezTo>
                              <a:pt x="39270" y="8771"/>
                              <a:pt x="40345" y="8427"/>
                              <a:pt x="41415" y="8074"/>
                            </a:cubicBezTo>
                            <a:cubicBezTo>
                              <a:pt x="42471" y="7725"/>
                              <a:pt x="43759" y="7406"/>
                              <a:pt x="44301" y="6364"/>
                            </a:cubicBezTo>
                            <a:cubicBezTo>
                              <a:pt x="44461" y="6054"/>
                              <a:pt x="44408" y="5604"/>
                              <a:pt x="44064" y="5430"/>
                            </a:cubicBezTo>
                            <a:close/>
                          </a:path>
                        </a:pathLst>
                      </a:custGeom>
                      <a:solidFill>
                        <a:srgbClr val="B7ABAB"/>
                      </a:solidFill>
                      <a:ln w="4839" cap="flat">
                        <a:noFill/>
                        <a:prstDash val="solid"/>
                        <a:miter/>
                      </a:ln>
                    </p:spPr>
                    <p:txBody>
                      <a:bodyPr rtlCol="0" anchor="ctr"/>
                      <a:lstStyle/>
                      <a:p>
                        <a:endParaRPr lang="vi-VN"/>
                      </a:p>
                    </p:txBody>
                  </p:sp>
                  <p:sp>
                    <p:nvSpPr>
                      <p:cNvPr id="696" name="Freeform: Shape 695">
                        <a:extLst>
                          <a:ext uri="{FF2B5EF4-FFF2-40B4-BE49-F238E27FC236}">
                            <a16:creationId xmlns:a16="http://schemas.microsoft.com/office/drawing/2014/main" id="{193C41A7-FC65-038B-C10C-2BEADD175272}"/>
                          </a:ext>
                        </a:extLst>
                      </p:cNvPr>
                      <p:cNvSpPr/>
                      <p:nvPr/>
                    </p:nvSpPr>
                    <p:spPr>
                      <a:xfrm>
                        <a:off x="2230516" y="5648329"/>
                        <a:ext cx="41064" cy="16264"/>
                      </a:xfrm>
                      <a:custGeom>
                        <a:avLst/>
                        <a:gdLst>
                          <a:gd name="connsiteX0" fmla="*/ 40062 w 41064"/>
                          <a:gd name="connsiteY0" fmla="*/ 10098 h 16264"/>
                          <a:gd name="connsiteX1" fmla="*/ 30105 w 41064"/>
                          <a:gd name="connsiteY1" fmla="*/ 13052 h 16264"/>
                          <a:gd name="connsiteX2" fmla="*/ 24458 w 41064"/>
                          <a:gd name="connsiteY2" fmla="*/ 13802 h 16264"/>
                          <a:gd name="connsiteX3" fmla="*/ 23364 w 41064"/>
                          <a:gd name="connsiteY3" fmla="*/ 13066 h 16264"/>
                          <a:gd name="connsiteX4" fmla="*/ 21364 w 41064"/>
                          <a:gd name="connsiteY4" fmla="*/ 11933 h 16264"/>
                          <a:gd name="connsiteX5" fmla="*/ 12012 w 41064"/>
                          <a:gd name="connsiteY5" fmla="*/ 6223 h 16264"/>
                          <a:gd name="connsiteX6" fmla="*/ 1203 w 41064"/>
                          <a:gd name="connsiteY6" fmla="*/ 68 h 16264"/>
                          <a:gd name="connsiteX7" fmla="*/ 321 w 41064"/>
                          <a:gd name="connsiteY7" fmla="*/ 1632 h 16264"/>
                          <a:gd name="connsiteX8" fmla="*/ 9809 w 41064"/>
                          <a:gd name="connsiteY8" fmla="*/ 7894 h 16264"/>
                          <a:gd name="connsiteX9" fmla="*/ 20371 w 41064"/>
                          <a:gd name="connsiteY9" fmla="*/ 14369 h 16264"/>
                          <a:gd name="connsiteX10" fmla="*/ 24182 w 41064"/>
                          <a:gd name="connsiteY10" fmla="*/ 15832 h 16264"/>
                          <a:gd name="connsiteX11" fmla="*/ 29069 w 41064"/>
                          <a:gd name="connsiteY11" fmla="*/ 16016 h 16264"/>
                          <a:gd name="connsiteX12" fmla="*/ 40702 w 41064"/>
                          <a:gd name="connsiteY12" fmla="*/ 11696 h 16264"/>
                          <a:gd name="connsiteX13" fmla="*/ 40062 w 41064"/>
                          <a:gd name="connsiteY13" fmla="*/ 10098 h 16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064" h="16264">
                            <a:moveTo>
                              <a:pt x="40062" y="10098"/>
                            </a:moveTo>
                            <a:cubicBezTo>
                              <a:pt x="36609" y="10635"/>
                              <a:pt x="33427" y="12006"/>
                              <a:pt x="30105" y="13052"/>
                            </a:cubicBezTo>
                            <a:cubicBezTo>
                              <a:pt x="28401" y="13589"/>
                              <a:pt x="26289" y="14190"/>
                              <a:pt x="24458" y="13802"/>
                            </a:cubicBezTo>
                            <a:cubicBezTo>
                              <a:pt x="23829" y="13672"/>
                              <a:pt x="23848" y="13405"/>
                              <a:pt x="23364" y="13066"/>
                            </a:cubicBezTo>
                            <a:cubicBezTo>
                              <a:pt x="22749" y="12630"/>
                              <a:pt x="22013" y="12325"/>
                              <a:pt x="21364" y="11933"/>
                            </a:cubicBezTo>
                            <a:cubicBezTo>
                              <a:pt x="18235" y="10049"/>
                              <a:pt x="15131" y="8126"/>
                              <a:pt x="12012" y="6223"/>
                            </a:cubicBezTo>
                            <a:cubicBezTo>
                              <a:pt x="8545" y="4107"/>
                              <a:pt x="5024" y="1472"/>
                              <a:pt x="1203" y="68"/>
                            </a:cubicBezTo>
                            <a:cubicBezTo>
                              <a:pt x="191" y="-305"/>
                              <a:pt x="-405" y="949"/>
                              <a:pt x="321" y="1632"/>
                            </a:cubicBezTo>
                            <a:cubicBezTo>
                              <a:pt x="3014" y="4165"/>
                              <a:pt x="6670" y="5967"/>
                              <a:pt x="9809" y="7894"/>
                            </a:cubicBezTo>
                            <a:cubicBezTo>
                              <a:pt x="13329" y="10054"/>
                              <a:pt x="16816" y="12277"/>
                              <a:pt x="20371" y="14369"/>
                            </a:cubicBezTo>
                            <a:cubicBezTo>
                              <a:pt x="21669" y="15134"/>
                              <a:pt x="22855" y="15342"/>
                              <a:pt x="24182" y="15832"/>
                            </a:cubicBezTo>
                            <a:cubicBezTo>
                              <a:pt x="25766" y="16413"/>
                              <a:pt x="27413" y="16340"/>
                              <a:pt x="29069" y="16016"/>
                            </a:cubicBezTo>
                            <a:cubicBezTo>
                              <a:pt x="32982" y="15241"/>
                              <a:pt x="37258" y="13672"/>
                              <a:pt x="40702" y="11696"/>
                            </a:cubicBezTo>
                            <a:cubicBezTo>
                              <a:pt x="41481" y="11240"/>
                              <a:pt x="40881" y="9972"/>
                              <a:pt x="40062" y="10098"/>
                            </a:cubicBezTo>
                            <a:close/>
                          </a:path>
                        </a:pathLst>
                      </a:custGeom>
                      <a:solidFill>
                        <a:srgbClr val="B7ABAB"/>
                      </a:solidFill>
                      <a:ln w="4839" cap="flat">
                        <a:noFill/>
                        <a:prstDash val="solid"/>
                        <a:miter/>
                      </a:ln>
                    </p:spPr>
                    <p:txBody>
                      <a:bodyPr rtlCol="0" anchor="ctr"/>
                      <a:lstStyle/>
                      <a:p>
                        <a:endParaRPr lang="vi-VN"/>
                      </a:p>
                    </p:txBody>
                  </p:sp>
                  <p:sp>
                    <p:nvSpPr>
                      <p:cNvPr id="697" name="Freeform: Shape 696">
                        <a:extLst>
                          <a:ext uri="{FF2B5EF4-FFF2-40B4-BE49-F238E27FC236}">
                            <a16:creationId xmlns:a16="http://schemas.microsoft.com/office/drawing/2014/main" id="{AB1C60D2-2803-12E9-9E28-47F987CE2C56}"/>
                          </a:ext>
                        </a:extLst>
                      </p:cNvPr>
                      <p:cNvSpPr/>
                      <p:nvPr/>
                    </p:nvSpPr>
                    <p:spPr>
                      <a:xfrm>
                        <a:off x="2260779" y="5669711"/>
                        <a:ext cx="41639" cy="14399"/>
                      </a:xfrm>
                      <a:custGeom>
                        <a:avLst/>
                        <a:gdLst>
                          <a:gd name="connsiteX0" fmla="*/ 41001 w 41639"/>
                          <a:gd name="connsiteY0" fmla="*/ 5312 h 14399"/>
                          <a:gd name="connsiteX1" fmla="*/ 41074 w 41639"/>
                          <a:gd name="connsiteY1" fmla="*/ 5317 h 14399"/>
                          <a:gd name="connsiteX2" fmla="*/ 40938 w 41639"/>
                          <a:gd name="connsiteY2" fmla="*/ 5269 h 14399"/>
                          <a:gd name="connsiteX3" fmla="*/ 40503 w 41639"/>
                          <a:gd name="connsiteY3" fmla="*/ 5118 h 14399"/>
                          <a:gd name="connsiteX4" fmla="*/ 40357 w 41639"/>
                          <a:gd name="connsiteY4" fmla="*/ 5094 h 14399"/>
                          <a:gd name="connsiteX5" fmla="*/ 39704 w 41639"/>
                          <a:gd name="connsiteY5" fmla="*/ 5225 h 14399"/>
                          <a:gd name="connsiteX6" fmla="*/ 30797 w 41639"/>
                          <a:gd name="connsiteY6" fmla="*/ 9283 h 14399"/>
                          <a:gd name="connsiteX7" fmla="*/ 26449 w 41639"/>
                          <a:gd name="connsiteY7" fmla="*/ 10954 h 14399"/>
                          <a:gd name="connsiteX8" fmla="*/ 22661 w 41639"/>
                          <a:gd name="connsiteY8" fmla="*/ 12557 h 14399"/>
                          <a:gd name="connsiteX9" fmla="*/ 22337 w 41639"/>
                          <a:gd name="connsiteY9" fmla="*/ 12174 h 14399"/>
                          <a:gd name="connsiteX10" fmla="*/ 19727 w 41639"/>
                          <a:gd name="connsiteY10" fmla="*/ 10969 h 14399"/>
                          <a:gd name="connsiteX11" fmla="*/ 16874 w 41639"/>
                          <a:gd name="connsiteY11" fmla="*/ 9114 h 14399"/>
                          <a:gd name="connsiteX12" fmla="*/ 11992 w 41639"/>
                          <a:gd name="connsiteY12" fmla="*/ 5748 h 14399"/>
                          <a:gd name="connsiteX13" fmla="*/ 1353 w 41639"/>
                          <a:gd name="connsiteY13" fmla="*/ 183 h 14399"/>
                          <a:gd name="connsiteX14" fmla="*/ 292 w 41639"/>
                          <a:gd name="connsiteY14" fmla="*/ 1433 h 14399"/>
                          <a:gd name="connsiteX15" fmla="*/ 11503 w 41639"/>
                          <a:gd name="connsiteY15" fmla="*/ 7981 h 14399"/>
                          <a:gd name="connsiteX16" fmla="*/ 16375 w 41639"/>
                          <a:gd name="connsiteY16" fmla="*/ 11748 h 14399"/>
                          <a:gd name="connsiteX17" fmla="*/ 21848 w 41639"/>
                          <a:gd name="connsiteY17" fmla="*/ 14344 h 14399"/>
                          <a:gd name="connsiteX18" fmla="*/ 22017 w 41639"/>
                          <a:gd name="connsiteY18" fmla="*/ 14281 h 14399"/>
                          <a:gd name="connsiteX19" fmla="*/ 22487 w 41639"/>
                          <a:gd name="connsiteY19" fmla="*/ 14393 h 14399"/>
                          <a:gd name="connsiteX20" fmla="*/ 27437 w 41639"/>
                          <a:gd name="connsiteY20" fmla="*/ 13342 h 14399"/>
                          <a:gd name="connsiteX21" fmla="*/ 31974 w 41639"/>
                          <a:gd name="connsiteY21" fmla="*/ 11748 h 14399"/>
                          <a:gd name="connsiteX22" fmla="*/ 40909 w 41639"/>
                          <a:gd name="connsiteY22" fmla="*/ 7700 h 14399"/>
                          <a:gd name="connsiteX23" fmla="*/ 41001 w 41639"/>
                          <a:gd name="connsiteY23" fmla="*/ 5312 h 14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639" h="14399">
                            <a:moveTo>
                              <a:pt x="41001" y="5312"/>
                            </a:moveTo>
                            <a:cubicBezTo>
                              <a:pt x="41026" y="5312"/>
                              <a:pt x="41050" y="5317"/>
                              <a:pt x="41074" y="5317"/>
                            </a:cubicBezTo>
                            <a:cubicBezTo>
                              <a:pt x="41035" y="5283"/>
                              <a:pt x="40982" y="5293"/>
                              <a:pt x="40938" y="5269"/>
                            </a:cubicBezTo>
                            <a:cubicBezTo>
                              <a:pt x="40808" y="5191"/>
                              <a:pt x="40662" y="5143"/>
                              <a:pt x="40503" y="5118"/>
                            </a:cubicBezTo>
                            <a:cubicBezTo>
                              <a:pt x="40449" y="5114"/>
                              <a:pt x="40411" y="5094"/>
                              <a:pt x="40357" y="5094"/>
                            </a:cubicBezTo>
                            <a:cubicBezTo>
                              <a:pt x="40154" y="5089"/>
                              <a:pt x="39936" y="5118"/>
                              <a:pt x="39704" y="5225"/>
                            </a:cubicBezTo>
                            <a:cubicBezTo>
                              <a:pt x="36740" y="6605"/>
                              <a:pt x="33839" y="8072"/>
                              <a:pt x="30797" y="9283"/>
                            </a:cubicBezTo>
                            <a:cubicBezTo>
                              <a:pt x="29354" y="9855"/>
                              <a:pt x="27892" y="10383"/>
                              <a:pt x="26449" y="10954"/>
                            </a:cubicBezTo>
                            <a:cubicBezTo>
                              <a:pt x="25165" y="11458"/>
                              <a:pt x="23925" y="12015"/>
                              <a:pt x="22661" y="12557"/>
                            </a:cubicBezTo>
                            <a:cubicBezTo>
                              <a:pt x="22569" y="12417"/>
                              <a:pt x="22492" y="12266"/>
                              <a:pt x="22337" y="12174"/>
                            </a:cubicBezTo>
                            <a:cubicBezTo>
                              <a:pt x="21514" y="11680"/>
                              <a:pt x="20579" y="11414"/>
                              <a:pt x="19727" y="10969"/>
                            </a:cubicBezTo>
                            <a:cubicBezTo>
                              <a:pt x="18719" y="10441"/>
                              <a:pt x="17789" y="9782"/>
                              <a:pt x="16874" y="9114"/>
                            </a:cubicBezTo>
                            <a:cubicBezTo>
                              <a:pt x="15281" y="7947"/>
                              <a:pt x="13721" y="6716"/>
                              <a:pt x="11992" y="5748"/>
                            </a:cubicBezTo>
                            <a:cubicBezTo>
                              <a:pt x="8496" y="3791"/>
                              <a:pt x="4549" y="2668"/>
                              <a:pt x="1353" y="183"/>
                            </a:cubicBezTo>
                            <a:cubicBezTo>
                              <a:pt x="524" y="-461"/>
                              <a:pt x="-517" y="745"/>
                              <a:pt x="292" y="1433"/>
                            </a:cubicBezTo>
                            <a:cubicBezTo>
                              <a:pt x="3634" y="4271"/>
                              <a:pt x="7876" y="5598"/>
                              <a:pt x="11503" y="7981"/>
                            </a:cubicBezTo>
                            <a:cubicBezTo>
                              <a:pt x="13222" y="9109"/>
                              <a:pt x="14734" y="10513"/>
                              <a:pt x="16375" y="11748"/>
                            </a:cubicBezTo>
                            <a:cubicBezTo>
                              <a:pt x="17925" y="12915"/>
                              <a:pt x="19838" y="14330"/>
                              <a:pt x="21848" y="14344"/>
                            </a:cubicBezTo>
                            <a:cubicBezTo>
                              <a:pt x="21920" y="14344"/>
                              <a:pt x="21954" y="14296"/>
                              <a:pt x="22017" y="14281"/>
                            </a:cubicBezTo>
                            <a:cubicBezTo>
                              <a:pt x="22148" y="14354"/>
                              <a:pt x="22288" y="14422"/>
                              <a:pt x="22487" y="14393"/>
                            </a:cubicBezTo>
                            <a:cubicBezTo>
                              <a:pt x="24182" y="14121"/>
                              <a:pt x="25780" y="13821"/>
                              <a:pt x="27437" y="13342"/>
                            </a:cubicBezTo>
                            <a:cubicBezTo>
                              <a:pt x="28977" y="12891"/>
                              <a:pt x="30478" y="12334"/>
                              <a:pt x="31974" y="11748"/>
                            </a:cubicBezTo>
                            <a:cubicBezTo>
                              <a:pt x="34991" y="10567"/>
                              <a:pt x="38086" y="9307"/>
                              <a:pt x="40909" y="7700"/>
                            </a:cubicBezTo>
                            <a:cubicBezTo>
                              <a:pt x="41975" y="7104"/>
                              <a:pt x="41757" y="5825"/>
                              <a:pt x="41001" y="5312"/>
                            </a:cubicBezTo>
                            <a:close/>
                          </a:path>
                        </a:pathLst>
                      </a:custGeom>
                      <a:solidFill>
                        <a:srgbClr val="B7ABAB"/>
                      </a:solidFill>
                      <a:ln w="4839" cap="flat">
                        <a:noFill/>
                        <a:prstDash val="solid"/>
                        <a:miter/>
                      </a:ln>
                    </p:spPr>
                    <p:txBody>
                      <a:bodyPr rtlCol="0" anchor="ctr"/>
                      <a:lstStyle/>
                      <a:p>
                        <a:endParaRPr lang="vi-VN"/>
                      </a:p>
                    </p:txBody>
                  </p:sp>
                  <p:sp>
                    <p:nvSpPr>
                      <p:cNvPr id="698" name="Freeform: Shape 697">
                        <a:extLst>
                          <a:ext uri="{FF2B5EF4-FFF2-40B4-BE49-F238E27FC236}">
                            <a16:creationId xmlns:a16="http://schemas.microsoft.com/office/drawing/2014/main" id="{FF5C9EDC-1A6F-94BF-6478-FD1D46A3F60B}"/>
                          </a:ext>
                        </a:extLst>
                      </p:cNvPr>
                      <p:cNvSpPr/>
                      <p:nvPr/>
                    </p:nvSpPr>
                    <p:spPr>
                      <a:xfrm>
                        <a:off x="2346467" y="5687698"/>
                        <a:ext cx="10413" cy="4706"/>
                      </a:xfrm>
                      <a:custGeom>
                        <a:avLst/>
                        <a:gdLst>
                          <a:gd name="connsiteX0" fmla="*/ 10363 w 10413"/>
                          <a:gd name="connsiteY0" fmla="*/ 3864 h 4706"/>
                          <a:gd name="connsiteX1" fmla="*/ 8184 w 10413"/>
                          <a:gd name="connsiteY1" fmla="*/ 2765 h 4706"/>
                          <a:gd name="connsiteX2" fmla="*/ 7007 w 10413"/>
                          <a:gd name="connsiteY2" fmla="*/ 2324 h 4706"/>
                          <a:gd name="connsiteX3" fmla="*/ 5743 w 10413"/>
                          <a:gd name="connsiteY3" fmla="*/ 1675 h 4706"/>
                          <a:gd name="connsiteX4" fmla="*/ 1147 w 10413"/>
                          <a:gd name="connsiteY4" fmla="*/ 62 h 4706"/>
                          <a:gd name="connsiteX5" fmla="*/ 77 w 10413"/>
                          <a:gd name="connsiteY5" fmla="*/ 430 h 4706"/>
                          <a:gd name="connsiteX6" fmla="*/ 445 w 10413"/>
                          <a:gd name="connsiteY6" fmla="*/ 1501 h 4706"/>
                          <a:gd name="connsiteX7" fmla="*/ 5142 w 10413"/>
                          <a:gd name="connsiteY7" fmla="*/ 3297 h 4706"/>
                          <a:gd name="connsiteX8" fmla="*/ 6319 w 10413"/>
                          <a:gd name="connsiteY8" fmla="*/ 3602 h 4706"/>
                          <a:gd name="connsiteX9" fmla="*/ 7472 w 10413"/>
                          <a:gd name="connsiteY9" fmla="*/ 3946 h 4706"/>
                          <a:gd name="connsiteX10" fmla="*/ 8649 w 10413"/>
                          <a:gd name="connsiteY10" fmla="*/ 4426 h 4706"/>
                          <a:gd name="connsiteX11" fmla="*/ 10077 w 10413"/>
                          <a:gd name="connsiteY11" fmla="*/ 4614 h 4706"/>
                          <a:gd name="connsiteX12" fmla="*/ 10363 w 10413"/>
                          <a:gd name="connsiteY12" fmla="*/ 3864 h 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13" h="4706">
                            <a:moveTo>
                              <a:pt x="10363" y="3864"/>
                            </a:moveTo>
                            <a:cubicBezTo>
                              <a:pt x="10005" y="3133"/>
                              <a:pt x="8900" y="2997"/>
                              <a:pt x="8184" y="2765"/>
                            </a:cubicBezTo>
                            <a:cubicBezTo>
                              <a:pt x="7791" y="2639"/>
                              <a:pt x="7351" y="2547"/>
                              <a:pt x="7007" y="2324"/>
                            </a:cubicBezTo>
                            <a:cubicBezTo>
                              <a:pt x="6610" y="2067"/>
                              <a:pt x="6188" y="1849"/>
                              <a:pt x="5743" y="1675"/>
                            </a:cubicBezTo>
                            <a:cubicBezTo>
                              <a:pt x="4232" y="1089"/>
                              <a:pt x="2672" y="600"/>
                              <a:pt x="1147" y="62"/>
                            </a:cubicBezTo>
                            <a:cubicBezTo>
                              <a:pt x="740" y="-78"/>
                              <a:pt x="280" y="9"/>
                              <a:pt x="77" y="430"/>
                            </a:cubicBezTo>
                            <a:cubicBezTo>
                              <a:pt x="-103" y="793"/>
                              <a:pt x="38" y="1346"/>
                              <a:pt x="445" y="1501"/>
                            </a:cubicBezTo>
                            <a:cubicBezTo>
                              <a:pt x="2004" y="2096"/>
                              <a:pt x="3554" y="2779"/>
                              <a:pt x="5142" y="3297"/>
                            </a:cubicBezTo>
                            <a:cubicBezTo>
                              <a:pt x="5515" y="3418"/>
                              <a:pt x="5932" y="3549"/>
                              <a:pt x="6319" y="3602"/>
                            </a:cubicBezTo>
                            <a:cubicBezTo>
                              <a:pt x="6740" y="3660"/>
                              <a:pt x="7075" y="3782"/>
                              <a:pt x="7472" y="3946"/>
                            </a:cubicBezTo>
                            <a:cubicBezTo>
                              <a:pt x="7864" y="4106"/>
                              <a:pt x="8256" y="4266"/>
                              <a:pt x="8649" y="4426"/>
                            </a:cubicBezTo>
                            <a:cubicBezTo>
                              <a:pt x="9138" y="4629"/>
                              <a:pt x="9554" y="4828"/>
                              <a:pt x="10077" y="4614"/>
                            </a:cubicBezTo>
                            <a:cubicBezTo>
                              <a:pt x="10363" y="4513"/>
                              <a:pt x="10494" y="4130"/>
                              <a:pt x="10363" y="3864"/>
                            </a:cubicBezTo>
                            <a:close/>
                          </a:path>
                        </a:pathLst>
                      </a:custGeom>
                      <a:solidFill>
                        <a:srgbClr val="B7ABAB"/>
                      </a:solidFill>
                      <a:ln w="4839" cap="flat">
                        <a:noFill/>
                        <a:prstDash val="solid"/>
                        <a:miter/>
                      </a:ln>
                    </p:spPr>
                    <p:txBody>
                      <a:bodyPr rtlCol="0" anchor="ctr"/>
                      <a:lstStyle/>
                      <a:p>
                        <a:endParaRPr lang="vi-VN"/>
                      </a:p>
                    </p:txBody>
                  </p:sp>
                  <p:sp>
                    <p:nvSpPr>
                      <p:cNvPr id="699" name="Freeform: Shape 698">
                        <a:extLst>
                          <a:ext uri="{FF2B5EF4-FFF2-40B4-BE49-F238E27FC236}">
                            <a16:creationId xmlns:a16="http://schemas.microsoft.com/office/drawing/2014/main" id="{E60735BC-79E2-A7F7-875C-4A1A84B86173}"/>
                          </a:ext>
                        </a:extLst>
                      </p:cNvPr>
                      <p:cNvSpPr/>
                      <p:nvPr/>
                    </p:nvSpPr>
                    <p:spPr>
                      <a:xfrm>
                        <a:off x="2357782" y="5684249"/>
                        <a:ext cx="19879" cy="8841"/>
                      </a:xfrm>
                      <a:custGeom>
                        <a:avLst/>
                        <a:gdLst>
                          <a:gd name="connsiteX0" fmla="*/ 18966 w 19879"/>
                          <a:gd name="connsiteY0" fmla="*/ 1 h 8841"/>
                          <a:gd name="connsiteX1" fmla="*/ 14278 w 19879"/>
                          <a:gd name="connsiteY1" fmla="*/ 1405 h 8841"/>
                          <a:gd name="connsiteX2" fmla="*/ 9842 w 19879"/>
                          <a:gd name="connsiteY2" fmla="*/ 3270 h 8841"/>
                          <a:gd name="connsiteX3" fmla="*/ 534 w 19879"/>
                          <a:gd name="connsiteY3" fmla="*/ 7047 h 8841"/>
                          <a:gd name="connsiteX4" fmla="*/ 1028 w 19879"/>
                          <a:gd name="connsiteY4" fmla="*/ 8810 h 8841"/>
                          <a:gd name="connsiteX5" fmla="*/ 10598 w 19879"/>
                          <a:gd name="connsiteY5" fmla="*/ 5817 h 8841"/>
                          <a:gd name="connsiteX6" fmla="*/ 15194 w 19879"/>
                          <a:gd name="connsiteY6" fmla="*/ 4020 h 8841"/>
                          <a:gd name="connsiteX7" fmla="*/ 17397 w 19879"/>
                          <a:gd name="connsiteY7" fmla="*/ 3047 h 8841"/>
                          <a:gd name="connsiteX8" fmla="*/ 19673 w 19879"/>
                          <a:gd name="connsiteY8" fmla="*/ 1357 h 8841"/>
                          <a:gd name="connsiteX9" fmla="*/ 18966 w 19879"/>
                          <a:gd name="connsiteY9" fmla="*/ 1 h 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79" h="8841">
                            <a:moveTo>
                              <a:pt x="18966" y="1"/>
                            </a:moveTo>
                            <a:cubicBezTo>
                              <a:pt x="17237" y="68"/>
                              <a:pt x="15857" y="756"/>
                              <a:pt x="14278" y="1405"/>
                            </a:cubicBezTo>
                            <a:cubicBezTo>
                              <a:pt x="12797" y="2015"/>
                              <a:pt x="11329" y="2664"/>
                              <a:pt x="9842" y="3270"/>
                            </a:cubicBezTo>
                            <a:cubicBezTo>
                              <a:pt x="6743" y="4538"/>
                              <a:pt x="3663" y="5841"/>
                              <a:pt x="534" y="7047"/>
                            </a:cubicBezTo>
                            <a:cubicBezTo>
                              <a:pt x="-420" y="7415"/>
                              <a:pt x="2" y="9091"/>
                              <a:pt x="1028" y="8810"/>
                            </a:cubicBezTo>
                            <a:cubicBezTo>
                              <a:pt x="4259" y="7938"/>
                              <a:pt x="7460" y="6984"/>
                              <a:pt x="10598" y="5817"/>
                            </a:cubicBezTo>
                            <a:cubicBezTo>
                              <a:pt x="12138" y="5245"/>
                              <a:pt x="13683" y="4669"/>
                              <a:pt x="15194" y="4020"/>
                            </a:cubicBezTo>
                            <a:cubicBezTo>
                              <a:pt x="15930" y="3705"/>
                              <a:pt x="16666" y="3376"/>
                              <a:pt x="17397" y="3047"/>
                            </a:cubicBezTo>
                            <a:cubicBezTo>
                              <a:pt x="18332" y="2626"/>
                              <a:pt x="18966" y="2112"/>
                              <a:pt x="19673" y="1357"/>
                            </a:cubicBezTo>
                            <a:cubicBezTo>
                              <a:pt x="20196" y="814"/>
                              <a:pt x="19640" y="-28"/>
                              <a:pt x="18966" y="1"/>
                            </a:cubicBezTo>
                            <a:close/>
                          </a:path>
                        </a:pathLst>
                      </a:custGeom>
                      <a:solidFill>
                        <a:srgbClr val="B7ABAB"/>
                      </a:solidFill>
                      <a:ln w="4839" cap="flat">
                        <a:noFill/>
                        <a:prstDash val="solid"/>
                        <a:miter/>
                      </a:ln>
                    </p:spPr>
                    <p:txBody>
                      <a:bodyPr rtlCol="0" anchor="ctr"/>
                      <a:lstStyle/>
                      <a:p>
                        <a:endParaRPr lang="vi-VN"/>
                      </a:p>
                    </p:txBody>
                  </p:sp>
                  <p:sp>
                    <p:nvSpPr>
                      <p:cNvPr id="700" name="Freeform: Shape 699">
                        <a:extLst>
                          <a:ext uri="{FF2B5EF4-FFF2-40B4-BE49-F238E27FC236}">
                            <a16:creationId xmlns:a16="http://schemas.microsoft.com/office/drawing/2014/main" id="{0E6EAECE-4319-4413-054B-26C683C340F1}"/>
                          </a:ext>
                        </a:extLst>
                      </p:cNvPr>
                      <p:cNvSpPr/>
                      <p:nvPr/>
                    </p:nvSpPr>
                    <p:spPr>
                      <a:xfrm>
                        <a:off x="2372074" y="5670263"/>
                        <a:ext cx="37910" cy="12315"/>
                      </a:xfrm>
                      <a:custGeom>
                        <a:avLst/>
                        <a:gdLst>
                          <a:gd name="connsiteX0" fmla="*/ 37335 w 37910"/>
                          <a:gd name="connsiteY0" fmla="*/ 5666 h 12315"/>
                          <a:gd name="connsiteX1" fmla="*/ 29121 w 37910"/>
                          <a:gd name="connsiteY1" fmla="*/ 7628 h 12315"/>
                          <a:gd name="connsiteX2" fmla="*/ 23475 w 37910"/>
                          <a:gd name="connsiteY2" fmla="*/ 9909 h 12315"/>
                          <a:gd name="connsiteX3" fmla="*/ 18525 w 37910"/>
                          <a:gd name="connsiteY3" fmla="*/ 8969 h 12315"/>
                          <a:gd name="connsiteX4" fmla="*/ 1173 w 37910"/>
                          <a:gd name="connsiteY4" fmla="*/ 102 h 12315"/>
                          <a:gd name="connsiteX5" fmla="*/ 480 w 37910"/>
                          <a:gd name="connsiteY5" fmla="*/ 1700 h 12315"/>
                          <a:gd name="connsiteX6" fmla="*/ 10525 w 37910"/>
                          <a:gd name="connsiteY6" fmla="*/ 6882 h 12315"/>
                          <a:gd name="connsiteX7" fmla="*/ 15353 w 37910"/>
                          <a:gd name="connsiteY7" fmla="*/ 9526 h 12315"/>
                          <a:gd name="connsiteX8" fmla="*/ 20157 w 37910"/>
                          <a:gd name="connsiteY8" fmla="*/ 12112 h 12315"/>
                          <a:gd name="connsiteX9" fmla="*/ 23484 w 37910"/>
                          <a:gd name="connsiteY9" fmla="*/ 12025 h 12315"/>
                          <a:gd name="connsiteX10" fmla="*/ 28012 w 37910"/>
                          <a:gd name="connsiteY10" fmla="*/ 10935 h 12315"/>
                          <a:gd name="connsiteX11" fmla="*/ 33727 w 37910"/>
                          <a:gd name="connsiteY11" fmla="*/ 9255 h 12315"/>
                          <a:gd name="connsiteX12" fmla="*/ 37742 w 37910"/>
                          <a:gd name="connsiteY12" fmla="*/ 7071 h 12315"/>
                          <a:gd name="connsiteX13" fmla="*/ 37335 w 37910"/>
                          <a:gd name="connsiteY13" fmla="*/ 5666 h 12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10" h="12315">
                            <a:moveTo>
                              <a:pt x="37335" y="5666"/>
                            </a:moveTo>
                            <a:cubicBezTo>
                              <a:pt x="34792" y="4814"/>
                              <a:pt x="31470" y="6727"/>
                              <a:pt x="29121" y="7628"/>
                            </a:cubicBezTo>
                            <a:cubicBezTo>
                              <a:pt x="27262" y="8340"/>
                              <a:pt x="25358" y="9318"/>
                              <a:pt x="23475" y="9909"/>
                            </a:cubicBezTo>
                            <a:cubicBezTo>
                              <a:pt x="21518" y="10524"/>
                              <a:pt x="20249" y="9768"/>
                              <a:pt x="18525" y="8969"/>
                            </a:cubicBezTo>
                            <a:cubicBezTo>
                              <a:pt x="12631" y="6233"/>
                              <a:pt x="6931" y="3104"/>
                              <a:pt x="1173" y="102"/>
                            </a:cubicBezTo>
                            <a:cubicBezTo>
                              <a:pt x="180" y="-416"/>
                              <a:pt x="-507" y="1187"/>
                              <a:pt x="480" y="1700"/>
                            </a:cubicBezTo>
                            <a:cubicBezTo>
                              <a:pt x="3822" y="3443"/>
                              <a:pt x="7159" y="5187"/>
                              <a:pt x="10525" y="6882"/>
                            </a:cubicBezTo>
                            <a:cubicBezTo>
                              <a:pt x="12162" y="7710"/>
                              <a:pt x="13755" y="8630"/>
                              <a:pt x="15353" y="9526"/>
                            </a:cubicBezTo>
                            <a:cubicBezTo>
                              <a:pt x="16917" y="10403"/>
                              <a:pt x="18452" y="11521"/>
                              <a:pt x="20157" y="12112"/>
                            </a:cubicBezTo>
                            <a:cubicBezTo>
                              <a:pt x="21329" y="12519"/>
                              <a:pt x="22303" y="12224"/>
                              <a:pt x="23484" y="12025"/>
                            </a:cubicBezTo>
                            <a:cubicBezTo>
                              <a:pt x="25019" y="11768"/>
                              <a:pt x="26516" y="11352"/>
                              <a:pt x="28012" y="10935"/>
                            </a:cubicBezTo>
                            <a:cubicBezTo>
                              <a:pt x="29925" y="10398"/>
                              <a:pt x="31833" y="9855"/>
                              <a:pt x="33727" y="9255"/>
                            </a:cubicBezTo>
                            <a:cubicBezTo>
                              <a:pt x="35199" y="8790"/>
                              <a:pt x="36822" y="8393"/>
                              <a:pt x="37742" y="7071"/>
                            </a:cubicBezTo>
                            <a:cubicBezTo>
                              <a:pt x="38071" y="6601"/>
                              <a:pt x="37911" y="5860"/>
                              <a:pt x="37335" y="5666"/>
                            </a:cubicBezTo>
                            <a:close/>
                          </a:path>
                        </a:pathLst>
                      </a:custGeom>
                      <a:solidFill>
                        <a:srgbClr val="B7ABAB"/>
                      </a:solidFill>
                      <a:ln w="4839" cap="flat">
                        <a:noFill/>
                        <a:prstDash val="solid"/>
                        <a:miter/>
                      </a:ln>
                    </p:spPr>
                    <p:txBody>
                      <a:bodyPr rtlCol="0" anchor="ctr"/>
                      <a:lstStyle/>
                      <a:p>
                        <a:endParaRPr lang="vi-VN"/>
                      </a:p>
                    </p:txBody>
                  </p:sp>
                  <p:sp>
                    <p:nvSpPr>
                      <p:cNvPr id="701" name="Freeform: Shape 700">
                        <a:extLst>
                          <a:ext uri="{FF2B5EF4-FFF2-40B4-BE49-F238E27FC236}">
                            <a16:creationId xmlns:a16="http://schemas.microsoft.com/office/drawing/2014/main" id="{5D9991CD-ED2F-5689-568A-BCA6AFB37BED}"/>
                          </a:ext>
                        </a:extLst>
                      </p:cNvPr>
                      <p:cNvSpPr/>
                      <p:nvPr/>
                    </p:nvSpPr>
                    <p:spPr>
                      <a:xfrm>
                        <a:off x="2367594" y="5698032"/>
                        <a:ext cx="39022" cy="20076"/>
                      </a:xfrm>
                      <a:custGeom>
                        <a:avLst/>
                        <a:gdLst>
                          <a:gd name="connsiteX0" fmla="*/ 38231 w 39022"/>
                          <a:gd name="connsiteY0" fmla="*/ 18481 h 20076"/>
                          <a:gd name="connsiteX1" fmla="*/ 28996 w 39022"/>
                          <a:gd name="connsiteY1" fmla="*/ 14243 h 20076"/>
                          <a:gd name="connsiteX2" fmla="*/ 19775 w 39022"/>
                          <a:gd name="connsiteY2" fmla="*/ 9013 h 20076"/>
                          <a:gd name="connsiteX3" fmla="*/ 1173 w 39022"/>
                          <a:gd name="connsiteY3" fmla="*/ 73 h 20076"/>
                          <a:gd name="connsiteX4" fmla="*/ 476 w 39022"/>
                          <a:gd name="connsiteY4" fmla="*/ 1594 h 20076"/>
                          <a:gd name="connsiteX5" fmla="*/ 20235 w 39022"/>
                          <a:gd name="connsiteY5" fmla="*/ 11507 h 20076"/>
                          <a:gd name="connsiteX6" fmla="*/ 29717 w 39022"/>
                          <a:gd name="connsiteY6" fmla="*/ 16970 h 20076"/>
                          <a:gd name="connsiteX7" fmla="*/ 38299 w 39022"/>
                          <a:gd name="connsiteY7" fmla="*/ 20050 h 20076"/>
                          <a:gd name="connsiteX8" fmla="*/ 38231 w 39022"/>
                          <a:gd name="connsiteY8" fmla="*/ 18481 h 20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22" h="20076">
                            <a:moveTo>
                              <a:pt x="38231" y="18481"/>
                            </a:moveTo>
                            <a:cubicBezTo>
                              <a:pt x="34802" y="18219"/>
                              <a:pt x="31863" y="15948"/>
                              <a:pt x="28996" y="14243"/>
                            </a:cubicBezTo>
                            <a:cubicBezTo>
                              <a:pt x="25964" y="12432"/>
                              <a:pt x="22899" y="10664"/>
                              <a:pt x="19775" y="9013"/>
                            </a:cubicBezTo>
                            <a:cubicBezTo>
                              <a:pt x="13702" y="5792"/>
                              <a:pt x="7508" y="2741"/>
                              <a:pt x="1173" y="73"/>
                            </a:cubicBezTo>
                            <a:cubicBezTo>
                              <a:pt x="185" y="-344"/>
                              <a:pt x="-507" y="1138"/>
                              <a:pt x="476" y="1594"/>
                            </a:cubicBezTo>
                            <a:cubicBezTo>
                              <a:pt x="7178" y="4693"/>
                              <a:pt x="13760" y="7952"/>
                              <a:pt x="20235" y="11507"/>
                            </a:cubicBezTo>
                            <a:cubicBezTo>
                              <a:pt x="23431" y="13265"/>
                              <a:pt x="26599" y="15081"/>
                              <a:pt x="29717" y="16970"/>
                            </a:cubicBezTo>
                            <a:cubicBezTo>
                              <a:pt x="32405" y="18592"/>
                              <a:pt x="35030" y="20311"/>
                              <a:pt x="38299" y="20050"/>
                            </a:cubicBezTo>
                            <a:cubicBezTo>
                              <a:pt x="39335" y="19968"/>
                              <a:pt x="39209" y="18558"/>
                              <a:pt x="38231" y="18481"/>
                            </a:cubicBezTo>
                            <a:close/>
                          </a:path>
                        </a:pathLst>
                      </a:custGeom>
                      <a:solidFill>
                        <a:srgbClr val="B7ABAB"/>
                      </a:solidFill>
                      <a:ln w="4839" cap="flat">
                        <a:noFill/>
                        <a:prstDash val="solid"/>
                        <a:miter/>
                      </a:ln>
                    </p:spPr>
                    <p:txBody>
                      <a:bodyPr rtlCol="0" anchor="ctr"/>
                      <a:lstStyle/>
                      <a:p>
                        <a:endParaRPr lang="vi-VN"/>
                      </a:p>
                    </p:txBody>
                  </p:sp>
                  <p:sp>
                    <p:nvSpPr>
                      <p:cNvPr id="702" name="Freeform: Shape 701">
                        <a:extLst>
                          <a:ext uri="{FF2B5EF4-FFF2-40B4-BE49-F238E27FC236}">
                            <a16:creationId xmlns:a16="http://schemas.microsoft.com/office/drawing/2014/main" id="{64B27C3E-17D3-D2BB-E776-72E8DA3B02BA}"/>
                          </a:ext>
                        </a:extLst>
                      </p:cNvPr>
                      <p:cNvSpPr/>
                      <p:nvPr/>
                    </p:nvSpPr>
                    <p:spPr>
                      <a:xfrm>
                        <a:off x="2412068" y="5709518"/>
                        <a:ext cx="14778" cy="6788"/>
                      </a:xfrm>
                      <a:custGeom>
                        <a:avLst/>
                        <a:gdLst>
                          <a:gd name="connsiteX0" fmla="*/ 13690 w 14778"/>
                          <a:gd name="connsiteY0" fmla="*/ 21 h 6788"/>
                          <a:gd name="connsiteX1" fmla="*/ 10141 w 14778"/>
                          <a:gd name="connsiteY1" fmla="*/ 1275 h 6788"/>
                          <a:gd name="connsiteX2" fmla="*/ 6949 w 14778"/>
                          <a:gd name="connsiteY2" fmla="*/ 2655 h 6788"/>
                          <a:gd name="connsiteX3" fmla="*/ 503 w 14778"/>
                          <a:gd name="connsiteY3" fmla="*/ 5270 h 6788"/>
                          <a:gd name="connsiteX4" fmla="*/ 949 w 14778"/>
                          <a:gd name="connsiteY4" fmla="*/ 6738 h 6788"/>
                          <a:gd name="connsiteX5" fmla="*/ 7511 w 14778"/>
                          <a:gd name="connsiteY5" fmla="*/ 4374 h 6788"/>
                          <a:gd name="connsiteX6" fmla="*/ 11143 w 14778"/>
                          <a:gd name="connsiteY6" fmla="*/ 3144 h 6788"/>
                          <a:gd name="connsiteX7" fmla="*/ 14272 w 14778"/>
                          <a:gd name="connsiteY7" fmla="*/ 1861 h 6788"/>
                          <a:gd name="connsiteX8" fmla="*/ 13690 w 14778"/>
                          <a:gd name="connsiteY8" fmla="*/ 21 h 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78" h="6788">
                            <a:moveTo>
                              <a:pt x="13690" y="21"/>
                            </a:moveTo>
                            <a:cubicBezTo>
                              <a:pt x="12485" y="234"/>
                              <a:pt x="11288" y="844"/>
                              <a:pt x="10141" y="1275"/>
                            </a:cubicBezTo>
                            <a:cubicBezTo>
                              <a:pt x="9056" y="1687"/>
                              <a:pt x="8019" y="2205"/>
                              <a:pt x="6949" y="2655"/>
                            </a:cubicBezTo>
                            <a:cubicBezTo>
                              <a:pt x="4813" y="3556"/>
                              <a:pt x="2649" y="4399"/>
                              <a:pt x="503" y="5270"/>
                            </a:cubicBezTo>
                            <a:cubicBezTo>
                              <a:pt x="-398" y="5638"/>
                              <a:pt x="9" y="7077"/>
                              <a:pt x="949" y="6738"/>
                            </a:cubicBezTo>
                            <a:cubicBezTo>
                              <a:pt x="3138" y="5948"/>
                              <a:pt x="5322" y="5164"/>
                              <a:pt x="7511" y="4374"/>
                            </a:cubicBezTo>
                            <a:cubicBezTo>
                              <a:pt x="8717" y="3938"/>
                              <a:pt x="9947" y="3609"/>
                              <a:pt x="11143" y="3144"/>
                            </a:cubicBezTo>
                            <a:cubicBezTo>
                              <a:pt x="12160" y="2752"/>
                              <a:pt x="13356" y="2452"/>
                              <a:pt x="14272" y="1861"/>
                            </a:cubicBezTo>
                            <a:cubicBezTo>
                              <a:pt x="15134" y="1304"/>
                              <a:pt x="14867" y="-193"/>
                              <a:pt x="13690" y="21"/>
                            </a:cubicBezTo>
                            <a:close/>
                          </a:path>
                        </a:pathLst>
                      </a:custGeom>
                      <a:solidFill>
                        <a:srgbClr val="B7ABAB"/>
                      </a:solidFill>
                      <a:ln w="4839" cap="flat">
                        <a:noFill/>
                        <a:prstDash val="solid"/>
                        <a:miter/>
                      </a:ln>
                    </p:spPr>
                    <p:txBody>
                      <a:bodyPr rtlCol="0" anchor="ctr"/>
                      <a:lstStyle/>
                      <a:p>
                        <a:endParaRPr lang="vi-VN"/>
                      </a:p>
                    </p:txBody>
                  </p:sp>
                  <p:sp>
                    <p:nvSpPr>
                      <p:cNvPr id="703" name="Freeform: Shape 702">
                        <a:extLst>
                          <a:ext uri="{FF2B5EF4-FFF2-40B4-BE49-F238E27FC236}">
                            <a16:creationId xmlns:a16="http://schemas.microsoft.com/office/drawing/2014/main" id="{0AD538D2-0427-A815-98F6-1B32C7B893CF}"/>
                          </a:ext>
                        </a:extLst>
                      </p:cNvPr>
                      <p:cNvSpPr/>
                      <p:nvPr/>
                    </p:nvSpPr>
                    <p:spPr>
                      <a:xfrm>
                        <a:off x="2291365" y="5690184"/>
                        <a:ext cx="18523" cy="10718"/>
                      </a:xfrm>
                      <a:custGeom>
                        <a:avLst/>
                        <a:gdLst>
                          <a:gd name="connsiteX0" fmla="*/ 18169 w 18523"/>
                          <a:gd name="connsiteY0" fmla="*/ 8744 h 10718"/>
                          <a:gd name="connsiteX1" fmla="*/ 14135 w 18523"/>
                          <a:gd name="connsiteY1" fmla="*/ 6550 h 10718"/>
                          <a:gd name="connsiteX2" fmla="*/ 9926 w 18523"/>
                          <a:gd name="connsiteY2" fmla="*/ 4409 h 10718"/>
                          <a:gd name="connsiteX3" fmla="*/ 1156 w 18523"/>
                          <a:gd name="connsiteY3" fmla="*/ 94 h 10718"/>
                          <a:gd name="connsiteX4" fmla="*/ 463 w 18523"/>
                          <a:gd name="connsiteY4" fmla="*/ 1654 h 10718"/>
                          <a:gd name="connsiteX5" fmla="*/ 8711 w 18523"/>
                          <a:gd name="connsiteY5" fmla="*/ 6259 h 10718"/>
                          <a:gd name="connsiteX6" fmla="*/ 12793 w 18523"/>
                          <a:gd name="connsiteY6" fmla="*/ 8463 h 10718"/>
                          <a:gd name="connsiteX7" fmla="*/ 17138 w 18523"/>
                          <a:gd name="connsiteY7" fmla="*/ 10671 h 10718"/>
                          <a:gd name="connsiteX8" fmla="*/ 18169 w 18523"/>
                          <a:gd name="connsiteY8" fmla="*/ 8744 h 10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23" h="10718">
                            <a:moveTo>
                              <a:pt x="18169" y="8744"/>
                            </a:moveTo>
                            <a:cubicBezTo>
                              <a:pt x="17007" y="7809"/>
                              <a:pt x="15457" y="7223"/>
                              <a:pt x="14135" y="6550"/>
                            </a:cubicBezTo>
                            <a:cubicBezTo>
                              <a:pt x="12735" y="5838"/>
                              <a:pt x="11331" y="5121"/>
                              <a:pt x="9926" y="4409"/>
                            </a:cubicBezTo>
                            <a:cubicBezTo>
                              <a:pt x="7021" y="2932"/>
                              <a:pt x="4091" y="1513"/>
                              <a:pt x="1156" y="94"/>
                            </a:cubicBezTo>
                            <a:cubicBezTo>
                              <a:pt x="153" y="-390"/>
                              <a:pt x="-481" y="1121"/>
                              <a:pt x="463" y="1654"/>
                            </a:cubicBezTo>
                            <a:cubicBezTo>
                              <a:pt x="3204" y="3204"/>
                              <a:pt x="5941" y="4763"/>
                              <a:pt x="8711" y="6259"/>
                            </a:cubicBezTo>
                            <a:cubicBezTo>
                              <a:pt x="10072" y="6995"/>
                              <a:pt x="11433" y="7727"/>
                              <a:pt x="12793" y="8463"/>
                            </a:cubicBezTo>
                            <a:cubicBezTo>
                              <a:pt x="14193" y="9218"/>
                              <a:pt x="15622" y="10182"/>
                              <a:pt x="17138" y="10671"/>
                            </a:cubicBezTo>
                            <a:cubicBezTo>
                              <a:pt x="18188" y="11010"/>
                              <a:pt x="19026" y="9436"/>
                              <a:pt x="18169" y="8744"/>
                            </a:cubicBezTo>
                            <a:close/>
                          </a:path>
                        </a:pathLst>
                      </a:custGeom>
                      <a:solidFill>
                        <a:srgbClr val="B7ABAB"/>
                      </a:solidFill>
                      <a:ln w="4839" cap="flat">
                        <a:noFill/>
                        <a:prstDash val="solid"/>
                        <a:miter/>
                      </a:ln>
                    </p:spPr>
                    <p:txBody>
                      <a:bodyPr rtlCol="0" anchor="ctr"/>
                      <a:lstStyle/>
                      <a:p>
                        <a:endParaRPr lang="vi-VN"/>
                      </a:p>
                    </p:txBody>
                  </p:sp>
                  <p:sp>
                    <p:nvSpPr>
                      <p:cNvPr id="704" name="Freeform: Shape 703">
                        <a:extLst>
                          <a:ext uri="{FF2B5EF4-FFF2-40B4-BE49-F238E27FC236}">
                            <a16:creationId xmlns:a16="http://schemas.microsoft.com/office/drawing/2014/main" id="{CCD441AD-0633-2392-3CE2-E16541ACBB31}"/>
                          </a:ext>
                        </a:extLst>
                      </p:cNvPr>
                      <p:cNvSpPr/>
                      <p:nvPr/>
                    </p:nvSpPr>
                    <p:spPr>
                      <a:xfrm>
                        <a:off x="2329832" y="5708643"/>
                        <a:ext cx="33282" cy="20019"/>
                      </a:xfrm>
                      <a:custGeom>
                        <a:avLst/>
                        <a:gdLst>
                          <a:gd name="connsiteX0" fmla="*/ 33192 w 33282"/>
                          <a:gd name="connsiteY0" fmla="*/ 19265 h 20019"/>
                          <a:gd name="connsiteX1" fmla="*/ 29448 w 33282"/>
                          <a:gd name="connsiteY1" fmla="*/ 16959 h 20019"/>
                          <a:gd name="connsiteX2" fmla="*/ 25607 w 33282"/>
                          <a:gd name="connsiteY2" fmla="*/ 14799 h 20019"/>
                          <a:gd name="connsiteX3" fmla="*/ 17224 w 33282"/>
                          <a:gd name="connsiteY3" fmla="*/ 9685 h 20019"/>
                          <a:gd name="connsiteX4" fmla="*/ 9243 w 33282"/>
                          <a:gd name="connsiteY4" fmla="*/ 4489 h 20019"/>
                          <a:gd name="connsiteX5" fmla="*/ 1238 w 33282"/>
                          <a:gd name="connsiteY5" fmla="*/ 82 h 20019"/>
                          <a:gd name="connsiteX6" fmla="*/ 599 w 33282"/>
                          <a:gd name="connsiteY6" fmla="*/ 1927 h 20019"/>
                          <a:gd name="connsiteX7" fmla="*/ 8846 w 33282"/>
                          <a:gd name="connsiteY7" fmla="*/ 5951 h 20019"/>
                          <a:gd name="connsiteX8" fmla="*/ 17447 w 33282"/>
                          <a:gd name="connsiteY8" fmla="*/ 11453 h 20019"/>
                          <a:gd name="connsiteX9" fmla="*/ 24910 w 33282"/>
                          <a:gd name="connsiteY9" fmla="*/ 16364 h 20019"/>
                          <a:gd name="connsiteX10" fmla="*/ 28993 w 33282"/>
                          <a:gd name="connsiteY10" fmla="*/ 18640 h 20019"/>
                          <a:gd name="connsiteX11" fmla="*/ 32852 w 33282"/>
                          <a:gd name="connsiteY11" fmla="*/ 20015 h 20019"/>
                          <a:gd name="connsiteX12" fmla="*/ 33192 w 33282"/>
                          <a:gd name="connsiteY12" fmla="*/ 19265 h 2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282" h="20019">
                            <a:moveTo>
                              <a:pt x="33192" y="19265"/>
                            </a:moveTo>
                            <a:cubicBezTo>
                              <a:pt x="32276" y="18136"/>
                              <a:pt x="30702" y="17637"/>
                              <a:pt x="29448" y="16959"/>
                            </a:cubicBezTo>
                            <a:cubicBezTo>
                              <a:pt x="28155" y="16262"/>
                              <a:pt x="26872" y="15550"/>
                              <a:pt x="25607" y="14799"/>
                            </a:cubicBezTo>
                            <a:cubicBezTo>
                              <a:pt x="22794" y="13129"/>
                              <a:pt x="20019" y="11385"/>
                              <a:pt x="17224" y="9685"/>
                            </a:cubicBezTo>
                            <a:cubicBezTo>
                              <a:pt x="14493" y="8024"/>
                              <a:pt x="11757" y="6474"/>
                              <a:pt x="9243" y="4489"/>
                            </a:cubicBezTo>
                            <a:cubicBezTo>
                              <a:pt x="6832" y="2581"/>
                              <a:pt x="4071" y="1244"/>
                              <a:pt x="1238" y="82"/>
                            </a:cubicBezTo>
                            <a:cubicBezTo>
                              <a:pt x="56" y="-402"/>
                              <a:pt x="-515" y="1399"/>
                              <a:pt x="599" y="1927"/>
                            </a:cubicBezTo>
                            <a:cubicBezTo>
                              <a:pt x="3369" y="3239"/>
                              <a:pt x="6033" y="4741"/>
                              <a:pt x="8846" y="5951"/>
                            </a:cubicBezTo>
                            <a:cubicBezTo>
                              <a:pt x="11984" y="7303"/>
                              <a:pt x="14672" y="9487"/>
                              <a:pt x="17447" y="11453"/>
                            </a:cubicBezTo>
                            <a:cubicBezTo>
                              <a:pt x="19883" y="13177"/>
                              <a:pt x="22339" y="14838"/>
                              <a:pt x="24910" y="16364"/>
                            </a:cubicBezTo>
                            <a:cubicBezTo>
                              <a:pt x="26247" y="17158"/>
                              <a:pt x="27603" y="17933"/>
                              <a:pt x="28993" y="18640"/>
                            </a:cubicBezTo>
                            <a:cubicBezTo>
                              <a:pt x="30199" y="19250"/>
                              <a:pt x="31467" y="20083"/>
                              <a:pt x="32852" y="20015"/>
                            </a:cubicBezTo>
                            <a:cubicBezTo>
                              <a:pt x="33201" y="19991"/>
                              <a:pt x="33414" y="19541"/>
                              <a:pt x="33192" y="19265"/>
                            </a:cubicBezTo>
                            <a:close/>
                          </a:path>
                        </a:pathLst>
                      </a:custGeom>
                      <a:solidFill>
                        <a:srgbClr val="B7ABAB"/>
                      </a:solidFill>
                      <a:ln w="4839" cap="flat">
                        <a:noFill/>
                        <a:prstDash val="solid"/>
                        <a:miter/>
                      </a:ln>
                    </p:spPr>
                    <p:txBody>
                      <a:bodyPr rtlCol="0" anchor="ctr"/>
                      <a:lstStyle/>
                      <a:p>
                        <a:endParaRPr lang="vi-VN"/>
                      </a:p>
                    </p:txBody>
                  </p:sp>
                  <p:sp>
                    <p:nvSpPr>
                      <p:cNvPr id="705" name="Freeform: Shape 704">
                        <a:extLst>
                          <a:ext uri="{FF2B5EF4-FFF2-40B4-BE49-F238E27FC236}">
                            <a16:creationId xmlns:a16="http://schemas.microsoft.com/office/drawing/2014/main" id="{740AC977-9CF4-DD2D-7DBF-499A2DFBCA8B}"/>
                          </a:ext>
                        </a:extLst>
                      </p:cNvPr>
                      <p:cNvSpPr/>
                      <p:nvPr/>
                    </p:nvSpPr>
                    <p:spPr>
                      <a:xfrm>
                        <a:off x="2366908" y="5721163"/>
                        <a:ext cx="24005" cy="7776"/>
                      </a:xfrm>
                      <a:custGeom>
                        <a:avLst/>
                        <a:gdLst>
                          <a:gd name="connsiteX0" fmla="*/ 23241 w 24005"/>
                          <a:gd name="connsiteY0" fmla="*/ 47 h 7776"/>
                          <a:gd name="connsiteX1" fmla="*/ 17711 w 24005"/>
                          <a:gd name="connsiteY1" fmla="*/ 1553 h 7776"/>
                          <a:gd name="connsiteX2" fmla="*/ 12088 w 24005"/>
                          <a:gd name="connsiteY2" fmla="*/ 3359 h 7776"/>
                          <a:gd name="connsiteX3" fmla="*/ 751 w 24005"/>
                          <a:gd name="connsiteY3" fmla="*/ 5999 h 7776"/>
                          <a:gd name="connsiteX4" fmla="*/ 959 w 24005"/>
                          <a:gd name="connsiteY4" fmla="*/ 7767 h 7776"/>
                          <a:gd name="connsiteX5" fmla="*/ 12848 w 24005"/>
                          <a:gd name="connsiteY5" fmla="*/ 5616 h 7776"/>
                          <a:gd name="connsiteX6" fmla="*/ 18592 w 24005"/>
                          <a:gd name="connsiteY6" fmla="*/ 4042 h 7776"/>
                          <a:gd name="connsiteX7" fmla="*/ 23721 w 24005"/>
                          <a:gd name="connsiteY7" fmla="*/ 1863 h 7776"/>
                          <a:gd name="connsiteX8" fmla="*/ 23241 w 24005"/>
                          <a:gd name="connsiteY8" fmla="*/ 47 h 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05" h="7776">
                            <a:moveTo>
                              <a:pt x="23241" y="47"/>
                            </a:moveTo>
                            <a:cubicBezTo>
                              <a:pt x="21435" y="-253"/>
                              <a:pt x="19386" y="962"/>
                              <a:pt x="17711" y="1553"/>
                            </a:cubicBezTo>
                            <a:cubicBezTo>
                              <a:pt x="15856" y="2207"/>
                              <a:pt x="13977" y="2812"/>
                              <a:pt x="12088" y="3359"/>
                            </a:cubicBezTo>
                            <a:cubicBezTo>
                              <a:pt x="8335" y="4449"/>
                              <a:pt x="4616" y="5394"/>
                              <a:pt x="751" y="5999"/>
                            </a:cubicBezTo>
                            <a:cubicBezTo>
                              <a:pt x="-377" y="6173"/>
                              <a:pt x="-174" y="7926"/>
                              <a:pt x="959" y="7767"/>
                            </a:cubicBezTo>
                            <a:cubicBezTo>
                              <a:pt x="4930" y="7200"/>
                              <a:pt x="8950" y="6566"/>
                              <a:pt x="12848" y="5616"/>
                            </a:cubicBezTo>
                            <a:cubicBezTo>
                              <a:pt x="14776" y="5147"/>
                              <a:pt x="16694" y="4624"/>
                              <a:pt x="18592" y="4042"/>
                            </a:cubicBezTo>
                            <a:cubicBezTo>
                              <a:pt x="20137" y="3573"/>
                              <a:pt x="22680" y="3180"/>
                              <a:pt x="23721" y="1863"/>
                            </a:cubicBezTo>
                            <a:cubicBezTo>
                              <a:pt x="24166" y="1292"/>
                              <a:pt x="24147" y="197"/>
                              <a:pt x="23241" y="47"/>
                            </a:cubicBezTo>
                            <a:close/>
                          </a:path>
                        </a:pathLst>
                      </a:custGeom>
                      <a:solidFill>
                        <a:srgbClr val="B7ABAB"/>
                      </a:solidFill>
                      <a:ln w="4839" cap="flat">
                        <a:noFill/>
                        <a:prstDash val="solid"/>
                        <a:miter/>
                      </a:ln>
                    </p:spPr>
                    <p:txBody>
                      <a:bodyPr rtlCol="0" anchor="ctr"/>
                      <a:lstStyle/>
                      <a:p>
                        <a:endParaRPr lang="vi-VN"/>
                      </a:p>
                    </p:txBody>
                  </p:sp>
                  <p:sp>
                    <p:nvSpPr>
                      <p:cNvPr id="706" name="Freeform: Shape 705">
                        <a:extLst>
                          <a:ext uri="{FF2B5EF4-FFF2-40B4-BE49-F238E27FC236}">
                            <a16:creationId xmlns:a16="http://schemas.microsoft.com/office/drawing/2014/main" id="{3D6D2474-14CB-CFE0-CBEA-DBA43764D681}"/>
                          </a:ext>
                        </a:extLst>
                      </p:cNvPr>
                      <p:cNvSpPr/>
                      <p:nvPr/>
                    </p:nvSpPr>
                    <p:spPr>
                      <a:xfrm>
                        <a:off x="2381055" y="5736928"/>
                        <a:ext cx="29520" cy="18549"/>
                      </a:xfrm>
                      <a:custGeom>
                        <a:avLst/>
                        <a:gdLst>
                          <a:gd name="connsiteX0" fmla="*/ 29303 w 29520"/>
                          <a:gd name="connsiteY0" fmla="*/ 17262 h 18549"/>
                          <a:gd name="connsiteX1" fmla="*/ 25603 w 29520"/>
                          <a:gd name="connsiteY1" fmla="*/ 15475 h 18549"/>
                          <a:gd name="connsiteX2" fmla="*/ 22102 w 29520"/>
                          <a:gd name="connsiteY2" fmla="*/ 13582 h 18549"/>
                          <a:gd name="connsiteX3" fmla="*/ 15196 w 29520"/>
                          <a:gd name="connsiteY3" fmla="*/ 9296 h 18549"/>
                          <a:gd name="connsiteX4" fmla="*/ 1447 w 29520"/>
                          <a:gd name="connsiteY4" fmla="*/ 172 h 18549"/>
                          <a:gd name="connsiteX5" fmla="*/ 362 w 29520"/>
                          <a:gd name="connsiteY5" fmla="*/ 1620 h 18549"/>
                          <a:gd name="connsiteX6" fmla="*/ 14576 w 29520"/>
                          <a:gd name="connsiteY6" fmla="*/ 11553 h 18549"/>
                          <a:gd name="connsiteX7" fmla="*/ 21685 w 29520"/>
                          <a:gd name="connsiteY7" fmla="*/ 15950 h 18549"/>
                          <a:gd name="connsiteX8" fmla="*/ 28984 w 29520"/>
                          <a:gd name="connsiteY8" fmla="*/ 18458 h 18549"/>
                          <a:gd name="connsiteX9" fmla="*/ 29303 w 29520"/>
                          <a:gd name="connsiteY9" fmla="*/ 17262 h 1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20" h="18549">
                            <a:moveTo>
                              <a:pt x="29303" y="17262"/>
                            </a:moveTo>
                            <a:cubicBezTo>
                              <a:pt x="28257" y="16415"/>
                              <a:pt x="26819" y="16052"/>
                              <a:pt x="25603" y="15475"/>
                            </a:cubicBezTo>
                            <a:cubicBezTo>
                              <a:pt x="24402" y="14904"/>
                              <a:pt x="23245" y="14260"/>
                              <a:pt x="22102" y="13582"/>
                            </a:cubicBezTo>
                            <a:cubicBezTo>
                              <a:pt x="19772" y="12197"/>
                              <a:pt x="17477" y="10758"/>
                              <a:pt x="15196" y="9296"/>
                            </a:cubicBezTo>
                            <a:cubicBezTo>
                              <a:pt x="10566" y="6332"/>
                              <a:pt x="5980" y="3281"/>
                              <a:pt x="1447" y="172"/>
                            </a:cubicBezTo>
                            <a:cubicBezTo>
                              <a:pt x="488" y="-487"/>
                              <a:pt x="-573" y="913"/>
                              <a:pt x="362" y="1620"/>
                            </a:cubicBezTo>
                            <a:cubicBezTo>
                              <a:pt x="4973" y="5126"/>
                              <a:pt x="9699" y="8434"/>
                              <a:pt x="14576" y="11553"/>
                            </a:cubicBezTo>
                            <a:cubicBezTo>
                              <a:pt x="16920" y="13054"/>
                              <a:pt x="19278" y="14545"/>
                              <a:pt x="21685" y="15950"/>
                            </a:cubicBezTo>
                            <a:cubicBezTo>
                              <a:pt x="23690" y="17122"/>
                              <a:pt x="26557" y="18982"/>
                              <a:pt x="28984" y="18458"/>
                            </a:cubicBezTo>
                            <a:cubicBezTo>
                              <a:pt x="29487" y="18357"/>
                              <a:pt x="29725" y="17606"/>
                              <a:pt x="29303" y="17262"/>
                            </a:cubicBezTo>
                            <a:close/>
                          </a:path>
                        </a:pathLst>
                      </a:custGeom>
                      <a:solidFill>
                        <a:srgbClr val="B7ABAB"/>
                      </a:solidFill>
                      <a:ln w="4839" cap="flat">
                        <a:noFill/>
                        <a:prstDash val="solid"/>
                        <a:miter/>
                      </a:ln>
                    </p:spPr>
                    <p:txBody>
                      <a:bodyPr rtlCol="0" anchor="ctr"/>
                      <a:lstStyle/>
                      <a:p>
                        <a:endParaRPr lang="vi-VN"/>
                      </a:p>
                    </p:txBody>
                  </p:sp>
                  <p:sp>
                    <p:nvSpPr>
                      <p:cNvPr id="707" name="Freeform: Shape 706">
                        <a:extLst>
                          <a:ext uri="{FF2B5EF4-FFF2-40B4-BE49-F238E27FC236}">
                            <a16:creationId xmlns:a16="http://schemas.microsoft.com/office/drawing/2014/main" id="{0FB18545-2251-87BC-E24F-5D7A2A6DBB8B}"/>
                          </a:ext>
                        </a:extLst>
                      </p:cNvPr>
                      <p:cNvSpPr/>
                      <p:nvPr/>
                    </p:nvSpPr>
                    <p:spPr>
                      <a:xfrm>
                        <a:off x="2416411" y="5744722"/>
                        <a:ext cx="19961" cy="8899"/>
                      </a:xfrm>
                      <a:custGeom>
                        <a:avLst/>
                        <a:gdLst>
                          <a:gd name="connsiteX0" fmla="*/ 19450 w 19961"/>
                          <a:gd name="connsiteY0" fmla="*/ 64 h 8899"/>
                          <a:gd name="connsiteX1" fmla="*/ 19474 w 19961"/>
                          <a:gd name="connsiteY1" fmla="*/ 64 h 8899"/>
                          <a:gd name="connsiteX2" fmla="*/ 19445 w 19961"/>
                          <a:gd name="connsiteY2" fmla="*/ 59 h 8899"/>
                          <a:gd name="connsiteX3" fmla="*/ 19256 w 19961"/>
                          <a:gd name="connsiteY3" fmla="*/ 20 h 8899"/>
                          <a:gd name="connsiteX4" fmla="*/ 19155 w 19961"/>
                          <a:gd name="connsiteY4" fmla="*/ 1 h 8899"/>
                          <a:gd name="connsiteX5" fmla="*/ 19005 w 19961"/>
                          <a:gd name="connsiteY5" fmla="*/ 35 h 8899"/>
                          <a:gd name="connsiteX6" fmla="*/ 18830 w 19961"/>
                          <a:gd name="connsiteY6" fmla="*/ 44 h 8899"/>
                          <a:gd name="connsiteX7" fmla="*/ 18946 w 19961"/>
                          <a:gd name="connsiteY7" fmla="*/ 49 h 8899"/>
                          <a:gd name="connsiteX8" fmla="*/ 18690 w 19961"/>
                          <a:gd name="connsiteY8" fmla="*/ 112 h 8899"/>
                          <a:gd name="connsiteX9" fmla="*/ 17339 w 19961"/>
                          <a:gd name="connsiteY9" fmla="*/ 674 h 8899"/>
                          <a:gd name="connsiteX10" fmla="*/ 15135 w 19961"/>
                          <a:gd name="connsiteY10" fmla="*/ 1812 h 8899"/>
                          <a:gd name="connsiteX11" fmla="*/ 10273 w 19961"/>
                          <a:gd name="connsiteY11" fmla="*/ 3497 h 8899"/>
                          <a:gd name="connsiteX12" fmla="*/ 359 w 19961"/>
                          <a:gd name="connsiteY12" fmla="*/ 7275 h 8899"/>
                          <a:gd name="connsiteX13" fmla="*/ 1221 w 19961"/>
                          <a:gd name="connsiteY13" fmla="*/ 8810 h 8899"/>
                          <a:gd name="connsiteX14" fmla="*/ 11183 w 19961"/>
                          <a:gd name="connsiteY14" fmla="*/ 5725 h 8899"/>
                          <a:gd name="connsiteX15" fmla="*/ 15895 w 19961"/>
                          <a:gd name="connsiteY15" fmla="*/ 4195 h 8899"/>
                          <a:gd name="connsiteX16" fmla="*/ 18123 w 19961"/>
                          <a:gd name="connsiteY16" fmla="*/ 3037 h 8899"/>
                          <a:gd name="connsiteX17" fmla="*/ 19799 w 19961"/>
                          <a:gd name="connsiteY17" fmla="*/ 1386 h 8899"/>
                          <a:gd name="connsiteX18" fmla="*/ 19450 w 19961"/>
                          <a:gd name="connsiteY18" fmla="*/ 64 h 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961" h="8899">
                            <a:moveTo>
                              <a:pt x="19450" y="64"/>
                            </a:moveTo>
                            <a:lnTo>
                              <a:pt x="19474" y="64"/>
                            </a:lnTo>
                            <a:cubicBezTo>
                              <a:pt x="19465" y="59"/>
                              <a:pt x="19455" y="64"/>
                              <a:pt x="19445" y="59"/>
                            </a:cubicBezTo>
                            <a:cubicBezTo>
                              <a:pt x="19382" y="30"/>
                              <a:pt x="19324" y="30"/>
                              <a:pt x="19256" y="20"/>
                            </a:cubicBezTo>
                            <a:cubicBezTo>
                              <a:pt x="19222" y="15"/>
                              <a:pt x="19193" y="-4"/>
                              <a:pt x="19155" y="1"/>
                            </a:cubicBezTo>
                            <a:cubicBezTo>
                              <a:pt x="19097" y="10"/>
                              <a:pt x="19053" y="25"/>
                              <a:pt x="19005" y="35"/>
                            </a:cubicBezTo>
                            <a:cubicBezTo>
                              <a:pt x="18946" y="44"/>
                              <a:pt x="18893" y="15"/>
                              <a:pt x="18830" y="44"/>
                            </a:cubicBezTo>
                            <a:cubicBezTo>
                              <a:pt x="18869" y="44"/>
                              <a:pt x="18908" y="44"/>
                              <a:pt x="18946" y="49"/>
                            </a:cubicBezTo>
                            <a:cubicBezTo>
                              <a:pt x="18864" y="68"/>
                              <a:pt x="18782" y="78"/>
                              <a:pt x="18690" y="112"/>
                            </a:cubicBezTo>
                            <a:cubicBezTo>
                              <a:pt x="18235" y="272"/>
                              <a:pt x="17770" y="451"/>
                              <a:pt x="17339" y="674"/>
                            </a:cubicBezTo>
                            <a:cubicBezTo>
                              <a:pt x="16598" y="1052"/>
                              <a:pt x="15900" y="1483"/>
                              <a:pt x="15135" y="1812"/>
                            </a:cubicBezTo>
                            <a:cubicBezTo>
                              <a:pt x="13556" y="2490"/>
                              <a:pt x="11919" y="3023"/>
                              <a:pt x="10273" y="3497"/>
                            </a:cubicBezTo>
                            <a:cubicBezTo>
                              <a:pt x="6849" y="4485"/>
                              <a:pt x="3454" y="5449"/>
                              <a:pt x="359" y="7275"/>
                            </a:cubicBezTo>
                            <a:cubicBezTo>
                              <a:pt x="-498" y="7778"/>
                              <a:pt x="335" y="9280"/>
                              <a:pt x="1221" y="8810"/>
                            </a:cubicBezTo>
                            <a:cubicBezTo>
                              <a:pt x="4321" y="7173"/>
                              <a:pt x="7817" y="6592"/>
                              <a:pt x="11183" y="5725"/>
                            </a:cubicBezTo>
                            <a:cubicBezTo>
                              <a:pt x="12781" y="5313"/>
                              <a:pt x="14384" y="4868"/>
                              <a:pt x="15895" y="4195"/>
                            </a:cubicBezTo>
                            <a:cubicBezTo>
                              <a:pt x="16661" y="3856"/>
                              <a:pt x="17406" y="3468"/>
                              <a:pt x="18123" y="3037"/>
                            </a:cubicBezTo>
                            <a:cubicBezTo>
                              <a:pt x="18845" y="2601"/>
                              <a:pt x="19285" y="2035"/>
                              <a:pt x="19799" y="1386"/>
                            </a:cubicBezTo>
                            <a:cubicBezTo>
                              <a:pt x="20143" y="935"/>
                              <a:pt x="19901" y="286"/>
                              <a:pt x="19450" y="64"/>
                            </a:cubicBezTo>
                            <a:close/>
                          </a:path>
                        </a:pathLst>
                      </a:custGeom>
                      <a:solidFill>
                        <a:srgbClr val="B7ABAB"/>
                      </a:solidFill>
                      <a:ln w="4839" cap="flat">
                        <a:noFill/>
                        <a:prstDash val="solid"/>
                        <a:miter/>
                      </a:ln>
                    </p:spPr>
                    <p:txBody>
                      <a:bodyPr rtlCol="0" anchor="ctr"/>
                      <a:lstStyle/>
                      <a:p>
                        <a:endParaRPr lang="vi-VN"/>
                      </a:p>
                    </p:txBody>
                  </p:sp>
                  <p:sp>
                    <p:nvSpPr>
                      <p:cNvPr id="708" name="Freeform: Shape 707">
                        <a:extLst>
                          <a:ext uri="{FF2B5EF4-FFF2-40B4-BE49-F238E27FC236}">
                            <a16:creationId xmlns:a16="http://schemas.microsoft.com/office/drawing/2014/main" id="{8625A0AB-6037-2A24-2D72-A2356CBC2BD3}"/>
                          </a:ext>
                        </a:extLst>
                      </p:cNvPr>
                      <p:cNvSpPr/>
                      <p:nvPr/>
                    </p:nvSpPr>
                    <p:spPr>
                      <a:xfrm>
                        <a:off x="2425397" y="5725756"/>
                        <a:ext cx="23327" cy="12174"/>
                      </a:xfrm>
                      <a:custGeom>
                        <a:avLst/>
                        <a:gdLst>
                          <a:gd name="connsiteX0" fmla="*/ 23099 w 23327"/>
                          <a:gd name="connsiteY0" fmla="*/ 11397 h 12174"/>
                          <a:gd name="connsiteX1" fmla="*/ 1045 w 23327"/>
                          <a:gd name="connsiteY1" fmla="*/ 84 h 12174"/>
                          <a:gd name="connsiteX2" fmla="*/ 343 w 23327"/>
                          <a:gd name="connsiteY2" fmla="*/ 1290 h 12174"/>
                          <a:gd name="connsiteX3" fmla="*/ 22726 w 23327"/>
                          <a:gd name="connsiteY3" fmla="*/ 12143 h 12174"/>
                          <a:gd name="connsiteX4" fmla="*/ 23099 w 23327"/>
                          <a:gd name="connsiteY4" fmla="*/ 11397 h 12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27" h="12174">
                            <a:moveTo>
                              <a:pt x="23099" y="11397"/>
                            </a:moveTo>
                            <a:cubicBezTo>
                              <a:pt x="15830" y="7479"/>
                              <a:pt x="8421" y="3813"/>
                              <a:pt x="1045" y="84"/>
                            </a:cubicBezTo>
                            <a:cubicBezTo>
                              <a:pt x="251" y="-318"/>
                              <a:pt x="-437" y="830"/>
                              <a:pt x="343" y="1290"/>
                            </a:cubicBezTo>
                            <a:cubicBezTo>
                              <a:pt x="7491" y="5493"/>
                              <a:pt x="14934" y="9271"/>
                              <a:pt x="22726" y="12143"/>
                            </a:cubicBezTo>
                            <a:cubicBezTo>
                              <a:pt x="23220" y="12327"/>
                              <a:pt x="23584" y="11659"/>
                              <a:pt x="23099" y="11397"/>
                            </a:cubicBezTo>
                            <a:close/>
                          </a:path>
                        </a:pathLst>
                      </a:custGeom>
                      <a:solidFill>
                        <a:srgbClr val="B7ABAB"/>
                      </a:solidFill>
                      <a:ln w="4839" cap="flat">
                        <a:noFill/>
                        <a:prstDash val="solid"/>
                        <a:miter/>
                      </a:ln>
                    </p:spPr>
                    <p:txBody>
                      <a:bodyPr rtlCol="0" anchor="ctr"/>
                      <a:lstStyle/>
                      <a:p>
                        <a:endParaRPr lang="vi-VN"/>
                      </a:p>
                    </p:txBody>
                  </p:sp>
                  <p:sp>
                    <p:nvSpPr>
                      <p:cNvPr id="709" name="Freeform: Shape 708">
                        <a:extLst>
                          <a:ext uri="{FF2B5EF4-FFF2-40B4-BE49-F238E27FC236}">
                            <a16:creationId xmlns:a16="http://schemas.microsoft.com/office/drawing/2014/main" id="{A0BD07F4-CA77-7335-BB2B-8D78972A695F}"/>
                          </a:ext>
                        </a:extLst>
                      </p:cNvPr>
                      <p:cNvSpPr/>
                      <p:nvPr/>
                    </p:nvSpPr>
                    <p:spPr>
                      <a:xfrm>
                        <a:off x="2460933" y="5729774"/>
                        <a:ext cx="24685" cy="8858"/>
                      </a:xfrm>
                      <a:custGeom>
                        <a:avLst/>
                        <a:gdLst>
                          <a:gd name="connsiteX0" fmla="*/ 24171 w 24685"/>
                          <a:gd name="connsiteY0" fmla="*/ 352 h 8858"/>
                          <a:gd name="connsiteX1" fmla="*/ 13148 w 24685"/>
                          <a:gd name="connsiteY1" fmla="*/ 2890 h 8858"/>
                          <a:gd name="connsiteX2" fmla="*/ 779 w 24685"/>
                          <a:gd name="connsiteY2" fmla="*/ 6725 h 8858"/>
                          <a:gd name="connsiteX3" fmla="*/ 1041 w 24685"/>
                          <a:gd name="connsiteY3" fmla="*/ 8851 h 8858"/>
                          <a:gd name="connsiteX4" fmla="*/ 7545 w 24685"/>
                          <a:gd name="connsiteY4" fmla="*/ 7907 h 8858"/>
                          <a:gd name="connsiteX5" fmla="*/ 13453 w 24685"/>
                          <a:gd name="connsiteY5" fmla="*/ 5888 h 8858"/>
                          <a:gd name="connsiteX6" fmla="*/ 18950 w 24685"/>
                          <a:gd name="connsiteY6" fmla="*/ 3534 h 8858"/>
                          <a:gd name="connsiteX7" fmla="*/ 24142 w 24685"/>
                          <a:gd name="connsiteY7" fmla="*/ 1965 h 8858"/>
                          <a:gd name="connsiteX8" fmla="*/ 24171 w 24685"/>
                          <a:gd name="connsiteY8" fmla="*/ 352 h 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85" h="8858">
                            <a:moveTo>
                              <a:pt x="24171" y="352"/>
                            </a:moveTo>
                            <a:cubicBezTo>
                              <a:pt x="20567" y="-888"/>
                              <a:pt x="16393" y="1432"/>
                              <a:pt x="13148" y="2890"/>
                            </a:cubicBezTo>
                            <a:cubicBezTo>
                              <a:pt x="9177" y="4672"/>
                              <a:pt x="5007" y="5733"/>
                              <a:pt x="779" y="6725"/>
                            </a:cubicBezTo>
                            <a:cubicBezTo>
                              <a:pt x="-383" y="6997"/>
                              <a:pt x="-204" y="8992"/>
                              <a:pt x="1041" y="8851"/>
                            </a:cubicBezTo>
                            <a:cubicBezTo>
                              <a:pt x="3206" y="8609"/>
                              <a:pt x="5419" y="8416"/>
                              <a:pt x="7545" y="7907"/>
                            </a:cubicBezTo>
                            <a:cubicBezTo>
                              <a:pt x="9574" y="7418"/>
                              <a:pt x="11535" y="6706"/>
                              <a:pt x="13453" y="5888"/>
                            </a:cubicBezTo>
                            <a:cubicBezTo>
                              <a:pt x="15284" y="5103"/>
                              <a:pt x="17081" y="4222"/>
                              <a:pt x="18950" y="3534"/>
                            </a:cubicBezTo>
                            <a:cubicBezTo>
                              <a:pt x="20655" y="2909"/>
                              <a:pt x="22442" y="2590"/>
                              <a:pt x="24142" y="1965"/>
                            </a:cubicBezTo>
                            <a:cubicBezTo>
                              <a:pt x="24815" y="1718"/>
                              <a:pt x="24907" y="604"/>
                              <a:pt x="24171" y="352"/>
                            </a:cubicBezTo>
                            <a:close/>
                          </a:path>
                        </a:pathLst>
                      </a:custGeom>
                      <a:solidFill>
                        <a:srgbClr val="B7ABAB"/>
                      </a:solidFill>
                      <a:ln w="4839" cap="flat">
                        <a:noFill/>
                        <a:prstDash val="solid"/>
                        <a:miter/>
                      </a:ln>
                    </p:spPr>
                    <p:txBody>
                      <a:bodyPr rtlCol="0" anchor="ctr"/>
                      <a:lstStyle/>
                      <a:p>
                        <a:endParaRPr lang="vi-VN"/>
                      </a:p>
                    </p:txBody>
                  </p:sp>
                  <p:sp>
                    <p:nvSpPr>
                      <p:cNvPr id="710" name="Freeform: Shape 709">
                        <a:extLst>
                          <a:ext uri="{FF2B5EF4-FFF2-40B4-BE49-F238E27FC236}">
                            <a16:creationId xmlns:a16="http://schemas.microsoft.com/office/drawing/2014/main" id="{33537BF2-0DC1-835A-D772-2C04D41C40B2}"/>
                          </a:ext>
                        </a:extLst>
                      </p:cNvPr>
                      <p:cNvSpPr/>
                      <p:nvPr/>
                    </p:nvSpPr>
                    <p:spPr>
                      <a:xfrm>
                        <a:off x="2426440" y="5762870"/>
                        <a:ext cx="29960" cy="15820"/>
                      </a:xfrm>
                      <a:custGeom>
                        <a:avLst/>
                        <a:gdLst>
                          <a:gd name="connsiteX0" fmla="*/ 29180 w 29960"/>
                          <a:gd name="connsiteY0" fmla="*/ 13273 h 15820"/>
                          <a:gd name="connsiteX1" fmla="*/ 15199 w 29960"/>
                          <a:gd name="connsiteY1" fmla="*/ 6817 h 15820"/>
                          <a:gd name="connsiteX2" fmla="*/ 8555 w 29960"/>
                          <a:gd name="connsiteY2" fmla="*/ 3573 h 15820"/>
                          <a:gd name="connsiteX3" fmla="*/ 1285 w 29960"/>
                          <a:gd name="connsiteY3" fmla="*/ 66 h 15820"/>
                          <a:gd name="connsiteX4" fmla="*/ 438 w 29960"/>
                          <a:gd name="connsiteY4" fmla="*/ 1921 h 15820"/>
                          <a:gd name="connsiteX5" fmla="*/ 7567 w 29960"/>
                          <a:gd name="connsiteY5" fmla="*/ 5868 h 15820"/>
                          <a:gd name="connsiteX6" fmla="*/ 14255 w 29960"/>
                          <a:gd name="connsiteY6" fmla="*/ 9234 h 15820"/>
                          <a:gd name="connsiteX7" fmla="*/ 28246 w 29960"/>
                          <a:gd name="connsiteY7" fmla="*/ 15714 h 15820"/>
                          <a:gd name="connsiteX8" fmla="*/ 29180 w 29960"/>
                          <a:gd name="connsiteY8" fmla="*/ 13273 h 15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0" h="15820">
                            <a:moveTo>
                              <a:pt x="29180" y="13273"/>
                            </a:moveTo>
                            <a:cubicBezTo>
                              <a:pt x="24546" y="11065"/>
                              <a:pt x="19824" y="9050"/>
                              <a:pt x="15199" y="6817"/>
                            </a:cubicBezTo>
                            <a:cubicBezTo>
                              <a:pt x="12981" y="5747"/>
                              <a:pt x="10763" y="4662"/>
                              <a:pt x="8555" y="3573"/>
                            </a:cubicBezTo>
                            <a:cubicBezTo>
                              <a:pt x="6162" y="2396"/>
                              <a:pt x="3794" y="967"/>
                              <a:pt x="1285" y="66"/>
                            </a:cubicBezTo>
                            <a:cubicBezTo>
                              <a:pt x="138" y="-345"/>
                              <a:pt x="-468" y="1267"/>
                              <a:pt x="438" y="1921"/>
                            </a:cubicBezTo>
                            <a:cubicBezTo>
                              <a:pt x="2608" y="3495"/>
                              <a:pt x="5189" y="4633"/>
                              <a:pt x="7567" y="5868"/>
                            </a:cubicBezTo>
                            <a:cubicBezTo>
                              <a:pt x="9780" y="7021"/>
                              <a:pt x="12012" y="8139"/>
                              <a:pt x="14255" y="9234"/>
                            </a:cubicBezTo>
                            <a:cubicBezTo>
                              <a:pt x="18860" y="11476"/>
                              <a:pt x="23495" y="13796"/>
                              <a:pt x="28246" y="15714"/>
                            </a:cubicBezTo>
                            <a:cubicBezTo>
                              <a:pt x="29820" y="16348"/>
                              <a:pt x="30682" y="13990"/>
                              <a:pt x="29180" y="13273"/>
                            </a:cubicBezTo>
                            <a:close/>
                          </a:path>
                        </a:pathLst>
                      </a:custGeom>
                      <a:solidFill>
                        <a:srgbClr val="B7ABAB"/>
                      </a:solidFill>
                      <a:ln w="4839" cap="flat">
                        <a:noFill/>
                        <a:prstDash val="solid"/>
                        <a:miter/>
                      </a:ln>
                    </p:spPr>
                    <p:txBody>
                      <a:bodyPr rtlCol="0" anchor="ctr"/>
                      <a:lstStyle/>
                      <a:p>
                        <a:endParaRPr lang="vi-VN"/>
                      </a:p>
                    </p:txBody>
                  </p:sp>
                  <p:sp>
                    <p:nvSpPr>
                      <p:cNvPr id="711" name="Freeform: Shape 710">
                        <a:extLst>
                          <a:ext uri="{FF2B5EF4-FFF2-40B4-BE49-F238E27FC236}">
                            <a16:creationId xmlns:a16="http://schemas.microsoft.com/office/drawing/2014/main" id="{01DA52B3-FF52-FDCA-A914-6F58F9694E03}"/>
                          </a:ext>
                        </a:extLst>
                      </p:cNvPr>
                      <p:cNvSpPr/>
                      <p:nvPr/>
                    </p:nvSpPr>
                    <p:spPr>
                      <a:xfrm>
                        <a:off x="2465548" y="5766650"/>
                        <a:ext cx="23512" cy="10343"/>
                      </a:xfrm>
                      <a:custGeom>
                        <a:avLst/>
                        <a:gdLst>
                          <a:gd name="connsiteX0" fmla="*/ 22810 w 23512"/>
                          <a:gd name="connsiteY0" fmla="*/ 6 h 10343"/>
                          <a:gd name="connsiteX1" fmla="*/ 17081 w 23512"/>
                          <a:gd name="connsiteY1" fmla="*/ 1629 h 10343"/>
                          <a:gd name="connsiteX2" fmla="*/ 11497 w 23512"/>
                          <a:gd name="connsiteY2" fmla="*/ 3701 h 10343"/>
                          <a:gd name="connsiteX3" fmla="*/ 567 w 23512"/>
                          <a:gd name="connsiteY3" fmla="*/ 8186 h 10343"/>
                          <a:gd name="connsiteX4" fmla="*/ 1593 w 23512"/>
                          <a:gd name="connsiteY4" fmla="*/ 10302 h 10343"/>
                          <a:gd name="connsiteX5" fmla="*/ 13667 w 23512"/>
                          <a:gd name="connsiteY5" fmla="*/ 6205 h 10343"/>
                          <a:gd name="connsiteX6" fmla="*/ 19212 w 23512"/>
                          <a:gd name="connsiteY6" fmla="*/ 4113 h 10343"/>
                          <a:gd name="connsiteX7" fmla="*/ 23493 w 23512"/>
                          <a:gd name="connsiteY7" fmla="*/ 975 h 10343"/>
                          <a:gd name="connsiteX8" fmla="*/ 22810 w 23512"/>
                          <a:gd name="connsiteY8" fmla="*/ 6 h 10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12" h="10343">
                            <a:moveTo>
                              <a:pt x="22810" y="6"/>
                            </a:moveTo>
                            <a:cubicBezTo>
                              <a:pt x="20868" y="-91"/>
                              <a:pt x="18888" y="970"/>
                              <a:pt x="17081" y="1629"/>
                            </a:cubicBezTo>
                            <a:cubicBezTo>
                              <a:pt x="15216" y="2307"/>
                              <a:pt x="13352" y="2994"/>
                              <a:pt x="11497" y="3701"/>
                            </a:cubicBezTo>
                            <a:cubicBezTo>
                              <a:pt x="7807" y="5111"/>
                              <a:pt x="4117" y="6452"/>
                              <a:pt x="567" y="8186"/>
                            </a:cubicBezTo>
                            <a:cubicBezTo>
                              <a:pt x="-692" y="8801"/>
                              <a:pt x="368" y="10641"/>
                              <a:pt x="1593" y="10302"/>
                            </a:cubicBezTo>
                            <a:cubicBezTo>
                              <a:pt x="5700" y="9164"/>
                              <a:pt x="9662" y="7658"/>
                              <a:pt x="13667" y="6205"/>
                            </a:cubicBezTo>
                            <a:cubicBezTo>
                              <a:pt x="15527" y="5532"/>
                              <a:pt x="17367" y="4815"/>
                              <a:pt x="19212" y="4113"/>
                            </a:cubicBezTo>
                            <a:cubicBezTo>
                              <a:pt x="20951" y="3449"/>
                              <a:pt x="22917" y="2970"/>
                              <a:pt x="23493" y="975"/>
                            </a:cubicBezTo>
                            <a:cubicBezTo>
                              <a:pt x="23604" y="578"/>
                              <a:pt x="23227" y="26"/>
                              <a:pt x="22810" y="6"/>
                            </a:cubicBezTo>
                            <a:close/>
                          </a:path>
                        </a:pathLst>
                      </a:custGeom>
                      <a:solidFill>
                        <a:srgbClr val="B7ABAB"/>
                      </a:solidFill>
                      <a:ln w="4839" cap="flat">
                        <a:noFill/>
                        <a:prstDash val="solid"/>
                        <a:miter/>
                      </a:ln>
                    </p:spPr>
                    <p:txBody>
                      <a:bodyPr rtlCol="0" anchor="ctr"/>
                      <a:lstStyle/>
                      <a:p>
                        <a:endParaRPr lang="vi-VN"/>
                      </a:p>
                    </p:txBody>
                  </p:sp>
                  <p:sp>
                    <p:nvSpPr>
                      <p:cNvPr id="712" name="Freeform: Shape 711">
                        <a:extLst>
                          <a:ext uri="{FF2B5EF4-FFF2-40B4-BE49-F238E27FC236}">
                            <a16:creationId xmlns:a16="http://schemas.microsoft.com/office/drawing/2014/main" id="{16F93646-6E25-35C3-073A-0DA1665DBF8D}"/>
                          </a:ext>
                        </a:extLst>
                      </p:cNvPr>
                      <p:cNvSpPr/>
                      <p:nvPr/>
                    </p:nvSpPr>
                    <p:spPr>
                      <a:xfrm>
                        <a:off x="2471357" y="5746082"/>
                        <a:ext cx="31034" cy="17530"/>
                      </a:xfrm>
                      <a:custGeom>
                        <a:avLst/>
                        <a:gdLst>
                          <a:gd name="connsiteX0" fmla="*/ 30692 w 31034"/>
                          <a:gd name="connsiteY0" fmla="*/ 15867 h 17530"/>
                          <a:gd name="connsiteX1" fmla="*/ 27147 w 31034"/>
                          <a:gd name="connsiteY1" fmla="*/ 13925 h 17530"/>
                          <a:gd name="connsiteX2" fmla="*/ 23709 w 31034"/>
                          <a:gd name="connsiteY2" fmla="*/ 12240 h 17530"/>
                          <a:gd name="connsiteX3" fmla="*/ 16246 w 31034"/>
                          <a:gd name="connsiteY3" fmla="*/ 8201 h 17530"/>
                          <a:gd name="connsiteX4" fmla="*/ 1533 w 31034"/>
                          <a:gd name="connsiteY4" fmla="*/ 128 h 17530"/>
                          <a:gd name="connsiteX5" fmla="*/ 439 w 31034"/>
                          <a:gd name="connsiteY5" fmla="*/ 1702 h 17530"/>
                          <a:gd name="connsiteX6" fmla="*/ 15476 w 31034"/>
                          <a:gd name="connsiteY6" fmla="*/ 10569 h 17530"/>
                          <a:gd name="connsiteX7" fmla="*/ 22706 w 31034"/>
                          <a:gd name="connsiteY7" fmla="*/ 14492 h 17530"/>
                          <a:gd name="connsiteX8" fmla="*/ 30043 w 31034"/>
                          <a:gd name="connsiteY8" fmla="*/ 17528 h 17530"/>
                          <a:gd name="connsiteX9" fmla="*/ 30692 w 31034"/>
                          <a:gd name="connsiteY9" fmla="*/ 15867 h 17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34" h="17530">
                            <a:moveTo>
                              <a:pt x="30692" y="15867"/>
                            </a:moveTo>
                            <a:cubicBezTo>
                              <a:pt x="29709" y="14927"/>
                              <a:pt x="28358" y="14496"/>
                              <a:pt x="27147" y="13925"/>
                            </a:cubicBezTo>
                            <a:cubicBezTo>
                              <a:pt x="25990" y="13383"/>
                              <a:pt x="24847" y="12821"/>
                              <a:pt x="23709" y="12240"/>
                            </a:cubicBezTo>
                            <a:cubicBezTo>
                              <a:pt x="21191" y="10956"/>
                              <a:pt x="18711" y="9591"/>
                              <a:pt x="16246" y="8201"/>
                            </a:cubicBezTo>
                            <a:cubicBezTo>
                              <a:pt x="11369" y="5455"/>
                              <a:pt x="6463" y="2777"/>
                              <a:pt x="1533" y="128"/>
                            </a:cubicBezTo>
                            <a:cubicBezTo>
                              <a:pt x="473" y="-444"/>
                              <a:pt x="-636" y="1053"/>
                              <a:pt x="439" y="1702"/>
                            </a:cubicBezTo>
                            <a:cubicBezTo>
                              <a:pt x="5422" y="4704"/>
                              <a:pt x="10405" y="7707"/>
                              <a:pt x="15476" y="10569"/>
                            </a:cubicBezTo>
                            <a:cubicBezTo>
                              <a:pt x="17863" y="11915"/>
                              <a:pt x="20266" y="13242"/>
                              <a:pt x="22706" y="14492"/>
                            </a:cubicBezTo>
                            <a:cubicBezTo>
                              <a:pt x="24900" y="15615"/>
                              <a:pt x="27530" y="17397"/>
                              <a:pt x="30043" y="17528"/>
                            </a:cubicBezTo>
                            <a:cubicBezTo>
                              <a:pt x="31027" y="17581"/>
                              <a:pt x="31346" y="16492"/>
                              <a:pt x="30692" y="15867"/>
                            </a:cubicBezTo>
                            <a:close/>
                          </a:path>
                        </a:pathLst>
                      </a:custGeom>
                      <a:solidFill>
                        <a:srgbClr val="B7ABAB"/>
                      </a:solidFill>
                      <a:ln w="4839" cap="flat">
                        <a:noFill/>
                        <a:prstDash val="solid"/>
                        <a:miter/>
                      </a:ln>
                    </p:spPr>
                    <p:txBody>
                      <a:bodyPr rtlCol="0" anchor="ctr"/>
                      <a:lstStyle/>
                      <a:p>
                        <a:endParaRPr lang="vi-VN"/>
                      </a:p>
                    </p:txBody>
                  </p:sp>
                  <p:sp>
                    <p:nvSpPr>
                      <p:cNvPr id="713" name="Freeform: Shape 712">
                        <a:extLst>
                          <a:ext uri="{FF2B5EF4-FFF2-40B4-BE49-F238E27FC236}">
                            <a16:creationId xmlns:a16="http://schemas.microsoft.com/office/drawing/2014/main" id="{CBFB9AA8-B95B-F6D5-E02C-4E94BB9984F7}"/>
                          </a:ext>
                        </a:extLst>
                      </p:cNvPr>
                      <p:cNvSpPr/>
                      <p:nvPr/>
                    </p:nvSpPr>
                    <p:spPr>
                      <a:xfrm>
                        <a:off x="2506603" y="5759068"/>
                        <a:ext cx="8459" cy="4125"/>
                      </a:xfrm>
                      <a:custGeom>
                        <a:avLst/>
                        <a:gdLst>
                          <a:gd name="connsiteX0" fmla="*/ 8333 w 8459"/>
                          <a:gd name="connsiteY0" fmla="*/ 551 h 4125"/>
                          <a:gd name="connsiteX1" fmla="*/ 7151 w 8459"/>
                          <a:gd name="connsiteY1" fmla="*/ 23 h 4125"/>
                          <a:gd name="connsiteX2" fmla="*/ 5863 w 8459"/>
                          <a:gd name="connsiteY2" fmla="*/ 319 h 4125"/>
                          <a:gd name="connsiteX3" fmla="*/ 5151 w 8459"/>
                          <a:gd name="connsiteY3" fmla="*/ 600 h 4125"/>
                          <a:gd name="connsiteX4" fmla="*/ 3887 w 8459"/>
                          <a:gd name="connsiteY4" fmla="*/ 1098 h 4125"/>
                          <a:gd name="connsiteX5" fmla="*/ 1112 w 8459"/>
                          <a:gd name="connsiteY5" fmla="*/ 1728 h 4125"/>
                          <a:gd name="connsiteX6" fmla="*/ 8 w 8459"/>
                          <a:gd name="connsiteY6" fmla="*/ 3021 h 4125"/>
                          <a:gd name="connsiteX7" fmla="*/ 1301 w 8459"/>
                          <a:gd name="connsiteY7" fmla="*/ 4125 h 4125"/>
                          <a:gd name="connsiteX8" fmla="*/ 4483 w 8459"/>
                          <a:gd name="connsiteY8" fmla="*/ 3713 h 4125"/>
                          <a:gd name="connsiteX9" fmla="*/ 6420 w 8459"/>
                          <a:gd name="connsiteY9" fmla="*/ 3094 h 4125"/>
                          <a:gd name="connsiteX10" fmla="*/ 7088 w 8459"/>
                          <a:gd name="connsiteY10" fmla="*/ 2754 h 4125"/>
                          <a:gd name="connsiteX11" fmla="*/ 8134 w 8459"/>
                          <a:gd name="connsiteY11" fmla="*/ 1815 h 4125"/>
                          <a:gd name="connsiteX12" fmla="*/ 8333 w 8459"/>
                          <a:gd name="connsiteY12" fmla="*/ 551 h 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59" h="4125">
                            <a:moveTo>
                              <a:pt x="8333" y="551"/>
                            </a:moveTo>
                            <a:cubicBezTo>
                              <a:pt x="8086" y="139"/>
                              <a:pt x="7631" y="-74"/>
                              <a:pt x="7151" y="23"/>
                            </a:cubicBezTo>
                            <a:cubicBezTo>
                              <a:pt x="6716" y="115"/>
                              <a:pt x="6285" y="154"/>
                              <a:pt x="5863" y="319"/>
                            </a:cubicBezTo>
                            <a:cubicBezTo>
                              <a:pt x="5626" y="411"/>
                              <a:pt x="5388" y="512"/>
                              <a:pt x="5151" y="600"/>
                            </a:cubicBezTo>
                            <a:cubicBezTo>
                              <a:pt x="4725" y="754"/>
                              <a:pt x="4313" y="948"/>
                              <a:pt x="3887" y="1098"/>
                            </a:cubicBezTo>
                            <a:cubicBezTo>
                              <a:pt x="2991" y="1413"/>
                              <a:pt x="2057" y="1616"/>
                              <a:pt x="1112" y="1728"/>
                            </a:cubicBezTo>
                            <a:cubicBezTo>
                              <a:pt x="487" y="1800"/>
                              <a:pt x="-74" y="2357"/>
                              <a:pt x="8" y="3021"/>
                            </a:cubicBezTo>
                            <a:cubicBezTo>
                              <a:pt x="90" y="3694"/>
                              <a:pt x="628" y="4144"/>
                              <a:pt x="1301" y="4125"/>
                            </a:cubicBezTo>
                            <a:cubicBezTo>
                              <a:pt x="2371" y="4096"/>
                              <a:pt x="3442" y="3960"/>
                              <a:pt x="4483" y="3713"/>
                            </a:cubicBezTo>
                            <a:cubicBezTo>
                              <a:pt x="5132" y="3558"/>
                              <a:pt x="5815" y="3379"/>
                              <a:pt x="6420" y="3094"/>
                            </a:cubicBezTo>
                            <a:cubicBezTo>
                              <a:pt x="6648" y="2987"/>
                              <a:pt x="6875" y="2876"/>
                              <a:pt x="7088" y="2754"/>
                            </a:cubicBezTo>
                            <a:cubicBezTo>
                              <a:pt x="7500" y="2517"/>
                              <a:pt x="7820" y="2173"/>
                              <a:pt x="8134" y="1815"/>
                            </a:cubicBezTo>
                            <a:cubicBezTo>
                              <a:pt x="8430" y="1481"/>
                              <a:pt x="8585" y="972"/>
                              <a:pt x="8333" y="551"/>
                            </a:cubicBezTo>
                            <a:close/>
                          </a:path>
                        </a:pathLst>
                      </a:custGeom>
                      <a:solidFill>
                        <a:srgbClr val="B7ABAB"/>
                      </a:solidFill>
                      <a:ln w="4839" cap="flat">
                        <a:noFill/>
                        <a:prstDash val="solid"/>
                        <a:miter/>
                      </a:ln>
                    </p:spPr>
                    <p:txBody>
                      <a:bodyPr rtlCol="0" anchor="ctr"/>
                      <a:lstStyle/>
                      <a:p>
                        <a:endParaRPr lang="vi-VN"/>
                      </a:p>
                    </p:txBody>
                  </p:sp>
                  <p:sp>
                    <p:nvSpPr>
                      <p:cNvPr id="714" name="Freeform: Shape 713">
                        <a:extLst>
                          <a:ext uri="{FF2B5EF4-FFF2-40B4-BE49-F238E27FC236}">
                            <a16:creationId xmlns:a16="http://schemas.microsoft.com/office/drawing/2014/main" id="{1391DB44-2B15-5DD5-65DB-E4F37C91D171}"/>
                          </a:ext>
                        </a:extLst>
                      </p:cNvPr>
                      <p:cNvSpPr/>
                      <p:nvPr/>
                    </p:nvSpPr>
                    <p:spPr>
                      <a:xfrm>
                        <a:off x="2466974" y="5786841"/>
                        <a:ext cx="49524" cy="25707"/>
                      </a:xfrm>
                      <a:custGeom>
                        <a:avLst/>
                        <a:gdLst>
                          <a:gd name="connsiteX0" fmla="*/ 49386 w 49524"/>
                          <a:gd name="connsiteY0" fmla="*/ 24462 h 25707"/>
                          <a:gd name="connsiteX1" fmla="*/ 44141 w 49524"/>
                          <a:gd name="connsiteY1" fmla="*/ 21295 h 25707"/>
                          <a:gd name="connsiteX2" fmla="*/ 38233 w 49524"/>
                          <a:gd name="connsiteY2" fmla="*/ 18403 h 25707"/>
                          <a:gd name="connsiteX3" fmla="*/ 26033 w 49524"/>
                          <a:gd name="connsiteY3" fmla="*/ 12335 h 25707"/>
                          <a:gd name="connsiteX4" fmla="*/ 1257 w 49524"/>
                          <a:gd name="connsiteY4" fmla="*/ 73 h 25707"/>
                          <a:gd name="connsiteX5" fmla="*/ 376 w 49524"/>
                          <a:gd name="connsiteY5" fmla="*/ 1637 h 25707"/>
                          <a:gd name="connsiteX6" fmla="*/ 25079 w 49524"/>
                          <a:gd name="connsiteY6" fmla="*/ 14728 h 25707"/>
                          <a:gd name="connsiteX7" fmla="*/ 37259 w 49524"/>
                          <a:gd name="connsiteY7" fmla="*/ 20747 h 25707"/>
                          <a:gd name="connsiteX8" fmla="*/ 43158 w 49524"/>
                          <a:gd name="connsiteY8" fmla="*/ 23619 h 25707"/>
                          <a:gd name="connsiteX9" fmla="*/ 48761 w 49524"/>
                          <a:gd name="connsiteY9" fmla="*/ 25706 h 25707"/>
                          <a:gd name="connsiteX10" fmla="*/ 49386 w 49524"/>
                          <a:gd name="connsiteY10" fmla="*/ 24462 h 25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524" h="25707">
                            <a:moveTo>
                              <a:pt x="49386" y="24462"/>
                            </a:moveTo>
                            <a:cubicBezTo>
                              <a:pt x="48122" y="22810"/>
                              <a:pt x="45972" y="22186"/>
                              <a:pt x="44141" y="21295"/>
                            </a:cubicBezTo>
                            <a:cubicBezTo>
                              <a:pt x="42170" y="20336"/>
                              <a:pt x="40199" y="19372"/>
                              <a:pt x="38233" y="18403"/>
                            </a:cubicBezTo>
                            <a:cubicBezTo>
                              <a:pt x="34160" y="16398"/>
                              <a:pt x="30092" y="14374"/>
                              <a:pt x="26033" y="12335"/>
                            </a:cubicBezTo>
                            <a:cubicBezTo>
                              <a:pt x="17800" y="8195"/>
                              <a:pt x="9659" y="3860"/>
                              <a:pt x="1257" y="73"/>
                            </a:cubicBezTo>
                            <a:cubicBezTo>
                              <a:pt x="342" y="-339"/>
                              <a:pt x="-515" y="1100"/>
                              <a:pt x="376" y="1637"/>
                            </a:cubicBezTo>
                            <a:cubicBezTo>
                              <a:pt x="8342" y="6466"/>
                              <a:pt x="16749" y="10568"/>
                              <a:pt x="25079" y="14728"/>
                            </a:cubicBezTo>
                            <a:cubicBezTo>
                              <a:pt x="29133" y="16752"/>
                              <a:pt x="33191" y="18762"/>
                              <a:pt x="37259" y="20747"/>
                            </a:cubicBezTo>
                            <a:cubicBezTo>
                              <a:pt x="39225" y="21706"/>
                              <a:pt x="41192" y="22665"/>
                              <a:pt x="43158" y="23619"/>
                            </a:cubicBezTo>
                            <a:cubicBezTo>
                              <a:pt x="44954" y="24491"/>
                              <a:pt x="46727" y="25740"/>
                              <a:pt x="48761" y="25706"/>
                            </a:cubicBezTo>
                            <a:cubicBezTo>
                              <a:pt x="49347" y="25697"/>
                              <a:pt x="49749" y="24941"/>
                              <a:pt x="49386" y="24462"/>
                            </a:cubicBezTo>
                            <a:close/>
                          </a:path>
                        </a:pathLst>
                      </a:custGeom>
                      <a:solidFill>
                        <a:srgbClr val="B7ABAB"/>
                      </a:solidFill>
                      <a:ln w="4839" cap="flat">
                        <a:noFill/>
                        <a:prstDash val="solid"/>
                        <a:miter/>
                      </a:ln>
                    </p:spPr>
                    <p:txBody>
                      <a:bodyPr rtlCol="0" anchor="ctr"/>
                      <a:lstStyle/>
                      <a:p>
                        <a:endParaRPr lang="vi-VN"/>
                      </a:p>
                    </p:txBody>
                  </p:sp>
                  <p:sp>
                    <p:nvSpPr>
                      <p:cNvPr id="715" name="Freeform: Shape 714">
                        <a:extLst>
                          <a:ext uri="{FF2B5EF4-FFF2-40B4-BE49-F238E27FC236}">
                            <a16:creationId xmlns:a16="http://schemas.microsoft.com/office/drawing/2014/main" id="{026F5040-CA1B-B6C0-5C42-09B067FF142D}"/>
                          </a:ext>
                        </a:extLst>
                      </p:cNvPr>
                      <p:cNvSpPr/>
                      <p:nvPr/>
                    </p:nvSpPr>
                    <p:spPr>
                      <a:xfrm>
                        <a:off x="2524003" y="5800499"/>
                        <a:ext cx="29532" cy="9554"/>
                      </a:xfrm>
                      <a:custGeom>
                        <a:avLst/>
                        <a:gdLst>
                          <a:gd name="connsiteX0" fmla="*/ 28688 w 29532"/>
                          <a:gd name="connsiteY0" fmla="*/ 87 h 9554"/>
                          <a:gd name="connsiteX1" fmla="*/ 25826 w 29532"/>
                          <a:gd name="connsiteY1" fmla="*/ 610 h 9554"/>
                          <a:gd name="connsiteX2" fmla="*/ 22222 w 29532"/>
                          <a:gd name="connsiteY2" fmla="*/ 1878 h 9554"/>
                          <a:gd name="connsiteX3" fmla="*/ 15021 w 29532"/>
                          <a:gd name="connsiteY3" fmla="*/ 4213 h 9554"/>
                          <a:gd name="connsiteX4" fmla="*/ 754 w 29532"/>
                          <a:gd name="connsiteY4" fmla="*/ 7787 h 9554"/>
                          <a:gd name="connsiteX5" fmla="*/ 962 w 29532"/>
                          <a:gd name="connsiteY5" fmla="*/ 9554 h 9554"/>
                          <a:gd name="connsiteX6" fmla="*/ 15883 w 29532"/>
                          <a:gd name="connsiteY6" fmla="*/ 6891 h 9554"/>
                          <a:gd name="connsiteX7" fmla="*/ 22818 w 29532"/>
                          <a:gd name="connsiteY7" fmla="*/ 4619 h 9554"/>
                          <a:gd name="connsiteX8" fmla="*/ 26106 w 29532"/>
                          <a:gd name="connsiteY8" fmla="*/ 3457 h 9554"/>
                          <a:gd name="connsiteX9" fmla="*/ 29380 w 29532"/>
                          <a:gd name="connsiteY9" fmla="*/ 1690 h 9554"/>
                          <a:gd name="connsiteX10" fmla="*/ 28688 w 29532"/>
                          <a:gd name="connsiteY10" fmla="*/ 87 h 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532" h="9554">
                            <a:moveTo>
                              <a:pt x="28688" y="87"/>
                            </a:moveTo>
                            <a:cubicBezTo>
                              <a:pt x="27632" y="-189"/>
                              <a:pt x="26823" y="251"/>
                              <a:pt x="25826" y="610"/>
                            </a:cubicBezTo>
                            <a:cubicBezTo>
                              <a:pt x="24625" y="1036"/>
                              <a:pt x="23424" y="1462"/>
                              <a:pt x="22222" y="1878"/>
                            </a:cubicBezTo>
                            <a:cubicBezTo>
                              <a:pt x="19835" y="2702"/>
                              <a:pt x="17438" y="3496"/>
                              <a:pt x="15021" y="4213"/>
                            </a:cubicBezTo>
                            <a:cubicBezTo>
                              <a:pt x="10328" y="5607"/>
                              <a:pt x="5548" y="6789"/>
                              <a:pt x="754" y="7787"/>
                            </a:cubicBezTo>
                            <a:cubicBezTo>
                              <a:pt x="-370" y="8019"/>
                              <a:pt x="-186" y="9584"/>
                              <a:pt x="962" y="9554"/>
                            </a:cubicBezTo>
                            <a:cubicBezTo>
                              <a:pt x="6096" y="9404"/>
                              <a:pt x="10977" y="8373"/>
                              <a:pt x="15883" y="6891"/>
                            </a:cubicBezTo>
                            <a:cubicBezTo>
                              <a:pt x="18213" y="6189"/>
                              <a:pt x="20518" y="5419"/>
                              <a:pt x="22818" y="4619"/>
                            </a:cubicBezTo>
                            <a:cubicBezTo>
                              <a:pt x="23917" y="4237"/>
                              <a:pt x="25012" y="3849"/>
                              <a:pt x="26106" y="3457"/>
                            </a:cubicBezTo>
                            <a:cubicBezTo>
                              <a:pt x="27341" y="3017"/>
                              <a:pt x="28601" y="2808"/>
                              <a:pt x="29380" y="1690"/>
                            </a:cubicBezTo>
                            <a:cubicBezTo>
                              <a:pt x="29787" y="1094"/>
                              <a:pt x="29317" y="251"/>
                              <a:pt x="28688" y="87"/>
                            </a:cubicBezTo>
                            <a:close/>
                          </a:path>
                        </a:pathLst>
                      </a:custGeom>
                      <a:solidFill>
                        <a:srgbClr val="B7ABAB"/>
                      </a:solidFill>
                      <a:ln w="4839" cap="flat">
                        <a:noFill/>
                        <a:prstDash val="solid"/>
                        <a:miter/>
                      </a:ln>
                    </p:spPr>
                    <p:txBody>
                      <a:bodyPr rtlCol="0" anchor="ctr"/>
                      <a:lstStyle/>
                      <a:p>
                        <a:endParaRPr lang="vi-VN"/>
                      </a:p>
                    </p:txBody>
                  </p:sp>
                  <p:sp>
                    <p:nvSpPr>
                      <p:cNvPr id="716" name="Freeform: Shape 715">
                        <a:extLst>
                          <a:ext uri="{FF2B5EF4-FFF2-40B4-BE49-F238E27FC236}">
                            <a16:creationId xmlns:a16="http://schemas.microsoft.com/office/drawing/2014/main" id="{CDB84D99-2205-BE97-C424-3CA82F468FBB}"/>
                          </a:ext>
                        </a:extLst>
                      </p:cNvPr>
                      <p:cNvSpPr/>
                      <p:nvPr/>
                    </p:nvSpPr>
                    <p:spPr>
                      <a:xfrm>
                        <a:off x="2517206" y="5770026"/>
                        <a:ext cx="47133" cy="25971"/>
                      </a:xfrm>
                      <a:custGeom>
                        <a:avLst/>
                        <a:gdLst>
                          <a:gd name="connsiteX0" fmla="*/ 46610 w 47133"/>
                          <a:gd name="connsiteY0" fmla="*/ 23891 h 25971"/>
                          <a:gd name="connsiteX1" fmla="*/ 35016 w 47133"/>
                          <a:gd name="connsiteY1" fmla="*/ 18394 h 25971"/>
                          <a:gd name="connsiteX2" fmla="*/ 23640 w 47133"/>
                          <a:gd name="connsiteY2" fmla="*/ 12636 h 25971"/>
                          <a:gd name="connsiteX3" fmla="*/ 1518 w 47133"/>
                          <a:gd name="connsiteY3" fmla="*/ 136 h 25971"/>
                          <a:gd name="connsiteX4" fmla="*/ 423 w 47133"/>
                          <a:gd name="connsiteY4" fmla="*/ 1710 h 25971"/>
                          <a:gd name="connsiteX5" fmla="*/ 22962 w 47133"/>
                          <a:gd name="connsiteY5" fmla="*/ 14878 h 25971"/>
                          <a:gd name="connsiteX6" fmla="*/ 34362 w 47133"/>
                          <a:gd name="connsiteY6" fmla="*/ 20695 h 25971"/>
                          <a:gd name="connsiteX7" fmla="*/ 45801 w 47133"/>
                          <a:gd name="connsiteY7" fmla="*/ 25920 h 25971"/>
                          <a:gd name="connsiteX8" fmla="*/ 46610 w 47133"/>
                          <a:gd name="connsiteY8" fmla="*/ 23891 h 2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33" h="25971">
                            <a:moveTo>
                              <a:pt x="46610" y="23891"/>
                            </a:moveTo>
                            <a:cubicBezTo>
                              <a:pt x="42978" y="21731"/>
                              <a:pt x="38827" y="20239"/>
                              <a:pt x="35016" y="18394"/>
                            </a:cubicBezTo>
                            <a:cubicBezTo>
                              <a:pt x="31190" y="16539"/>
                              <a:pt x="27398" y="14622"/>
                              <a:pt x="23640" y="12636"/>
                            </a:cubicBezTo>
                            <a:cubicBezTo>
                              <a:pt x="16138" y="8679"/>
                              <a:pt x="8927" y="4248"/>
                              <a:pt x="1518" y="136"/>
                            </a:cubicBezTo>
                            <a:cubicBezTo>
                              <a:pt x="462" y="-450"/>
                              <a:pt x="-618" y="999"/>
                              <a:pt x="423" y="1710"/>
                            </a:cubicBezTo>
                            <a:cubicBezTo>
                              <a:pt x="7586" y="6611"/>
                              <a:pt x="15305" y="10805"/>
                              <a:pt x="22962" y="14878"/>
                            </a:cubicBezTo>
                            <a:cubicBezTo>
                              <a:pt x="26730" y="16883"/>
                              <a:pt x="30526" y="18820"/>
                              <a:pt x="34362" y="20695"/>
                            </a:cubicBezTo>
                            <a:cubicBezTo>
                              <a:pt x="38072" y="22506"/>
                              <a:pt x="41864" y="24666"/>
                              <a:pt x="45801" y="25920"/>
                            </a:cubicBezTo>
                            <a:cubicBezTo>
                              <a:pt x="47012" y="26298"/>
                              <a:pt x="47651" y="24511"/>
                              <a:pt x="46610" y="23891"/>
                            </a:cubicBezTo>
                            <a:close/>
                          </a:path>
                        </a:pathLst>
                      </a:custGeom>
                      <a:solidFill>
                        <a:srgbClr val="B7ABAB"/>
                      </a:solidFill>
                      <a:ln w="4839" cap="flat">
                        <a:noFill/>
                        <a:prstDash val="solid"/>
                        <a:miter/>
                      </a:ln>
                    </p:spPr>
                    <p:txBody>
                      <a:bodyPr rtlCol="0" anchor="ctr"/>
                      <a:lstStyle/>
                      <a:p>
                        <a:endParaRPr lang="vi-VN"/>
                      </a:p>
                    </p:txBody>
                  </p:sp>
                  <p:sp>
                    <p:nvSpPr>
                      <p:cNvPr id="717" name="Freeform: Shape 716">
                        <a:extLst>
                          <a:ext uri="{FF2B5EF4-FFF2-40B4-BE49-F238E27FC236}">
                            <a16:creationId xmlns:a16="http://schemas.microsoft.com/office/drawing/2014/main" id="{1782C0E4-93F6-9F8C-073E-9EF687A5A6F3}"/>
                          </a:ext>
                        </a:extLst>
                      </p:cNvPr>
                      <p:cNvSpPr/>
                      <p:nvPr/>
                    </p:nvSpPr>
                    <p:spPr>
                      <a:xfrm>
                        <a:off x="2341062" y="5746606"/>
                        <a:ext cx="36314" cy="19309"/>
                      </a:xfrm>
                      <a:custGeom>
                        <a:avLst/>
                        <a:gdLst>
                          <a:gd name="connsiteX0" fmla="*/ 35837 w 36314"/>
                          <a:gd name="connsiteY0" fmla="*/ 17367 h 19309"/>
                          <a:gd name="connsiteX1" fmla="*/ 26819 w 36314"/>
                          <a:gd name="connsiteY1" fmla="*/ 13444 h 19309"/>
                          <a:gd name="connsiteX2" fmla="*/ 17952 w 36314"/>
                          <a:gd name="connsiteY2" fmla="*/ 8969 h 19309"/>
                          <a:gd name="connsiteX3" fmla="*/ 9525 w 36314"/>
                          <a:gd name="connsiteY3" fmla="*/ 4247 h 19309"/>
                          <a:gd name="connsiteX4" fmla="*/ 5298 w 36314"/>
                          <a:gd name="connsiteY4" fmla="*/ 1918 h 19309"/>
                          <a:gd name="connsiteX5" fmla="*/ 1007 w 36314"/>
                          <a:gd name="connsiteY5" fmla="*/ 5 h 19309"/>
                          <a:gd name="connsiteX6" fmla="*/ 174 w 36314"/>
                          <a:gd name="connsiteY6" fmla="*/ 1419 h 19309"/>
                          <a:gd name="connsiteX7" fmla="*/ 4038 w 36314"/>
                          <a:gd name="connsiteY7" fmla="*/ 4136 h 19309"/>
                          <a:gd name="connsiteX8" fmla="*/ 8542 w 36314"/>
                          <a:gd name="connsiteY8" fmla="*/ 6756 h 19309"/>
                          <a:gd name="connsiteX9" fmla="*/ 16969 w 36314"/>
                          <a:gd name="connsiteY9" fmla="*/ 11444 h 19309"/>
                          <a:gd name="connsiteX10" fmla="*/ 25313 w 36314"/>
                          <a:gd name="connsiteY10" fmla="*/ 15662 h 19309"/>
                          <a:gd name="connsiteX11" fmla="*/ 35256 w 36314"/>
                          <a:gd name="connsiteY11" fmla="*/ 19299 h 19309"/>
                          <a:gd name="connsiteX12" fmla="*/ 35837 w 36314"/>
                          <a:gd name="connsiteY12" fmla="*/ 17367 h 19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14" h="19309">
                            <a:moveTo>
                              <a:pt x="35837" y="17367"/>
                            </a:moveTo>
                            <a:cubicBezTo>
                              <a:pt x="32999" y="15798"/>
                              <a:pt x="29774" y="14800"/>
                              <a:pt x="26819" y="13444"/>
                            </a:cubicBezTo>
                            <a:cubicBezTo>
                              <a:pt x="23812" y="12064"/>
                              <a:pt x="20863" y="10548"/>
                              <a:pt x="17952" y="8969"/>
                            </a:cubicBezTo>
                            <a:cubicBezTo>
                              <a:pt x="15124" y="7434"/>
                              <a:pt x="12325" y="5841"/>
                              <a:pt x="9525" y="4247"/>
                            </a:cubicBezTo>
                            <a:cubicBezTo>
                              <a:pt x="8126" y="3453"/>
                              <a:pt x="6716" y="2683"/>
                              <a:pt x="5298" y="1918"/>
                            </a:cubicBezTo>
                            <a:cubicBezTo>
                              <a:pt x="3946" y="1187"/>
                              <a:pt x="2561" y="155"/>
                              <a:pt x="1007" y="5"/>
                            </a:cubicBezTo>
                            <a:cubicBezTo>
                              <a:pt x="241" y="-73"/>
                              <a:pt x="-291" y="785"/>
                              <a:pt x="174" y="1419"/>
                            </a:cubicBezTo>
                            <a:cubicBezTo>
                              <a:pt x="1094" y="2683"/>
                              <a:pt x="2721" y="3351"/>
                              <a:pt x="4038" y="4136"/>
                            </a:cubicBezTo>
                            <a:cubicBezTo>
                              <a:pt x="5530" y="5027"/>
                              <a:pt x="7031" y="5899"/>
                              <a:pt x="8542" y="6756"/>
                            </a:cubicBezTo>
                            <a:cubicBezTo>
                              <a:pt x="11342" y="8340"/>
                              <a:pt x="14141" y="9923"/>
                              <a:pt x="16969" y="11444"/>
                            </a:cubicBezTo>
                            <a:cubicBezTo>
                              <a:pt x="19715" y="12921"/>
                              <a:pt x="22485" y="14350"/>
                              <a:pt x="25313" y="15662"/>
                            </a:cubicBezTo>
                            <a:cubicBezTo>
                              <a:pt x="28418" y="17105"/>
                              <a:pt x="31846" y="18810"/>
                              <a:pt x="35256" y="19299"/>
                            </a:cubicBezTo>
                            <a:cubicBezTo>
                              <a:pt x="36311" y="19454"/>
                              <a:pt x="36709" y="17846"/>
                              <a:pt x="35837" y="17367"/>
                            </a:cubicBezTo>
                            <a:close/>
                          </a:path>
                        </a:pathLst>
                      </a:custGeom>
                      <a:solidFill>
                        <a:srgbClr val="B7ABAB"/>
                      </a:solidFill>
                      <a:ln w="4839" cap="flat">
                        <a:noFill/>
                        <a:prstDash val="solid"/>
                        <a:miter/>
                      </a:ln>
                    </p:spPr>
                    <p:txBody>
                      <a:bodyPr rtlCol="0" anchor="ctr"/>
                      <a:lstStyle/>
                      <a:p>
                        <a:endParaRPr lang="vi-VN"/>
                      </a:p>
                    </p:txBody>
                  </p:sp>
                  <p:sp>
                    <p:nvSpPr>
                      <p:cNvPr id="718" name="Freeform: Shape 717">
                        <a:extLst>
                          <a:ext uri="{FF2B5EF4-FFF2-40B4-BE49-F238E27FC236}">
                            <a16:creationId xmlns:a16="http://schemas.microsoft.com/office/drawing/2014/main" id="{9B5C2453-36A8-5FFC-F3D7-DB404A29C6A3}"/>
                          </a:ext>
                        </a:extLst>
                      </p:cNvPr>
                      <p:cNvSpPr/>
                      <p:nvPr/>
                    </p:nvSpPr>
                    <p:spPr>
                      <a:xfrm>
                        <a:off x="2383971" y="5757389"/>
                        <a:ext cx="16007" cy="8214"/>
                      </a:xfrm>
                      <a:custGeom>
                        <a:avLst/>
                        <a:gdLst>
                          <a:gd name="connsiteX0" fmla="*/ 15602 w 16007"/>
                          <a:gd name="connsiteY0" fmla="*/ 153 h 8214"/>
                          <a:gd name="connsiteX1" fmla="*/ 14004 w 16007"/>
                          <a:gd name="connsiteY1" fmla="*/ 66 h 8214"/>
                          <a:gd name="connsiteX2" fmla="*/ 13113 w 16007"/>
                          <a:gd name="connsiteY2" fmla="*/ 342 h 8214"/>
                          <a:gd name="connsiteX3" fmla="*/ 11239 w 16007"/>
                          <a:gd name="connsiteY3" fmla="*/ 1107 h 8214"/>
                          <a:gd name="connsiteX4" fmla="*/ 7742 w 16007"/>
                          <a:gd name="connsiteY4" fmla="*/ 2637 h 8214"/>
                          <a:gd name="connsiteX5" fmla="*/ 744 w 16007"/>
                          <a:gd name="connsiteY5" fmla="*/ 5814 h 8214"/>
                          <a:gd name="connsiteX6" fmla="*/ 1572 w 16007"/>
                          <a:gd name="connsiteY6" fmla="*/ 8110 h 8214"/>
                          <a:gd name="connsiteX7" fmla="*/ 8953 w 16007"/>
                          <a:gd name="connsiteY7" fmla="*/ 5001 h 8214"/>
                          <a:gd name="connsiteX8" fmla="*/ 12570 w 16007"/>
                          <a:gd name="connsiteY8" fmla="*/ 3412 h 8214"/>
                          <a:gd name="connsiteX9" fmla="*/ 14585 w 16007"/>
                          <a:gd name="connsiteY9" fmla="*/ 2424 h 8214"/>
                          <a:gd name="connsiteX10" fmla="*/ 15917 w 16007"/>
                          <a:gd name="connsiteY10" fmla="*/ 1068 h 8214"/>
                          <a:gd name="connsiteX11" fmla="*/ 15602 w 16007"/>
                          <a:gd name="connsiteY11" fmla="*/ 153 h 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7" h="8214">
                            <a:moveTo>
                              <a:pt x="15602" y="153"/>
                            </a:moveTo>
                            <a:cubicBezTo>
                              <a:pt x="15040" y="37"/>
                              <a:pt x="14600" y="-75"/>
                              <a:pt x="14004" y="66"/>
                            </a:cubicBezTo>
                            <a:cubicBezTo>
                              <a:pt x="13708" y="133"/>
                              <a:pt x="13394" y="235"/>
                              <a:pt x="13113" y="342"/>
                            </a:cubicBezTo>
                            <a:cubicBezTo>
                              <a:pt x="12483" y="574"/>
                              <a:pt x="11863" y="850"/>
                              <a:pt x="11239" y="1107"/>
                            </a:cubicBezTo>
                            <a:cubicBezTo>
                              <a:pt x="10057" y="1586"/>
                              <a:pt x="8899" y="2109"/>
                              <a:pt x="7742" y="2637"/>
                            </a:cubicBezTo>
                            <a:cubicBezTo>
                              <a:pt x="5408" y="3698"/>
                              <a:pt x="3073" y="4754"/>
                              <a:pt x="744" y="5814"/>
                            </a:cubicBezTo>
                            <a:cubicBezTo>
                              <a:pt x="-670" y="6458"/>
                              <a:pt x="114" y="8725"/>
                              <a:pt x="1572" y="8110"/>
                            </a:cubicBezTo>
                            <a:cubicBezTo>
                              <a:pt x="4032" y="7073"/>
                              <a:pt x="6492" y="6037"/>
                              <a:pt x="8953" y="5001"/>
                            </a:cubicBezTo>
                            <a:cubicBezTo>
                              <a:pt x="10168" y="4487"/>
                              <a:pt x="11374" y="3969"/>
                              <a:pt x="12570" y="3412"/>
                            </a:cubicBezTo>
                            <a:cubicBezTo>
                              <a:pt x="13248" y="3093"/>
                              <a:pt x="13936" y="2797"/>
                              <a:pt x="14585" y="2424"/>
                            </a:cubicBezTo>
                            <a:cubicBezTo>
                              <a:pt x="15200" y="2071"/>
                              <a:pt x="15534" y="1649"/>
                              <a:pt x="15917" y="1068"/>
                            </a:cubicBezTo>
                            <a:cubicBezTo>
                              <a:pt x="16106" y="773"/>
                              <a:pt x="15999" y="235"/>
                              <a:pt x="15602" y="153"/>
                            </a:cubicBezTo>
                            <a:close/>
                          </a:path>
                        </a:pathLst>
                      </a:custGeom>
                      <a:solidFill>
                        <a:srgbClr val="B7ABAB"/>
                      </a:solidFill>
                      <a:ln w="4839" cap="flat">
                        <a:noFill/>
                        <a:prstDash val="solid"/>
                        <a:miter/>
                      </a:ln>
                    </p:spPr>
                    <p:txBody>
                      <a:bodyPr rtlCol="0" anchor="ctr"/>
                      <a:lstStyle/>
                      <a:p>
                        <a:endParaRPr lang="vi-VN"/>
                      </a:p>
                    </p:txBody>
                  </p:sp>
                  <p:sp>
                    <p:nvSpPr>
                      <p:cNvPr id="719" name="Freeform: Shape 718">
                        <a:extLst>
                          <a:ext uri="{FF2B5EF4-FFF2-40B4-BE49-F238E27FC236}">
                            <a16:creationId xmlns:a16="http://schemas.microsoft.com/office/drawing/2014/main" id="{0CF61180-3F95-1430-CAFA-B60E94FF2C28}"/>
                          </a:ext>
                        </a:extLst>
                      </p:cNvPr>
                      <p:cNvSpPr/>
                      <p:nvPr/>
                    </p:nvSpPr>
                    <p:spPr>
                      <a:xfrm>
                        <a:off x="2391931" y="5771498"/>
                        <a:ext cx="33303" cy="18715"/>
                      </a:xfrm>
                      <a:custGeom>
                        <a:avLst/>
                        <a:gdLst>
                          <a:gd name="connsiteX0" fmla="*/ 33004 w 33303"/>
                          <a:gd name="connsiteY0" fmla="*/ 17319 h 18715"/>
                          <a:gd name="connsiteX1" fmla="*/ 25517 w 33303"/>
                          <a:gd name="connsiteY1" fmla="*/ 13450 h 18715"/>
                          <a:gd name="connsiteX2" fmla="*/ 16645 w 33303"/>
                          <a:gd name="connsiteY2" fmla="*/ 8863 h 18715"/>
                          <a:gd name="connsiteX3" fmla="*/ 1559 w 33303"/>
                          <a:gd name="connsiteY3" fmla="*/ 151 h 18715"/>
                          <a:gd name="connsiteX4" fmla="*/ 470 w 33303"/>
                          <a:gd name="connsiteY4" fmla="*/ 1894 h 18715"/>
                          <a:gd name="connsiteX5" fmla="*/ 15856 w 33303"/>
                          <a:gd name="connsiteY5" fmla="*/ 11445 h 18715"/>
                          <a:gd name="connsiteX6" fmla="*/ 23595 w 33303"/>
                          <a:gd name="connsiteY6" fmla="*/ 15518 h 18715"/>
                          <a:gd name="connsiteX7" fmla="*/ 32326 w 33303"/>
                          <a:gd name="connsiteY7" fmla="*/ 18714 h 18715"/>
                          <a:gd name="connsiteX8" fmla="*/ 33004 w 33303"/>
                          <a:gd name="connsiteY8" fmla="*/ 17319 h 18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303" h="18715">
                            <a:moveTo>
                              <a:pt x="33004" y="17319"/>
                            </a:moveTo>
                            <a:cubicBezTo>
                              <a:pt x="30772" y="15600"/>
                              <a:pt x="28040" y="14655"/>
                              <a:pt x="25517" y="13450"/>
                            </a:cubicBezTo>
                            <a:cubicBezTo>
                              <a:pt x="22510" y="12016"/>
                              <a:pt x="19556" y="10481"/>
                              <a:pt x="16645" y="8863"/>
                            </a:cubicBezTo>
                            <a:cubicBezTo>
                              <a:pt x="11570" y="6045"/>
                              <a:pt x="6596" y="3042"/>
                              <a:pt x="1559" y="151"/>
                            </a:cubicBezTo>
                            <a:cubicBezTo>
                              <a:pt x="416" y="-508"/>
                              <a:pt x="-639" y="1158"/>
                              <a:pt x="470" y="1894"/>
                            </a:cubicBezTo>
                            <a:cubicBezTo>
                              <a:pt x="5501" y="5246"/>
                              <a:pt x="10577" y="8486"/>
                              <a:pt x="15856" y="11445"/>
                            </a:cubicBezTo>
                            <a:cubicBezTo>
                              <a:pt x="18398" y="12868"/>
                              <a:pt x="20970" y="14244"/>
                              <a:pt x="23595" y="15518"/>
                            </a:cubicBezTo>
                            <a:cubicBezTo>
                              <a:pt x="26316" y="16835"/>
                              <a:pt x="29256" y="18481"/>
                              <a:pt x="32326" y="18714"/>
                            </a:cubicBezTo>
                            <a:cubicBezTo>
                              <a:pt x="33033" y="18767"/>
                              <a:pt x="33711" y="17861"/>
                              <a:pt x="33004" y="17319"/>
                            </a:cubicBezTo>
                            <a:close/>
                          </a:path>
                        </a:pathLst>
                      </a:custGeom>
                      <a:solidFill>
                        <a:srgbClr val="B7ABAB"/>
                      </a:solidFill>
                      <a:ln w="4839" cap="flat">
                        <a:noFill/>
                        <a:prstDash val="solid"/>
                        <a:miter/>
                      </a:ln>
                    </p:spPr>
                    <p:txBody>
                      <a:bodyPr rtlCol="0" anchor="ctr"/>
                      <a:lstStyle/>
                      <a:p>
                        <a:endParaRPr lang="vi-VN"/>
                      </a:p>
                    </p:txBody>
                  </p:sp>
                  <p:sp>
                    <p:nvSpPr>
                      <p:cNvPr id="720" name="Freeform: Shape 719">
                        <a:extLst>
                          <a:ext uri="{FF2B5EF4-FFF2-40B4-BE49-F238E27FC236}">
                            <a16:creationId xmlns:a16="http://schemas.microsoft.com/office/drawing/2014/main" id="{77268E5B-C3A4-D743-378D-2D5B9542D46B}"/>
                          </a:ext>
                        </a:extLst>
                      </p:cNvPr>
                      <p:cNvSpPr/>
                      <p:nvPr/>
                    </p:nvSpPr>
                    <p:spPr>
                      <a:xfrm>
                        <a:off x="2433162" y="5780944"/>
                        <a:ext cx="13758" cy="6677"/>
                      </a:xfrm>
                      <a:custGeom>
                        <a:avLst/>
                        <a:gdLst>
                          <a:gd name="connsiteX0" fmla="*/ 9291 w 13758"/>
                          <a:gd name="connsiteY0" fmla="*/ 875 h 6677"/>
                          <a:gd name="connsiteX1" fmla="*/ 6429 w 13758"/>
                          <a:gd name="connsiteY1" fmla="*/ 2043 h 6677"/>
                          <a:gd name="connsiteX2" fmla="*/ 777 w 13758"/>
                          <a:gd name="connsiteY2" fmla="*/ 4362 h 6677"/>
                          <a:gd name="connsiteX3" fmla="*/ 1566 w 13758"/>
                          <a:gd name="connsiteY3" fmla="*/ 6634 h 6677"/>
                          <a:gd name="connsiteX4" fmla="*/ 5179 w 13758"/>
                          <a:gd name="connsiteY4" fmla="*/ 5699 h 6677"/>
                          <a:gd name="connsiteX5" fmla="*/ 7959 w 13758"/>
                          <a:gd name="connsiteY5" fmla="*/ 4716 h 6677"/>
                          <a:gd name="connsiteX6" fmla="*/ 10807 w 13758"/>
                          <a:gd name="connsiteY6" fmla="*/ 3621 h 6677"/>
                          <a:gd name="connsiteX7" fmla="*/ 13741 w 13758"/>
                          <a:gd name="connsiteY7" fmla="*/ 977 h 6677"/>
                          <a:gd name="connsiteX8" fmla="*/ 9291 w 13758"/>
                          <a:gd name="connsiteY8" fmla="*/ 875 h 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58" h="6677">
                            <a:moveTo>
                              <a:pt x="9291" y="875"/>
                            </a:moveTo>
                            <a:cubicBezTo>
                              <a:pt x="8337" y="1263"/>
                              <a:pt x="7387" y="1665"/>
                              <a:pt x="6429" y="2043"/>
                            </a:cubicBezTo>
                            <a:cubicBezTo>
                              <a:pt x="4530" y="2793"/>
                              <a:pt x="2651" y="3558"/>
                              <a:pt x="777" y="4362"/>
                            </a:cubicBezTo>
                            <a:cubicBezTo>
                              <a:pt x="-661" y="4982"/>
                              <a:pt x="70" y="6997"/>
                              <a:pt x="1566" y="6634"/>
                            </a:cubicBezTo>
                            <a:cubicBezTo>
                              <a:pt x="2772" y="6343"/>
                              <a:pt x="4002" y="6101"/>
                              <a:pt x="5179" y="5699"/>
                            </a:cubicBezTo>
                            <a:cubicBezTo>
                              <a:pt x="6109" y="5384"/>
                              <a:pt x="7039" y="5055"/>
                              <a:pt x="7959" y="4716"/>
                            </a:cubicBezTo>
                            <a:cubicBezTo>
                              <a:pt x="8913" y="4367"/>
                              <a:pt x="9881" y="4038"/>
                              <a:pt x="10807" y="3621"/>
                            </a:cubicBezTo>
                            <a:cubicBezTo>
                              <a:pt x="11857" y="3151"/>
                              <a:pt x="13969" y="2498"/>
                              <a:pt x="13741" y="977"/>
                            </a:cubicBezTo>
                            <a:cubicBezTo>
                              <a:pt x="13460" y="-897"/>
                              <a:pt x="10414" y="420"/>
                              <a:pt x="9291" y="875"/>
                            </a:cubicBezTo>
                            <a:close/>
                          </a:path>
                        </a:pathLst>
                      </a:custGeom>
                      <a:solidFill>
                        <a:srgbClr val="B7ABAB"/>
                      </a:solidFill>
                      <a:ln w="4839" cap="flat">
                        <a:noFill/>
                        <a:prstDash val="solid"/>
                        <a:miter/>
                      </a:ln>
                    </p:spPr>
                    <p:txBody>
                      <a:bodyPr rtlCol="0" anchor="ctr"/>
                      <a:lstStyle/>
                      <a:p>
                        <a:endParaRPr lang="vi-VN"/>
                      </a:p>
                    </p:txBody>
                  </p:sp>
                  <p:sp>
                    <p:nvSpPr>
                      <p:cNvPr id="721" name="Freeform: Shape 720">
                        <a:extLst>
                          <a:ext uri="{FF2B5EF4-FFF2-40B4-BE49-F238E27FC236}">
                            <a16:creationId xmlns:a16="http://schemas.microsoft.com/office/drawing/2014/main" id="{D914B920-4E78-6CAB-321B-BF99E267F796}"/>
                          </a:ext>
                        </a:extLst>
                      </p:cNvPr>
                      <p:cNvSpPr/>
                      <p:nvPr/>
                    </p:nvSpPr>
                    <p:spPr>
                      <a:xfrm>
                        <a:off x="2435830" y="5796081"/>
                        <a:ext cx="43078" cy="23363"/>
                      </a:xfrm>
                      <a:custGeom>
                        <a:avLst/>
                        <a:gdLst>
                          <a:gd name="connsiteX0" fmla="*/ 39123 w 43078"/>
                          <a:gd name="connsiteY0" fmla="*/ 19498 h 23363"/>
                          <a:gd name="connsiteX1" fmla="*/ 34067 w 43078"/>
                          <a:gd name="connsiteY1" fmla="*/ 16635 h 23363"/>
                          <a:gd name="connsiteX2" fmla="*/ 23243 w 43078"/>
                          <a:gd name="connsiteY2" fmla="*/ 10911 h 23363"/>
                          <a:gd name="connsiteX3" fmla="*/ 1654 w 43078"/>
                          <a:gd name="connsiteY3" fmla="*/ 112 h 23363"/>
                          <a:gd name="connsiteX4" fmla="*/ 613 w 43078"/>
                          <a:gd name="connsiteY4" fmla="*/ 2199 h 23363"/>
                          <a:gd name="connsiteX5" fmla="*/ 21413 w 43078"/>
                          <a:gd name="connsiteY5" fmla="*/ 13260 h 23363"/>
                          <a:gd name="connsiteX6" fmla="*/ 31869 w 43078"/>
                          <a:gd name="connsiteY6" fmla="*/ 18742 h 23363"/>
                          <a:gd name="connsiteX7" fmla="*/ 37201 w 43078"/>
                          <a:gd name="connsiteY7" fmla="*/ 21478 h 23363"/>
                          <a:gd name="connsiteX8" fmla="*/ 42673 w 43078"/>
                          <a:gd name="connsiteY8" fmla="*/ 23333 h 23363"/>
                          <a:gd name="connsiteX9" fmla="*/ 43046 w 43078"/>
                          <a:gd name="connsiteY9" fmla="*/ 22781 h 23363"/>
                          <a:gd name="connsiteX10" fmla="*/ 39123 w 43078"/>
                          <a:gd name="connsiteY10" fmla="*/ 19498 h 2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078" h="23363">
                            <a:moveTo>
                              <a:pt x="39123" y="19498"/>
                            </a:moveTo>
                            <a:cubicBezTo>
                              <a:pt x="37452" y="18505"/>
                              <a:pt x="35777" y="17551"/>
                              <a:pt x="34067" y="16635"/>
                            </a:cubicBezTo>
                            <a:cubicBezTo>
                              <a:pt x="30469" y="14708"/>
                              <a:pt x="26861" y="12805"/>
                              <a:pt x="23243" y="10911"/>
                            </a:cubicBezTo>
                            <a:cubicBezTo>
                              <a:pt x="16134" y="7192"/>
                              <a:pt x="9029" y="3269"/>
                              <a:pt x="1654" y="112"/>
                            </a:cubicBezTo>
                            <a:cubicBezTo>
                              <a:pt x="269" y="-479"/>
                              <a:pt x="-680" y="1434"/>
                              <a:pt x="613" y="2199"/>
                            </a:cubicBezTo>
                            <a:cubicBezTo>
                              <a:pt x="7349" y="6214"/>
                              <a:pt x="14454" y="9647"/>
                              <a:pt x="21413" y="13260"/>
                            </a:cubicBezTo>
                            <a:cubicBezTo>
                              <a:pt x="24904" y="15071"/>
                              <a:pt x="28391" y="16897"/>
                              <a:pt x="31869" y="18742"/>
                            </a:cubicBezTo>
                            <a:cubicBezTo>
                              <a:pt x="33636" y="19682"/>
                              <a:pt x="35404" y="20592"/>
                              <a:pt x="37201" y="21478"/>
                            </a:cubicBezTo>
                            <a:cubicBezTo>
                              <a:pt x="38920" y="22331"/>
                              <a:pt x="40683" y="23575"/>
                              <a:pt x="42673" y="23333"/>
                            </a:cubicBezTo>
                            <a:cubicBezTo>
                              <a:pt x="42910" y="23304"/>
                              <a:pt x="43172" y="23047"/>
                              <a:pt x="43046" y="22781"/>
                            </a:cubicBezTo>
                            <a:cubicBezTo>
                              <a:pt x="42247" y="21130"/>
                              <a:pt x="40639" y="20398"/>
                              <a:pt x="39123" y="19498"/>
                            </a:cubicBezTo>
                            <a:close/>
                          </a:path>
                        </a:pathLst>
                      </a:custGeom>
                      <a:solidFill>
                        <a:srgbClr val="B7ABAB"/>
                      </a:solidFill>
                      <a:ln w="4839" cap="flat">
                        <a:noFill/>
                        <a:prstDash val="solid"/>
                        <a:miter/>
                      </a:ln>
                    </p:spPr>
                    <p:txBody>
                      <a:bodyPr rtlCol="0" anchor="ctr"/>
                      <a:lstStyle/>
                      <a:p>
                        <a:endParaRPr lang="vi-VN"/>
                      </a:p>
                    </p:txBody>
                  </p:sp>
                  <p:sp>
                    <p:nvSpPr>
                      <p:cNvPr id="722" name="Freeform: Shape 721">
                        <a:extLst>
                          <a:ext uri="{FF2B5EF4-FFF2-40B4-BE49-F238E27FC236}">
                            <a16:creationId xmlns:a16="http://schemas.microsoft.com/office/drawing/2014/main" id="{F096F312-A89B-B7FF-79EB-7FC5B9BFB6C0}"/>
                          </a:ext>
                        </a:extLst>
                      </p:cNvPr>
                      <p:cNvSpPr/>
                      <p:nvPr/>
                    </p:nvSpPr>
                    <p:spPr>
                      <a:xfrm>
                        <a:off x="2484493" y="5815775"/>
                        <a:ext cx="15576" cy="4294"/>
                      </a:xfrm>
                      <a:custGeom>
                        <a:avLst/>
                        <a:gdLst>
                          <a:gd name="connsiteX0" fmla="*/ 15129 w 15576"/>
                          <a:gd name="connsiteY0" fmla="*/ 191 h 4294"/>
                          <a:gd name="connsiteX1" fmla="*/ 11715 w 15576"/>
                          <a:gd name="connsiteY1" fmla="*/ 327 h 4294"/>
                          <a:gd name="connsiteX2" fmla="*/ 6533 w 15576"/>
                          <a:gd name="connsiteY2" fmla="*/ 1407 h 4294"/>
                          <a:gd name="connsiteX3" fmla="*/ 3749 w 15576"/>
                          <a:gd name="connsiteY3" fmla="*/ 2036 h 4294"/>
                          <a:gd name="connsiteX4" fmla="*/ 741 w 15576"/>
                          <a:gd name="connsiteY4" fmla="*/ 2589 h 4294"/>
                          <a:gd name="connsiteX5" fmla="*/ 901 w 15576"/>
                          <a:gd name="connsiteY5" fmla="*/ 4288 h 4294"/>
                          <a:gd name="connsiteX6" fmla="*/ 8180 w 15576"/>
                          <a:gd name="connsiteY6" fmla="*/ 3489 h 4294"/>
                          <a:gd name="connsiteX7" fmla="*/ 11706 w 15576"/>
                          <a:gd name="connsiteY7" fmla="*/ 2850 h 4294"/>
                          <a:gd name="connsiteX8" fmla="*/ 15381 w 15576"/>
                          <a:gd name="connsiteY8" fmla="*/ 1431 h 4294"/>
                          <a:gd name="connsiteX9" fmla="*/ 15129 w 15576"/>
                          <a:gd name="connsiteY9" fmla="*/ 191 h 4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576" h="4294">
                            <a:moveTo>
                              <a:pt x="15129" y="191"/>
                            </a:moveTo>
                            <a:cubicBezTo>
                              <a:pt x="14117" y="-201"/>
                              <a:pt x="12742" y="94"/>
                              <a:pt x="11715" y="327"/>
                            </a:cubicBezTo>
                            <a:cubicBezTo>
                              <a:pt x="9996" y="719"/>
                              <a:pt x="8267" y="1082"/>
                              <a:pt x="6533" y="1407"/>
                            </a:cubicBezTo>
                            <a:cubicBezTo>
                              <a:pt x="5589" y="1581"/>
                              <a:pt x="4674" y="1785"/>
                              <a:pt x="3749" y="2036"/>
                            </a:cubicBezTo>
                            <a:cubicBezTo>
                              <a:pt x="2761" y="2303"/>
                              <a:pt x="1749" y="2434"/>
                              <a:pt x="741" y="2589"/>
                            </a:cubicBezTo>
                            <a:cubicBezTo>
                              <a:pt x="-339" y="2753"/>
                              <a:pt x="-198" y="4405"/>
                              <a:pt x="901" y="4288"/>
                            </a:cubicBezTo>
                            <a:cubicBezTo>
                              <a:pt x="3337" y="4027"/>
                              <a:pt x="5763" y="3896"/>
                              <a:pt x="8180" y="3489"/>
                            </a:cubicBezTo>
                            <a:cubicBezTo>
                              <a:pt x="9357" y="3291"/>
                              <a:pt x="10534" y="3078"/>
                              <a:pt x="11706" y="2850"/>
                            </a:cubicBezTo>
                            <a:cubicBezTo>
                              <a:pt x="12916" y="2618"/>
                              <a:pt x="14490" y="2342"/>
                              <a:pt x="15381" y="1431"/>
                            </a:cubicBezTo>
                            <a:cubicBezTo>
                              <a:pt x="15725" y="1087"/>
                              <a:pt x="15599" y="371"/>
                              <a:pt x="15129" y="191"/>
                            </a:cubicBezTo>
                            <a:close/>
                          </a:path>
                        </a:pathLst>
                      </a:custGeom>
                      <a:solidFill>
                        <a:srgbClr val="B7ABAB"/>
                      </a:solidFill>
                      <a:ln w="4839" cap="flat">
                        <a:noFill/>
                        <a:prstDash val="solid"/>
                        <a:miter/>
                      </a:ln>
                    </p:spPr>
                    <p:txBody>
                      <a:bodyPr rtlCol="0" anchor="ctr"/>
                      <a:lstStyle/>
                      <a:p>
                        <a:endParaRPr lang="vi-VN"/>
                      </a:p>
                    </p:txBody>
                  </p:sp>
                  <p:sp>
                    <p:nvSpPr>
                      <p:cNvPr id="723" name="Freeform: Shape 722">
                        <a:extLst>
                          <a:ext uri="{FF2B5EF4-FFF2-40B4-BE49-F238E27FC236}">
                            <a16:creationId xmlns:a16="http://schemas.microsoft.com/office/drawing/2014/main" id="{54804729-2B3D-D02B-4CCA-41C2661B4910}"/>
                          </a:ext>
                        </a:extLst>
                      </p:cNvPr>
                      <p:cNvSpPr/>
                      <p:nvPr/>
                    </p:nvSpPr>
                    <p:spPr>
                      <a:xfrm>
                        <a:off x="2496294" y="5829596"/>
                        <a:ext cx="26225" cy="11507"/>
                      </a:xfrm>
                      <a:custGeom>
                        <a:avLst/>
                        <a:gdLst>
                          <a:gd name="connsiteX0" fmla="*/ 26192 w 26225"/>
                          <a:gd name="connsiteY0" fmla="*/ 8546 h 11507"/>
                          <a:gd name="connsiteX1" fmla="*/ 24652 w 26225"/>
                          <a:gd name="connsiteY1" fmla="*/ 7863 h 11507"/>
                          <a:gd name="connsiteX2" fmla="*/ 23010 w 26225"/>
                          <a:gd name="connsiteY2" fmla="*/ 8502 h 11507"/>
                          <a:gd name="connsiteX3" fmla="*/ 21712 w 26225"/>
                          <a:gd name="connsiteY3" fmla="*/ 8241 h 11507"/>
                          <a:gd name="connsiteX4" fmla="*/ 18782 w 26225"/>
                          <a:gd name="connsiteY4" fmla="*/ 7408 h 11507"/>
                          <a:gd name="connsiteX5" fmla="*/ 13043 w 26225"/>
                          <a:gd name="connsiteY5" fmla="*/ 5412 h 11507"/>
                          <a:gd name="connsiteX6" fmla="*/ 7527 w 26225"/>
                          <a:gd name="connsiteY6" fmla="*/ 3020 h 11507"/>
                          <a:gd name="connsiteX7" fmla="*/ 1352 w 26225"/>
                          <a:gd name="connsiteY7" fmla="*/ 56 h 11507"/>
                          <a:gd name="connsiteX8" fmla="*/ 316 w 26225"/>
                          <a:gd name="connsiteY8" fmla="*/ 1940 h 11507"/>
                          <a:gd name="connsiteX9" fmla="*/ 7038 w 26225"/>
                          <a:gd name="connsiteY9" fmla="*/ 6057 h 11507"/>
                          <a:gd name="connsiteX10" fmla="*/ 14084 w 26225"/>
                          <a:gd name="connsiteY10" fmla="*/ 9112 h 11507"/>
                          <a:gd name="connsiteX11" fmla="*/ 26192 w 26225"/>
                          <a:gd name="connsiteY11" fmla="*/ 8546 h 11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225" h="11507">
                            <a:moveTo>
                              <a:pt x="26192" y="8546"/>
                            </a:moveTo>
                            <a:cubicBezTo>
                              <a:pt x="26104" y="7815"/>
                              <a:pt x="25204" y="7611"/>
                              <a:pt x="24652" y="7863"/>
                            </a:cubicBezTo>
                            <a:cubicBezTo>
                              <a:pt x="24051" y="8134"/>
                              <a:pt x="23664" y="8507"/>
                              <a:pt x="23010" y="8502"/>
                            </a:cubicBezTo>
                            <a:cubicBezTo>
                              <a:pt x="22588" y="8497"/>
                              <a:pt x="22114" y="8342"/>
                              <a:pt x="21712" y="8241"/>
                            </a:cubicBezTo>
                            <a:cubicBezTo>
                              <a:pt x="20729" y="7994"/>
                              <a:pt x="19751" y="7703"/>
                              <a:pt x="18782" y="7408"/>
                            </a:cubicBezTo>
                            <a:cubicBezTo>
                              <a:pt x="16845" y="6817"/>
                              <a:pt x="14932" y="6144"/>
                              <a:pt x="13043" y="5412"/>
                            </a:cubicBezTo>
                            <a:cubicBezTo>
                              <a:pt x="11174" y="4691"/>
                              <a:pt x="9329" y="3892"/>
                              <a:pt x="7527" y="3020"/>
                            </a:cubicBezTo>
                            <a:cubicBezTo>
                              <a:pt x="5479" y="2032"/>
                              <a:pt x="3512" y="792"/>
                              <a:pt x="1352" y="56"/>
                            </a:cubicBezTo>
                            <a:cubicBezTo>
                              <a:pt x="272" y="-312"/>
                              <a:pt x="-444" y="1219"/>
                              <a:pt x="316" y="1940"/>
                            </a:cubicBezTo>
                            <a:cubicBezTo>
                              <a:pt x="2200" y="3737"/>
                              <a:pt x="4718" y="4909"/>
                              <a:pt x="7038" y="6057"/>
                            </a:cubicBezTo>
                            <a:cubicBezTo>
                              <a:pt x="9333" y="7190"/>
                              <a:pt x="11682" y="8226"/>
                              <a:pt x="14084" y="9112"/>
                            </a:cubicBezTo>
                            <a:cubicBezTo>
                              <a:pt x="16452" y="9989"/>
                              <a:pt x="26889" y="14348"/>
                              <a:pt x="26192" y="8546"/>
                            </a:cubicBezTo>
                            <a:close/>
                          </a:path>
                        </a:pathLst>
                      </a:custGeom>
                      <a:solidFill>
                        <a:srgbClr val="B7ABAB"/>
                      </a:solidFill>
                      <a:ln w="4839" cap="flat">
                        <a:noFill/>
                        <a:prstDash val="solid"/>
                        <a:miter/>
                      </a:ln>
                    </p:spPr>
                    <p:txBody>
                      <a:bodyPr rtlCol="0" anchor="ctr"/>
                      <a:lstStyle/>
                      <a:p>
                        <a:endParaRPr lang="vi-VN"/>
                      </a:p>
                    </p:txBody>
                  </p:sp>
                  <p:sp>
                    <p:nvSpPr>
                      <p:cNvPr id="724" name="Freeform: Shape 723">
                        <a:extLst>
                          <a:ext uri="{FF2B5EF4-FFF2-40B4-BE49-F238E27FC236}">
                            <a16:creationId xmlns:a16="http://schemas.microsoft.com/office/drawing/2014/main" id="{07C5D1F6-DF25-E3A6-16A0-728460156EEC}"/>
                          </a:ext>
                        </a:extLst>
                      </p:cNvPr>
                      <p:cNvSpPr/>
                      <p:nvPr/>
                    </p:nvSpPr>
                    <p:spPr>
                      <a:xfrm>
                        <a:off x="2405585" y="5686735"/>
                        <a:ext cx="18644" cy="8876"/>
                      </a:xfrm>
                      <a:custGeom>
                        <a:avLst/>
                        <a:gdLst>
                          <a:gd name="connsiteX0" fmla="*/ 17980 w 18644"/>
                          <a:gd name="connsiteY0" fmla="*/ 7457 h 8876"/>
                          <a:gd name="connsiteX1" fmla="*/ 13684 w 18644"/>
                          <a:gd name="connsiteY1" fmla="*/ 5771 h 8876"/>
                          <a:gd name="connsiteX2" fmla="*/ 9873 w 18644"/>
                          <a:gd name="connsiteY2" fmla="*/ 3515 h 8876"/>
                          <a:gd name="connsiteX3" fmla="*/ 5965 w 18644"/>
                          <a:gd name="connsiteY3" fmla="*/ 1524 h 8876"/>
                          <a:gd name="connsiteX4" fmla="*/ 3752 w 18644"/>
                          <a:gd name="connsiteY4" fmla="*/ 875 h 8876"/>
                          <a:gd name="connsiteX5" fmla="*/ 2154 w 18644"/>
                          <a:gd name="connsiteY5" fmla="*/ 536 h 8876"/>
                          <a:gd name="connsiteX6" fmla="*/ 37 w 18644"/>
                          <a:gd name="connsiteY6" fmla="*/ 1563 h 8876"/>
                          <a:gd name="connsiteX7" fmla="*/ 91 w 18644"/>
                          <a:gd name="connsiteY7" fmla="*/ 1834 h 8876"/>
                          <a:gd name="connsiteX8" fmla="*/ 396 w 18644"/>
                          <a:gd name="connsiteY8" fmla="*/ 2338 h 8876"/>
                          <a:gd name="connsiteX9" fmla="*/ 1447 w 18644"/>
                          <a:gd name="connsiteY9" fmla="*/ 3011 h 8876"/>
                          <a:gd name="connsiteX10" fmla="*/ 3824 w 18644"/>
                          <a:gd name="connsiteY10" fmla="*/ 3486 h 8876"/>
                          <a:gd name="connsiteX11" fmla="*/ 8323 w 18644"/>
                          <a:gd name="connsiteY11" fmla="*/ 5602 h 8876"/>
                          <a:gd name="connsiteX12" fmla="*/ 17961 w 18644"/>
                          <a:gd name="connsiteY12" fmla="*/ 8851 h 8876"/>
                          <a:gd name="connsiteX13" fmla="*/ 17980 w 18644"/>
                          <a:gd name="connsiteY13" fmla="*/ 7457 h 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44" h="8876">
                            <a:moveTo>
                              <a:pt x="17980" y="7457"/>
                            </a:moveTo>
                            <a:cubicBezTo>
                              <a:pt x="16377" y="7273"/>
                              <a:pt x="15060" y="6556"/>
                              <a:pt x="13684" y="5771"/>
                            </a:cubicBezTo>
                            <a:cubicBezTo>
                              <a:pt x="12401" y="5040"/>
                              <a:pt x="11152" y="4256"/>
                              <a:pt x="9873" y="3515"/>
                            </a:cubicBezTo>
                            <a:cubicBezTo>
                              <a:pt x="8609" y="2778"/>
                              <a:pt x="7331" y="2052"/>
                              <a:pt x="5965" y="1524"/>
                            </a:cubicBezTo>
                            <a:cubicBezTo>
                              <a:pt x="5248" y="1248"/>
                              <a:pt x="4502" y="1030"/>
                              <a:pt x="3752" y="875"/>
                            </a:cubicBezTo>
                            <a:cubicBezTo>
                              <a:pt x="3379" y="798"/>
                              <a:pt x="2367" y="861"/>
                              <a:pt x="2154" y="536"/>
                            </a:cubicBezTo>
                            <a:cubicBezTo>
                              <a:pt x="1379" y="-636"/>
                              <a:pt x="-268" y="299"/>
                              <a:pt x="37" y="1563"/>
                            </a:cubicBezTo>
                            <a:cubicBezTo>
                              <a:pt x="-40" y="1243"/>
                              <a:pt x="66" y="1766"/>
                              <a:pt x="91" y="1834"/>
                            </a:cubicBezTo>
                            <a:cubicBezTo>
                              <a:pt x="163" y="2028"/>
                              <a:pt x="265" y="2183"/>
                              <a:pt x="396" y="2338"/>
                            </a:cubicBezTo>
                            <a:cubicBezTo>
                              <a:pt x="667" y="2662"/>
                              <a:pt x="1049" y="2870"/>
                              <a:pt x="1447" y="3011"/>
                            </a:cubicBezTo>
                            <a:cubicBezTo>
                              <a:pt x="2212" y="3277"/>
                              <a:pt x="3040" y="3272"/>
                              <a:pt x="3824" y="3486"/>
                            </a:cubicBezTo>
                            <a:cubicBezTo>
                              <a:pt x="5427" y="3926"/>
                              <a:pt x="6909" y="4754"/>
                              <a:pt x="8323" y="5602"/>
                            </a:cubicBezTo>
                            <a:cubicBezTo>
                              <a:pt x="11302" y="7384"/>
                              <a:pt x="14363" y="9108"/>
                              <a:pt x="17961" y="8851"/>
                            </a:cubicBezTo>
                            <a:cubicBezTo>
                              <a:pt x="18866" y="8789"/>
                              <a:pt x="18871" y="7558"/>
                              <a:pt x="17980" y="7457"/>
                            </a:cubicBezTo>
                            <a:close/>
                          </a:path>
                        </a:pathLst>
                      </a:custGeom>
                      <a:solidFill>
                        <a:srgbClr val="B7ABAB"/>
                      </a:solidFill>
                      <a:ln w="4839" cap="flat">
                        <a:noFill/>
                        <a:prstDash val="solid"/>
                        <a:miter/>
                      </a:ln>
                    </p:spPr>
                    <p:txBody>
                      <a:bodyPr rtlCol="0" anchor="ctr"/>
                      <a:lstStyle/>
                      <a:p>
                        <a:endParaRPr lang="vi-VN"/>
                      </a:p>
                    </p:txBody>
                  </p:sp>
                  <p:sp>
                    <p:nvSpPr>
                      <p:cNvPr id="725" name="Freeform: Shape 724">
                        <a:extLst>
                          <a:ext uri="{FF2B5EF4-FFF2-40B4-BE49-F238E27FC236}">
                            <a16:creationId xmlns:a16="http://schemas.microsoft.com/office/drawing/2014/main" id="{E9A13E9A-5291-BA77-EBD0-FB182AFB9B68}"/>
                          </a:ext>
                        </a:extLst>
                      </p:cNvPr>
                      <p:cNvSpPr/>
                      <p:nvPr/>
                    </p:nvSpPr>
                    <p:spPr>
                      <a:xfrm>
                        <a:off x="2462023" y="5712309"/>
                        <a:ext cx="32101" cy="15845"/>
                      </a:xfrm>
                      <a:custGeom>
                        <a:avLst/>
                        <a:gdLst>
                          <a:gd name="connsiteX0" fmla="*/ 31624 w 32101"/>
                          <a:gd name="connsiteY0" fmla="*/ 14150 h 15845"/>
                          <a:gd name="connsiteX1" fmla="*/ 16335 w 32101"/>
                          <a:gd name="connsiteY1" fmla="*/ 7191 h 15845"/>
                          <a:gd name="connsiteX2" fmla="*/ 1123 w 32101"/>
                          <a:gd name="connsiteY2" fmla="*/ 87 h 15845"/>
                          <a:gd name="connsiteX3" fmla="*/ 416 w 32101"/>
                          <a:gd name="connsiteY3" fmla="*/ 1525 h 15845"/>
                          <a:gd name="connsiteX4" fmla="*/ 15323 w 32101"/>
                          <a:gd name="connsiteY4" fmla="*/ 9409 h 15845"/>
                          <a:gd name="connsiteX5" fmla="*/ 22708 w 32101"/>
                          <a:gd name="connsiteY5" fmla="*/ 12596 h 15845"/>
                          <a:gd name="connsiteX6" fmla="*/ 31149 w 32101"/>
                          <a:gd name="connsiteY6" fmla="*/ 15812 h 15845"/>
                          <a:gd name="connsiteX7" fmla="*/ 31624 w 32101"/>
                          <a:gd name="connsiteY7" fmla="*/ 14150 h 1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101" h="15845">
                            <a:moveTo>
                              <a:pt x="31624" y="14150"/>
                            </a:moveTo>
                            <a:cubicBezTo>
                              <a:pt x="26674" y="11593"/>
                              <a:pt x="21386" y="9555"/>
                              <a:pt x="16335" y="7191"/>
                            </a:cubicBezTo>
                            <a:cubicBezTo>
                              <a:pt x="11264" y="4818"/>
                              <a:pt x="6194" y="2455"/>
                              <a:pt x="1123" y="87"/>
                            </a:cubicBezTo>
                            <a:cubicBezTo>
                              <a:pt x="179" y="-354"/>
                              <a:pt x="-460" y="1002"/>
                              <a:pt x="416" y="1525"/>
                            </a:cubicBezTo>
                            <a:cubicBezTo>
                              <a:pt x="5264" y="4416"/>
                              <a:pt x="10184" y="7051"/>
                              <a:pt x="15323" y="9409"/>
                            </a:cubicBezTo>
                            <a:cubicBezTo>
                              <a:pt x="17759" y="10528"/>
                              <a:pt x="20233" y="11564"/>
                              <a:pt x="22708" y="12596"/>
                            </a:cubicBezTo>
                            <a:cubicBezTo>
                              <a:pt x="25464" y="13739"/>
                              <a:pt x="28273" y="15008"/>
                              <a:pt x="31149" y="15812"/>
                            </a:cubicBezTo>
                            <a:cubicBezTo>
                              <a:pt x="32152" y="16088"/>
                              <a:pt x="32447" y="14577"/>
                              <a:pt x="31624" y="14150"/>
                            </a:cubicBezTo>
                            <a:close/>
                          </a:path>
                        </a:pathLst>
                      </a:custGeom>
                      <a:solidFill>
                        <a:srgbClr val="B7ABAB"/>
                      </a:solidFill>
                      <a:ln w="4839" cap="flat">
                        <a:noFill/>
                        <a:prstDash val="solid"/>
                        <a:miter/>
                      </a:ln>
                    </p:spPr>
                    <p:txBody>
                      <a:bodyPr rtlCol="0" anchor="ctr"/>
                      <a:lstStyle/>
                      <a:p>
                        <a:endParaRPr lang="vi-VN"/>
                      </a:p>
                    </p:txBody>
                  </p:sp>
                  <p:sp>
                    <p:nvSpPr>
                      <p:cNvPr id="726" name="Freeform: Shape 725">
                        <a:extLst>
                          <a:ext uri="{FF2B5EF4-FFF2-40B4-BE49-F238E27FC236}">
                            <a16:creationId xmlns:a16="http://schemas.microsoft.com/office/drawing/2014/main" id="{A205083D-5DAA-5E8A-DF43-1C588FD6BCFF}"/>
                          </a:ext>
                        </a:extLst>
                      </p:cNvPr>
                      <p:cNvSpPr/>
                      <p:nvPr/>
                    </p:nvSpPr>
                    <p:spPr>
                      <a:xfrm>
                        <a:off x="2505994" y="5732964"/>
                        <a:ext cx="22552" cy="9509"/>
                      </a:xfrm>
                      <a:custGeom>
                        <a:avLst/>
                        <a:gdLst>
                          <a:gd name="connsiteX0" fmla="*/ 22405 w 22552"/>
                          <a:gd name="connsiteY0" fmla="*/ 8146 h 9509"/>
                          <a:gd name="connsiteX1" fmla="*/ 17199 w 22552"/>
                          <a:gd name="connsiteY1" fmla="*/ 5627 h 9509"/>
                          <a:gd name="connsiteX2" fmla="*/ 11925 w 22552"/>
                          <a:gd name="connsiteY2" fmla="*/ 3792 h 9509"/>
                          <a:gd name="connsiteX3" fmla="*/ 1334 w 22552"/>
                          <a:gd name="connsiteY3" fmla="*/ 48 h 9509"/>
                          <a:gd name="connsiteX4" fmla="*/ 477 w 22552"/>
                          <a:gd name="connsiteY4" fmla="*/ 1860 h 9509"/>
                          <a:gd name="connsiteX5" fmla="*/ 11238 w 22552"/>
                          <a:gd name="connsiteY5" fmla="*/ 6456 h 9509"/>
                          <a:gd name="connsiteX6" fmla="*/ 16550 w 22552"/>
                          <a:gd name="connsiteY6" fmla="*/ 8368 h 9509"/>
                          <a:gd name="connsiteX7" fmla="*/ 21994 w 22552"/>
                          <a:gd name="connsiteY7" fmla="*/ 9385 h 9509"/>
                          <a:gd name="connsiteX8" fmla="*/ 22405 w 22552"/>
                          <a:gd name="connsiteY8" fmla="*/ 8146 h 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52" h="9509">
                            <a:moveTo>
                              <a:pt x="22405" y="8146"/>
                            </a:moveTo>
                            <a:cubicBezTo>
                              <a:pt x="21209" y="6703"/>
                              <a:pt x="18904" y="6204"/>
                              <a:pt x="17199" y="5627"/>
                            </a:cubicBezTo>
                            <a:cubicBezTo>
                              <a:pt x="15436" y="5032"/>
                              <a:pt x="13679" y="4421"/>
                              <a:pt x="11925" y="3792"/>
                            </a:cubicBezTo>
                            <a:cubicBezTo>
                              <a:pt x="8400" y="2523"/>
                              <a:pt x="4884" y="1225"/>
                              <a:pt x="1334" y="48"/>
                            </a:cubicBezTo>
                            <a:cubicBezTo>
                              <a:pt x="283" y="-300"/>
                              <a:pt x="-569" y="1332"/>
                              <a:pt x="477" y="1860"/>
                            </a:cubicBezTo>
                            <a:cubicBezTo>
                              <a:pt x="3954" y="3618"/>
                              <a:pt x="7586" y="5100"/>
                              <a:pt x="11238" y="6456"/>
                            </a:cubicBezTo>
                            <a:cubicBezTo>
                              <a:pt x="13000" y="7109"/>
                              <a:pt x="14773" y="7749"/>
                              <a:pt x="16550" y="8368"/>
                            </a:cubicBezTo>
                            <a:cubicBezTo>
                              <a:pt x="18182" y="8935"/>
                              <a:pt x="20250" y="9841"/>
                              <a:pt x="21994" y="9385"/>
                            </a:cubicBezTo>
                            <a:cubicBezTo>
                              <a:pt x="22483" y="9255"/>
                              <a:pt x="22730" y="8538"/>
                              <a:pt x="22405" y="8146"/>
                            </a:cubicBezTo>
                            <a:close/>
                          </a:path>
                        </a:pathLst>
                      </a:custGeom>
                      <a:solidFill>
                        <a:srgbClr val="B7ABAB"/>
                      </a:solidFill>
                      <a:ln w="4839" cap="flat">
                        <a:noFill/>
                        <a:prstDash val="solid"/>
                        <a:miter/>
                      </a:ln>
                    </p:spPr>
                    <p:txBody>
                      <a:bodyPr rtlCol="0" anchor="ctr"/>
                      <a:lstStyle/>
                      <a:p>
                        <a:endParaRPr lang="vi-VN"/>
                      </a:p>
                    </p:txBody>
                  </p:sp>
                  <p:sp>
                    <p:nvSpPr>
                      <p:cNvPr id="727" name="Freeform: Shape 726">
                        <a:extLst>
                          <a:ext uri="{FF2B5EF4-FFF2-40B4-BE49-F238E27FC236}">
                            <a16:creationId xmlns:a16="http://schemas.microsoft.com/office/drawing/2014/main" id="{F5F409D4-0C61-C6C8-036F-EDD258EB3036}"/>
                          </a:ext>
                        </a:extLst>
                      </p:cNvPr>
                      <p:cNvSpPr/>
                      <p:nvPr/>
                    </p:nvSpPr>
                    <p:spPr>
                      <a:xfrm>
                        <a:off x="2188140" y="5650908"/>
                        <a:ext cx="24459" cy="16721"/>
                      </a:xfrm>
                      <a:custGeom>
                        <a:avLst/>
                        <a:gdLst>
                          <a:gd name="connsiteX0" fmla="*/ 24309 w 24459"/>
                          <a:gd name="connsiteY0" fmla="*/ 15118 h 16721"/>
                          <a:gd name="connsiteX1" fmla="*/ 21403 w 24459"/>
                          <a:gd name="connsiteY1" fmla="*/ 13970 h 16721"/>
                          <a:gd name="connsiteX2" fmla="*/ 18662 w 24459"/>
                          <a:gd name="connsiteY2" fmla="*/ 12508 h 16721"/>
                          <a:gd name="connsiteX3" fmla="*/ 13383 w 24459"/>
                          <a:gd name="connsiteY3" fmla="*/ 8628 h 16721"/>
                          <a:gd name="connsiteX4" fmla="*/ 1436 w 24459"/>
                          <a:gd name="connsiteY4" fmla="*/ 168 h 16721"/>
                          <a:gd name="connsiteX5" fmla="*/ 351 w 24459"/>
                          <a:gd name="connsiteY5" fmla="*/ 1616 h 16721"/>
                          <a:gd name="connsiteX6" fmla="*/ 12918 w 24459"/>
                          <a:gd name="connsiteY6" fmla="*/ 11423 h 16721"/>
                          <a:gd name="connsiteX7" fmla="*/ 18570 w 24459"/>
                          <a:gd name="connsiteY7" fmla="*/ 15457 h 16721"/>
                          <a:gd name="connsiteX8" fmla="*/ 24362 w 24459"/>
                          <a:gd name="connsiteY8" fmla="*/ 15859 h 16721"/>
                          <a:gd name="connsiteX9" fmla="*/ 24309 w 24459"/>
                          <a:gd name="connsiteY9" fmla="*/ 15118 h 1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59" h="16721">
                            <a:moveTo>
                              <a:pt x="24309" y="15118"/>
                            </a:moveTo>
                            <a:cubicBezTo>
                              <a:pt x="23553" y="14459"/>
                              <a:pt x="22333" y="14328"/>
                              <a:pt x="21403" y="13970"/>
                            </a:cubicBezTo>
                            <a:cubicBezTo>
                              <a:pt x="20420" y="13592"/>
                              <a:pt x="19529" y="13098"/>
                              <a:pt x="18662" y="12508"/>
                            </a:cubicBezTo>
                            <a:cubicBezTo>
                              <a:pt x="16861" y="11282"/>
                              <a:pt x="15136" y="9926"/>
                              <a:pt x="13383" y="8628"/>
                            </a:cubicBezTo>
                            <a:cubicBezTo>
                              <a:pt x="9456" y="5723"/>
                              <a:pt x="5514" y="2865"/>
                              <a:pt x="1436" y="168"/>
                            </a:cubicBezTo>
                            <a:cubicBezTo>
                              <a:pt x="467" y="-472"/>
                              <a:pt x="-555" y="870"/>
                              <a:pt x="351" y="1616"/>
                            </a:cubicBezTo>
                            <a:cubicBezTo>
                              <a:pt x="4448" y="5016"/>
                              <a:pt x="8662" y="8231"/>
                              <a:pt x="12918" y="11423"/>
                            </a:cubicBezTo>
                            <a:cubicBezTo>
                              <a:pt x="14763" y="12803"/>
                              <a:pt x="16565" y="14304"/>
                              <a:pt x="18570" y="15457"/>
                            </a:cubicBezTo>
                            <a:cubicBezTo>
                              <a:pt x="20052" y="16309"/>
                              <a:pt x="23021" y="17597"/>
                              <a:pt x="24362" y="15859"/>
                            </a:cubicBezTo>
                            <a:cubicBezTo>
                              <a:pt x="24503" y="15670"/>
                              <a:pt x="24498" y="15287"/>
                              <a:pt x="24309" y="15118"/>
                            </a:cubicBezTo>
                            <a:close/>
                          </a:path>
                        </a:pathLst>
                      </a:custGeom>
                      <a:solidFill>
                        <a:srgbClr val="B7ABAB"/>
                      </a:solidFill>
                      <a:ln w="4839" cap="flat">
                        <a:noFill/>
                        <a:prstDash val="solid"/>
                        <a:miter/>
                      </a:ln>
                    </p:spPr>
                    <p:txBody>
                      <a:bodyPr rtlCol="0" anchor="ctr"/>
                      <a:lstStyle/>
                      <a:p>
                        <a:endParaRPr lang="vi-VN"/>
                      </a:p>
                    </p:txBody>
                  </p:sp>
                  <p:sp>
                    <p:nvSpPr>
                      <p:cNvPr id="728" name="Freeform: Shape 727">
                        <a:extLst>
                          <a:ext uri="{FF2B5EF4-FFF2-40B4-BE49-F238E27FC236}">
                            <a16:creationId xmlns:a16="http://schemas.microsoft.com/office/drawing/2014/main" id="{2954B185-3E4A-0E37-2FA3-E75CDB39A031}"/>
                          </a:ext>
                        </a:extLst>
                      </p:cNvPr>
                      <p:cNvSpPr/>
                      <p:nvPr/>
                    </p:nvSpPr>
                    <p:spPr>
                      <a:xfrm>
                        <a:off x="2218942" y="5660777"/>
                        <a:ext cx="20908" cy="6221"/>
                      </a:xfrm>
                      <a:custGeom>
                        <a:avLst/>
                        <a:gdLst>
                          <a:gd name="connsiteX0" fmla="*/ 20438 w 20908"/>
                          <a:gd name="connsiteY0" fmla="*/ 183 h 6221"/>
                          <a:gd name="connsiteX1" fmla="*/ 14951 w 20908"/>
                          <a:gd name="connsiteY1" fmla="*/ 696 h 6221"/>
                          <a:gd name="connsiteX2" fmla="*/ 10220 w 20908"/>
                          <a:gd name="connsiteY2" fmla="*/ 1742 h 6221"/>
                          <a:gd name="connsiteX3" fmla="*/ 534 w 20908"/>
                          <a:gd name="connsiteY3" fmla="*/ 4672 h 6221"/>
                          <a:gd name="connsiteX4" fmla="*/ 1033 w 20908"/>
                          <a:gd name="connsiteY4" fmla="*/ 6198 h 6221"/>
                          <a:gd name="connsiteX5" fmla="*/ 11058 w 20908"/>
                          <a:gd name="connsiteY5" fmla="*/ 3888 h 6221"/>
                          <a:gd name="connsiteX6" fmla="*/ 16022 w 20908"/>
                          <a:gd name="connsiteY6" fmla="*/ 2846 h 6221"/>
                          <a:gd name="connsiteX7" fmla="*/ 20710 w 20908"/>
                          <a:gd name="connsiteY7" fmla="*/ 1456 h 6221"/>
                          <a:gd name="connsiteX8" fmla="*/ 20438 w 20908"/>
                          <a:gd name="connsiteY8" fmla="*/ 183 h 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08" h="6221">
                            <a:moveTo>
                              <a:pt x="20438" y="183"/>
                            </a:moveTo>
                            <a:cubicBezTo>
                              <a:pt x="18777" y="-326"/>
                              <a:pt x="16617" y="352"/>
                              <a:pt x="14951" y="696"/>
                            </a:cubicBezTo>
                            <a:cubicBezTo>
                              <a:pt x="13368" y="1021"/>
                              <a:pt x="11794" y="1369"/>
                              <a:pt x="10220" y="1742"/>
                            </a:cubicBezTo>
                            <a:cubicBezTo>
                              <a:pt x="6912" y="2527"/>
                              <a:pt x="3716" y="3461"/>
                              <a:pt x="534" y="4672"/>
                            </a:cubicBezTo>
                            <a:cubicBezTo>
                              <a:pt x="-444" y="5045"/>
                              <a:pt x="40" y="6420"/>
                              <a:pt x="1033" y="6198"/>
                            </a:cubicBezTo>
                            <a:cubicBezTo>
                              <a:pt x="4379" y="5437"/>
                              <a:pt x="7711" y="4648"/>
                              <a:pt x="11058" y="3888"/>
                            </a:cubicBezTo>
                            <a:cubicBezTo>
                              <a:pt x="12709" y="3515"/>
                              <a:pt x="14365" y="3176"/>
                              <a:pt x="16022" y="2846"/>
                            </a:cubicBezTo>
                            <a:cubicBezTo>
                              <a:pt x="17499" y="2551"/>
                              <a:pt x="19562" y="2502"/>
                              <a:pt x="20710" y="1456"/>
                            </a:cubicBezTo>
                            <a:cubicBezTo>
                              <a:pt x="21073" y="1122"/>
                              <a:pt x="20913" y="323"/>
                              <a:pt x="20438" y="183"/>
                            </a:cubicBezTo>
                            <a:close/>
                          </a:path>
                        </a:pathLst>
                      </a:custGeom>
                      <a:solidFill>
                        <a:srgbClr val="B7ABAB"/>
                      </a:solidFill>
                      <a:ln w="4839" cap="flat">
                        <a:noFill/>
                        <a:prstDash val="solid"/>
                        <a:miter/>
                      </a:ln>
                    </p:spPr>
                    <p:txBody>
                      <a:bodyPr rtlCol="0" anchor="ctr"/>
                      <a:lstStyle/>
                      <a:p>
                        <a:endParaRPr lang="vi-VN"/>
                      </a:p>
                    </p:txBody>
                  </p:sp>
                  <p:sp>
                    <p:nvSpPr>
                      <p:cNvPr id="729" name="Freeform: Shape 728">
                        <a:extLst>
                          <a:ext uri="{FF2B5EF4-FFF2-40B4-BE49-F238E27FC236}">
                            <a16:creationId xmlns:a16="http://schemas.microsoft.com/office/drawing/2014/main" id="{FEDFA2EA-ADAD-1B16-E7E2-7CBF34990EC3}"/>
                          </a:ext>
                        </a:extLst>
                      </p:cNvPr>
                      <p:cNvSpPr/>
                      <p:nvPr/>
                    </p:nvSpPr>
                    <p:spPr>
                      <a:xfrm>
                        <a:off x="2227704" y="5674173"/>
                        <a:ext cx="27553" cy="15046"/>
                      </a:xfrm>
                      <a:custGeom>
                        <a:avLst/>
                        <a:gdLst>
                          <a:gd name="connsiteX0" fmla="*/ 27037 w 27553"/>
                          <a:gd name="connsiteY0" fmla="*/ 13268 h 15046"/>
                          <a:gd name="connsiteX1" fmla="*/ 20441 w 27553"/>
                          <a:gd name="connsiteY1" fmla="*/ 11244 h 15046"/>
                          <a:gd name="connsiteX2" fmla="*/ 14334 w 27553"/>
                          <a:gd name="connsiteY2" fmla="*/ 8333 h 15046"/>
                          <a:gd name="connsiteX3" fmla="*/ 1559 w 27553"/>
                          <a:gd name="connsiteY3" fmla="*/ 178 h 15046"/>
                          <a:gd name="connsiteX4" fmla="*/ 479 w 27553"/>
                          <a:gd name="connsiteY4" fmla="*/ 2052 h 15046"/>
                          <a:gd name="connsiteX5" fmla="*/ 13366 w 27553"/>
                          <a:gd name="connsiteY5" fmla="*/ 10692 h 15046"/>
                          <a:gd name="connsiteX6" fmla="*/ 19889 w 27553"/>
                          <a:gd name="connsiteY6" fmla="*/ 13781 h 15046"/>
                          <a:gd name="connsiteX7" fmla="*/ 26780 w 27553"/>
                          <a:gd name="connsiteY7" fmla="*/ 14939 h 15046"/>
                          <a:gd name="connsiteX8" fmla="*/ 27037 w 27553"/>
                          <a:gd name="connsiteY8" fmla="*/ 13268 h 1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53" h="15046">
                            <a:moveTo>
                              <a:pt x="27037" y="13268"/>
                            </a:moveTo>
                            <a:cubicBezTo>
                              <a:pt x="24892" y="12406"/>
                              <a:pt x="22611" y="12052"/>
                              <a:pt x="20441" y="11244"/>
                            </a:cubicBezTo>
                            <a:cubicBezTo>
                              <a:pt x="18325" y="10454"/>
                              <a:pt x="16296" y="9447"/>
                              <a:pt x="14334" y="8333"/>
                            </a:cubicBezTo>
                            <a:cubicBezTo>
                              <a:pt x="9942" y="5839"/>
                              <a:pt x="5835" y="2856"/>
                              <a:pt x="1559" y="178"/>
                            </a:cubicBezTo>
                            <a:cubicBezTo>
                              <a:pt x="358" y="-573"/>
                              <a:pt x="-621" y="1248"/>
                              <a:pt x="479" y="2052"/>
                            </a:cubicBezTo>
                            <a:cubicBezTo>
                              <a:pt x="4658" y="5098"/>
                              <a:pt x="8867" y="8120"/>
                              <a:pt x="13366" y="10692"/>
                            </a:cubicBezTo>
                            <a:cubicBezTo>
                              <a:pt x="15458" y="11888"/>
                              <a:pt x="17623" y="12958"/>
                              <a:pt x="19889" y="13781"/>
                            </a:cubicBezTo>
                            <a:cubicBezTo>
                              <a:pt x="22097" y="14580"/>
                              <a:pt x="24422" y="15331"/>
                              <a:pt x="26780" y="14939"/>
                            </a:cubicBezTo>
                            <a:cubicBezTo>
                              <a:pt x="27604" y="14798"/>
                              <a:pt x="27890" y="13612"/>
                              <a:pt x="27037" y="13268"/>
                            </a:cubicBezTo>
                            <a:close/>
                          </a:path>
                        </a:pathLst>
                      </a:custGeom>
                      <a:solidFill>
                        <a:srgbClr val="B7ABAB"/>
                      </a:solidFill>
                      <a:ln w="4839" cap="flat">
                        <a:noFill/>
                        <a:prstDash val="solid"/>
                        <a:miter/>
                      </a:ln>
                    </p:spPr>
                    <p:txBody>
                      <a:bodyPr rtlCol="0" anchor="ctr"/>
                      <a:lstStyle/>
                      <a:p>
                        <a:endParaRPr lang="vi-VN"/>
                      </a:p>
                    </p:txBody>
                  </p:sp>
                  <p:sp>
                    <p:nvSpPr>
                      <p:cNvPr id="730" name="Freeform: Shape 729">
                        <a:extLst>
                          <a:ext uri="{FF2B5EF4-FFF2-40B4-BE49-F238E27FC236}">
                            <a16:creationId xmlns:a16="http://schemas.microsoft.com/office/drawing/2014/main" id="{08D330FF-FA9D-A943-7B84-19EF6FDBCB24}"/>
                          </a:ext>
                        </a:extLst>
                      </p:cNvPr>
                      <p:cNvSpPr/>
                      <p:nvPr/>
                    </p:nvSpPr>
                    <p:spPr>
                      <a:xfrm>
                        <a:off x="2259058" y="5683789"/>
                        <a:ext cx="11383" cy="4264"/>
                      </a:xfrm>
                      <a:custGeom>
                        <a:avLst/>
                        <a:gdLst>
                          <a:gd name="connsiteX0" fmla="*/ 10532 w 11383"/>
                          <a:gd name="connsiteY0" fmla="*/ 184 h 4264"/>
                          <a:gd name="connsiteX1" fmla="*/ 5534 w 11383"/>
                          <a:gd name="connsiteY1" fmla="*/ 586 h 4264"/>
                          <a:gd name="connsiteX2" fmla="*/ 541 w 11383"/>
                          <a:gd name="connsiteY2" fmla="*/ 2209 h 4264"/>
                          <a:gd name="connsiteX3" fmla="*/ 81 w 11383"/>
                          <a:gd name="connsiteY3" fmla="*/ 3574 h 4264"/>
                          <a:gd name="connsiteX4" fmla="*/ 1369 w 11383"/>
                          <a:gd name="connsiteY4" fmla="*/ 4218 h 4264"/>
                          <a:gd name="connsiteX5" fmla="*/ 5936 w 11383"/>
                          <a:gd name="connsiteY5" fmla="*/ 3090 h 4264"/>
                          <a:gd name="connsiteX6" fmla="*/ 10847 w 11383"/>
                          <a:gd name="connsiteY6" fmla="*/ 2238 h 4264"/>
                          <a:gd name="connsiteX7" fmla="*/ 11370 w 11383"/>
                          <a:gd name="connsiteY7" fmla="*/ 1104 h 4264"/>
                          <a:gd name="connsiteX8" fmla="*/ 10532 w 11383"/>
                          <a:gd name="connsiteY8" fmla="*/ 184 h 4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83" h="4264">
                            <a:moveTo>
                              <a:pt x="10532" y="184"/>
                            </a:moveTo>
                            <a:cubicBezTo>
                              <a:pt x="8924" y="-266"/>
                              <a:pt x="7122" y="204"/>
                              <a:pt x="5534" y="586"/>
                            </a:cubicBezTo>
                            <a:cubicBezTo>
                              <a:pt x="3820" y="1003"/>
                              <a:pt x="2173" y="1535"/>
                              <a:pt x="541" y="2209"/>
                            </a:cubicBezTo>
                            <a:cubicBezTo>
                              <a:pt x="42" y="2412"/>
                              <a:pt x="-113" y="3129"/>
                              <a:pt x="81" y="3574"/>
                            </a:cubicBezTo>
                            <a:cubicBezTo>
                              <a:pt x="289" y="4049"/>
                              <a:pt x="841" y="4393"/>
                              <a:pt x="1369" y="4218"/>
                            </a:cubicBezTo>
                            <a:cubicBezTo>
                              <a:pt x="2865" y="3729"/>
                              <a:pt x="4381" y="3342"/>
                              <a:pt x="5936" y="3090"/>
                            </a:cubicBezTo>
                            <a:cubicBezTo>
                              <a:pt x="7573" y="2828"/>
                              <a:pt x="9316" y="2911"/>
                              <a:pt x="10847" y="2238"/>
                            </a:cubicBezTo>
                            <a:cubicBezTo>
                              <a:pt x="11248" y="2063"/>
                              <a:pt x="11437" y="1492"/>
                              <a:pt x="11370" y="1104"/>
                            </a:cubicBezTo>
                            <a:cubicBezTo>
                              <a:pt x="11302" y="649"/>
                              <a:pt x="10982" y="310"/>
                              <a:pt x="10532" y="184"/>
                            </a:cubicBezTo>
                            <a:close/>
                          </a:path>
                        </a:pathLst>
                      </a:custGeom>
                      <a:solidFill>
                        <a:srgbClr val="B7ABAB"/>
                      </a:solidFill>
                      <a:ln w="4839" cap="flat">
                        <a:noFill/>
                        <a:prstDash val="solid"/>
                        <a:miter/>
                      </a:ln>
                    </p:spPr>
                    <p:txBody>
                      <a:bodyPr rtlCol="0" anchor="ctr"/>
                      <a:lstStyle/>
                      <a:p>
                        <a:endParaRPr lang="vi-VN"/>
                      </a:p>
                    </p:txBody>
                  </p:sp>
                  <p:sp>
                    <p:nvSpPr>
                      <p:cNvPr id="731" name="Freeform: Shape 730">
                        <a:extLst>
                          <a:ext uri="{FF2B5EF4-FFF2-40B4-BE49-F238E27FC236}">
                            <a16:creationId xmlns:a16="http://schemas.microsoft.com/office/drawing/2014/main" id="{C9EFC9E6-4D72-8747-EF5C-19B21196B73C}"/>
                          </a:ext>
                        </a:extLst>
                      </p:cNvPr>
                      <p:cNvSpPr/>
                      <p:nvPr/>
                    </p:nvSpPr>
                    <p:spPr>
                      <a:xfrm>
                        <a:off x="2262946" y="5696491"/>
                        <a:ext cx="25668" cy="15637"/>
                      </a:xfrm>
                      <a:custGeom>
                        <a:avLst/>
                        <a:gdLst>
                          <a:gd name="connsiteX0" fmla="*/ 25293 w 25668"/>
                          <a:gd name="connsiteY0" fmla="*/ 13843 h 15637"/>
                          <a:gd name="connsiteX1" fmla="*/ 19303 w 25668"/>
                          <a:gd name="connsiteY1" fmla="*/ 10675 h 15637"/>
                          <a:gd name="connsiteX2" fmla="*/ 13278 w 25668"/>
                          <a:gd name="connsiteY2" fmla="*/ 7411 h 15637"/>
                          <a:gd name="connsiteX3" fmla="*/ 1525 w 25668"/>
                          <a:gd name="connsiteY3" fmla="*/ 176 h 15637"/>
                          <a:gd name="connsiteX4" fmla="*/ 430 w 25668"/>
                          <a:gd name="connsiteY4" fmla="*/ 1876 h 15637"/>
                          <a:gd name="connsiteX5" fmla="*/ 12237 w 25668"/>
                          <a:gd name="connsiteY5" fmla="*/ 9518 h 15637"/>
                          <a:gd name="connsiteX6" fmla="*/ 18266 w 25668"/>
                          <a:gd name="connsiteY6" fmla="*/ 12796 h 15637"/>
                          <a:gd name="connsiteX7" fmla="*/ 24669 w 25668"/>
                          <a:gd name="connsiteY7" fmla="*/ 15620 h 15637"/>
                          <a:gd name="connsiteX8" fmla="*/ 25293 w 25668"/>
                          <a:gd name="connsiteY8" fmla="*/ 13843 h 15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668" h="15637">
                            <a:moveTo>
                              <a:pt x="25293" y="13843"/>
                            </a:moveTo>
                            <a:cubicBezTo>
                              <a:pt x="23603" y="12467"/>
                              <a:pt x="21235" y="11668"/>
                              <a:pt x="19303" y="10675"/>
                            </a:cubicBezTo>
                            <a:cubicBezTo>
                              <a:pt x="17269" y="9634"/>
                              <a:pt x="15264" y="8544"/>
                              <a:pt x="13278" y="7411"/>
                            </a:cubicBezTo>
                            <a:cubicBezTo>
                              <a:pt x="9288" y="5135"/>
                              <a:pt x="5370" y="2699"/>
                              <a:pt x="1525" y="176"/>
                            </a:cubicBezTo>
                            <a:cubicBezTo>
                              <a:pt x="430" y="-541"/>
                              <a:pt x="-611" y="1115"/>
                              <a:pt x="430" y="1876"/>
                            </a:cubicBezTo>
                            <a:cubicBezTo>
                              <a:pt x="4227" y="4651"/>
                              <a:pt x="8154" y="7184"/>
                              <a:pt x="12237" y="9518"/>
                            </a:cubicBezTo>
                            <a:cubicBezTo>
                              <a:pt x="14223" y="10656"/>
                              <a:pt x="16232" y="11746"/>
                              <a:pt x="18266" y="12796"/>
                            </a:cubicBezTo>
                            <a:cubicBezTo>
                              <a:pt x="20252" y="13818"/>
                              <a:pt x="22455" y="15223"/>
                              <a:pt x="24669" y="15620"/>
                            </a:cubicBezTo>
                            <a:cubicBezTo>
                              <a:pt x="25720" y="15814"/>
                              <a:pt x="25967" y="14390"/>
                              <a:pt x="25293" y="13843"/>
                            </a:cubicBezTo>
                            <a:close/>
                          </a:path>
                        </a:pathLst>
                      </a:custGeom>
                      <a:solidFill>
                        <a:srgbClr val="B7ABAB"/>
                      </a:solidFill>
                      <a:ln w="4839" cap="flat">
                        <a:noFill/>
                        <a:prstDash val="solid"/>
                        <a:miter/>
                      </a:ln>
                    </p:spPr>
                    <p:txBody>
                      <a:bodyPr rtlCol="0" anchor="ctr"/>
                      <a:lstStyle/>
                      <a:p>
                        <a:endParaRPr lang="vi-VN"/>
                      </a:p>
                    </p:txBody>
                  </p:sp>
                  <p:sp>
                    <p:nvSpPr>
                      <p:cNvPr id="732" name="Freeform: Shape 731">
                        <a:extLst>
                          <a:ext uri="{FF2B5EF4-FFF2-40B4-BE49-F238E27FC236}">
                            <a16:creationId xmlns:a16="http://schemas.microsoft.com/office/drawing/2014/main" id="{2E9A38C5-7CC5-8792-6000-1D1CF2CEE209}"/>
                          </a:ext>
                        </a:extLst>
                      </p:cNvPr>
                      <p:cNvSpPr/>
                      <p:nvPr/>
                    </p:nvSpPr>
                    <p:spPr>
                      <a:xfrm>
                        <a:off x="2294674" y="5705209"/>
                        <a:ext cx="14122" cy="6192"/>
                      </a:xfrm>
                      <a:custGeom>
                        <a:avLst/>
                        <a:gdLst>
                          <a:gd name="connsiteX0" fmla="*/ 13059 w 14122"/>
                          <a:gd name="connsiteY0" fmla="*/ 0 h 6192"/>
                          <a:gd name="connsiteX1" fmla="*/ 6225 w 14122"/>
                          <a:gd name="connsiteY1" fmla="*/ 1782 h 6192"/>
                          <a:gd name="connsiteX2" fmla="*/ 511 w 14122"/>
                          <a:gd name="connsiteY2" fmla="*/ 4238 h 6192"/>
                          <a:gd name="connsiteX3" fmla="*/ 1198 w 14122"/>
                          <a:gd name="connsiteY3" fmla="*/ 6156 h 6192"/>
                          <a:gd name="connsiteX4" fmla="*/ 7334 w 14122"/>
                          <a:gd name="connsiteY4" fmla="*/ 4126 h 6192"/>
                          <a:gd name="connsiteX5" fmla="*/ 13586 w 14122"/>
                          <a:gd name="connsiteY5" fmla="*/ 2025 h 6192"/>
                          <a:gd name="connsiteX6" fmla="*/ 13059 w 14122"/>
                          <a:gd name="connsiteY6" fmla="*/ 0 h 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22" h="6192">
                            <a:moveTo>
                              <a:pt x="13059" y="0"/>
                            </a:moveTo>
                            <a:cubicBezTo>
                              <a:pt x="10724" y="53"/>
                              <a:pt x="8400" y="998"/>
                              <a:pt x="6225" y="1782"/>
                            </a:cubicBezTo>
                            <a:cubicBezTo>
                              <a:pt x="4298" y="2480"/>
                              <a:pt x="2259" y="3153"/>
                              <a:pt x="511" y="4238"/>
                            </a:cubicBezTo>
                            <a:cubicBezTo>
                              <a:pt x="-429" y="4819"/>
                              <a:pt x="2" y="6456"/>
                              <a:pt x="1198" y="6156"/>
                            </a:cubicBezTo>
                            <a:cubicBezTo>
                              <a:pt x="3286" y="5637"/>
                              <a:pt x="5281" y="4775"/>
                              <a:pt x="7334" y="4126"/>
                            </a:cubicBezTo>
                            <a:cubicBezTo>
                              <a:pt x="9417" y="3463"/>
                              <a:pt x="11630" y="3022"/>
                              <a:pt x="13586" y="2025"/>
                            </a:cubicBezTo>
                            <a:cubicBezTo>
                              <a:pt x="14545" y="1535"/>
                              <a:pt x="14124" y="-24"/>
                              <a:pt x="13059" y="0"/>
                            </a:cubicBezTo>
                            <a:close/>
                          </a:path>
                        </a:pathLst>
                      </a:custGeom>
                      <a:solidFill>
                        <a:srgbClr val="B7ABAB"/>
                      </a:solidFill>
                      <a:ln w="4839" cap="flat">
                        <a:noFill/>
                        <a:prstDash val="solid"/>
                        <a:miter/>
                      </a:ln>
                    </p:spPr>
                    <p:txBody>
                      <a:bodyPr rtlCol="0" anchor="ctr"/>
                      <a:lstStyle/>
                      <a:p>
                        <a:endParaRPr lang="vi-VN"/>
                      </a:p>
                    </p:txBody>
                  </p:sp>
                  <p:sp>
                    <p:nvSpPr>
                      <p:cNvPr id="733" name="Freeform: Shape 732">
                        <a:extLst>
                          <a:ext uri="{FF2B5EF4-FFF2-40B4-BE49-F238E27FC236}">
                            <a16:creationId xmlns:a16="http://schemas.microsoft.com/office/drawing/2014/main" id="{1A95BFA8-F216-1330-1304-0BA1853D59E7}"/>
                          </a:ext>
                        </a:extLst>
                      </p:cNvPr>
                      <p:cNvSpPr/>
                      <p:nvPr/>
                    </p:nvSpPr>
                    <p:spPr>
                      <a:xfrm>
                        <a:off x="2299891" y="5719663"/>
                        <a:ext cx="32019" cy="18315"/>
                      </a:xfrm>
                      <a:custGeom>
                        <a:avLst/>
                        <a:gdLst>
                          <a:gd name="connsiteX0" fmla="*/ 31712 w 32019"/>
                          <a:gd name="connsiteY0" fmla="*/ 16468 h 18315"/>
                          <a:gd name="connsiteX1" fmla="*/ 28128 w 32019"/>
                          <a:gd name="connsiteY1" fmla="*/ 14409 h 18315"/>
                          <a:gd name="connsiteX2" fmla="*/ 24491 w 32019"/>
                          <a:gd name="connsiteY2" fmla="*/ 12463 h 18315"/>
                          <a:gd name="connsiteX3" fmla="*/ 17043 w 32019"/>
                          <a:gd name="connsiteY3" fmla="*/ 7809 h 18315"/>
                          <a:gd name="connsiteX4" fmla="*/ 1386 w 32019"/>
                          <a:gd name="connsiteY4" fmla="*/ 26 h 18315"/>
                          <a:gd name="connsiteX5" fmla="*/ 587 w 32019"/>
                          <a:gd name="connsiteY5" fmla="*/ 2089 h 18315"/>
                          <a:gd name="connsiteX6" fmla="*/ 15784 w 32019"/>
                          <a:gd name="connsiteY6" fmla="*/ 10501 h 18315"/>
                          <a:gd name="connsiteX7" fmla="*/ 23019 w 32019"/>
                          <a:gd name="connsiteY7" fmla="*/ 15000 h 18315"/>
                          <a:gd name="connsiteX8" fmla="*/ 26869 w 32019"/>
                          <a:gd name="connsiteY8" fmla="*/ 17044 h 18315"/>
                          <a:gd name="connsiteX9" fmla="*/ 30932 w 32019"/>
                          <a:gd name="connsiteY9" fmla="*/ 18303 h 18315"/>
                          <a:gd name="connsiteX10" fmla="*/ 31712 w 32019"/>
                          <a:gd name="connsiteY10" fmla="*/ 16468 h 1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19" h="18315">
                            <a:moveTo>
                              <a:pt x="31712" y="16468"/>
                            </a:moveTo>
                            <a:cubicBezTo>
                              <a:pt x="30748" y="15460"/>
                              <a:pt x="29363" y="15015"/>
                              <a:pt x="28128" y="14409"/>
                            </a:cubicBezTo>
                            <a:cubicBezTo>
                              <a:pt x="26893" y="13804"/>
                              <a:pt x="25683" y="13150"/>
                              <a:pt x="24491" y="12463"/>
                            </a:cubicBezTo>
                            <a:cubicBezTo>
                              <a:pt x="21954" y="11000"/>
                              <a:pt x="19503" y="9397"/>
                              <a:pt x="17043" y="7809"/>
                            </a:cubicBezTo>
                            <a:cubicBezTo>
                              <a:pt x="12210" y="4685"/>
                              <a:pt x="7076" y="1280"/>
                              <a:pt x="1386" y="26"/>
                            </a:cubicBezTo>
                            <a:cubicBezTo>
                              <a:pt x="199" y="-236"/>
                              <a:pt x="-605" y="1547"/>
                              <a:pt x="587" y="2089"/>
                            </a:cubicBezTo>
                            <a:cubicBezTo>
                              <a:pt x="5919" y="4511"/>
                              <a:pt x="10859" y="7329"/>
                              <a:pt x="15784" y="10501"/>
                            </a:cubicBezTo>
                            <a:cubicBezTo>
                              <a:pt x="18171" y="12041"/>
                              <a:pt x="20554" y="13591"/>
                              <a:pt x="23019" y="15000"/>
                            </a:cubicBezTo>
                            <a:cubicBezTo>
                              <a:pt x="24278" y="15722"/>
                              <a:pt x="25562" y="16410"/>
                              <a:pt x="26869" y="17044"/>
                            </a:cubicBezTo>
                            <a:cubicBezTo>
                              <a:pt x="28109" y="17640"/>
                              <a:pt x="29518" y="18424"/>
                              <a:pt x="30932" y="18303"/>
                            </a:cubicBezTo>
                            <a:cubicBezTo>
                              <a:pt x="31843" y="18226"/>
                              <a:pt x="32400" y="17184"/>
                              <a:pt x="31712" y="16468"/>
                            </a:cubicBezTo>
                            <a:close/>
                          </a:path>
                        </a:pathLst>
                      </a:custGeom>
                      <a:solidFill>
                        <a:srgbClr val="B7ABAB"/>
                      </a:solidFill>
                      <a:ln w="4839" cap="flat">
                        <a:noFill/>
                        <a:prstDash val="solid"/>
                        <a:miter/>
                      </a:ln>
                    </p:spPr>
                    <p:txBody>
                      <a:bodyPr rtlCol="0" anchor="ctr"/>
                      <a:lstStyle/>
                      <a:p>
                        <a:endParaRPr lang="vi-VN"/>
                      </a:p>
                    </p:txBody>
                  </p:sp>
                  <p:sp>
                    <p:nvSpPr>
                      <p:cNvPr id="734" name="Freeform: Shape 733">
                        <a:extLst>
                          <a:ext uri="{FF2B5EF4-FFF2-40B4-BE49-F238E27FC236}">
                            <a16:creationId xmlns:a16="http://schemas.microsoft.com/office/drawing/2014/main" id="{75273C5D-3F69-FF97-B7D1-80F770534089}"/>
                          </a:ext>
                        </a:extLst>
                      </p:cNvPr>
                      <p:cNvSpPr/>
                      <p:nvPr/>
                    </p:nvSpPr>
                    <p:spPr>
                      <a:xfrm>
                        <a:off x="2340417" y="5732176"/>
                        <a:ext cx="18417" cy="5853"/>
                      </a:xfrm>
                      <a:custGeom>
                        <a:avLst/>
                        <a:gdLst>
                          <a:gd name="connsiteX0" fmla="*/ 17222 w 18417"/>
                          <a:gd name="connsiteY0" fmla="*/ 13 h 5853"/>
                          <a:gd name="connsiteX1" fmla="*/ 12941 w 18417"/>
                          <a:gd name="connsiteY1" fmla="*/ 808 h 5853"/>
                          <a:gd name="connsiteX2" fmla="*/ 9144 w 18417"/>
                          <a:gd name="connsiteY2" fmla="*/ 1703 h 5853"/>
                          <a:gd name="connsiteX3" fmla="*/ 795 w 18417"/>
                          <a:gd name="connsiteY3" fmla="*/ 3578 h 5853"/>
                          <a:gd name="connsiteX4" fmla="*/ 1212 w 18417"/>
                          <a:gd name="connsiteY4" fmla="*/ 5854 h 5853"/>
                          <a:gd name="connsiteX5" fmla="*/ 9827 w 18417"/>
                          <a:gd name="connsiteY5" fmla="*/ 4721 h 5853"/>
                          <a:gd name="connsiteX6" fmla="*/ 13672 w 18417"/>
                          <a:gd name="connsiteY6" fmla="*/ 3854 h 5853"/>
                          <a:gd name="connsiteX7" fmla="*/ 17924 w 18417"/>
                          <a:gd name="connsiteY7" fmla="*/ 2352 h 5853"/>
                          <a:gd name="connsiteX8" fmla="*/ 17222 w 18417"/>
                          <a:gd name="connsiteY8" fmla="*/ 13 h 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17" h="5853">
                            <a:moveTo>
                              <a:pt x="17222" y="13"/>
                            </a:moveTo>
                            <a:cubicBezTo>
                              <a:pt x="15798" y="-93"/>
                              <a:pt x="14307" y="464"/>
                              <a:pt x="12941" y="808"/>
                            </a:cubicBezTo>
                            <a:cubicBezTo>
                              <a:pt x="11682" y="1127"/>
                              <a:pt x="10413" y="1427"/>
                              <a:pt x="9144" y="1703"/>
                            </a:cubicBezTo>
                            <a:cubicBezTo>
                              <a:pt x="6355" y="2314"/>
                              <a:pt x="3546" y="2822"/>
                              <a:pt x="795" y="3578"/>
                            </a:cubicBezTo>
                            <a:cubicBezTo>
                              <a:pt x="-522" y="3941"/>
                              <a:pt x="-77" y="5873"/>
                              <a:pt x="1212" y="5854"/>
                            </a:cubicBezTo>
                            <a:cubicBezTo>
                              <a:pt x="4112" y="5815"/>
                              <a:pt x="6989" y="5311"/>
                              <a:pt x="9827" y="4721"/>
                            </a:cubicBezTo>
                            <a:cubicBezTo>
                              <a:pt x="11115" y="4454"/>
                              <a:pt x="12394" y="4164"/>
                              <a:pt x="13672" y="3854"/>
                            </a:cubicBezTo>
                            <a:cubicBezTo>
                              <a:pt x="15111" y="3505"/>
                              <a:pt x="16694" y="3210"/>
                              <a:pt x="17924" y="2352"/>
                            </a:cubicBezTo>
                            <a:cubicBezTo>
                              <a:pt x="18883" y="1694"/>
                              <a:pt x="18331" y="96"/>
                              <a:pt x="17222" y="13"/>
                            </a:cubicBezTo>
                            <a:close/>
                          </a:path>
                        </a:pathLst>
                      </a:custGeom>
                      <a:solidFill>
                        <a:srgbClr val="B7ABAB"/>
                      </a:solidFill>
                      <a:ln w="4839" cap="flat">
                        <a:noFill/>
                        <a:prstDash val="solid"/>
                        <a:miter/>
                      </a:ln>
                    </p:spPr>
                    <p:txBody>
                      <a:bodyPr rtlCol="0" anchor="ctr"/>
                      <a:lstStyle/>
                      <a:p>
                        <a:endParaRPr lang="vi-VN"/>
                      </a:p>
                    </p:txBody>
                  </p:sp>
                  <p:sp>
                    <p:nvSpPr>
                      <p:cNvPr id="735" name="Freeform: Shape 734">
                        <a:extLst>
                          <a:ext uri="{FF2B5EF4-FFF2-40B4-BE49-F238E27FC236}">
                            <a16:creationId xmlns:a16="http://schemas.microsoft.com/office/drawing/2014/main" id="{71435271-E176-65FF-BA4F-315304729CCA}"/>
                          </a:ext>
                        </a:extLst>
                      </p:cNvPr>
                      <p:cNvSpPr/>
                      <p:nvPr/>
                    </p:nvSpPr>
                    <p:spPr>
                      <a:xfrm>
                        <a:off x="2528291" y="5816476"/>
                        <a:ext cx="22322" cy="13396"/>
                      </a:xfrm>
                      <a:custGeom>
                        <a:avLst/>
                        <a:gdLst>
                          <a:gd name="connsiteX0" fmla="*/ 22012 w 22322"/>
                          <a:gd name="connsiteY0" fmla="*/ 11786 h 13396"/>
                          <a:gd name="connsiteX1" fmla="*/ 18918 w 22322"/>
                          <a:gd name="connsiteY1" fmla="*/ 10711 h 13396"/>
                          <a:gd name="connsiteX2" fmla="*/ 16153 w 22322"/>
                          <a:gd name="connsiteY2" fmla="*/ 9553 h 13396"/>
                          <a:gd name="connsiteX3" fmla="*/ 11111 w 22322"/>
                          <a:gd name="connsiteY3" fmla="*/ 6817 h 13396"/>
                          <a:gd name="connsiteX4" fmla="*/ 1546 w 22322"/>
                          <a:gd name="connsiteY4" fmla="*/ 178 h 13396"/>
                          <a:gd name="connsiteX5" fmla="*/ 253 w 22322"/>
                          <a:gd name="connsiteY5" fmla="*/ 1659 h 13396"/>
                          <a:gd name="connsiteX6" fmla="*/ 10506 w 22322"/>
                          <a:gd name="connsiteY6" fmla="*/ 9423 h 13396"/>
                          <a:gd name="connsiteX7" fmla="*/ 16036 w 22322"/>
                          <a:gd name="connsiteY7" fmla="*/ 12294 h 13396"/>
                          <a:gd name="connsiteX8" fmla="*/ 21988 w 22322"/>
                          <a:gd name="connsiteY8" fmla="*/ 12929 h 13396"/>
                          <a:gd name="connsiteX9" fmla="*/ 22012 w 22322"/>
                          <a:gd name="connsiteY9" fmla="*/ 11786 h 1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322" h="13396">
                            <a:moveTo>
                              <a:pt x="22012" y="11786"/>
                            </a:moveTo>
                            <a:cubicBezTo>
                              <a:pt x="21068" y="11214"/>
                              <a:pt x="19940" y="11084"/>
                              <a:pt x="18918" y="10711"/>
                            </a:cubicBezTo>
                            <a:cubicBezTo>
                              <a:pt x="17978" y="10367"/>
                              <a:pt x="17053" y="9984"/>
                              <a:pt x="16153" y="9553"/>
                            </a:cubicBezTo>
                            <a:cubicBezTo>
                              <a:pt x="14428" y="8730"/>
                              <a:pt x="12743" y="7810"/>
                              <a:pt x="11111" y="6817"/>
                            </a:cubicBezTo>
                            <a:cubicBezTo>
                              <a:pt x="7774" y="4793"/>
                              <a:pt x="4689" y="2478"/>
                              <a:pt x="1546" y="178"/>
                            </a:cubicBezTo>
                            <a:cubicBezTo>
                              <a:pt x="646" y="-481"/>
                              <a:pt x="-522" y="846"/>
                              <a:pt x="253" y="1659"/>
                            </a:cubicBezTo>
                            <a:cubicBezTo>
                              <a:pt x="3188" y="4749"/>
                              <a:pt x="6825" y="7297"/>
                              <a:pt x="10506" y="9423"/>
                            </a:cubicBezTo>
                            <a:cubicBezTo>
                              <a:pt x="12302" y="10459"/>
                              <a:pt x="14133" y="11466"/>
                              <a:pt x="16036" y="12294"/>
                            </a:cubicBezTo>
                            <a:cubicBezTo>
                              <a:pt x="17688" y="13011"/>
                              <a:pt x="20303" y="13989"/>
                              <a:pt x="21988" y="12929"/>
                            </a:cubicBezTo>
                            <a:cubicBezTo>
                              <a:pt x="22390" y="12677"/>
                              <a:pt x="22468" y="12062"/>
                              <a:pt x="22012" y="11786"/>
                            </a:cubicBezTo>
                            <a:close/>
                          </a:path>
                        </a:pathLst>
                      </a:custGeom>
                      <a:solidFill>
                        <a:srgbClr val="B7ABAB"/>
                      </a:solidFill>
                      <a:ln w="4839" cap="flat">
                        <a:noFill/>
                        <a:prstDash val="solid"/>
                        <a:miter/>
                      </a:ln>
                    </p:spPr>
                    <p:txBody>
                      <a:bodyPr rtlCol="0" anchor="ctr"/>
                      <a:lstStyle/>
                      <a:p>
                        <a:endParaRPr lang="vi-VN"/>
                      </a:p>
                    </p:txBody>
                  </p:sp>
                </p:grpSp>
                <p:grpSp>
                  <p:nvGrpSpPr>
                    <p:cNvPr id="680" name="Graphic 1991">
                      <a:extLst>
                        <a:ext uri="{FF2B5EF4-FFF2-40B4-BE49-F238E27FC236}">
                          <a16:creationId xmlns:a16="http://schemas.microsoft.com/office/drawing/2014/main" id="{AE128A6F-3A98-F621-3337-75A6595B1565}"/>
                        </a:ext>
                      </a:extLst>
                    </p:cNvPr>
                    <p:cNvGrpSpPr/>
                    <p:nvPr/>
                  </p:nvGrpSpPr>
                  <p:grpSpPr>
                    <a:xfrm>
                      <a:off x="1492539" y="4494378"/>
                      <a:ext cx="672439" cy="1340392"/>
                      <a:chOff x="1492539" y="4494378"/>
                      <a:chExt cx="672439" cy="1340392"/>
                    </a:xfrm>
                  </p:grpSpPr>
                  <p:sp>
                    <p:nvSpPr>
                      <p:cNvPr id="681" name="Freeform: Shape 680">
                        <a:extLst>
                          <a:ext uri="{FF2B5EF4-FFF2-40B4-BE49-F238E27FC236}">
                            <a16:creationId xmlns:a16="http://schemas.microsoft.com/office/drawing/2014/main" id="{8E92F022-A5E2-912C-FCAF-564FBA3FDC66}"/>
                          </a:ext>
                        </a:extLst>
                      </p:cNvPr>
                      <p:cNvSpPr/>
                      <p:nvPr/>
                    </p:nvSpPr>
                    <p:spPr>
                      <a:xfrm>
                        <a:off x="1492539" y="5453836"/>
                        <a:ext cx="510929" cy="380172"/>
                      </a:xfrm>
                      <a:custGeom>
                        <a:avLst/>
                        <a:gdLst>
                          <a:gd name="connsiteX0" fmla="*/ 510929 w 510929"/>
                          <a:gd name="connsiteY0" fmla="*/ 223077 h 380172"/>
                          <a:gd name="connsiteX1" fmla="*/ 397673 w 510929"/>
                          <a:gd name="connsiteY1" fmla="*/ 140006 h 380172"/>
                          <a:gd name="connsiteX2" fmla="*/ 278606 w 510929"/>
                          <a:gd name="connsiteY2" fmla="*/ 7282 h 380172"/>
                          <a:gd name="connsiteX3" fmla="*/ 262803 w 510929"/>
                          <a:gd name="connsiteY3" fmla="*/ 429 h 380172"/>
                          <a:gd name="connsiteX4" fmla="*/ 258081 w 510929"/>
                          <a:gd name="connsiteY4" fmla="*/ 1620 h 380172"/>
                          <a:gd name="connsiteX5" fmla="*/ 241369 w 510929"/>
                          <a:gd name="connsiteY5" fmla="*/ 40649 h 380172"/>
                          <a:gd name="connsiteX6" fmla="*/ 265801 w 510929"/>
                          <a:gd name="connsiteY6" fmla="*/ 112038 h 380172"/>
                          <a:gd name="connsiteX7" fmla="*/ 962 w 510929"/>
                          <a:gd name="connsiteY7" fmla="*/ 200281 h 380172"/>
                          <a:gd name="connsiteX8" fmla="*/ 151368 w 510929"/>
                          <a:gd name="connsiteY8" fmla="*/ 380132 h 380172"/>
                          <a:gd name="connsiteX9" fmla="*/ 510929 w 510929"/>
                          <a:gd name="connsiteY9" fmla="*/ 223077 h 380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29" h="380172">
                            <a:moveTo>
                              <a:pt x="510929" y="223077"/>
                            </a:moveTo>
                            <a:cubicBezTo>
                              <a:pt x="501210" y="213357"/>
                              <a:pt x="420619" y="161393"/>
                              <a:pt x="397673" y="140006"/>
                            </a:cubicBezTo>
                            <a:cubicBezTo>
                              <a:pt x="315562" y="63469"/>
                              <a:pt x="287802" y="23849"/>
                              <a:pt x="278606" y="7282"/>
                            </a:cubicBezTo>
                            <a:cubicBezTo>
                              <a:pt x="275492" y="1674"/>
                              <a:pt x="269026" y="-1135"/>
                              <a:pt x="262803" y="429"/>
                            </a:cubicBezTo>
                            <a:lnTo>
                              <a:pt x="258081" y="1620"/>
                            </a:lnTo>
                            <a:cubicBezTo>
                              <a:pt x="240991" y="5926"/>
                              <a:pt x="232719" y="25293"/>
                              <a:pt x="241369" y="40649"/>
                            </a:cubicBezTo>
                            <a:cubicBezTo>
                              <a:pt x="258508" y="71077"/>
                              <a:pt x="279889" y="113293"/>
                              <a:pt x="265801" y="112038"/>
                            </a:cubicBezTo>
                            <a:cubicBezTo>
                              <a:pt x="261893" y="111690"/>
                              <a:pt x="-18438" y="117438"/>
                              <a:pt x="962" y="200281"/>
                            </a:cubicBezTo>
                            <a:cubicBezTo>
                              <a:pt x="20363" y="283128"/>
                              <a:pt x="95990" y="382476"/>
                              <a:pt x="151368" y="380132"/>
                            </a:cubicBezTo>
                            <a:cubicBezTo>
                              <a:pt x="206742" y="377783"/>
                              <a:pt x="510929" y="223077"/>
                              <a:pt x="510929" y="223077"/>
                            </a:cubicBezTo>
                          </a:path>
                        </a:pathLst>
                      </a:custGeom>
                      <a:solidFill>
                        <a:srgbClr val="EAB071">
                          <a:alpha val="40000"/>
                        </a:srgbClr>
                      </a:solidFill>
                      <a:ln w="4839" cap="flat">
                        <a:noFill/>
                        <a:prstDash val="solid"/>
                        <a:miter/>
                      </a:ln>
                    </p:spPr>
                    <p:txBody>
                      <a:bodyPr rtlCol="0" anchor="ctr"/>
                      <a:lstStyle/>
                      <a:p>
                        <a:endParaRPr lang="vi-VN"/>
                      </a:p>
                    </p:txBody>
                  </p:sp>
                  <p:grpSp>
                    <p:nvGrpSpPr>
                      <p:cNvPr id="682" name="Graphic 1991">
                        <a:extLst>
                          <a:ext uri="{FF2B5EF4-FFF2-40B4-BE49-F238E27FC236}">
                            <a16:creationId xmlns:a16="http://schemas.microsoft.com/office/drawing/2014/main" id="{F04ECBBC-F1D7-219E-A405-E6EB842F67F2}"/>
                          </a:ext>
                        </a:extLst>
                      </p:cNvPr>
                      <p:cNvGrpSpPr/>
                      <p:nvPr/>
                    </p:nvGrpSpPr>
                    <p:grpSpPr>
                      <a:xfrm>
                        <a:off x="1570859" y="4494378"/>
                        <a:ext cx="594119" cy="1340392"/>
                        <a:chOff x="1570859" y="4494378"/>
                        <a:chExt cx="594119" cy="1340392"/>
                      </a:xfrm>
                    </p:grpSpPr>
                    <p:grpSp>
                      <p:nvGrpSpPr>
                        <p:cNvPr id="683" name="Graphic 1991">
                          <a:extLst>
                            <a:ext uri="{FF2B5EF4-FFF2-40B4-BE49-F238E27FC236}">
                              <a16:creationId xmlns:a16="http://schemas.microsoft.com/office/drawing/2014/main" id="{2C1A7475-F3C9-A06E-9F9B-DA189E7FAEFE}"/>
                            </a:ext>
                          </a:extLst>
                        </p:cNvPr>
                        <p:cNvGrpSpPr/>
                        <p:nvPr/>
                      </p:nvGrpSpPr>
                      <p:grpSpPr>
                        <a:xfrm>
                          <a:off x="1736377" y="4494378"/>
                          <a:ext cx="428600" cy="1202959"/>
                          <a:chOff x="1736377" y="4494378"/>
                          <a:chExt cx="428600" cy="1202959"/>
                        </a:xfrm>
                      </p:grpSpPr>
                      <p:sp>
                        <p:nvSpPr>
                          <p:cNvPr id="688" name="Freeform: Shape 687">
                            <a:extLst>
                              <a:ext uri="{FF2B5EF4-FFF2-40B4-BE49-F238E27FC236}">
                                <a16:creationId xmlns:a16="http://schemas.microsoft.com/office/drawing/2014/main" id="{62B406D2-7DBB-B5DC-34CA-FFEE17528A58}"/>
                              </a:ext>
                            </a:extLst>
                          </p:cNvPr>
                          <p:cNvSpPr/>
                          <p:nvPr/>
                        </p:nvSpPr>
                        <p:spPr>
                          <a:xfrm>
                            <a:off x="1942491" y="4494378"/>
                            <a:ext cx="222486" cy="1202864"/>
                          </a:xfrm>
                          <a:custGeom>
                            <a:avLst/>
                            <a:gdLst>
                              <a:gd name="connsiteX0" fmla="*/ 0 w 222486"/>
                              <a:gd name="connsiteY0" fmla="*/ 0 h 1202864"/>
                              <a:gd name="connsiteX1" fmla="*/ 43891 w 222486"/>
                              <a:gd name="connsiteY1" fmla="*/ 0 h 1202864"/>
                              <a:gd name="connsiteX2" fmla="*/ 83831 w 222486"/>
                              <a:gd name="connsiteY2" fmla="*/ 35295 h 1202864"/>
                              <a:gd name="connsiteX3" fmla="*/ 222333 w 222486"/>
                              <a:gd name="connsiteY3" fmla="*/ 1151956 h 1202864"/>
                              <a:gd name="connsiteX4" fmla="*/ 153365 w 222486"/>
                              <a:gd name="connsiteY4" fmla="*/ 1202865 h 1202864"/>
                              <a:gd name="connsiteX5" fmla="*/ 0 w 222486"/>
                              <a:gd name="connsiteY5" fmla="*/ 0 h 120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486" h="1202864">
                                <a:moveTo>
                                  <a:pt x="0" y="0"/>
                                </a:moveTo>
                                <a:lnTo>
                                  <a:pt x="43891" y="0"/>
                                </a:lnTo>
                                <a:cubicBezTo>
                                  <a:pt x="64202" y="0"/>
                                  <a:pt x="81332" y="15134"/>
                                  <a:pt x="83831" y="35295"/>
                                </a:cubicBezTo>
                                <a:lnTo>
                                  <a:pt x="222333" y="1151956"/>
                                </a:lnTo>
                                <a:cubicBezTo>
                                  <a:pt x="226275" y="1189871"/>
                                  <a:pt x="153365" y="1202865"/>
                                  <a:pt x="153365" y="1202865"/>
                                </a:cubicBezTo>
                                <a:cubicBezTo>
                                  <a:pt x="111697" y="957862"/>
                                  <a:pt x="55989" y="481229"/>
                                  <a:pt x="0" y="0"/>
                                </a:cubicBezTo>
                                <a:close/>
                              </a:path>
                            </a:pathLst>
                          </a:custGeom>
                          <a:solidFill>
                            <a:srgbClr val="EAEAEA"/>
                          </a:solidFill>
                          <a:ln w="4839" cap="flat">
                            <a:noFill/>
                            <a:prstDash val="solid"/>
                            <a:miter/>
                          </a:ln>
                        </p:spPr>
                        <p:txBody>
                          <a:bodyPr rtlCol="0" anchor="ctr"/>
                          <a:lstStyle/>
                          <a:p>
                            <a:endParaRPr lang="vi-VN"/>
                          </a:p>
                        </p:txBody>
                      </p:sp>
                      <p:sp>
                        <p:nvSpPr>
                          <p:cNvPr id="689" name="Freeform: Shape 688">
                            <a:extLst>
                              <a:ext uri="{FF2B5EF4-FFF2-40B4-BE49-F238E27FC236}">
                                <a16:creationId xmlns:a16="http://schemas.microsoft.com/office/drawing/2014/main" id="{9FCEEAED-CC1B-5F69-1B3F-DA92FABB2C36}"/>
                              </a:ext>
                            </a:extLst>
                          </p:cNvPr>
                          <p:cNvSpPr/>
                          <p:nvPr/>
                        </p:nvSpPr>
                        <p:spPr>
                          <a:xfrm>
                            <a:off x="1736377" y="4494378"/>
                            <a:ext cx="359482" cy="1202959"/>
                          </a:xfrm>
                          <a:custGeom>
                            <a:avLst/>
                            <a:gdLst>
                              <a:gd name="connsiteX0" fmla="*/ 206114 w 359482"/>
                              <a:gd name="connsiteY0" fmla="*/ 0 h 1202959"/>
                              <a:gd name="connsiteX1" fmla="*/ 359474 w 359482"/>
                              <a:gd name="connsiteY1" fmla="*/ 1202860 h 1202959"/>
                              <a:gd name="connsiteX2" fmla="*/ 69384 w 359482"/>
                              <a:gd name="connsiteY2" fmla="*/ 981132 h 1202959"/>
                              <a:gd name="connsiteX3" fmla="*/ 10257 w 359482"/>
                              <a:gd name="connsiteY3" fmla="*/ 583874 h 1202959"/>
                              <a:gd name="connsiteX4" fmla="*/ 1017 w 359482"/>
                              <a:gd name="connsiteY4" fmla="*/ 254983 h 1202959"/>
                              <a:gd name="connsiteX5" fmla="*/ 206114 w 359482"/>
                              <a:gd name="connsiteY5" fmla="*/ 0 h 1202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482" h="1202959">
                                <a:moveTo>
                                  <a:pt x="206114" y="0"/>
                                </a:moveTo>
                                <a:cubicBezTo>
                                  <a:pt x="206114" y="0"/>
                                  <a:pt x="357624" y="1197315"/>
                                  <a:pt x="359474" y="1202860"/>
                                </a:cubicBezTo>
                                <a:cubicBezTo>
                                  <a:pt x="361324" y="1208405"/>
                                  <a:pt x="69384" y="981132"/>
                                  <a:pt x="69384" y="981132"/>
                                </a:cubicBezTo>
                                <a:cubicBezTo>
                                  <a:pt x="69384" y="981132"/>
                                  <a:pt x="25038" y="833317"/>
                                  <a:pt x="10257" y="583874"/>
                                </a:cubicBezTo>
                                <a:cubicBezTo>
                                  <a:pt x="-4523" y="334431"/>
                                  <a:pt x="1017" y="254983"/>
                                  <a:pt x="1017" y="254983"/>
                                </a:cubicBezTo>
                                <a:lnTo>
                                  <a:pt x="206114" y="0"/>
                                </a:lnTo>
                                <a:close/>
                              </a:path>
                            </a:pathLst>
                          </a:custGeom>
                          <a:solidFill>
                            <a:srgbClr val="D8D6D6"/>
                          </a:solidFill>
                          <a:ln w="4839" cap="flat">
                            <a:noFill/>
                            <a:prstDash val="solid"/>
                            <a:miter/>
                          </a:ln>
                        </p:spPr>
                        <p:txBody>
                          <a:bodyPr rtlCol="0" anchor="ctr"/>
                          <a:lstStyle/>
                          <a:p>
                            <a:endParaRPr lang="vi-VN"/>
                          </a:p>
                        </p:txBody>
                      </p:sp>
                      <p:sp>
                        <p:nvSpPr>
                          <p:cNvPr id="690" name="Freeform: Shape 689">
                            <a:extLst>
                              <a:ext uri="{FF2B5EF4-FFF2-40B4-BE49-F238E27FC236}">
                                <a16:creationId xmlns:a16="http://schemas.microsoft.com/office/drawing/2014/main" id="{36A9CC7F-A2C4-FF24-9BFA-96553D318965}"/>
                              </a:ext>
                            </a:extLst>
                          </p:cNvPr>
                          <p:cNvSpPr/>
                          <p:nvPr/>
                        </p:nvSpPr>
                        <p:spPr>
                          <a:xfrm>
                            <a:off x="1769425" y="4648353"/>
                            <a:ext cx="87457" cy="114558"/>
                          </a:xfrm>
                          <a:custGeom>
                            <a:avLst/>
                            <a:gdLst>
                              <a:gd name="connsiteX0" fmla="*/ 87458 w 87457"/>
                              <a:gd name="connsiteY0" fmla="*/ 0 h 114558"/>
                              <a:gd name="connsiteX1" fmla="*/ 87458 w 87457"/>
                              <a:gd name="connsiteY1" fmla="*/ 24636 h 114558"/>
                              <a:gd name="connsiteX2" fmla="*/ 0 w 87457"/>
                              <a:gd name="connsiteY2" fmla="*/ 114559 h 114558"/>
                              <a:gd name="connsiteX3" fmla="*/ 0 w 87457"/>
                              <a:gd name="connsiteY3" fmla="*/ 99778 h 114558"/>
                            </a:gdLst>
                            <a:ahLst/>
                            <a:cxnLst>
                              <a:cxn ang="0">
                                <a:pos x="connsiteX0" y="connsiteY0"/>
                              </a:cxn>
                              <a:cxn ang="0">
                                <a:pos x="connsiteX1" y="connsiteY1"/>
                              </a:cxn>
                              <a:cxn ang="0">
                                <a:pos x="connsiteX2" y="connsiteY2"/>
                              </a:cxn>
                              <a:cxn ang="0">
                                <a:pos x="connsiteX3" y="connsiteY3"/>
                              </a:cxn>
                            </a:cxnLst>
                            <a:rect l="l" t="t" r="r" b="b"/>
                            <a:pathLst>
                              <a:path w="87457" h="114558">
                                <a:moveTo>
                                  <a:pt x="87458" y="0"/>
                                </a:moveTo>
                                <a:lnTo>
                                  <a:pt x="87458" y="24636"/>
                                </a:lnTo>
                                <a:lnTo>
                                  <a:pt x="0" y="114559"/>
                                </a:lnTo>
                                <a:lnTo>
                                  <a:pt x="0" y="99778"/>
                                </a:lnTo>
                                <a:close/>
                              </a:path>
                            </a:pathLst>
                          </a:custGeom>
                          <a:solidFill>
                            <a:srgbClr val="7F7A7A"/>
                          </a:solidFill>
                          <a:ln w="4839" cap="flat">
                            <a:noFill/>
                            <a:prstDash val="solid"/>
                            <a:miter/>
                          </a:ln>
                        </p:spPr>
                        <p:txBody>
                          <a:bodyPr rtlCol="0" anchor="ctr"/>
                          <a:lstStyle/>
                          <a:p>
                            <a:endParaRPr lang="vi-VN"/>
                          </a:p>
                        </p:txBody>
                      </p:sp>
                      <p:sp>
                        <p:nvSpPr>
                          <p:cNvPr id="691" name="Freeform: Shape 690">
                            <a:extLst>
                              <a:ext uri="{FF2B5EF4-FFF2-40B4-BE49-F238E27FC236}">
                                <a16:creationId xmlns:a16="http://schemas.microsoft.com/office/drawing/2014/main" id="{4F1F7139-0B7C-C753-EEBE-A53A02C9A9DE}"/>
                              </a:ext>
                            </a:extLst>
                          </p:cNvPr>
                          <p:cNvSpPr/>
                          <p:nvPr/>
                        </p:nvSpPr>
                        <p:spPr>
                          <a:xfrm>
                            <a:off x="1736377" y="4746742"/>
                            <a:ext cx="359473" cy="950496"/>
                          </a:xfrm>
                          <a:custGeom>
                            <a:avLst/>
                            <a:gdLst>
                              <a:gd name="connsiteX0" fmla="*/ 10257 w 359473"/>
                              <a:gd name="connsiteY0" fmla="*/ 328896 h 950496"/>
                              <a:gd name="connsiteX1" fmla="*/ 69384 w 359473"/>
                              <a:gd name="connsiteY1" fmla="*/ 726154 h 950496"/>
                              <a:gd name="connsiteX2" fmla="*/ 338335 w 359473"/>
                              <a:gd name="connsiteY2" fmla="*/ 933159 h 950496"/>
                              <a:gd name="connsiteX3" fmla="*/ 359474 w 359473"/>
                              <a:gd name="connsiteY3" fmla="*/ 950496 h 950496"/>
                              <a:gd name="connsiteX4" fmla="*/ 357450 w 359473"/>
                              <a:gd name="connsiteY4" fmla="*/ 933464 h 950496"/>
                              <a:gd name="connsiteX5" fmla="*/ 1017 w 359473"/>
                              <a:gd name="connsiteY5" fmla="*/ 0 h 950496"/>
                              <a:gd name="connsiteX6" fmla="*/ 10257 w 359473"/>
                              <a:gd name="connsiteY6" fmla="*/ 328896 h 95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9473" h="950496">
                                <a:moveTo>
                                  <a:pt x="10257" y="328896"/>
                                </a:moveTo>
                                <a:cubicBezTo>
                                  <a:pt x="25038" y="578339"/>
                                  <a:pt x="69384" y="726154"/>
                                  <a:pt x="69384" y="726154"/>
                                </a:cubicBezTo>
                                <a:cubicBezTo>
                                  <a:pt x="69384" y="726154"/>
                                  <a:pt x="271551" y="883538"/>
                                  <a:pt x="338335" y="933159"/>
                                </a:cubicBezTo>
                                <a:lnTo>
                                  <a:pt x="359474" y="950496"/>
                                </a:lnTo>
                                <a:cubicBezTo>
                                  <a:pt x="359343" y="949537"/>
                                  <a:pt x="357590" y="934544"/>
                                  <a:pt x="357450" y="933464"/>
                                </a:cubicBezTo>
                                <a:cubicBezTo>
                                  <a:pt x="8407" y="364438"/>
                                  <a:pt x="1017" y="0"/>
                                  <a:pt x="1017" y="0"/>
                                </a:cubicBezTo>
                                <a:cubicBezTo>
                                  <a:pt x="1017" y="0"/>
                                  <a:pt x="-4523" y="79453"/>
                                  <a:pt x="10257" y="328896"/>
                                </a:cubicBezTo>
                                <a:close/>
                              </a:path>
                            </a:pathLst>
                          </a:custGeom>
                          <a:solidFill>
                            <a:srgbClr val="D8D6D6">
                              <a:alpha val="47000"/>
                            </a:srgbClr>
                          </a:solidFill>
                          <a:ln w="4839" cap="flat">
                            <a:noFill/>
                            <a:prstDash val="solid"/>
                            <a:miter/>
                          </a:ln>
                        </p:spPr>
                        <p:txBody>
                          <a:bodyPr rtlCol="0" anchor="ctr"/>
                          <a:lstStyle/>
                          <a:p>
                            <a:endParaRPr lang="vi-VN"/>
                          </a:p>
                        </p:txBody>
                      </p:sp>
                    </p:grpSp>
                    <p:grpSp>
                      <p:nvGrpSpPr>
                        <p:cNvPr id="684" name="Graphic 1991">
                          <a:extLst>
                            <a:ext uri="{FF2B5EF4-FFF2-40B4-BE49-F238E27FC236}">
                              <a16:creationId xmlns:a16="http://schemas.microsoft.com/office/drawing/2014/main" id="{E2A47497-A653-7190-25D3-A151156EA461}"/>
                            </a:ext>
                          </a:extLst>
                        </p:cNvPr>
                        <p:cNvGrpSpPr/>
                        <p:nvPr/>
                      </p:nvGrpSpPr>
                      <p:grpSpPr>
                        <a:xfrm>
                          <a:off x="1570859" y="5133857"/>
                          <a:ext cx="541622" cy="700913"/>
                          <a:chOff x="1570859" y="5133857"/>
                          <a:chExt cx="541622" cy="700913"/>
                        </a:xfrm>
                      </p:grpSpPr>
                      <p:sp>
                        <p:nvSpPr>
                          <p:cNvPr id="685" name="Freeform: Shape 684">
                            <a:extLst>
                              <a:ext uri="{FF2B5EF4-FFF2-40B4-BE49-F238E27FC236}">
                                <a16:creationId xmlns:a16="http://schemas.microsoft.com/office/drawing/2014/main" id="{8B3449FC-3116-70D8-46D7-B8DAAA6EAAF8}"/>
                              </a:ext>
                            </a:extLst>
                          </p:cNvPr>
                          <p:cNvSpPr/>
                          <p:nvPr/>
                        </p:nvSpPr>
                        <p:spPr>
                          <a:xfrm>
                            <a:off x="1625559" y="5676912"/>
                            <a:ext cx="486922" cy="149497"/>
                          </a:xfrm>
                          <a:custGeom>
                            <a:avLst/>
                            <a:gdLst>
                              <a:gd name="connsiteX0" fmla="*/ 486923 w 486922"/>
                              <a:gd name="connsiteY0" fmla="*/ 79453 h 149497"/>
                              <a:gd name="connsiteX1" fmla="*/ 377909 w 486922"/>
                              <a:gd name="connsiteY1" fmla="*/ 0 h 149497"/>
                              <a:gd name="connsiteX2" fmla="*/ 19820 w 486922"/>
                              <a:gd name="connsiteY2" fmla="*/ 50439 h 149497"/>
                              <a:gd name="connsiteX3" fmla="*/ 976 w 486922"/>
                              <a:gd name="connsiteY3" fmla="*/ 86228 h 149497"/>
                              <a:gd name="connsiteX4" fmla="*/ 35467 w 486922"/>
                              <a:gd name="connsiteY4" fmla="*/ 149050 h 149497"/>
                              <a:gd name="connsiteX5" fmla="*/ 354503 w 486922"/>
                              <a:gd name="connsiteY5" fmla="*/ 108399 h 149497"/>
                              <a:gd name="connsiteX6" fmla="*/ 470302 w 486922"/>
                              <a:gd name="connsiteY6" fmla="*/ 95211 h 149497"/>
                              <a:gd name="connsiteX7" fmla="*/ 486923 w 486922"/>
                              <a:gd name="connsiteY7" fmla="*/ 79453 h 149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922" h="149497">
                                <a:moveTo>
                                  <a:pt x="486923" y="79453"/>
                                </a:moveTo>
                                <a:lnTo>
                                  <a:pt x="377909" y="0"/>
                                </a:lnTo>
                                <a:cubicBezTo>
                                  <a:pt x="377909" y="0"/>
                                  <a:pt x="16207" y="85298"/>
                                  <a:pt x="19820" y="50439"/>
                                </a:cubicBezTo>
                                <a:cubicBezTo>
                                  <a:pt x="19820" y="50439"/>
                                  <a:pt x="-5184" y="64052"/>
                                  <a:pt x="976" y="86228"/>
                                </a:cubicBezTo>
                                <a:cubicBezTo>
                                  <a:pt x="7137" y="108399"/>
                                  <a:pt x="12299" y="154527"/>
                                  <a:pt x="35467" y="149050"/>
                                </a:cubicBezTo>
                                <a:cubicBezTo>
                                  <a:pt x="58636" y="143573"/>
                                  <a:pt x="354503" y="113329"/>
                                  <a:pt x="354503" y="108399"/>
                                </a:cubicBezTo>
                                <a:cubicBezTo>
                                  <a:pt x="354503" y="103468"/>
                                  <a:pt x="470302" y="95211"/>
                                  <a:pt x="470302" y="95211"/>
                                </a:cubicBezTo>
                                <a:lnTo>
                                  <a:pt x="486923" y="79453"/>
                                </a:lnTo>
                                <a:close/>
                              </a:path>
                            </a:pathLst>
                          </a:custGeom>
                          <a:solidFill>
                            <a:srgbClr val="D8D6D6"/>
                          </a:solidFill>
                          <a:ln w="4839" cap="flat">
                            <a:noFill/>
                            <a:prstDash val="solid"/>
                            <a:miter/>
                          </a:ln>
                        </p:spPr>
                        <p:txBody>
                          <a:bodyPr rtlCol="0" anchor="ctr"/>
                          <a:lstStyle/>
                          <a:p>
                            <a:endParaRPr lang="vi-VN"/>
                          </a:p>
                        </p:txBody>
                      </p:sp>
                      <p:sp>
                        <p:nvSpPr>
                          <p:cNvPr id="686" name="Freeform: Shape 685">
                            <a:extLst>
                              <a:ext uri="{FF2B5EF4-FFF2-40B4-BE49-F238E27FC236}">
                                <a16:creationId xmlns:a16="http://schemas.microsoft.com/office/drawing/2014/main" id="{6EB069F3-578F-2515-B400-FD133A881947}"/>
                              </a:ext>
                            </a:extLst>
                          </p:cNvPr>
                          <p:cNvSpPr/>
                          <p:nvPr/>
                        </p:nvSpPr>
                        <p:spPr>
                          <a:xfrm>
                            <a:off x="1625559" y="5727351"/>
                            <a:ext cx="104716" cy="99059"/>
                          </a:xfrm>
                          <a:custGeom>
                            <a:avLst/>
                            <a:gdLst>
                              <a:gd name="connsiteX0" fmla="*/ 19820 w 104716"/>
                              <a:gd name="connsiteY0" fmla="*/ 0 h 99059"/>
                              <a:gd name="connsiteX1" fmla="*/ 976 w 104716"/>
                              <a:gd name="connsiteY1" fmla="*/ 35789 h 99059"/>
                              <a:gd name="connsiteX2" fmla="*/ 35467 w 104716"/>
                              <a:gd name="connsiteY2" fmla="*/ 98611 h 99059"/>
                              <a:gd name="connsiteX3" fmla="*/ 52534 w 104716"/>
                              <a:gd name="connsiteY3" fmla="*/ 95933 h 99059"/>
                              <a:gd name="connsiteX4" fmla="*/ 52703 w 104716"/>
                              <a:gd name="connsiteY4" fmla="*/ 93434 h 99059"/>
                              <a:gd name="connsiteX5" fmla="*/ 104716 w 104716"/>
                              <a:gd name="connsiteY5" fmla="*/ 3279 h 99059"/>
                              <a:gd name="connsiteX6" fmla="*/ 104716 w 104716"/>
                              <a:gd name="connsiteY6" fmla="*/ 3279 h 99059"/>
                              <a:gd name="connsiteX7" fmla="*/ 19820 w 104716"/>
                              <a:gd name="connsiteY7" fmla="*/ 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16" h="99059">
                                <a:moveTo>
                                  <a:pt x="19820" y="0"/>
                                </a:moveTo>
                                <a:cubicBezTo>
                                  <a:pt x="19820" y="0"/>
                                  <a:pt x="-5184" y="13613"/>
                                  <a:pt x="976" y="35789"/>
                                </a:cubicBezTo>
                                <a:cubicBezTo>
                                  <a:pt x="7137" y="57965"/>
                                  <a:pt x="12299" y="104088"/>
                                  <a:pt x="35467" y="98611"/>
                                </a:cubicBezTo>
                                <a:cubicBezTo>
                                  <a:pt x="38044" y="98001"/>
                                  <a:pt x="44001" y="97086"/>
                                  <a:pt x="52534" y="95933"/>
                                </a:cubicBezTo>
                                <a:lnTo>
                                  <a:pt x="52703" y="93434"/>
                                </a:lnTo>
                                <a:cubicBezTo>
                                  <a:pt x="45323" y="93681"/>
                                  <a:pt x="26150" y="28670"/>
                                  <a:pt x="104716" y="3279"/>
                                </a:cubicBezTo>
                                <a:lnTo>
                                  <a:pt x="104716" y="3279"/>
                                </a:lnTo>
                                <a:cubicBezTo>
                                  <a:pt x="54912" y="9996"/>
                                  <a:pt x="18663" y="11148"/>
                                  <a:pt x="19820" y="0"/>
                                </a:cubicBezTo>
                                <a:close/>
                              </a:path>
                            </a:pathLst>
                          </a:custGeom>
                          <a:solidFill>
                            <a:srgbClr val="D8D6D6">
                              <a:alpha val="47000"/>
                            </a:srgbClr>
                          </a:solidFill>
                          <a:ln w="4839" cap="flat">
                            <a:noFill/>
                            <a:prstDash val="solid"/>
                            <a:miter/>
                          </a:ln>
                        </p:spPr>
                        <p:txBody>
                          <a:bodyPr rtlCol="0" anchor="ctr"/>
                          <a:lstStyle/>
                          <a:p>
                            <a:endParaRPr lang="vi-VN"/>
                          </a:p>
                        </p:txBody>
                      </p:sp>
                      <p:sp>
                        <p:nvSpPr>
                          <p:cNvPr id="687" name="Freeform: Shape 686">
                            <a:extLst>
                              <a:ext uri="{FF2B5EF4-FFF2-40B4-BE49-F238E27FC236}">
                                <a16:creationId xmlns:a16="http://schemas.microsoft.com/office/drawing/2014/main" id="{958B5C5A-0E5D-6998-3556-1260C6B1530F}"/>
                              </a:ext>
                            </a:extLst>
                          </p:cNvPr>
                          <p:cNvSpPr/>
                          <p:nvPr/>
                        </p:nvSpPr>
                        <p:spPr>
                          <a:xfrm>
                            <a:off x="1570859" y="5133857"/>
                            <a:ext cx="541622" cy="700913"/>
                          </a:xfrm>
                          <a:custGeom>
                            <a:avLst/>
                            <a:gdLst>
                              <a:gd name="connsiteX0" fmla="*/ 255228 w 541622"/>
                              <a:gd name="connsiteY0" fmla="*/ 7217 h 700913"/>
                              <a:gd name="connsiteX1" fmla="*/ 210882 w 541622"/>
                              <a:gd name="connsiteY1" fmla="*/ 41709 h 700913"/>
                              <a:gd name="connsiteX2" fmla="*/ 100018 w 541622"/>
                              <a:gd name="connsiteY2" fmla="*/ 687175 h 700913"/>
                              <a:gd name="connsiteX3" fmla="*/ 541623 w 541622"/>
                              <a:gd name="connsiteY3" fmla="*/ 622508 h 700913"/>
                              <a:gd name="connsiteX4" fmla="*/ 541623 w 541622"/>
                              <a:gd name="connsiteY4" fmla="*/ 635443 h 700913"/>
                              <a:gd name="connsiteX5" fmla="*/ 73043 w 541622"/>
                              <a:gd name="connsiteY5" fmla="*/ 700115 h 700913"/>
                              <a:gd name="connsiteX6" fmla="*/ 245 w 541622"/>
                              <a:gd name="connsiteY6" fmla="*/ 615122 h 700913"/>
                              <a:gd name="connsiteX7" fmla="*/ 165523 w 541622"/>
                              <a:gd name="connsiteY7" fmla="*/ 27553 h 700913"/>
                              <a:gd name="connsiteX8" fmla="*/ 255228 w 541622"/>
                              <a:gd name="connsiteY8" fmla="*/ 7217 h 700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622" h="700913">
                                <a:moveTo>
                                  <a:pt x="255228" y="7217"/>
                                </a:moveTo>
                                <a:cubicBezTo>
                                  <a:pt x="255228" y="7217"/>
                                  <a:pt x="225662" y="15838"/>
                                  <a:pt x="210882" y="41709"/>
                                </a:cubicBezTo>
                                <a:cubicBezTo>
                                  <a:pt x="196101" y="67575"/>
                                  <a:pt x="3940" y="689025"/>
                                  <a:pt x="100018" y="687175"/>
                                </a:cubicBezTo>
                                <a:cubicBezTo>
                                  <a:pt x="196101" y="685325"/>
                                  <a:pt x="541623" y="622508"/>
                                  <a:pt x="541623" y="622508"/>
                                </a:cubicBezTo>
                                <a:lnTo>
                                  <a:pt x="541623" y="635443"/>
                                </a:lnTo>
                                <a:cubicBezTo>
                                  <a:pt x="541623" y="635443"/>
                                  <a:pt x="110735" y="709351"/>
                                  <a:pt x="73043" y="700115"/>
                                </a:cubicBezTo>
                                <a:cubicBezTo>
                                  <a:pt x="35351" y="690875"/>
                                  <a:pt x="-3450" y="672399"/>
                                  <a:pt x="245" y="615122"/>
                                </a:cubicBezTo>
                                <a:cubicBezTo>
                                  <a:pt x="3940" y="557845"/>
                                  <a:pt x="125700" y="73744"/>
                                  <a:pt x="165523" y="27553"/>
                                </a:cubicBezTo>
                                <a:cubicBezTo>
                                  <a:pt x="205341" y="-18648"/>
                                  <a:pt x="255228" y="7217"/>
                                  <a:pt x="255228" y="7217"/>
                                </a:cubicBezTo>
                                <a:close/>
                              </a:path>
                            </a:pathLst>
                          </a:custGeom>
                          <a:solidFill>
                            <a:srgbClr val="EAEAEA"/>
                          </a:solidFill>
                          <a:ln w="4839" cap="flat">
                            <a:noFill/>
                            <a:prstDash val="solid"/>
                            <a:miter/>
                          </a:ln>
                        </p:spPr>
                        <p:txBody>
                          <a:bodyPr rtlCol="0" anchor="ctr"/>
                          <a:lstStyle/>
                          <a:p>
                            <a:endParaRPr lang="vi-VN"/>
                          </a:p>
                        </p:txBody>
                      </p:sp>
                    </p:grpSp>
                  </p:grpSp>
                </p:grpSp>
              </p:grpSp>
            </p:grpSp>
            <p:grpSp>
              <p:nvGrpSpPr>
                <p:cNvPr id="620" name="Graphic 1991">
                  <a:extLst>
                    <a:ext uri="{FF2B5EF4-FFF2-40B4-BE49-F238E27FC236}">
                      <a16:creationId xmlns:a16="http://schemas.microsoft.com/office/drawing/2014/main" id="{DC2DB263-119D-7507-3671-69C21A442670}"/>
                    </a:ext>
                  </a:extLst>
                </p:cNvPr>
                <p:cNvGrpSpPr/>
                <p:nvPr/>
              </p:nvGrpSpPr>
              <p:grpSpPr>
                <a:xfrm>
                  <a:off x="2308835" y="4713923"/>
                  <a:ext cx="974422" cy="1235518"/>
                  <a:chOff x="2308835" y="4713923"/>
                  <a:chExt cx="974422" cy="1235518"/>
                </a:xfrm>
              </p:grpSpPr>
              <p:grpSp>
                <p:nvGrpSpPr>
                  <p:cNvPr id="622" name="Graphic 1991">
                    <a:extLst>
                      <a:ext uri="{FF2B5EF4-FFF2-40B4-BE49-F238E27FC236}">
                        <a16:creationId xmlns:a16="http://schemas.microsoft.com/office/drawing/2014/main" id="{3A5C102F-85F0-C20B-8F7D-4F12DAA130A4}"/>
                      </a:ext>
                    </a:extLst>
                  </p:cNvPr>
                  <p:cNvGrpSpPr/>
                  <p:nvPr/>
                </p:nvGrpSpPr>
                <p:grpSpPr>
                  <a:xfrm>
                    <a:off x="2308835" y="5566344"/>
                    <a:ext cx="355177" cy="154064"/>
                    <a:chOff x="2308835" y="5566344"/>
                    <a:chExt cx="355177" cy="154064"/>
                  </a:xfrm>
                </p:grpSpPr>
                <p:sp>
                  <p:nvSpPr>
                    <p:cNvPr id="671" name="Freeform: Shape 670">
                      <a:extLst>
                        <a:ext uri="{FF2B5EF4-FFF2-40B4-BE49-F238E27FC236}">
                          <a16:creationId xmlns:a16="http://schemas.microsoft.com/office/drawing/2014/main" id="{6046762C-5370-4F95-7553-1FD782D006A8}"/>
                        </a:ext>
                      </a:extLst>
                    </p:cNvPr>
                    <p:cNvSpPr/>
                    <p:nvPr/>
                  </p:nvSpPr>
                  <p:spPr>
                    <a:xfrm>
                      <a:off x="2308835" y="5566344"/>
                      <a:ext cx="355177" cy="154064"/>
                    </a:xfrm>
                    <a:custGeom>
                      <a:avLst/>
                      <a:gdLst>
                        <a:gd name="connsiteX0" fmla="*/ 312649 w 355177"/>
                        <a:gd name="connsiteY0" fmla="*/ 0 h 154064"/>
                        <a:gd name="connsiteX1" fmla="*/ 221496 w 355177"/>
                        <a:gd name="connsiteY1" fmla="*/ 19711 h 154064"/>
                        <a:gd name="connsiteX2" fmla="*/ 122953 w 355177"/>
                        <a:gd name="connsiteY2" fmla="*/ 35726 h 154064"/>
                        <a:gd name="connsiteX3" fmla="*/ 49046 w 355177"/>
                        <a:gd name="connsiteY3" fmla="*/ 48041 h 154064"/>
                        <a:gd name="connsiteX4" fmla="*/ 3469 w 355177"/>
                        <a:gd name="connsiteY4" fmla="*/ 110864 h 154064"/>
                        <a:gd name="connsiteX5" fmla="*/ 5934 w 355177"/>
                        <a:gd name="connsiteY5" fmla="*/ 117024 h 154064"/>
                        <a:gd name="connsiteX6" fmla="*/ 3319 w 355177"/>
                        <a:gd name="connsiteY6" fmla="*/ 143500 h 154064"/>
                        <a:gd name="connsiteX7" fmla="*/ 76147 w 355177"/>
                        <a:gd name="connsiteY7" fmla="*/ 87458 h 154064"/>
                        <a:gd name="connsiteX8" fmla="*/ 131578 w 355177"/>
                        <a:gd name="connsiteY8" fmla="*/ 93618 h 154064"/>
                        <a:gd name="connsiteX9" fmla="*/ 116314 w 355177"/>
                        <a:gd name="connsiteY9" fmla="*/ 141689 h 154064"/>
                        <a:gd name="connsiteX10" fmla="*/ 143414 w 355177"/>
                        <a:gd name="connsiteY10" fmla="*/ 136763 h 154064"/>
                        <a:gd name="connsiteX11" fmla="*/ 196865 w 355177"/>
                        <a:gd name="connsiteY11" fmla="*/ 103251 h 154064"/>
                        <a:gd name="connsiteX12" fmla="*/ 215341 w 355177"/>
                        <a:gd name="connsiteY12" fmla="*/ 96088 h 154064"/>
                        <a:gd name="connsiteX13" fmla="*/ 341160 w 355177"/>
                        <a:gd name="connsiteY13" fmla="*/ 108408 h 154064"/>
                        <a:gd name="connsiteX14" fmla="*/ 312649 w 355177"/>
                        <a:gd name="connsiteY14" fmla="*/ 0 h 15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177" h="154064">
                          <a:moveTo>
                            <a:pt x="312649" y="0"/>
                          </a:moveTo>
                          <a:lnTo>
                            <a:pt x="221496" y="19711"/>
                          </a:lnTo>
                          <a:cubicBezTo>
                            <a:pt x="221496" y="19711"/>
                            <a:pt x="126648" y="35726"/>
                            <a:pt x="122953" y="35726"/>
                          </a:cubicBezTo>
                          <a:cubicBezTo>
                            <a:pt x="119258" y="35726"/>
                            <a:pt x="68756" y="36956"/>
                            <a:pt x="49046" y="48041"/>
                          </a:cubicBezTo>
                          <a:cubicBezTo>
                            <a:pt x="29335" y="59127"/>
                            <a:pt x="1004" y="104703"/>
                            <a:pt x="3469" y="110864"/>
                          </a:cubicBezTo>
                          <a:cubicBezTo>
                            <a:pt x="5934" y="117024"/>
                            <a:pt x="5934" y="117024"/>
                            <a:pt x="5934" y="117024"/>
                          </a:cubicBezTo>
                          <a:cubicBezTo>
                            <a:pt x="5934" y="117024"/>
                            <a:pt x="-5451" y="137955"/>
                            <a:pt x="3319" y="143500"/>
                          </a:cubicBezTo>
                          <a:cubicBezTo>
                            <a:pt x="12090" y="149050"/>
                            <a:pt x="65061" y="88693"/>
                            <a:pt x="76147" y="87458"/>
                          </a:cubicBezTo>
                          <a:cubicBezTo>
                            <a:pt x="87232" y="86228"/>
                            <a:pt x="131578" y="93618"/>
                            <a:pt x="131578" y="93618"/>
                          </a:cubicBezTo>
                          <a:cubicBezTo>
                            <a:pt x="131578" y="93618"/>
                            <a:pt x="111383" y="124443"/>
                            <a:pt x="116314" y="141689"/>
                          </a:cubicBezTo>
                          <a:cubicBezTo>
                            <a:pt x="121239" y="158934"/>
                            <a:pt x="127399" y="158934"/>
                            <a:pt x="143414" y="136763"/>
                          </a:cubicBezTo>
                          <a:cubicBezTo>
                            <a:pt x="159430" y="114593"/>
                            <a:pt x="178390" y="110413"/>
                            <a:pt x="196865" y="103251"/>
                          </a:cubicBezTo>
                          <a:cubicBezTo>
                            <a:pt x="215341" y="96088"/>
                            <a:pt x="215341" y="96088"/>
                            <a:pt x="215341" y="96088"/>
                          </a:cubicBezTo>
                          <a:cubicBezTo>
                            <a:pt x="215341" y="96088"/>
                            <a:pt x="308068" y="124419"/>
                            <a:pt x="341160" y="108408"/>
                          </a:cubicBezTo>
                          <a:cubicBezTo>
                            <a:pt x="374242" y="92388"/>
                            <a:pt x="342211" y="6160"/>
                            <a:pt x="312649" y="0"/>
                          </a:cubicBezTo>
                          <a:close/>
                        </a:path>
                      </a:pathLst>
                    </a:custGeom>
                    <a:solidFill>
                      <a:srgbClr val="EEA786"/>
                    </a:solidFill>
                    <a:ln w="4839" cap="flat">
                      <a:noFill/>
                      <a:prstDash val="solid"/>
                      <a:miter/>
                    </a:ln>
                  </p:spPr>
                  <p:txBody>
                    <a:bodyPr rtlCol="0" anchor="ctr"/>
                    <a:lstStyle/>
                    <a:p>
                      <a:endParaRPr lang="vi-VN"/>
                    </a:p>
                  </p:txBody>
                </p:sp>
                <p:grpSp>
                  <p:nvGrpSpPr>
                    <p:cNvPr id="672" name="Graphic 1991">
                      <a:extLst>
                        <a:ext uri="{FF2B5EF4-FFF2-40B4-BE49-F238E27FC236}">
                          <a16:creationId xmlns:a16="http://schemas.microsoft.com/office/drawing/2014/main" id="{22B48289-D9BB-0D5B-DA02-11154EE941C9}"/>
                        </a:ext>
                      </a:extLst>
                    </p:cNvPr>
                    <p:cNvGrpSpPr/>
                    <p:nvPr/>
                  </p:nvGrpSpPr>
                  <p:grpSpPr>
                    <a:xfrm>
                      <a:off x="2312974" y="5622266"/>
                      <a:ext cx="223621" cy="62590"/>
                      <a:chOff x="2312974" y="5622266"/>
                      <a:chExt cx="223621" cy="62590"/>
                    </a:xfrm>
                    <a:solidFill>
                      <a:srgbClr val="E77350"/>
                    </a:solidFill>
                  </p:grpSpPr>
                  <p:sp>
                    <p:nvSpPr>
                      <p:cNvPr id="674" name="Freeform: Shape 673">
                        <a:extLst>
                          <a:ext uri="{FF2B5EF4-FFF2-40B4-BE49-F238E27FC236}">
                            <a16:creationId xmlns:a16="http://schemas.microsoft.com/office/drawing/2014/main" id="{D623C437-38DB-8444-A62D-50492A06CCD0}"/>
                          </a:ext>
                        </a:extLst>
                      </p:cNvPr>
                      <p:cNvSpPr/>
                      <p:nvPr/>
                    </p:nvSpPr>
                    <p:spPr>
                      <a:xfrm>
                        <a:off x="2312974" y="5622266"/>
                        <a:ext cx="63028" cy="62590"/>
                      </a:xfrm>
                      <a:custGeom>
                        <a:avLst/>
                        <a:gdLst>
                          <a:gd name="connsiteX0" fmla="*/ 62322 w 63028"/>
                          <a:gd name="connsiteY0" fmla="*/ 28 h 62590"/>
                          <a:gd name="connsiteX1" fmla="*/ 43105 w 63028"/>
                          <a:gd name="connsiteY1" fmla="*/ 10595 h 62590"/>
                          <a:gd name="connsiteX2" fmla="*/ 26751 w 63028"/>
                          <a:gd name="connsiteY2" fmla="*/ 25342 h 62590"/>
                          <a:gd name="connsiteX3" fmla="*/ 100 w 63028"/>
                          <a:gd name="connsiteY3" fmla="*/ 61227 h 62590"/>
                          <a:gd name="connsiteX4" fmla="*/ 1509 w 63028"/>
                          <a:gd name="connsiteY4" fmla="*/ 62288 h 62590"/>
                          <a:gd name="connsiteX5" fmla="*/ 28717 w 63028"/>
                          <a:gd name="connsiteY5" fmla="*/ 27240 h 62590"/>
                          <a:gd name="connsiteX6" fmla="*/ 45091 w 63028"/>
                          <a:gd name="connsiteY6" fmla="*/ 12527 h 62590"/>
                          <a:gd name="connsiteX7" fmla="*/ 62757 w 63028"/>
                          <a:gd name="connsiteY7" fmla="*/ 1088 h 62590"/>
                          <a:gd name="connsiteX8" fmla="*/ 62322 w 63028"/>
                          <a:gd name="connsiteY8" fmla="*/ 28 h 6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28" h="62590">
                            <a:moveTo>
                              <a:pt x="62322" y="28"/>
                            </a:moveTo>
                            <a:cubicBezTo>
                              <a:pt x="55314" y="2149"/>
                              <a:pt x="48926" y="6231"/>
                              <a:pt x="43105" y="10595"/>
                            </a:cubicBezTo>
                            <a:cubicBezTo>
                              <a:pt x="37221" y="15002"/>
                              <a:pt x="31807" y="20014"/>
                              <a:pt x="26751" y="25342"/>
                            </a:cubicBezTo>
                            <a:cubicBezTo>
                              <a:pt x="16566" y="36064"/>
                              <a:pt x="7209" y="48244"/>
                              <a:pt x="100" y="61227"/>
                            </a:cubicBezTo>
                            <a:cubicBezTo>
                              <a:pt x="-360" y="62070"/>
                              <a:pt x="880" y="63116"/>
                              <a:pt x="1509" y="62288"/>
                            </a:cubicBezTo>
                            <a:cubicBezTo>
                              <a:pt x="10498" y="50476"/>
                              <a:pt x="18479" y="38078"/>
                              <a:pt x="28717" y="27240"/>
                            </a:cubicBezTo>
                            <a:cubicBezTo>
                              <a:pt x="33763" y="21898"/>
                              <a:pt x="39216" y="16944"/>
                              <a:pt x="45091" y="12527"/>
                            </a:cubicBezTo>
                            <a:cubicBezTo>
                              <a:pt x="50728" y="8290"/>
                              <a:pt x="56825" y="4866"/>
                              <a:pt x="62757" y="1088"/>
                            </a:cubicBezTo>
                            <a:cubicBezTo>
                              <a:pt x="63295" y="749"/>
                              <a:pt x="62971" y="-171"/>
                              <a:pt x="62322" y="28"/>
                            </a:cubicBezTo>
                            <a:close/>
                          </a:path>
                        </a:pathLst>
                      </a:custGeom>
                      <a:solidFill>
                        <a:srgbClr val="E77350"/>
                      </a:solidFill>
                      <a:ln w="4839" cap="flat">
                        <a:noFill/>
                        <a:prstDash val="solid"/>
                        <a:miter/>
                      </a:ln>
                    </p:spPr>
                    <p:txBody>
                      <a:bodyPr rtlCol="0" anchor="ctr"/>
                      <a:lstStyle/>
                      <a:p>
                        <a:endParaRPr lang="vi-VN"/>
                      </a:p>
                    </p:txBody>
                  </p:sp>
                  <p:sp>
                    <p:nvSpPr>
                      <p:cNvPr id="675" name="Freeform: Shape 674">
                        <a:extLst>
                          <a:ext uri="{FF2B5EF4-FFF2-40B4-BE49-F238E27FC236}">
                            <a16:creationId xmlns:a16="http://schemas.microsoft.com/office/drawing/2014/main" id="{55FD6C60-5F1F-F380-4988-1A8886D84E88}"/>
                          </a:ext>
                        </a:extLst>
                      </p:cNvPr>
                      <p:cNvSpPr/>
                      <p:nvPr/>
                    </p:nvSpPr>
                    <p:spPr>
                      <a:xfrm>
                        <a:off x="2520668" y="5632462"/>
                        <a:ext cx="15926" cy="31022"/>
                      </a:xfrm>
                      <a:custGeom>
                        <a:avLst/>
                        <a:gdLst>
                          <a:gd name="connsiteX0" fmla="*/ 14085 w 15926"/>
                          <a:gd name="connsiteY0" fmla="*/ 133 h 31022"/>
                          <a:gd name="connsiteX1" fmla="*/ 12850 w 15926"/>
                          <a:gd name="connsiteY1" fmla="*/ 956 h 31022"/>
                          <a:gd name="connsiteX2" fmla="*/ 13194 w 15926"/>
                          <a:gd name="connsiteY2" fmla="*/ 5872 h 31022"/>
                          <a:gd name="connsiteX3" fmla="*/ 12269 w 15926"/>
                          <a:gd name="connsiteY3" fmla="*/ 10075 h 31022"/>
                          <a:gd name="connsiteX4" fmla="*/ 9929 w 15926"/>
                          <a:gd name="connsiteY4" fmla="*/ 17921 h 31022"/>
                          <a:gd name="connsiteX5" fmla="*/ 6389 w 15926"/>
                          <a:gd name="connsiteY5" fmla="*/ 24478 h 31022"/>
                          <a:gd name="connsiteX6" fmla="*/ 3454 w 15926"/>
                          <a:gd name="connsiteY6" fmla="*/ 27306 h 31022"/>
                          <a:gd name="connsiteX7" fmla="*/ 118 w 15926"/>
                          <a:gd name="connsiteY7" fmla="*/ 29936 h 31022"/>
                          <a:gd name="connsiteX8" fmla="*/ 786 w 15926"/>
                          <a:gd name="connsiteY8" fmla="*/ 30968 h 31022"/>
                          <a:gd name="connsiteX9" fmla="*/ 12748 w 15926"/>
                          <a:gd name="connsiteY9" fmla="*/ 17616 h 31022"/>
                          <a:gd name="connsiteX10" fmla="*/ 15203 w 15926"/>
                          <a:gd name="connsiteY10" fmla="*/ 9165 h 31022"/>
                          <a:gd name="connsiteX11" fmla="*/ 14085 w 15926"/>
                          <a:gd name="connsiteY11" fmla="*/ 133 h 31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926" h="31022">
                            <a:moveTo>
                              <a:pt x="14085" y="133"/>
                            </a:moveTo>
                            <a:cubicBezTo>
                              <a:pt x="13542" y="-264"/>
                              <a:pt x="12675" y="293"/>
                              <a:pt x="12850" y="956"/>
                            </a:cubicBezTo>
                            <a:cubicBezTo>
                              <a:pt x="13310" y="2685"/>
                              <a:pt x="13504" y="4075"/>
                              <a:pt x="13194" y="5872"/>
                            </a:cubicBezTo>
                            <a:cubicBezTo>
                              <a:pt x="12951" y="7281"/>
                              <a:pt x="12598" y="8681"/>
                              <a:pt x="12269" y="10075"/>
                            </a:cubicBezTo>
                            <a:cubicBezTo>
                              <a:pt x="11649" y="12734"/>
                              <a:pt x="10942" y="15383"/>
                              <a:pt x="9929" y="17921"/>
                            </a:cubicBezTo>
                            <a:cubicBezTo>
                              <a:pt x="9014" y="20212"/>
                              <a:pt x="7929" y="22536"/>
                              <a:pt x="6389" y="24478"/>
                            </a:cubicBezTo>
                            <a:cubicBezTo>
                              <a:pt x="5542" y="25549"/>
                              <a:pt x="4554" y="26503"/>
                              <a:pt x="3454" y="27306"/>
                            </a:cubicBezTo>
                            <a:cubicBezTo>
                              <a:pt x="2282" y="28164"/>
                              <a:pt x="965" y="28721"/>
                              <a:pt x="118" y="29936"/>
                            </a:cubicBezTo>
                            <a:cubicBezTo>
                              <a:pt x="-192" y="30382"/>
                              <a:pt x="137" y="31249"/>
                              <a:pt x="786" y="30968"/>
                            </a:cubicBezTo>
                            <a:cubicBezTo>
                              <a:pt x="6651" y="28425"/>
                              <a:pt x="10554" y="23524"/>
                              <a:pt x="12748" y="17616"/>
                            </a:cubicBezTo>
                            <a:cubicBezTo>
                              <a:pt x="13770" y="14865"/>
                              <a:pt x="14525" y="12017"/>
                              <a:pt x="15203" y="9165"/>
                            </a:cubicBezTo>
                            <a:cubicBezTo>
                              <a:pt x="15872" y="6380"/>
                              <a:pt x="16835" y="2152"/>
                              <a:pt x="14085" y="133"/>
                            </a:cubicBezTo>
                            <a:close/>
                          </a:path>
                        </a:pathLst>
                      </a:custGeom>
                      <a:solidFill>
                        <a:srgbClr val="E77350"/>
                      </a:solidFill>
                      <a:ln w="4839" cap="flat">
                        <a:noFill/>
                        <a:prstDash val="solid"/>
                        <a:miter/>
                      </a:ln>
                    </p:spPr>
                    <p:txBody>
                      <a:bodyPr rtlCol="0" anchor="ctr"/>
                      <a:lstStyle/>
                      <a:p>
                        <a:endParaRPr lang="vi-VN"/>
                      </a:p>
                    </p:txBody>
                  </p:sp>
                </p:grpSp>
                <p:sp>
                  <p:nvSpPr>
                    <p:cNvPr id="673" name="Freeform: Shape 672">
                      <a:extLst>
                        <a:ext uri="{FF2B5EF4-FFF2-40B4-BE49-F238E27FC236}">
                          <a16:creationId xmlns:a16="http://schemas.microsoft.com/office/drawing/2014/main" id="{9E4FE6B7-0269-906F-5354-BF059D59A8DF}"/>
                        </a:ext>
                      </a:extLst>
                    </p:cNvPr>
                    <p:cNvSpPr/>
                    <p:nvPr/>
                  </p:nvSpPr>
                  <p:spPr>
                    <a:xfrm>
                      <a:off x="2431788" y="5566349"/>
                      <a:ext cx="231563" cy="113304"/>
                    </a:xfrm>
                    <a:custGeom>
                      <a:avLst/>
                      <a:gdLst>
                        <a:gd name="connsiteX0" fmla="*/ 209363 w 231563"/>
                        <a:gd name="connsiteY0" fmla="*/ 111348 h 113304"/>
                        <a:gd name="connsiteX1" fmla="*/ 228498 w 231563"/>
                        <a:gd name="connsiteY1" fmla="*/ 81622 h 113304"/>
                        <a:gd name="connsiteX2" fmla="*/ 231563 w 231563"/>
                        <a:gd name="connsiteY2" fmla="*/ 69147 h 113304"/>
                        <a:gd name="connsiteX3" fmla="*/ 189696 w 231563"/>
                        <a:gd name="connsiteY3" fmla="*/ 0 h 113304"/>
                        <a:gd name="connsiteX4" fmla="*/ 98543 w 231563"/>
                        <a:gd name="connsiteY4" fmla="*/ 19710 h 113304"/>
                        <a:gd name="connsiteX5" fmla="*/ 0 w 231563"/>
                        <a:gd name="connsiteY5" fmla="*/ 35726 h 113304"/>
                        <a:gd name="connsiteX6" fmla="*/ 130569 w 231563"/>
                        <a:gd name="connsiteY6" fmla="*/ 32341 h 113304"/>
                        <a:gd name="connsiteX7" fmla="*/ 189701 w 231563"/>
                        <a:gd name="connsiteY7" fmla="*/ 113304 h 113304"/>
                        <a:gd name="connsiteX8" fmla="*/ 209363 w 231563"/>
                        <a:gd name="connsiteY8" fmla="*/ 111348 h 113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563" h="113304">
                          <a:moveTo>
                            <a:pt x="209363" y="111348"/>
                          </a:moveTo>
                          <a:cubicBezTo>
                            <a:pt x="227103" y="104786"/>
                            <a:pt x="227059" y="85690"/>
                            <a:pt x="228498" y="81622"/>
                          </a:cubicBezTo>
                          <a:cubicBezTo>
                            <a:pt x="229103" y="79908"/>
                            <a:pt x="230275" y="74973"/>
                            <a:pt x="231563" y="69147"/>
                          </a:cubicBezTo>
                          <a:cubicBezTo>
                            <a:pt x="227805" y="39339"/>
                            <a:pt x="208269" y="3869"/>
                            <a:pt x="189696" y="0"/>
                          </a:cubicBezTo>
                          <a:lnTo>
                            <a:pt x="98543" y="19710"/>
                          </a:lnTo>
                          <a:cubicBezTo>
                            <a:pt x="98543" y="19710"/>
                            <a:pt x="3695" y="35726"/>
                            <a:pt x="0" y="35726"/>
                          </a:cubicBezTo>
                          <a:cubicBezTo>
                            <a:pt x="9855" y="43731"/>
                            <a:pt x="89923" y="29566"/>
                            <a:pt x="130569" y="32341"/>
                          </a:cubicBezTo>
                          <a:cubicBezTo>
                            <a:pt x="171211" y="35111"/>
                            <a:pt x="189696" y="113290"/>
                            <a:pt x="189701" y="113304"/>
                          </a:cubicBezTo>
                          <a:cubicBezTo>
                            <a:pt x="196912" y="113275"/>
                            <a:pt x="203586" y="112675"/>
                            <a:pt x="209363" y="111348"/>
                          </a:cubicBezTo>
                          <a:close/>
                        </a:path>
                      </a:pathLst>
                    </a:custGeom>
                    <a:solidFill>
                      <a:srgbClr val="EEA786">
                        <a:alpha val="30000"/>
                      </a:srgbClr>
                    </a:solidFill>
                    <a:ln w="4839" cap="flat">
                      <a:noFill/>
                      <a:prstDash val="solid"/>
                      <a:miter/>
                    </a:ln>
                  </p:spPr>
                  <p:txBody>
                    <a:bodyPr rtlCol="0" anchor="ctr"/>
                    <a:lstStyle/>
                    <a:p>
                      <a:endParaRPr lang="vi-VN"/>
                    </a:p>
                  </p:txBody>
                </p:sp>
              </p:grpSp>
              <p:grpSp>
                <p:nvGrpSpPr>
                  <p:cNvPr id="623" name="Graphic 1991">
                    <a:extLst>
                      <a:ext uri="{FF2B5EF4-FFF2-40B4-BE49-F238E27FC236}">
                        <a16:creationId xmlns:a16="http://schemas.microsoft.com/office/drawing/2014/main" id="{65B7DC12-2214-EF73-AD03-10CAEBDC337A}"/>
                      </a:ext>
                    </a:extLst>
                  </p:cNvPr>
                  <p:cNvGrpSpPr/>
                  <p:nvPr/>
                </p:nvGrpSpPr>
                <p:grpSpPr>
                  <a:xfrm>
                    <a:off x="2575293" y="5270729"/>
                    <a:ext cx="219030" cy="416359"/>
                    <a:chOff x="2575293" y="5270729"/>
                    <a:chExt cx="219030" cy="416359"/>
                  </a:xfrm>
                </p:grpSpPr>
                <p:sp>
                  <p:nvSpPr>
                    <p:cNvPr id="668" name="Freeform: Shape 667">
                      <a:extLst>
                        <a:ext uri="{FF2B5EF4-FFF2-40B4-BE49-F238E27FC236}">
                          <a16:creationId xmlns:a16="http://schemas.microsoft.com/office/drawing/2014/main" id="{496FECB1-5658-B64B-9B50-890FB43C0AF7}"/>
                        </a:ext>
                      </a:extLst>
                    </p:cNvPr>
                    <p:cNvSpPr/>
                    <p:nvPr/>
                  </p:nvSpPr>
                  <p:spPr>
                    <a:xfrm>
                      <a:off x="2621475" y="5270729"/>
                      <a:ext cx="172847" cy="416344"/>
                    </a:xfrm>
                    <a:custGeom>
                      <a:avLst/>
                      <a:gdLst>
                        <a:gd name="connsiteX0" fmla="*/ 164930 w 172847"/>
                        <a:gd name="connsiteY0" fmla="*/ 353517 h 416344"/>
                        <a:gd name="connsiteX1" fmla="*/ 18345 w 172847"/>
                        <a:gd name="connsiteY1" fmla="*/ 416116 h 416344"/>
                        <a:gd name="connsiteX2" fmla="*/ 25004 w 172847"/>
                        <a:gd name="connsiteY2" fmla="*/ 353013 h 416344"/>
                        <a:gd name="connsiteX3" fmla="*/ 0 w 172847"/>
                        <a:gd name="connsiteY3" fmla="*/ 295625 h 416344"/>
                        <a:gd name="connsiteX4" fmla="*/ 52429 w 172847"/>
                        <a:gd name="connsiteY4" fmla="*/ 273735 h 416344"/>
                        <a:gd name="connsiteX5" fmla="*/ 125630 w 172847"/>
                        <a:gd name="connsiteY5" fmla="*/ 75118 h 416344"/>
                        <a:gd name="connsiteX6" fmla="*/ 159535 w 172847"/>
                        <a:gd name="connsiteY6" fmla="*/ 0 h 416344"/>
                        <a:gd name="connsiteX7" fmla="*/ 169342 w 172847"/>
                        <a:gd name="connsiteY7" fmla="*/ 171657 h 416344"/>
                        <a:gd name="connsiteX8" fmla="*/ 164930 w 172847"/>
                        <a:gd name="connsiteY8" fmla="*/ 353517 h 416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847" h="416344">
                          <a:moveTo>
                            <a:pt x="164930" y="353517"/>
                          </a:moveTo>
                          <a:cubicBezTo>
                            <a:pt x="142604" y="397844"/>
                            <a:pt x="25871" y="418795"/>
                            <a:pt x="18345" y="416116"/>
                          </a:cubicBezTo>
                          <a:cubicBezTo>
                            <a:pt x="28040" y="393573"/>
                            <a:pt x="28476" y="371755"/>
                            <a:pt x="25004" y="353013"/>
                          </a:cubicBezTo>
                          <a:cubicBezTo>
                            <a:pt x="18781" y="319326"/>
                            <a:pt x="0" y="295625"/>
                            <a:pt x="0" y="295625"/>
                          </a:cubicBezTo>
                          <a:cubicBezTo>
                            <a:pt x="0" y="295625"/>
                            <a:pt x="0" y="295625"/>
                            <a:pt x="52429" y="273735"/>
                          </a:cubicBezTo>
                          <a:cubicBezTo>
                            <a:pt x="104824" y="251879"/>
                            <a:pt x="117019" y="126865"/>
                            <a:pt x="125630" y="75118"/>
                          </a:cubicBezTo>
                          <a:cubicBezTo>
                            <a:pt x="134279" y="23377"/>
                            <a:pt x="159535" y="0"/>
                            <a:pt x="159535" y="0"/>
                          </a:cubicBezTo>
                          <a:cubicBezTo>
                            <a:pt x="157075" y="3656"/>
                            <a:pt x="164600" y="86480"/>
                            <a:pt x="169342" y="171657"/>
                          </a:cubicBezTo>
                          <a:cubicBezTo>
                            <a:pt x="173724" y="250901"/>
                            <a:pt x="175676" y="332131"/>
                            <a:pt x="164930" y="353517"/>
                          </a:cubicBezTo>
                          <a:close/>
                        </a:path>
                      </a:pathLst>
                    </a:custGeom>
                    <a:solidFill>
                      <a:srgbClr val="4B69A3"/>
                    </a:solidFill>
                    <a:ln w="4839" cap="flat">
                      <a:noFill/>
                      <a:prstDash val="solid"/>
                      <a:miter/>
                    </a:ln>
                  </p:spPr>
                  <p:txBody>
                    <a:bodyPr rtlCol="0" anchor="ctr"/>
                    <a:lstStyle/>
                    <a:p>
                      <a:endParaRPr lang="vi-VN"/>
                    </a:p>
                  </p:txBody>
                </p:sp>
                <p:sp>
                  <p:nvSpPr>
                    <p:cNvPr id="669" name="Freeform: Shape 668">
                      <a:extLst>
                        <a:ext uri="{FF2B5EF4-FFF2-40B4-BE49-F238E27FC236}">
                          <a16:creationId xmlns:a16="http://schemas.microsoft.com/office/drawing/2014/main" id="{F7B46FB0-61BA-946B-D4E3-F5BD424A3256}"/>
                        </a:ext>
                      </a:extLst>
                    </p:cNvPr>
                    <p:cNvSpPr/>
                    <p:nvPr/>
                  </p:nvSpPr>
                  <p:spPr>
                    <a:xfrm>
                      <a:off x="2639820" y="5411146"/>
                      <a:ext cx="154503" cy="275926"/>
                    </a:xfrm>
                    <a:custGeom>
                      <a:avLst/>
                      <a:gdLst>
                        <a:gd name="connsiteX0" fmla="*/ 146585 w 154503"/>
                        <a:gd name="connsiteY0" fmla="*/ 213099 h 275926"/>
                        <a:gd name="connsiteX1" fmla="*/ 0 w 154503"/>
                        <a:gd name="connsiteY1" fmla="*/ 275699 h 275926"/>
                        <a:gd name="connsiteX2" fmla="*/ 6659 w 154503"/>
                        <a:gd name="connsiteY2" fmla="*/ 212596 h 275926"/>
                        <a:gd name="connsiteX3" fmla="*/ 82358 w 154503"/>
                        <a:gd name="connsiteY3" fmla="*/ 181950 h 275926"/>
                        <a:gd name="connsiteX4" fmla="*/ 123247 w 154503"/>
                        <a:gd name="connsiteY4" fmla="*/ 2075 h 275926"/>
                        <a:gd name="connsiteX5" fmla="*/ 136526 w 154503"/>
                        <a:gd name="connsiteY5" fmla="*/ 2075 h 275926"/>
                        <a:gd name="connsiteX6" fmla="*/ 151002 w 154503"/>
                        <a:gd name="connsiteY6" fmla="*/ 31239 h 275926"/>
                        <a:gd name="connsiteX7" fmla="*/ 146585 w 154503"/>
                        <a:gd name="connsiteY7" fmla="*/ 213099 h 27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503" h="275926">
                          <a:moveTo>
                            <a:pt x="146585" y="213099"/>
                          </a:moveTo>
                          <a:cubicBezTo>
                            <a:pt x="124259" y="257426"/>
                            <a:pt x="7526" y="278377"/>
                            <a:pt x="0" y="275699"/>
                          </a:cubicBezTo>
                          <a:cubicBezTo>
                            <a:pt x="9695" y="253155"/>
                            <a:pt x="10131" y="231338"/>
                            <a:pt x="6659" y="212596"/>
                          </a:cubicBezTo>
                          <a:cubicBezTo>
                            <a:pt x="27900" y="206736"/>
                            <a:pt x="58367" y="197651"/>
                            <a:pt x="82358" y="181950"/>
                          </a:cubicBezTo>
                          <a:cubicBezTo>
                            <a:pt x="123392" y="155062"/>
                            <a:pt x="123247" y="2075"/>
                            <a:pt x="123247" y="2075"/>
                          </a:cubicBezTo>
                          <a:cubicBezTo>
                            <a:pt x="123247" y="2075"/>
                            <a:pt x="136744" y="-2594"/>
                            <a:pt x="136526" y="2075"/>
                          </a:cubicBezTo>
                          <a:cubicBezTo>
                            <a:pt x="136420" y="4172"/>
                            <a:pt x="143330" y="17054"/>
                            <a:pt x="151002" y="31239"/>
                          </a:cubicBezTo>
                          <a:cubicBezTo>
                            <a:pt x="155379" y="110483"/>
                            <a:pt x="157331" y="191713"/>
                            <a:pt x="146585" y="213099"/>
                          </a:cubicBezTo>
                          <a:close/>
                        </a:path>
                      </a:pathLst>
                    </a:custGeom>
                    <a:solidFill>
                      <a:srgbClr val="5088D8">
                        <a:alpha val="46000"/>
                      </a:srgbClr>
                    </a:solidFill>
                    <a:ln w="4839" cap="flat">
                      <a:noFill/>
                      <a:prstDash val="solid"/>
                      <a:miter/>
                    </a:ln>
                  </p:spPr>
                  <p:txBody>
                    <a:bodyPr rtlCol="0" anchor="ctr"/>
                    <a:lstStyle/>
                    <a:p>
                      <a:endParaRPr lang="vi-VN"/>
                    </a:p>
                  </p:txBody>
                </p:sp>
                <p:sp>
                  <p:nvSpPr>
                    <p:cNvPr id="670" name="Freeform: Shape 669">
                      <a:extLst>
                        <a:ext uri="{FF2B5EF4-FFF2-40B4-BE49-F238E27FC236}">
                          <a16:creationId xmlns:a16="http://schemas.microsoft.com/office/drawing/2014/main" id="{EDBE53F9-FF1B-0CE3-2F7A-6B54FC169E04}"/>
                        </a:ext>
                      </a:extLst>
                    </p:cNvPr>
                    <p:cNvSpPr/>
                    <p:nvPr/>
                  </p:nvSpPr>
                  <p:spPr>
                    <a:xfrm>
                      <a:off x="2575293" y="5556113"/>
                      <a:ext cx="108378" cy="130974"/>
                    </a:xfrm>
                    <a:custGeom>
                      <a:avLst/>
                      <a:gdLst>
                        <a:gd name="connsiteX0" fmla="*/ 0 w 108378"/>
                        <a:gd name="connsiteY0" fmla="*/ 10231 h 130974"/>
                        <a:gd name="connsiteX1" fmla="*/ 46192 w 108378"/>
                        <a:gd name="connsiteY1" fmla="*/ 123530 h 130974"/>
                        <a:gd name="connsiteX2" fmla="*/ 88717 w 108378"/>
                        <a:gd name="connsiteY2" fmla="*/ 120528 h 130974"/>
                        <a:gd name="connsiteX3" fmla="*/ 102098 w 108378"/>
                        <a:gd name="connsiteY3" fmla="*/ 54577 h 130974"/>
                        <a:gd name="connsiteX4" fmla="*/ 46192 w 108378"/>
                        <a:gd name="connsiteY4" fmla="*/ 70 h 130974"/>
                        <a:gd name="connsiteX5" fmla="*/ 0 w 108378"/>
                        <a:gd name="connsiteY5" fmla="*/ 10231 h 13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378" h="130974">
                          <a:moveTo>
                            <a:pt x="0" y="10231"/>
                          </a:moveTo>
                          <a:cubicBezTo>
                            <a:pt x="4620" y="11156"/>
                            <a:pt x="77603" y="64069"/>
                            <a:pt x="46192" y="123530"/>
                          </a:cubicBezTo>
                          <a:cubicBezTo>
                            <a:pt x="46192" y="123530"/>
                            <a:pt x="66575" y="142132"/>
                            <a:pt x="88717" y="120528"/>
                          </a:cubicBezTo>
                          <a:cubicBezTo>
                            <a:pt x="110864" y="98923"/>
                            <a:pt x="112733" y="75828"/>
                            <a:pt x="102098" y="54577"/>
                          </a:cubicBezTo>
                          <a:cubicBezTo>
                            <a:pt x="91463" y="33326"/>
                            <a:pt x="61897" y="-1780"/>
                            <a:pt x="46192" y="70"/>
                          </a:cubicBezTo>
                          <a:cubicBezTo>
                            <a:pt x="30486" y="1915"/>
                            <a:pt x="0" y="10231"/>
                            <a:pt x="0" y="10231"/>
                          </a:cubicBezTo>
                          <a:close/>
                        </a:path>
                      </a:pathLst>
                    </a:custGeom>
                    <a:solidFill>
                      <a:srgbClr val="91D1E8"/>
                    </a:solidFill>
                    <a:ln w="4839" cap="flat">
                      <a:noFill/>
                      <a:prstDash val="solid"/>
                      <a:miter/>
                    </a:ln>
                  </p:spPr>
                  <p:txBody>
                    <a:bodyPr rtlCol="0" anchor="ctr"/>
                    <a:lstStyle/>
                    <a:p>
                      <a:endParaRPr lang="vi-VN"/>
                    </a:p>
                  </p:txBody>
                </p:sp>
              </p:grpSp>
              <p:grpSp>
                <p:nvGrpSpPr>
                  <p:cNvPr id="624" name="Graphic 1991">
                    <a:extLst>
                      <a:ext uri="{FF2B5EF4-FFF2-40B4-BE49-F238E27FC236}">
                        <a16:creationId xmlns:a16="http://schemas.microsoft.com/office/drawing/2014/main" id="{CA530876-CDE4-38EB-811C-2F79075314B4}"/>
                      </a:ext>
                    </a:extLst>
                  </p:cNvPr>
                  <p:cNvGrpSpPr/>
                  <p:nvPr/>
                </p:nvGrpSpPr>
                <p:grpSpPr>
                  <a:xfrm>
                    <a:off x="2694249" y="5199339"/>
                    <a:ext cx="174833" cy="614621"/>
                    <a:chOff x="2694249" y="5199339"/>
                    <a:chExt cx="174833" cy="614621"/>
                  </a:xfrm>
                </p:grpSpPr>
                <p:sp>
                  <p:nvSpPr>
                    <p:cNvPr id="666" name="Freeform: Shape 665">
                      <a:extLst>
                        <a:ext uri="{FF2B5EF4-FFF2-40B4-BE49-F238E27FC236}">
                          <a16:creationId xmlns:a16="http://schemas.microsoft.com/office/drawing/2014/main" id="{7043BFA5-1BC7-A34D-BDB1-13CF18F49D6A}"/>
                        </a:ext>
                      </a:extLst>
                    </p:cNvPr>
                    <p:cNvSpPr/>
                    <p:nvPr/>
                  </p:nvSpPr>
                  <p:spPr>
                    <a:xfrm>
                      <a:off x="2694249" y="5199339"/>
                      <a:ext cx="174833" cy="614617"/>
                    </a:xfrm>
                    <a:custGeom>
                      <a:avLst/>
                      <a:gdLst>
                        <a:gd name="connsiteX0" fmla="*/ 174834 w 174833"/>
                        <a:gd name="connsiteY0" fmla="*/ 0 h 614617"/>
                        <a:gd name="connsiteX1" fmla="*/ 84378 w 174833"/>
                        <a:gd name="connsiteY1" fmla="*/ 70435 h 614617"/>
                        <a:gd name="connsiteX2" fmla="*/ 64052 w 174833"/>
                        <a:gd name="connsiteY2" fmla="*/ 356830 h 614617"/>
                        <a:gd name="connsiteX3" fmla="*/ 0 w 174833"/>
                        <a:gd name="connsiteY3" fmla="*/ 579172 h 614617"/>
                        <a:gd name="connsiteX4" fmla="*/ 56662 w 174833"/>
                        <a:gd name="connsiteY4" fmla="*/ 607111 h 614617"/>
                        <a:gd name="connsiteX5" fmla="*/ 71578 w 174833"/>
                        <a:gd name="connsiteY5" fmla="*/ 614617 h 614617"/>
                        <a:gd name="connsiteX6" fmla="*/ 134265 w 174833"/>
                        <a:gd name="connsiteY6" fmla="*/ 451678 h 614617"/>
                        <a:gd name="connsiteX7" fmla="*/ 136730 w 174833"/>
                        <a:gd name="connsiteY7" fmla="*/ 127097 h 614617"/>
                        <a:gd name="connsiteX8" fmla="*/ 174834 w 174833"/>
                        <a:gd name="connsiteY8" fmla="*/ 0 h 614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833" h="614617">
                          <a:moveTo>
                            <a:pt x="174834" y="0"/>
                          </a:moveTo>
                          <a:cubicBezTo>
                            <a:pt x="174834" y="0"/>
                            <a:pt x="100393" y="40874"/>
                            <a:pt x="84378" y="70435"/>
                          </a:cubicBezTo>
                          <a:cubicBezTo>
                            <a:pt x="68362" y="99996"/>
                            <a:pt x="67132" y="292777"/>
                            <a:pt x="64052" y="356830"/>
                          </a:cubicBezTo>
                          <a:cubicBezTo>
                            <a:pt x="60972" y="420882"/>
                            <a:pt x="0" y="579172"/>
                            <a:pt x="0" y="579172"/>
                          </a:cubicBezTo>
                          <a:lnTo>
                            <a:pt x="56662" y="607111"/>
                          </a:lnTo>
                          <a:lnTo>
                            <a:pt x="71578" y="614617"/>
                          </a:lnTo>
                          <a:cubicBezTo>
                            <a:pt x="71578" y="614617"/>
                            <a:pt x="127489" y="510190"/>
                            <a:pt x="134265" y="451678"/>
                          </a:cubicBezTo>
                          <a:cubicBezTo>
                            <a:pt x="141040" y="393166"/>
                            <a:pt x="110244" y="211475"/>
                            <a:pt x="136730" y="127097"/>
                          </a:cubicBezTo>
                          <a:cubicBezTo>
                            <a:pt x="163216" y="42724"/>
                            <a:pt x="174834" y="0"/>
                            <a:pt x="174834" y="0"/>
                          </a:cubicBezTo>
                          <a:close/>
                        </a:path>
                      </a:pathLst>
                    </a:custGeom>
                    <a:solidFill>
                      <a:srgbClr val="52A1C1"/>
                    </a:solidFill>
                    <a:ln w="4839" cap="flat">
                      <a:noFill/>
                      <a:prstDash val="solid"/>
                      <a:miter/>
                    </a:ln>
                  </p:spPr>
                  <p:txBody>
                    <a:bodyPr rtlCol="0" anchor="ctr"/>
                    <a:lstStyle/>
                    <a:p>
                      <a:endParaRPr lang="vi-VN"/>
                    </a:p>
                  </p:txBody>
                </p:sp>
                <p:sp>
                  <p:nvSpPr>
                    <p:cNvPr id="667" name="Freeform: Shape 666">
                      <a:extLst>
                        <a:ext uri="{FF2B5EF4-FFF2-40B4-BE49-F238E27FC236}">
                          <a16:creationId xmlns:a16="http://schemas.microsoft.com/office/drawing/2014/main" id="{194376F1-B674-D1C5-55BC-D710627F5808}"/>
                        </a:ext>
                      </a:extLst>
                    </p:cNvPr>
                    <p:cNvSpPr/>
                    <p:nvPr/>
                  </p:nvSpPr>
                  <p:spPr>
                    <a:xfrm>
                      <a:off x="2694249" y="5240136"/>
                      <a:ext cx="135265" cy="573825"/>
                    </a:xfrm>
                    <a:custGeom>
                      <a:avLst/>
                      <a:gdLst>
                        <a:gd name="connsiteX0" fmla="*/ 97492 w 135265"/>
                        <a:gd name="connsiteY0" fmla="*/ 46681 h 573825"/>
                        <a:gd name="connsiteX1" fmla="*/ 112719 w 135265"/>
                        <a:gd name="connsiteY1" fmla="*/ 0 h 573825"/>
                        <a:gd name="connsiteX2" fmla="*/ 84378 w 135265"/>
                        <a:gd name="connsiteY2" fmla="*/ 29643 h 573825"/>
                        <a:gd name="connsiteX3" fmla="*/ 64052 w 135265"/>
                        <a:gd name="connsiteY3" fmla="*/ 316038 h 573825"/>
                        <a:gd name="connsiteX4" fmla="*/ 0 w 135265"/>
                        <a:gd name="connsiteY4" fmla="*/ 538380 h 573825"/>
                        <a:gd name="connsiteX5" fmla="*/ 56662 w 135265"/>
                        <a:gd name="connsiteY5" fmla="*/ 566319 h 573825"/>
                        <a:gd name="connsiteX6" fmla="*/ 71578 w 135265"/>
                        <a:gd name="connsiteY6" fmla="*/ 573825 h 573825"/>
                        <a:gd name="connsiteX7" fmla="*/ 134265 w 135265"/>
                        <a:gd name="connsiteY7" fmla="*/ 410886 h 573825"/>
                        <a:gd name="connsiteX8" fmla="*/ 135044 w 135265"/>
                        <a:gd name="connsiteY8" fmla="*/ 375145 h 573825"/>
                        <a:gd name="connsiteX9" fmla="*/ 129097 w 135265"/>
                        <a:gd name="connsiteY9" fmla="*/ 368709 h 573825"/>
                        <a:gd name="connsiteX10" fmla="*/ 97492 w 135265"/>
                        <a:gd name="connsiteY10" fmla="*/ 46681 h 57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265" h="573825">
                          <a:moveTo>
                            <a:pt x="97492" y="46681"/>
                          </a:moveTo>
                          <a:lnTo>
                            <a:pt x="112719" y="0"/>
                          </a:lnTo>
                          <a:cubicBezTo>
                            <a:pt x="100248" y="9918"/>
                            <a:pt x="89419" y="20340"/>
                            <a:pt x="84378" y="29643"/>
                          </a:cubicBezTo>
                          <a:cubicBezTo>
                            <a:pt x="68362" y="59204"/>
                            <a:pt x="67132" y="251986"/>
                            <a:pt x="64052" y="316038"/>
                          </a:cubicBezTo>
                          <a:cubicBezTo>
                            <a:pt x="60972" y="380090"/>
                            <a:pt x="0" y="538380"/>
                            <a:pt x="0" y="538380"/>
                          </a:cubicBezTo>
                          <a:lnTo>
                            <a:pt x="56662" y="566319"/>
                          </a:lnTo>
                          <a:lnTo>
                            <a:pt x="71578" y="573825"/>
                          </a:lnTo>
                          <a:cubicBezTo>
                            <a:pt x="71578" y="573825"/>
                            <a:pt x="127489" y="469398"/>
                            <a:pt x="134265" y="410886"/>
                          </a:cubicBezTo>
                          <a:cubicBezTo>
                            <a:pt x="135325" y="401714"/>
                            <a:pt x="135466" y="389514"/>
                            <a:pt x="135044" y="375145"/>
                          </a:cubicBezTo>
                          <a:cubicBezTo>
                            <a:pt x="133189" y="372942"/>
                            <a:pt x="131233" y="370787"/>
                            <a:pt x="129097" y="368709"/>
                          </a:cubicBezTo>
                          <a:cubicBezTo>
                            <a:pt x="45499" y="287407"/>
                            <a:pt x="97492" y="46681"/>
                            <a:pt x="97492" y="46681"/>
                          </a:cubicBezTo>
                          <a:close/>
                        </a:path>
                      </a:pathLst>
                    </a:custGeom>
                    <a:solidFill>
                      <a:srgbClr val="3888A0"/>
                    </a:solidFill>
                    <a:ln w="4839" cap="flat">
                      <a:noFill/>
                      <a:prstDash val="solid"/>
                      <a:miter/>
                    </a:ln>
                  </p:spPr>
                  <p:txBody>
                    <a:bodyPr rtlCol="0" anchor="ctr"/>
                    <a:lstStyle/>
                    <a:p>
                      <a:endParaRPr lang="vi-VN"/>
                    </a:p>
                  </p:txBody>
                </p:sp>
              </p:grpSp>
              <p:grpSp>
                <p:nvGrpSpPr>
                  <p:cNvPr id="625" name="Graphic 1991">
                    <a:extLst>
                      <a:ext uri="{FF2B5EF4-FFF2-40B4-BE49-F238E27FC236}">
                        <a16:creationId xmlns:a16="http://schemas.microsoft.com/office/drawing/2014/main" id="{26B1D035-C14B-7BD0-42ED-13E356D914C9}"/>
                      </a:ext>
                    </a:extLst>
                  </p:cNvPr>
                  <p:cNvGrpSpPr/>
                  <p:nvPr/>
                </p:nvGrpSpPr>
                <p:grpSpPr>
                  <a:xfrm>
                    <a:off x="2753284" y="5178336"/>
                    <a:ext cx="269763" cy="693355"/>
                    <a:chOff x="2753284" y="5178336"/>
                    <a:chExt cx="269763" cy="693355"/>
                  </a:xfrm>
                </p:grpSpPr>
                <p:sp>
                  <p:nvSpPr>
                    <p:cNvPr id="664" name="Freeform: Shape 663">
                      <a:extLst>
                        <a:ext uri="{FF2B5EF4-FFF2-40B4-BE49-F238E27FC236}">
                          <a16:creationId xmlns:a16="http://schemas.microsoft.com/office/drawing/2014/main" id="{84C772F7-44A5-7F64-0C25-FC8ECD9404DB}"/>
                        </a:ext>
                      </a:extLst>
                    </p:cNvPr>
                    <p:cNvSpPr/>
                    <p:nvPr/>
                  </p:nvSpPr>
                  <p:spPr>
                    <a:xfrm>
                      <a:off x="2753284" y="5178336"/>
                      <a:ext cx="269763" cy="693355"/>
                    </a:xfrm>
                    <a:custGeom>
                      <a:avLst/>
                      <a:gdLst>
                        <a:gd name="connsiteX0" fmla="*/ 97318 w 269763"/>
                        <a:gd name="connsiteY0" fmla="*/ 49674 h 693355"/>
                        <a:gd name="connsiteX1" fmla="*/ 52972 w 269763"/>
                        <a:gd name="connsiteY1" fmla="*/ 218022 h 693355"/>
                        <a:gd name="connsiteX2" fmla="*/ 52623 w 269763"/>
                        <a:gd name="connsiteY2" fmla="*/ 508504 h 693355"/>
                        <a:gd name="connsiteX3" fmla="*/ 0 w 269763"/>
                        <a:gd name="connsiteY3" fmla="*/ 629054 h 693355"/>
                        <a:gd name="connsiteX4" fmla="*/ 73908 w 269763"/>
                        <a:gd name="connsiteY4" fmla="*/ 665167 h 693355"/>
                        <a:gd name="connsiteX5" fmla="*/ 185444 w 269763"/>
                        <a:gd name="connsiteY5" fmla="*/ 692268 h 693355"/>
                        <a:gd name="connsiteX6" fmla="*/ 185488 w 269763"/>
                        <a:gd name="connsiteY6" fmla="*/ 468081 h 693355"/>
                        <a:gd name="connsiteX7" fmla="*/ 145350 w 269763"/>
                        <a:gd name="connsiteY7" fmla="*/ 243893 h 693355"/>
                        <a:gd name="connsiteX8" fmla="*/ 269764 w 269763"/>
                        <a:gd name="connsiteY8" fmla="*/ 11255 h 693355"/>
                        <a:gd name="connsiteX9" fmla="*/ 255100 w 269763"/>
                        <a:gd name="connsiteY9" fmla="*/ 0 h 693355"/>
                        <a:gd name="connsiteX10" fmla="*/ 134885 w 269763"/>
                        <a:gd name="connsiteY10" fmla="*/ 34491 h 693355"/>
                        <a:gd name="connsiteX11" fmla="*/ 97318 w 269763"/>
                        <a:gd name="connsiteY11" fmla="*/ 49674 h 693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9763" h="693355">
                          <a:moveTo>
                            <a:pt x="97318" y="49674"/>
                          </a:moveTo>
                          <a:cubicBezTo>
                            <a:pt x="97318" y="49674"/>
                            <a:pt x="48046" y="99769"/>
                            <a:pt x="52972" y="218022"/>
                          </a:cubicBezTo>
                          <a:cubicBezTo>
                            <a:pt x="57897" y="336276"/>
                            <a:pt x="74450" y="452850"/>
                            <a:pt x="52623" y="508504"/>
                          </a:cubicBezTo>
                          <a:cubicBezTo>
                            <a:pt x="30796" y="564159"/>
                            <a:pt x="0" y="629054"/>
                            <a:pt x="0" y="629054"/>
                          </a:cubicBezTo>
                          <a:cubicBezTo>
                            <a:pt x="0" y="629054"/>
                            <a:pt x="19711" y="639301"/>
                            <a:pt x="73908" y="665167"/>
                          </a:cubicBezTo>
                          <a:cubicBezTo>
                            <a:pt x="128104" y="691033"/>
                            <a:pt x="187352" y="695963"/>
                            <a:pt x="185444" y="692268"/>
                          </a:cubicBezTo>
                          <a:cubicBezTo>
                            <a:pt x="183536" y="688573"/>
                            <a:pt x="204685" y="559234"/>
                            <a:pt x="185488" y="468081"/>
                          </a:cubicBezTo>
                          <a:cubicBezTo>
                            <a:pt x="166291" y="376928"/>
                            <a:pt x="137868" y="303006"/>
                            <a:pt x="145350" y="243893"/>
                          </a:cubicBezTo>
                          <a:cubicBezTo>
                            <a:pt x="152832" y="184776"/>
                            <a:pt x="269764" y="11255"/>
                            <a:pt x="269764" y="11255"/>
                          </a:cubicBezTo>
                          <a:lnTo>
                            <a:pt x="255100" y="0"/>
                          </a:lnTo>
                          <a:cubicBezTo>
                            <a:pt x="255100" y="0"/>
                            <a:pt x="174054" y="34491"/>
                            <a:pt x="134885" y="34491"/>
                          </a:cubicBezTo>
                          <a:cubicBezTo>
                            <a:pt x="129344" y="34482"/>
                            <a:pt x="97318" y="49674"/>
                            <a:pt x="97318" y="49674"/>
                          </a:cubicBezTo>
                          <a:close/>
                        </a:path>
                      </a:pathLst>
                    </a:custGeom>
                    <a:solidFill>
                      <a:srgbClr val="323757"/>
                    </a:solidFill>
                    <a:ln w="4839" cap="flat">
                      <a:noFill/>
                      <a:prstDash val="solid"/>
                      <a:miter/>
                    </a:ln>
                  </p:spPr>
                  <p:txBody>
                    <a:bodyPr rtlCol="0" anchor="ctr"/>
                    <a:lstStyle/>
                    <a:p>
                      <a:endParaRPr lang="vi-VN"/>
                    </a:p>
                  </p:txBody>
                </p:sp>
                <p:sp>
                  <p:nvSpPr>
                    <p:cNvPr id="665" name="Freeform: Shape 664">
                      <a:extLst>
                        <a:ext uri="{FF2B5EF4-FFF2-40B4-BE49-F238E27FC236}">
                          <a16:creationId xmlns:a16="http://schemas.microsoft.com/office/drawing/2014/main" id="{753E89F0-5989-471B-1660-F0D4648E7274}"/>
                        </a:ext>
                      </a:extLst>
                    </p:cNvPr>
                    <p:cNvSpPr/>
                    <p:nvPr/>
                  </p:nvSpPr>
                  <p:spPr>
                    <a:xfrm>
                      <a:off x="2753284" y="5228009"/>
                      <a:ext cx="193603" cy="643682"/>
                    </a:xfrm>
                    <a:custGeom>
                      <a:avLst/>
                      <a:gdLst>
                        <a:gd name="connsiteX0" fmla="*/ 185449 w 193603"/>
                        <a:gd name="connsiteY0" fmla="*/ 642594 h 643682"/>
                        <a:gd name="connsiteX1" fmla="*/ 187120 w 193603"/>
                        <a:gd name="connsiteY1" fmla="*/ 426766 h 643682"/>
                        <a:gd name="connsiteX2" fmla="*/ 97318 w 193603"/>
                        <a:gd name="connsiteY2" fmla="*/ 0 h 643682"/>
                        <a:gd name="connsiteX3" fmla="*/ 52972 w 193603"/>
                        <a:gd name="connsiteY3" fmla="*/ 168349 h 643682"/>
                        <a:gd name="connsiteX4" fmla="*/ 52623 w 193603"/>
                        <a:gd name="connsiteY4" fmla="*/ 458831 h 643682"/>
                        <a:gd name="connsiteX5" fmla="*/ 0 w 193603"/>
                        <a:gd name="connsiteY5" fmla="*/ 579380 h 643682"/>
                        <a:gd name="connsiteX6" fmla="*/ 73908 w 193603"/>
                        <a:gd name="connsiteY6" fmla="*/ 615494 h 643682"/>
                        <a:gd name="connsiteX7" fmla="*/ 185449 w 193603"/>
                        <a:gd name="connsiteY7" fmla="*/ 642594 h 643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603" h="643682">
                          <a:moveTo>
                            <a:pt x="185449" y="642594"/>
                          </a:moveTo>
                          <a:cubicBezTo>
                            <a:pt x="183599" y="639011"/>
                            <a:pt x="203431" y="517260"/>
                            <a:pt x="187120" y="426766"/>
                          </a:cubicBezTo>
                          <a:cubicBezTo>
                            <a:pt x="-2789" y="281610"/>
                            <a:pt x="92906" y="5298"/>
                            <a:pt x="97318" y="0"/>
                          </a:cubicBezTo>
                          <a:cubicBezTo>
                            <a:pt x="97318" y="0"/>
                            <a:pt x="48046" y="50095"/>
                            <a:pt x="52972" y="168349"/>
                          </a:cubicBezTo>
                          <a:cubicBezTo>
                            <a:pt x="57897" y="286603"/>
                            <a:pt x="74450" y="403176"/>
                            <a:pt x="52623" y="458831"/>
                          </a:cubicBezTo>
                          <a:cubicBezTo>
                            <a:pt x="30796" y="514485"/>
                            <a:pt x="0" y="579380"/>
                            <a:pt x="0" y="579380"/>
                          </a:cubicBezTo>
                          <a:cubicBezTo>
                            <a:pt x="0" y="579380"/>
                            <a:pt x="19711" y="589628"/>
                            <a:pt x="73908" y="615494"/>
                          </a:cubicBezTo>
                          <a:cubicBezTo>
                            <a:pt x="128104" y="641359"/>
                            <a:pt x="187352" y="646290"/>
                            <a:pt x="185449" y="642594"/>
                          </a:cubicBezTo>
                          <a:close/>
                        </a:path>
                      </a:pathLst>
                    </a:custGeom>
                    <a:solidFill>
                      <a:srgbClr val="323757">
                        <a:alpha val="23000"/>
                      </a:srgbClr>
                    </a:solidFill>
                    <a:ln w="4839" cap="flat">
                      <a:noFill/>
                      <a:prstDash val="solid"/>
                      <a:miter/>
                    </a:ln>
                  </p:spPr>
                  <p:txBody>
                    <a:bodyPr rtlCol="0" anchor="ctr"/>
                    <a:lstStyle/>
                    <a:p>
                      <a:endParaRPr lang="vi-VN"/>
                    </a:p>
                  </p:txBody>
                </p:sp>
              </p:grpSp>
              <p:sp>
                <p:nvSpPr>
                  <p:cNvPr id="626" name="Freeform: Shape 625">
                    <a:extLst>
                      <a:ext uri="{FF2B5EF4-FFF2-40B4-BE49-F238E27FC236}">
                        <a16:creationId xmlns:a16="http://schemas.microsoft.com/office/drawing/2014/main" id="{AE833D45-4DFF-17E4-2650-2EA9D74A368C}"/>
                      </a:ext>
                    </a:extLst>
                  </p:cNvPr>
                  <p:cNvSpPr/>
                  <p:nvPr/>
                </p:nvSpPr>
                <p:spPr>
                  <a:xfrm>
                    <a:off x="2786395" y="5163979"/>
                    <a:ext cx="130729" cy="224969"/>
                  </a:xfrm>
                  <a:custGeom>
                    <a:avLst/>
                    <a:gdLst>
                      <a:gd name="connsiteX0" fmla="*/ 60512 w 130729"/>
                      <a:gd name="connsiteY0" fmla="*/ 14347 h 224969"/>
                      <a:gd name="connsiteX1" fmla="*/ 0 w 130729"/>
                      <a:gd name="connsiteY1" fmla="*/ 73033 h 224969"/>
                      <a:gd name="connsiteX2" fmla="*/ 2770 w 130729"/>
                      <a:gd name="connsiteY2" fmla="*/ 133061 h 224969"/>
                      <a:gd name="connsiteX3" fmla="*/ 20326 w 130729"/>
                      <a:gd name="connsiteY3" fmla="*/ 119201 h 224969"/>
                      <a:gd name="connsiteX4" fmla="*/ 4160 w 130729"/>
                      <a:gd name="connsiteY4" fmla="*/ 188953 h 224969"/>
                      <a:gd name="connsiteX5" fmla="*/ 19628 w 130729"/>
                      <a:gd name="connsiteY5" fmla="*/ 224969 h 224969"/>
                      <a:gd name="connsiteX6" fmla="*/ 64212 w 130729"/>
                      <a:gd name="connsiteY6" fmla="*/ 64030 h 224969"/>
                      <a:gd name="connsiteX7" fmla="*/ 130729 w 130729"/>
                      <a:gd name="connsiteY7" fmla="*/ 3727 h 224969"/>
                      <a:gd name="connsiteX8" fmla="*/ 60512 w 130729"/>
                      <a:gd name="connsiteY8" fmla="*/ 14347 h 224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729" h="224969">
                        <a:moveTo>
                          <a:pt x="60512" y="14347"/>
                        </a:moveTo>
                        <a:cubicBezTo>
                          <a:pt x="25866" y="38368"/>
                          <a:pt x="0" y="73033"/>
                          <a:pt x="0" y="73033"/>
                        </a:cubicBezTo>
                        <a:cubicBezTo>
                          <a:pt x="0" y="73033"/>
                          <a:pt x="10625" y="118280"/>
                          <a:pt x="2770" y="133061"/>
                        </a:cubicBezTo>
                        <a:lnTo>
                          <a:pt x="20326" y="119201"/>
                        </a:lnTo>
                        <a:cubicBezTo>
                          <a:pt x="20326" y="119201"/>
                          <a:pt x="-460" y="161697"/>
                          <a:pt x="4160" y="188953"/>
                        </a:cubicBezTo>
                        <a:cubicBezTo>
                          <a:pt x="8780" y="216209"/>
                          <a:pt x="19628" y="224969"/>
                          <a:pt x="19628" y="224969"/>
                        </a:cubicBezTo>
                        <a:cubicBezTo>
                          <a:pt x="19628" y="224969"/>
                          <a:pt x="29101" y="103083"/>
                          <a:pt x="64212" y="64030"/>
                        </a:cubicBezTo>
                        <a:cubicBezTo>
                          <a:pt x="99318" y="24972"/>
                          <a:pt x="130729" y="3727"/>
                          <a:pt x="130729" y="3727"/>
                        </a:cubicBezTo>
                        <a:cubicBezTo>
                          <a:pt x="130729" y="3727"/>
                          <a:pt x="95153" y="-9674"/>
                          <a:pt x="60512" y="14347"/>
                        </a:cubicBezTo>
                        <a:close/>
                      </a:path>
                    </a:pathLst>
                  </a:custGeom>
                  <a:solidFill>
                    <a:srgbClr val="4B69A3"/>
                  </a:solidFill>
                  <a:ln w="4839" cap="flat">
                    <a:noFill/>
                    <a:prstDash val="solid"/>
                    <a:miter/>
                  </a:ln>
                </p:spPr>
                <p:txBody>
                  <a:bodyPr rtlCol="0" anchor="ctr"/>
                  <a:lstStyle/>
                  <a:p>
                    <a:endParaRPr lang="vi-VN"/>
                  </a:p>
                </p:txBody>
              </p:sp>
              <p:sp>
                <p:nvSpPr>
                  <p:cNvPr id="627" name="Freeform: Shape 626">
                    <a:extLst>
                      <a:ext uri="{FF2B5EF4-FFF2-40B4-BE49-F238E27FC236}">
                        <a16:creationId xmlns:a16="http://schemas.microsoft.com/office/drawing/2014/main" id="{4D033DE6-3F05-B8F1-89B0-47B815E8A1E5}"/>
                      </a:ext>
                    </a:extLst>
                  </p:cNvPr>
                  <p:cNvSpPr/>
                  <p:nvPr/>
                </p:nvSpPr>
                <p:spPr>
                  <a:xfrm>
                    <a:off x="2790419" y="5236385"/>
                    <a:ext cx="21462" cy="46680"/>
                  </a:xfrm>
                  <a:custGeom>
                    <a:avLst/>
                    <a:gdLst>
                      <a:gd name="connsiteX0" fmla="*/ 21184 w 21462"/>
                      <a:gd name="connsiteY0" fmla="*/ 33220 h 46680"/>
                      <a:gd name="connsiteX1" fmla="*/ 19518 w 21462"/>
                      <a:gd name="connsiteY1" fmla="*/ 24886 h 46680"/>
                      <a:gd name="connsiteX2" fmla="*/ 18215 w 21462"/>
                      <a:gd name="connsiteY2" fmla="*/ 16294 h 46680"/>
                      <a:gd name="connsiteX3" fmla="*/ 11803 w 21462"/>
                      <a:gd name="connsiteY3" fmla="*/ 2981 h 46680"/>
                      <a:gd name="connsiteX4" fmla="*/ 446 w 21462"/>
                      <a:gd name="connsiteY4" fmla="*/ 715 h 46680"/>
                      <a:gd name="connsiteX5" fmla="*/ 979 w 21462"/>
                      <a:gd name="connsiteY5" fmla="*/ 2056 h 46680"/>
                      <a:gd name="connsiteX6" fmla="*/ 12500 w 21462"/>
                      <a:gd name="connsiteY6" fmla="*/ 6575 h 46680"/>
                      <a:gd name="connsiteX7" fmla="*/ 16559 w 21462"/>
                      <a:gd name="connsiteY7" fmla="*/ 19481 h 46680"/>
                      <a:gd name="connsiteX8" fmla="*/ 18840 w 21462"/>
                      <a:gd name="connsiteY8" fmla="*/ 32407 h 46680"/>
                      <a:gd name="connsiteX9" fmla="*/ 16544 w 21462"/>
                      <a:gd name="connsiteY9" fmla="*/ 45032 h 46680"/>
                      <a:gd name="connsiteX10" fmla="*/ 18365 w 21462"/>
                      <a:gd name="connsiteY10" fmla="*/ 46277 h 46680"/>
                      <a:gd name="connsiteX11" fmla="*/ 21184 w 21462"/>
                      <a:gd name="connsiteY11" fmla="*/ 33220 h 4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62" h="46680">
                        <a:moveTo>
                          <a:pt x="21184" y="33220"/>
                        </a:moveTo>
                        <a:cubicBezTo>
                          <a:pt x="20782" y="30412"/>
                          <a:pt x="20016" y="27670"/>
                          <a:pt x="19518" y="24886"/>
                        </a:cubicBezTo>
                        <a:cubicBezTo>
                          <a:pt x="19004" y="22033"/>
                          <a:pt x="18723" y="19147"/>
                          <a:pt x="18215" y="16294"/>
                        </a:cubicBezTo>
                        <a:cubicBezTo>
                          <a:pt x="17348" y="11389"/>
                          <a:pt x="15701" y="6337"/>
                          <a:pt x="11803" y="2981"/>
                        </a:cubicBezTo>
                        <a:cubicBezTo>
                          <a:pt x="8655" y="274"/>
                          <a:pt x="4374" y="-854"/>
                          <a:pt x="446" y="715"/>
                        </a:cubicBezTo>
                        <a:cubicBezTo>
                          <a:pt x="-425" y="1064"/>
                          <a:pt x="102" y="2342"/>
                          <a:pt x="979" y="2056"/>
                        </a:cubicBezTo>
                        <a:cubicBezTo>
                          <a:pt x="5410" y="604"/>
                          <a:pt x="9953" y="2918"/>
                          <a:pt x="12500" y="6575"/>
                        </a:cubicBezTo>
                        <a:cubicBezTo>
                          <a:pt x="15120" y="10338"/>
                          <a:pt x="15939" y="15035"/>
                          <a:pt x="16559" y="19481"/>
                        </a:cubicBezTo>
                        <a:cubicBezTo>
                          <a:pt x="17164" y="23835"/>
                          <a:pt x="18089" y="28082"/>
                          <a:pt x="18840" y="32407"/>
                        </a:cubicBezTo>
                        <a:cubicBezTo>
                          <a:pt x="19610" y="36857"/>
                          <a:pt x="19527" y="41390"/>
                          <a:pt x="16544" y="45032"/>
                        </a:cubicBezTo>
                        <a:cubicBezTo>
                          <a:pt x="15634" y="46141"/>
                          <a:pt x="17445" y="47318"/>
                          <a:pt x="18365" y="46277"/>
                        </a:cubicBezTo>
                        <a:cubicBezTo>
                          <a:pt x="21508" y="42708"/>
                          <a:pt x="21837" y="37734"/>
                          <a:pt x="21184" y="33220"/>
                        </a:cubicBezTo>
                        <a:close/>
                      </a:path>
                    </a:pathLst>
                  </a:custGeom>
                  <a:solidFill>
                    <a:srgbClr val="21447C"/>
                  </a:solidFill>
                  <a:ln w="4839" cap="flat">
                    <a:noFill/>
                    <a:prstDash val="solid"/>
                    <a:miter/>
                  </a:ln>
                </p:spPr>
                <p:txBody>
                  <a:bodyPr rtlCol="0" anchor="ctr"/>
                  <a:lstStyle/>
                  <a:p>
                    <a:endParaRPr lang="vi-VN"/>
                  </a:p>
                </p:txBody>
              </p:sp>
              <p:grpSp>
                <p:nvGrpSpPr>
                  <p:cNvPr id="628" name="Graphic 1991">
                    <a:extLst>
                      <a:ext uri="{FF2B5EF4-FFF2-40B4-BE49-F238E27FC236}">
                        <a16:creationId xmlns:a16="http://schemas.microsoft.com/office/drawing/2014/main" id="{9547A838-7C21-A148-685D-690A385A0CCC}"/>
                      </a:ext>
                    </a:extLst>
                  </p:cNvPr>
                  <p:cNvGrpSpPr/>
                  <p:nvPr/>
                </p:nvGrpSpPr>
                <p:grpSpPr>
                  <a:xfrm>
                    <a:off x="2850597" y="5024751"/>
                    <a:ext cx="176269" cy="212260"/>
                    <a:chOff x="2850597" y="5024751"/>
                    <a:chExt cx="176269" cy="212260"/>
                  </a:xfrm>
                </p:grpSpPr>
                <p:sp>
                  <p:nvSpPr>
                    <p:cNvPr id="662" name="Freeform: Shape 661">
                      <a:extLst>
                        <a:ext uri="{FF2B5EF4-FFF2-40B4-BE49-F238E27FC236}">
                          <a16:creationId xmlns:a16="http://schemas.microsoft.com/office/drawing/2014/main" id="{EE73BC4A-1015-40FD-B6CF-FC1920F48071}"/>
                        </a:ext>
                      </a:extLst>
                    </p:cNvPr>
                    <p:cNvSpPr/>
                    <p:nvPr/>
                  </p:nvSpPr>
                  <p:spPr>
                    <a:xfrm>
                      <a:off x="2850597" y="5024753"/>
                      <a:ext cx="176269" cy="212258"/>
                    </a:xfrm>
                    <a:custGeom>
                      <a:avLst/>
                      <a:gdLst>
                        <a:gd name="connsiteX0" fmla="*/ 125649 w 176269"/>
                        <a:gd name="connsiteY0" fmla="*/ 16844 h 212258"/>
                        <a:gd name="connsiteX1" fmla="*/ 157791 w 176269"/>
                        <a:gd name="connsiteY1" fmla="*/ 99653 h 212258"/>
                        <a:gd name="connsiteX2" fmla="*/ 172456 w 176269"/>
                        <a:gd name="connsiteY2" fmla="*/ 164828 h 212258"/>
                        <a:gd name="connsiteX3" fmla="*/ 25115 w 176269"/>
                        <a:gd name="connsiteY3" fmla="*/ 210236 h 212258"/>
                        <a:gd name="connsiteX4" fmla="*/ 0 w 176269"/>
                        <a:gd name="connsiteY4" fmla="*/ 203252 h 212258"/>
                        <a:gd name="connsiteX5" fmla="*/ 21938 w 176269"/>
                        <a:gd name="connsiteY5" fmla="*/ 164828 h 212258"/>
                        <a:gd name="connsiteX6" fmla="*/ 0 w 176269"/>
                        <a:gd name="connsiteY6" fmla="*/ 121238 h 212258"/>
                        <a:gd name="connsiteX7" fmla="*/ 98185 w 176269"/>
                        <a:gd name="connsiteY7" fmla="*/ 5754 h 212258"/>
                        <a:gd name="connsiteX8" fmla="*/ 125649 w 176269"/>
                        <a:gd name="connsiteY8" fmla="*/ 16844 h 21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269" h="212258">
                          <a:moveTo>
                            <a:pt x="125649" y="16844"/>
                          </a:moveTo>
                          <a:cubicBezTo>
                            <a:pt x="125649" y="16844"/>
                            <a:pt x="128075" y="72334"/>
                            <a:pt x="157791" y="99653"/>
                          </a:cubicBezTo>
                          <a:cubicBezTo>
                            <a:pt x="187512" y="126971"/>
                            <a:pt x="172456" y="164828"/>
                            <a:pt x="172456" y="164828"/>
                          </a:cubicBezTo>
                          <a:cubicBezTo>
                            <a:pt x="172456" y="164828"/>
                            <a:pt x="63781" y="223786"/>
                            <a:pt x="25115" y="210236"/>
                          </a:cubicBezTo>
                          <a:lnTo>
                            <a:pt x="0" y="203252"/>
                          </a:lnTo>
                          <a:cubicBezTo>
                            <a:pt x="0" y="203252"/>
                            <a:pt x="22941" y="189634"/>
                            <a:pt x="21938" y="164828"/>
                          </a:cubicBezTo>
                          <a:cubicBezTo>
                            <a:pt x="20941" y="140023"/>
                            <a:pt x="0" y="121238"/>
                            <a:pt x="0" y="121238"/>
                          </a:cubicBezTo>
                          <a:lnTo>
                            <a:pt x="98185" y="5754"/>
                          </a:lnTo>
                          <a:cubicBezTo>
                            <a:pt x="98190" y="5759"/>
                            <a:pt x="121072" y="-12853"/>
                            <a:pt x="125649" y="16844"/>
                          </a:cubicBezTo>
                          <a:close/>
                        </a:path>
                      </a:pathLst>
                    </a:custGeom>
                    <a:solidFill>
                      <a:srgbClr val="EEA786"/>
                    </a:solidFill>
                    <a:ln w="4839" cap="flat">
                      <a:noFill/>
                      <a:prstDash val="solid"/>
                      <a:miter/>
                    </a:ln>
                  </p:spPr>
                  <p:txBody>
                    <a:bodyPr rtlCol="0" anchor="ctr"/>
                    <a:lstStyle/>
                    <a:p>
                      <a:endParaRPr lang="vi-VN"/>
                    </a:p>
                  </p:txBody>
                </p:sp>
                <p:sp>
                  <p:nvSpPr>
                    <p:cNvPr id="663" name="Freeform: Shape 662">
                      <a:extLst>
                        <a:ext uri="{FF2B5EF4-FFF2-40B4-BE49-F238E27FC236}">
                          <a16:creationId xmlns:a16="http://schemas.microsoft.com/office/drawing/2014/main" id="{643AAC44-2BFB-615D-DB17-66F670BD7562}"/>
                        </a:ext>
                      </a:extLst>
                    </p:cNvPr>
                    <p:cNvSpPr/>
                    <p:nvPr/>
                  </p:nvSpPr>
                  <p:spPr>
                    <a:xfrm>
                      <a:off x="2850602" y="5024751"/>
                      <a:ext cx="124569" cy="182303"/>
                    </a:xfrm>
                    <a:custGeom>
                      <a:avLst/>
                      <a:gdLst>
                        <a:gd name="connsiteX0" fmla="*/ 120927 w 124569"/>
                        <a:gd name="connsiteY0" fmla="*/ 25466 h 182303"/>
                        <a:gd name="connsiteX1" fmla="*/ 124569 w 124569"/>
                        <a:gd name="connsiteY1" fmla="*/ 11790 h 182303"/>
                        <a:gd name="connsiteX2" fmla="*/ 98185 w 124569"/>
                        <a:gd name="connsiteY2" fmla="*/ 5755 h 182303"/>
                        <a:gd name="connsiteX3" fmla="*/ 0 w 124569"/>
                        <a:gd name="connsiteY3" fmla="*/ 121239 h 182303"/>
                        <a:gd name="connsiteX4" fmla="*/ 21938 w 124569"/>
                        <a:gd name="connsiteY4" fmla="*/ 164830 h 182303"/>
                        <a:gd name="connsiteX5" fmla="*/ 18451 w 124569"/>
                        <a:gd name="connsiteY5" fmla="*/ 182303 h 182303"/>
                        <a:gd name="connsiteX6" fmla="*/ 18481 w 124569"/>
                        <a:gd name="connsiteY6" fmla="*/ 182298 h 182303"/>
                        <a:gd name="connsiteX7" fmla="*/ 120927 w 124569"/>
                        <a:gd name="connsiteY7" fmla="*/ 25466 h 182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569" h="182303">
                          <a:moveTo>
                            <a:pt x="120927" y="25466"/>
                          </a:moveTo>
                          <a:cubicBezTo>
                            <a:pt x="123402" y="20662"/>
                            <a:pt x="124477" y="16100"/>
                            <a:pt x="124569" y="11790"/>
                          </a:cubicBezTo>
                          <a:cubicBezTo>
                            <a:pt x="118273" y="-10580"/>
                            <a:pt x="98185" y="5755"/>
                            <a:pt x="98185" y="5755"/>
                          </a:cubicBezTo>
                          <a:lnTo>
                            <a:pt x="0" y="121239"/>
                          </a:lnTo>
                          <a:cubicBezTo>
                            <a:pt x="0" y="121239"/>
                            <a:pt x="20941" y="140025"/>
                            <a:pt x="21938" y="164830"/>
                          </a:cubicBezTo>
                          <a:cubicBezTo>
                            <a:pt x="22205" y="171484"/>
                            <a:pt x="20728" y="177310"/>
                            <a:pt x="18451" y="182303"/>
                          </a:cubicBezTo>
                          <a:cubicBezTo>
                            <a:pt x="18461" y="182303"/>
                            <a:pt x="18471" y="182298"/>
                            <a:pt x="18481" y="182298"/>
                          </a:cubicBezTo>
                          <a:cubicBezTo>
                            <a:pt x="98863" y="163915"/>
                            <a:pt x="120927" y="25466"/>
                            <a:pt x="120927" y="25466"/>
                          </a:cubicBezTo>
                          <a:close/>
                        </a:path>
                      </a:pathLst>
                    </a:custGeom>
                    <a:solidFill>
                      <a:srgbClr val="D87D68">
                        <a:alpha val="30000"/>
                      </a:srgbClr>
                    </a:solidFill>
                    <a:ln w="4839" cap="flat">
                      <a:noFill/>
                      <a:prstDash val="solid"/>
                      <a:miter/>
                    </a:ln>
                  </p:spPr>
                  <p:txBody>
                    <a:bodyPr rtlCol="0" anchor="ctr"/>
                    <a:lstStyle/>
                    <a:p>
                      <a:endParaRPr lang="vi-VN"/>
                    </a:p>
                  </p:txBody>
                </p:sp>
              </p:grpSp>
              <p:sp>
                <p:nvSpPr>
                  <p:cNvPr id="629" name="Freeform: Shape 628">
                    <a:extLst>
                      <a:ext uri="{FF2B5EF4-FFF2-40B4-BE49-F238E27FC236}">
                        <a16:creationId xmlns:a16="http://schemas.microsoft.com/office/drawing/2014/main" id="{904EAE21-84A5-E115-A399-7324F991E1C4}"/>
                      </a:ext>
                    </a:extLst>
                  </p:cNvPr>
                  <p:cNvSpPr/>
                  <p:nvPr/>
                </p:nvSpPr>
                <p:spPr>
                  <a:xfrm>
                    <a:off x="2689228" y="5685127"/>
                    <a:ext cx="4778" cy="1711"/>
                  </a:xfrm>
                  <a:custGeom>
                    <a:avLst/>
                    <a:gdLst>
                      <a:gd name="connsiteX0" fmla="*/ 4377 w 4778"/>
                      <a:gd name="connsiteY0" fmla="*/ 808 h 1711"/>
                      <a:gd name="connsiteX1" fmla="*/ 764 w 4778"/>
                      <a:gd name="connsiteY1" fmla="*/ 14 h 1711"/>
                      <a:gd name="connsiteX2" fmla="*/ 9 w 4778"/>
                      <a:gd name="connsiteY2" fmla="*/ 503 h 1711"/>
                      <a:gd name="connsiteX3" fmla="*/ 498 w 4778"/>
                      <a:gd name="connsiteY3" fmla="*/ 1258 h 1711"/>
                      <a:gd name="connsiteX4" fmla="*/ 4275 w 4778"/>
                      <a:gd name="connsiteY4" fmla="*/ 1709 h 1711"/>
                      <a:gd name="connsiteX5" fmla="*/ 4774 w 4778"/>
                      <a:gd name="connsiteY5" fmla="*/ 1307 h 1711"/>
                      <a:gd name="connsiteX6" fmla="*/ 4377 w 4778"/>
                      <a:gd name="connsiteY6" fmla="*/ 808 h 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78" h="1711">
                        <a:moveTo>
                          <a:pt x="4377" y="808"/>
                        </a:moveTo>
                        <a:cubicBezTo>
                          <a:pt x="3171" y="546"/>
                          <a:pt x="1970" y="275"/>
                          <a:pt x="764" y="14"/>
                        </a:cubicBezTo>
                        <a:cubicBezTo>
                          <a:pt x="440" y="-59"/>
                          <a:pt x="67" y="164"/>
                          <a:pt x="9" y="503"/>
                        </a:cubicBezTo>
                        <a:cubicBezTo>
                          <a:pt x="-44" y="818"/>
                          <a:pt x="144" y="1215"/>
                          <a:pt x="498" y="1258"/>
                        </a:cubicBezTo>
                        <a:cubicBezTo>
                          <a:pt x="1757" y="1404"/>
                          <a:pt x="3016" y="1559"/>
                          <a:pt x="4275" y="1709"/>
                        </a:cubicBezTo>
                        <a:cubicBezTo>
                          <a:pt x="4518" y="1738"/>
                          <a:pt x="4750" y="1549"/>
                          <a:pt x="4774" y="1307"/>
                        </a:cubicBezTo>
                        <a:cubicBezTo>
                          <a:pt x="4808" y="1045"/>
                          <a:pt x="4614" y="861"/>
                          <a:pt x="4377" y="808"/>
                        </a:cubicBezTo>
                        <a:close/>
                      </a:path>
                    </a:pathLst>
                  </a:custGeom>
                  <a:solidFill>
                    <a:srgbClr val="E77350"/>
                  </a:solidFill>
                  <a:ln w="4839" cap="flat">
                    <a:noFill/>
                    <a:prstDash val="solid"/>
                    <a:miter/>
                  </a:ln>
                </p:spPr>
                <p:txBody>
                  <a:bodyPr rtlCol="0" anchor="ctr"/>
                  <a:lstStyle/>
                  <a:p>
                    <a:endParaRPr lang="vi-VN"/>
                  </a:p>
                </p:txBody>
              </p:sp>
              <p:sp>
                <p:nvSpPr>
                  <p:cNvPr id="630" name="Freeform: Shape 629">
                    <a:extLst>
                      <a:ext uri="{FF2B5EF4-FFF2-40B4-BE49-F238E27FC236}">
                        <a16:creationId xmlns:a16="http://schemas.microsoft.com/office/drawing/2014/main" id="{805A3D96-EF73-9B92-9288-5DF832220DD7}"/>
                      </a:ext>
                    </a:extLst>
                  </p:cNvPr>
                  <p:cNvSpPr/>
                  <p:nvPr/>
                </p:nvSpPr>
                <p:spPr>
                  <a:xfrm>
                    <a:off x="2697401" y="4758809"/>
                    <a:ext cx="344394" cy="403972"/>
                  </a:xfrm>
                  <a:custGeom>
                    <a:avLst/>
                    <a:gdLst>
                      <a:gd name="connsiteX0" fmla="*/ 9687 w 344394"/>
                      <a:gd name="connsiteY0" fmla="*/ 107935 h 403972"/>
                      <a:gd name="connsiteX1" fmla="*/ 655 w 344394"/>
                      <a:gd name="connsiteY1" fmla="*/ 191537 h 403972"/>
                      <a:gd name="connsiteX2" fmla="*/ 655 w 344394"/>
                      <a:gd name="connsiteY2" fmla="*/ 284574 h 403972"/>
                      <a:gd name="connsiteX3" fmla="*/ 148300 w 344394"/>
                      <a:gd name="connsiteY3" fmla="*/ 401511 h 403972"/>
                      <a:gd name="connsiteX4" fmla="*/ 264641 w 344394"/>
                      <a:gd name="connsiteY4" fmla="*/ 302420 h 403972"/>
                      <a:gd name="connsiteX5" fmla="*/ 267537 w 344394"/>
                      <a:gd name="connsiteY5" fmla="*/ 293345 h 403972"/>
                      <a:gd name="connsiteX6" fmla="*/ 340496 w 344394"/>
                      <a:gd name="connsiteY6" fmla="*/ 195363 h 403972"/>
                      <a:gd name="connsiteX7" fmla="*/ 184607 w 344394"/>
                      <a:gd name="connsiteY7" fmla="*/ 364 h 403972"/>
                      <a:gd name="connsiteX8" fmla="*/ 9687 w 344394"/>
                      <a:gd name="connsiteY8" fmla="*/ 107935 h 403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4394" h="403972">
                        <a:moveTo>
                          <a:pt x="9687" y="107935"/>
                        </a:moveTo>
                        <a:cubicBezTo>
                          <a:pt x="9687" y="107935"/>
                          <a:pt x="-2977" y="177517"/>
                          <a:pt x="655" y="191537"/>
                        </a:cubicBezTo>
                        <a:cubicBezTo>
                          <a:pt x="4282" y="205558"/>
                          <a:pt x="2122" y="242519"/>
                          <a:pt x="655" y="284574"/>
                        </a:cubicBezTo>
                        <a:cubicBezTo>
                          <a:pt x="-813" y="326635"/>
                          <a:pt x="56537" y="420306"/>
                          <a:pt x="148300" y="401511"/>
                        </a:cubicBezTo>
                        <a:cubicBezTo>
                          <a:pt x="240063" y="382711"/>
                          <a:pt x="264641" y="302420"/>
                          <a:pt x="264641" y="302420"/>
                        </a:cubicBezTo>
                        <a:lnTo>
                          <a:pt x="267537" y="293345"/>
                        </a:lnTo>
                        <a:cubicBezTo>
                          <a:pt x="267537" y="293345"/>
                          <a:pt x="326219" y="262912"/>
                          <a:pt x="340496" y="195363"/>
                        </a:cubicBezTo>
                        <a:cubicBezTo>
                          <a:pt x="354772" y="127815"/>
                          <a:pt x="335619" y="8011"/>
                          <a:pt x="184607" y="364"/>
                        </a:cubicBezTo>
                        <a:cubicBezTo>
                          <a:pt x="33596" y="-7278"/>
                          <a:pt x="9687" y="107935"/>
                          <a:pt x="9687" y="107935"/>
                        </a:cubicBezTo>
                        <a:close/>
                      </a:path>
                    </a:pathLst>
                  </a:custGeom>
                  <a:solidFill>
                    <a:srgbClr val="EEA786"/>
                  </a:solidFill>
                  <a:ln w="4839" cap="flat">
                    <a:noFill/>
                    <a:prstDash val="solid"/>
                    <a:miter/>
                  </a:ln>
                </p:spPr>
                <p:txBody>
                  <a:bodyPr rtlCol="0" anchor="ctr"/>
                  <a:lstStyle/>
                  <a:p>
                    <a:endParaRPr lang="vi-VN"/>
                  </a:p>
                </p:txBody>
              </p:sp>
              <p:grpSp>
                <p:nvGrpSpPr>
                  <p:cNvPr id="631" name="Graphic 1991">
                    <a:extLst>
                      <a:ext uri="{FF2B5EF4-FFF2-40B4-BE49-F238E27FC236}">
                        <a16:creationId xmlns:a16="http://schemas.microsoft.com/office/drawing/2014/main" id="{8E8A4FBA-6771-577A-F24F-0A0188D98638}"/>
                      </a:ext>
                    </a:extLst>
                  </p:cNvPr>
                  <p:cNvGrpSpPr/>
                  <p:nvPr/>
                </p:nvGrpSpPr>
                <p:grpSpPr>
                  <a:xfrm>
                    <a:off x="2702626" y="4913169"/>
                    <a:ext cx="153893" cy="167825"/>
                    <a:chOff x="2702626" y="4913169"/>
                    <a:chExt cx="153893" cy="167825"/>
                  </a:xfrm>
                  <a:solidFill>
                    <a:srgbClr val="2D2929"/>
                  </a:solidFill>
                </p:grpSpPr>
                <p:sp>
                  <p:nvSpPr>
                    <p:cNvPr id="656" name="Freeform: Shape 655">
                      <a:extLst>
                        <a:ext uri="{FF2B5EF4-FFF2-40B4-BE49-F238E27FC236}">
                          <a16:creationId xmlns:a16="http://schemas.microsoft.com/office/drawing/2014/main" id="{4B6A31A0-3DE0-BA6B-E90B-BF841502D207}"/>
                        </a:ext>
                      </a:extLst>
                    </p:cNvPr>
                    <p:cNvSpPr/>
                    <p:nvPr/>
                  </p:nvSpPr>
                  <p:spPr>
                    <a:xfrm>
                      <a:off x="2797957" y="4913169"/>
                      <a:ext cx="58562" cy="13782"/>
                    </a:xfrm>
                    <a:custGeom>
                      <a:avLst/>
                      <a:gdLst>
                        <a:gd name="connsiteX0" fmla="*/ 57208 w 58562"/>
                        <a:gd name="connsiteY0" fmla="*/ 7752 h 13782"/>
                        <a:gd name="connsiteX1" fmla="*/ 43996 w 58562"/>
                        <a:gd name="connsiteY1" fmla="*/ 2522 h 13782"/>
                        <a:gd name="connsiteX2" fmla="*/ 29913 w 58562"/>
                        <a:gd name="connsiteY2" fmla="*/ 67 h 13782"/>
                        <a:gd name="connsiteX3" fmla="*/ 16760 w 58562"/>
                        <a:gd name="connsiteY3" fmla="*/ 498 h 13782"/>
                        <a:gd name="connsiteX4" fmla="*/ 2730 w 58562"/>
                        <a:gd name="connsiteY4" fmla="*/ 3999 h 13782"/>
                        <a:gd name="connsiteX5" fmla="*/ 27 w 58562"/>
                        <a:gd name="connsiteY5" fmla="*/ 7956 h 13782"/>
                        <a:gd name="connsiteX6" fmla="*/ 3572 w 58562"/>
                        <a:gd name="connsiteY6" fmla="*/ 11176 h 13782"/>
                        <a:gd name="connsiteX7" fmla="*/ 19680 w 58562"/>
                        <a:gd name="connsiteY7" fmla="*/ 10019 h 13782"/>
                        <a:gd name="connsiteX8" fmla="*/ 27986 w 58562"/>
                        <a:gd name="connsiteY8" fmla="*/ 10120 h 13782"/>
                        <a:gd name="connsiteX9" fmla="*/ 35836 w 58562"/>
                        <a:gd name="connsiteY9" fmla="*/ 10493 h 13782"/>
                        <a:gd name="connsiteX10" fmla="*/ 54946 w 58562"/>
                        <a:gd name="connsiteY10" fmla="*/ 13782 h 13782"/>
                        <a:gd name="connsiteX11" fmla="*/ 57208 w 58562"/>
                        <a:gd name="connsiteY11" fmla="*/ 7752 h 13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62" h="13782">
                          <a:moveTo>
                            <a:pt x="57208" y="7752"/>
                          </a:moveTo>
                          <a:cubicBezTo>
                            <a:pt x="53411" y="4880"/>
                            <a:pt x="48553" y="3665"/>
                            <a:pt x="43996" y="2522"/>
                          </a:cubicBezTo>
                          <a:cubicBezTo>
                            <a:pt x="39327" y="1350"/>
                            <a:pt x="34736" y="231"/>
                            <a:pt x="29913" y="67"/>
                          </a:cubicBezTo>
                          <a:cubicBezTo>
                            <a:pt x="25511" y="-83"/>
                            <a:pt x="21133" y="4"/>
                            <a:pt x="16760" y="498"/>
                          </a:cubicBezTo>
                          <a:cubicBezTo>
                            <a:pt x="11873" y="1050"/>
                            <a:pt x="7321" y="2246"/>
                            <a:pt x="2730" y="3999"/>
                          </a:cubicBezTo>
                          <a:cubicBezTo>
                            <a:pt x="1015" y="4653"/>
                            <a:pt x="-200" y="6009"/>
                            <a:pt x="27" y="7956"/>
                          </a:cubicBezTo>
                          <a:cubicBezTo>
                            <a:pt x="216" y="9578"/>
                            <a:pt x="1766" y="11375"/>
                            <a:pt x="3572" y="11176"/>
                          </a:cubicBezTo>
                          <a:cubicBezTo>
                            <a:pt x="8900" y="10585"/>
                            <a:pt x="14324" y="10212"/>
                            <a:pt x="19680" y="10019"/>
                          </a:cubicBezTo>
                          <a:cubicBezTo>
                            <a:pt x="22450" y="9922"/>
                            <a:pt x="25215" y="9946"/>
                            <a:pt x="27986" y="10120"/>
                          </a:cubicBezTo>
                          <a:cubicBezTo>
                            <a:pt x="30649" y="10285"/>
                            <a:pt x="33211" y="10673"/>
                            <a:pt x="35836" y="10493"/>
                          </a:cubicBezTo>
                          <a:cubicBezTo>
                            <a:pt x="41730" y="11225"/>
                            <a:pt x="48650" y="13646"/>
                            <a:pt x="54946" y="13782"/>
                          </a:cubicBezTo>
                          <a:cubicBezTo>
                            <a:pt x="58186" y="13850"/>
                            <a:pt x="59953" y="9835"/>
                            <a:pt x="57208" y="7752"/>
                          </a:cubicBezTo>
                          <a:close/>
                        </a:path>
                      </a:pathLst>
                    </a:custGeom>
                    <a:solidFill>
                      <a:srgbClr val="2D2929"/>
                    </a:solidFill>
                    <a:ln w="4839" cap="flat">
                      <a:noFill/>
                      <a:prstDash val="solid"/>
                      <a:miter/>
                    </a:ln>
                  </p:spPr>
                  <p:txBody>
                    <a:bodyPr rtlCol="0" anchor="ctr"/>
                    <a:lstStyle/>
                    <a:p>
                      <a:endParaRPr lang="vi-VN"/>
                    </a:p>
                  </p:txBody>
                </p:sp>
                <p:sp>
                  <p:nvSpPr>
                    <p:cNvPr id="657" name="Freeform: Shape 656">
                      <a:extLst>
                        <a:ext uri="{FF2B5EF4-FFF2-40B4-BE49-F238E27FC236}">
                          <a16:creationId xmlns:a16="http://schemas.microsoft.com/office/drawing/2014/main" id="{9479C062-5D5E-4CB2-CF21-87EB4D014C77}"/>
                        </a:ext>
                      </a:extLst>
                    </p:cNvPr>
                    <p:cNvSpPr/>
                    <p:nvPr/>
                  </p:nvSpPr>
                  <p:spPr>
                    <a:xfrm>
                      <a:off x="2702626" y="4915519"/>
                      <a:ext cx="30597" cy="12051"/>
                    </a:xfrm>
                    <a:custGeom>
                      <a:avLst/>
                      <a:gdLst>
                        <a:gd name="connsiteX0" fmla="*/ 29340 w 30597"/>
                        <a:gd name="connsiteY0" fmla="*/ 6168 h 12051"/>
                        <a:gd name="connsiteX1" fmla="*/ 16845 w 30597"/>
                        <a:gd name="connsiteY1" fmla="*/ 409 h 12051"/>
                        <a:gd name="connsiteX2" fmla="*/ 9111 w 30597"/>
                        <a:gd name="connsiteY2" fmla="*/ 114 h 12051"/>
                        <a:gd name="connsiteX3" fmla="*/ 5227 w 30597"/>
                        <a:gd name="connsiteY3" fmla="*/ 932 h 12051"/>
                        <a:gd name="connsiteX4" fmla="*/ 3924 w 30597"/>
                        <a:gd name="connsiteY4" fmla="*/ 1422 h 12051"/>
                        <a:gd name="connsiteX5" fmla="*/ 1866 w 30597"/>
                        <a:gd name="connsiteY5" fmla="*/ 2410 h 12051"/>
                        <a:gd name="connsiteX6" fmla="*/ 384 w 30597"/>
                        <a:gd name="connsiteY6" fmla="*/ 4497 h 12051"/>
                        <a:gd name="connsiteX7" fmla="*/ 1818 w 30597"/>
                        <a:gd name="connsiteY7" fmla="*/ 8342 h 12051"/>
                        <a:gd name="connsiteX8" fmla="*/ 4951 w 30597"/>
                        <a:gd name="connsiteY8" fmla="*/ 8880 h 12051"/>
                        <a:gd name="connsiteX9" fmla="*/ 5784 w 30597"/>
                        <a:gd name="connsiteY9" fmla="*/ 8700 h 12051"/>
                        <a:gd name="connsiteX10" fmla="*/ 7775 w 30597"/>
                        <a:gd name="connsiteY10" fmla="*/ 8453 h 12051"/>
                        <a:gd name="connsiteX11" fmla="*/ 10506 w 30597"/>
                        <a:gd name="connsiteY11" fmla="*/ 8124 h 12051"/>
                        <a:gd name="connsiteX12" fmla="*/ 13169 w 30597"/>
                        <a:gd name="connsiteY12" fmla="*/ 8008 h 12051"/>
                        <a:gd name="connsiteX13" fmla="*/ 13862 w 30597"/>
                        <a:gd name="connsiteY13" fmla="*/ 8032 h 12051"/>
                        <a:gd name="connsiteX14" fmla="*/ 14995 w 30597"/>
                        <a:gd name="connsiteY14" fmla="*/ 8134 h 12051"/>
                        <a:gd name="connsiteX15" fmla="*/ 26173 w 30597"/>
                        <a:gd name="connsiteY15" fmla="*/ 11771 h 12051"/>
                        <a:gd name="connsiteX16" fmla="*/ 30178 w 30597"/>
                        <a:gd name="connsiteY16" fmla="*/ 10333 h 12051"/>
                        <a:gd name="connsiteX17" fmla="*/ 29340 w 30597"/>
                        <a:gd name="connsiteY17" fmla="*/ 6168 h 1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597" h="12051">
                          <a:moveTo>
                            <a:pt x="29340" y="6168"/>
                          </a:moveTo>
                          <a:cubicBezTo>
                            <a:pt x="25698" y="3121"/>
                            <a:pt x="21538" y="1175"/>
                            <a:pt x="16845" y="409"/>
                          </a:cubicBezTo>
                          <a:cubicBezTo>
                            <a:pt x="14308" y="-2"/>
                            <a:pt x="11678" y="-109"/>
                            <a:pt x="9111" y="114"/>
                          </a:cubicBezTo>
                          <a:cubicBezTo>
                            <a:pt x="7784" y="230"/>
                            <a:pt x="6491" y="511"/>
                            <a:pt x="5227" y="932"/>
                          </a:cubicBezTo>
                          <a:cubicBezTo>
                            <a:pt x="4786" y="1078"/>
                            <a:pt x="4355" y="1242"/>
                            <a:pt x="3924" y="1422"/>
                          </a:cubicBezTo>
                          <a:cubicBezTo>
                            <a:pt x="3222" y="1707"/>
                            <a:pt x="2472" y="1945"/>
                            <a:pt x="1866" y="2410"/>
                          </a:cubicBezTo>
                          <a:cubicBezTo>
                            <a:pt x="1067" y="3025"/>
                            <a:pt x="927" y="3654"/>
                            <a:pt x="384" y="4497"/>
                          </a:cubicBezTo>
                          <a:cubicBezTo>
                            <a:pt x="-502" y="5872"/>
                            <a:pt x="215" y="7897"/>
                            <a:pt x="1818" y="8342"/>
                          </a:cubicBezTo>
                          <a:cubicBezTo>
                            <a:pt x="2825" y="8962"/>
                            <a:pt x="3871" y="9141"/>
                            <a:pt x="4951" y="8880"/>
                          </a:cubicBezTo>
                          <a:cubicBezTo>
                            <a:pt x="5227" y="8817"/>
                            <a:pt x="5508" y="8754"/>
                            <a:pt x="5784" y="8700"/>
                          </a:cubicBezTo>
                          <a:cubicBezTo>
                            <a:pt x="6443" y="8579"/>
                            <a:pt x="7111" y="8516"/>
                            <a:pt x="7775" y="8453"/>
                          </a:cubicBezTo>
                          <a:cubicBezTo>
                            <a:pt x="8690" y="8366"/>
                            <a:pt x="9591" y="8216"/>
                            <a:pt x="10506" y="8124"/>
                          </a:cubicBezTo>
                          <a:cubicBezTo>
                            <a:pt x="11392" y="8037"/>
                            <a:pt x="12283" y="7998"/>
                            <a:pt x="13169" y="8008"/>
                          </a:cubicBezTo>
                          <a:cubicBezTo>
                            <a:pt x="13271" y="8008"/>
                            <a:pt x="13751" y="8032"/>
                            <a:pt x="13862" y="8032"/>
                          </a:cubicBezTo>
                          <a:cubicBezTo>
                            <a:pt x="14240" y="8056"/>
                            <a:pt x="14618" y="8090"/>
                            <a:pt x="14995" y="8134"/>
                          </a:cubicBezTo>
                          <a:cubicBezTo>
                            <a:pt x="18874" y="8575"/>
                            <a:pt x="22778" y="9858"/>
                            <a:pt x="26173" y="11771"/>
                          </a:cubicBezTo>
                          <a:cubicBezTo>
                            <a:pt x="27558" y="12551"/>
                            <a:pt x="29495" y="11587"/>
                            <a:pt x="30178" y="10333"/>
                          </a:cubicBezTo>
                          <a:cubicBezTo>
                            <a:pt x="30972" y="8884"/>
                            <a:pt x="30609" y="7228"/>
                            <a:pt x="29340" y="6168"/>
                          </a:cubicBezTo>
                          <a:close/>
                        </a:path>
                      </a:pathLst>
                    </a:custGeom>
                    <a:solidFill>
                      <a:srgbClr val="2D2929"/>
                    </a:solidFill>
                    <a:ln w="4839" cap="flat">
                      <a:noFill/>
                      <a:prstDash val="solid"/>
                      <a:miter/>
                    </a:ln>
                  </p:spPr>
                  <p:txBody>
                    <a:bodyPr rtlCol="0" anchor="ctr"/>
                    <a:lstStyle/>
                    <a:p>
                      <a:endParaRPr lang="vi-VN"/>
                    </a:p>
                  </p:txBody>
                </p:sp>
                <p:sp>
                  <p:nvSpPr>
                    <p:cNvPr id="658" name="Freeform: Shape 657">
                      <a:extLst>
                        <a:ext uri="{FF2B5EF4-FFF2-40B4-BE49-F238E27FC236}">
                          <a16:creationId xmlns:a16="http://schemas.microsoft.com/office/drawing/2014/main" id="{803AB20C-35AB-9927-8BB9-CAC6669628D5}"/>
                        </a:ext>
                      </a:extLst>
                    </p:cNvPr>
                    <p:cNvSpPr/>
                    <p:nvPr/>
                  </p:nvSpPr>
                  <p:spPr>
                    <a:xfrm>
                      <a:off x="2716560" y="4973455"/>
                      <a:ext cx="34067" cy="58994"/>
                    </a:xfrm>
                    <a:custGeom>
                      <a:avLst/>
                      <a:gdLst>
                        <a:gd name="connsiteX0" fmla="*/ 13333 w 34067"/>
                        <a:gd name="connsiteY0" fmla="*/ 49090 h 58994"/>
                        <a:gd name="connsiteX1" fmla="*/ 7952 w 34067"/>
                        <a:gd name="connsiteY1" fmla="*/ 44102 h 58994"/>
                        <a:gd name="connsiteX2" fmla="*/ 12834 w 34067"/>
                        <a:gd name="connsiteY2" fmla="*/ 38774 h 58994"/>
                        <a:gd name="connsiteX3" fmla="*/ 19764 w 34067"/>
                        <a:gd name="connsiteY3" fmla="*/ 31931 h 58994"/>
                        <a:gd name="connsiteX4" fmla="*/ 34065 w 34067"/>
                        <a:gd name="connsiteY4" fmla="*/ 1668 h 58994"/>
                        <a:gd name="connsiteX5" fmla="*/ 31048 w 34067"/>
                        <a:gd name="connsiteY5" fmla="*/ 1286 h 58994"/>
                        <a:gd name="connsiteX6" fmla="*/ 8868 w 34067"/>
                        <a:gd name="connsiteY6" fmla="*/ 32600 h 58994"/>
                        <a:gd name="connsiteX7" fmla="*/ 1899 w 34067"/>
                        <a:gd name="connsiteY7" fmla="*/ 50000 h 58994"/>
                        <a:gd name="connsiteX8" fmla="*/ 9517 w 34067"/>
                        <a:gd name="connsiteY8" fmla="*/ 56015 h 58994"/>
                        <a:gd name="connsiteX9" fmla="*/ 19716 w 34067"/>
                        <a:gd name="connsiteY9" fmla="*/ 58742 h 58994"/>
                        <a:gd name="connsiteX10" fmla="*/ 21091 w 34067"/>
                        <a:gd name="connsiteY10" fmla="*/ 55153 h 58994"/>
                        <a:gd name="connsiteX11" fmla="*/ 13333 w 34067"/>
                        <a:gd name="connsiteY11" fmla="*/ 49090 h 58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067" h="58994">
                          <a:moveTo>
                            <a:pt x="13333" y="49090"/>
                          </a:moveTo>
                          <a:cubicBezTo>
                            <a:pt x="11928" y="48189"/>
                            <a:pt x="7730" y="46063"/>
                            <a:pt x="7952" y="44102"/>
                          </a:cubicBezTo>
                          <a:cubicBezTo>
                            <a:pt x="8185" y="42053"/>
                            <a:pt x="11415" y="39980"/>
                            <a:pt x="12834" y="38774"/>
                          </a:cubicBezTo>
                          <a:cubicBezTo>
                            <a:pt x="15314" y="36663"/>
                            <a:pt x="17619" y="34387"/>
                            <a:pt x="19764" y="31931"/>
                          </a:cubicBezTo>
                          <a:cubicBezTo>
                            <a:pt x="27276" y="23330"/>
                            <a:pt x="33542" y="13373"/>
                            <a:pt x="34065" y="1668"/>
                          </a:cubicBezTo>
                          <a:cubicBezTo>
                            <a:pt x="34153" y="-269"/>
                            <a:pt x="31358" y="-676"/>
                            <a:pt x="31048" y="1286"/>
                          </a:cubicBezTo>
                          <a:cubicBezTo>
                            <a:pt x="28898" y="14913"/>
                            <a:pt x="19173" y="24386"/>
                            <a:pt x="8868" y="32600"/>
                          </a:cubicBezTo>
                          <a:cubicBezTo>
                            <a:pt x="3691" y="36726"/>
                            <a:pt x="-3457" y="42973"/>
                            <a:pt x="1899" y="50000"/>
                          </a:cubicBezTo>
                          <a:cubicBezTo>
                            <a:pt x="3821" y="52523"/>
                            <a:pt x="6868" y="54364"/>
                            <a:pt x="9517" y="56015"/>
                          </a:cubicBezTo>
                          <a:cubicBezTo>
                            <a:pt x="12689" y="57991"/>
                            <a:pt x="15938" y="59642"/>
                            <a:pt x="19716" y="58742"/>
                          </a:cubicBezTo>
                          <a:cubicBezTo>
                            <a:pt x="21469" y="58325"/>
                            <a:pt x="21992" y="56606"/>
                            <a:pt x="21091" y="55153"/>
                          </a:cubicBezTo>
                          <a:cubicBezTo>
                            <a:pt x="19236" y="52175"/>
                            <a:pt x="16205" y="50930"/>
                            <a:pt x="13333" y="49090"/>
                          </a:cubicBezTo>
                          <a:close/>
                        </a:path>
                      </a:pathLst>
                    </a:custGeom>
                    <a:solidFill>
                      <a:srgbClr val="2D2929"/>
                    </a:solidFill>
                    <a:ln w="4839" cap="flat">
                      <a:noFill/>
                      <a:prstDash val="solid"/>
                      <a:miter/>
                    </a:ln>
                  </p:spPr>
                  <p:txBody>
                    <a:bodyPr rtlCol="0" anchor="ctr"/>
                    <a:lstStyle/>
                    <a:p>
                      <a:endParaRPr lang="vi-VN"/>
                    </a:p>
                  </p:txBody>
                </p:sp>
                <p:sp>
                  <p:nvSpPr>
                    <p:cNvPr id="659" name="Freeform: Shape 658">
                      <a:extLst>
                        <a:ext uri="{FF2B5EF4-FFF2-40B4-BE49-F238E27FC236}">
                          <a16:creationId xmlns:a16="http://schemas.microsoft.com/office/drawing/2014/main" id="{6CAB5E0B-2BAF-B184-F893-54F13B907AE1}"/>
                        </a:ext>
                      </a:extLst>
                    </p:cNvPr>
                    <p:cNvSpPr/>
                    <p:nvPr/>
                  </p:nvSpPr>
                  <p:spPr>
                    <a:xfrm>
                      <a:off x="2782936" y="5057879"/>
                      <a:ext cx="67661" cy="23115"/>
                    </a:xfrm>
                    <a:custGeom>
                      <a:avLst/>
                      <a:gdLst>
                        <a:gd name="connsiteX0" fmla="*/ 64944 w 67661"/>
                        <a:gd name="connsiteY0" fmla="*/ 125 h 23115"/>
                        <a:gd name="connsiteX1" fmla="*/ 36628 w 67661"/>
                        <a:gd name="connsiteY1" fmla="*/ 11898 h 23115"/>
                        <a:gd name="connsiteX2" fmla="*/ 2354 w 67661"/>
                        <a:gd name="connsiteY2" fmla="*/ 17811 h 23115"/>
                        <a:gd name="connsiteX3" fmla="*/ 2737 w 67661"/>
                        <a:gd name="connsiteY3" fmla="*/ 23061 h 23115"/>
                        <a:gd name="connsiteX4" fmla="*/ 35402 w 67661"/>
                        <a:gd name="connsiteY4" fmla="*/ 19429 h 23115"/>
                        <a:gd name="connsiteX5" fmla="*/ 67143 w 67661"/>
                        <a:gd name="connsiteY5" fmla="*/ 3346 h 23115"/>
                        <a:gd name="connsiteX6" fmla="*/ 64944 w 67661"/>
                        <a:gd name="connsiteY6" fmla="*/ 125 h 23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61" h="23115">
                          <a:moveTo>
                            <a:pt x="64944" y="125"/>
                          </a:moveTo>
                          <a:cubicBezTo>
                            <a:pt x="55447" y="3932"/>
                            <a:pt x="46376" y="8702"/>
                            <a:pt x="36628" y="11898"/>
                          </a:cubicBezTo>
                          <a:cubicBezTo>
                            <a:pt x="25581" y="15521"/>
                            <a:pt x="13977" y="17579"/>
                            <a:pt x="2354" y="17811"/>
                          </a:cubicBezTo>
                          <a:cubicBezTo>
                            <a:pt x="-1079" y="17879"/>
                            <a:pt x="-590" y="22969"/>
                            <a:pt x="2737" y="23061"/>
                          </a:cubicBezTo>
                          <a:cubicBezTo>
                            <a:pt x="13760" y="23376"/>
                            <a:pt x="24748" y="22339"/>
                            <a:pt x="35402" y="19429"/>
                          </a:cubicBezTo>
                          <a:cubicBezTo>
                            <a:pt x="46851" y="16300"/>
                            <a:pt x="58459" y="11695"/>
                            <a:pt x="67143" y="3346"/>
                          </a:cubicBezTo>
                          <a:cubicBezTo>
                            <a:pt x="68591" y="1946"/>
                            <a:pt x="66731" y="-592"/>
                            <a:pt x="64944" y="125"/>
                          </a:cubicBezTo>
                          <a:close/>
                        </a:path>
                      </a:pathLst>
                    </a:custGeom>
                    <a:solidFill>
                      <a:srgbClr val="2D2929"/>
                    </a:solidFill>
                    <a:ln w="4839" cap="flat">
                      <a:noFill/>
                      <a:prstDash val="solid"/>
                      <a:miter/>
                    </a:ln>
                  </p:spPr>
                  <p:txBody>
                    <a:bodyPr rtlCol="0" anchor="ctr"/>
                    <a:lstStyle/>
                    <a:p>
                      <a:endParaRPr lang="vi-VN"/>
                    </a:p>
                  </p:txBody>
                </p:sp>
                <p:sp>
                  <p:nvSpPr>
                    <p:cNvPr id="660" name="Freeform: Shape 659">
                      <a:extLst>
                        <a:ext uri="{FF2B5EF4-FFF2-40B4-BE49-F238E27FC236}">
                          <a16:creationId xmlns:a16="http://schemas.microsoft.com/office/drawing/2014/main" id="{AEBB4A1B-E190-0693-3D12-C7270C2712DB}"/>
                        </a:ext>
                      </a:extLst>
                    </p:cNvPr>
                    <p:cNvSpPr/>
                    <p:nvPr/>
                  </p:nvSpPr>
                  <p:spPr>
                    <a:xfrm>
                      <a:off x="2812242" y="4945252"/>
                      <a:ext cx="14993" cy="33454"/>
                    </a:xfrm>
                    <a:custGeom>
                      <a:avLst/>
                      <a:gdLst>
                        <a:gd name="connsiteX0" fmla="*/ 14994 w 14993"/>
                        <a:gd name="connsiteY0" fmla="*/ 16727 h 33454"/>
                        <a:gd name="connsiteX1" fmla="*/ 7497 w 14993"/>
                        <a:gd name="connsiteY1" fmla="*/ 33455 h 33454"/>
                        <a:gd name="connsiteX2" fmla="*/ 0 w 14993"/>
                        <a:gd name="connsiteY2" fmla="*/ 16727 h 33454"/>
                        <a:gd name="connsiteX3" fmla="*/ 7497 w 14993"/>
                        <a:gd name="connsiteY3" fmla="*/ 0 h 33454"/>
                        <a:gd name="connsiteX4" fmla="*/ 14994 w 14993"/>
                        <a:gd name="connsiteY4" fmla="*/ 16727 h 334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93" h="33454">
                          <a:moveTo>
                            <a:pt x="14994" y="16727"/>
                          </a:moveTo>
                          <a:cubicBezTo>
                            <a:pt x="14994" y="25968"/>
                            <a:pt x="11637" y="33455"/>
                            <a:pt x="7497" y="33455"/>
                          </a:cubicBezTo>
                          <a:cubicBezTo>
                            <a:pt x="3356" y="33455"/>
                            <a:pt x="0" y="25968"/>
                            <a:pt x="0" y="16727"/>
                          </a:cubicBezTo>
                          <a:cubicBezTo>
                            <a:pt x="0" y="7487"/>
                            <a:pt x="3356" y="0"/>
                            <a:pt x="7497" y="0"/>
                          </a:cubicBezTo>
                          <a:cubicBezTo>
                            <a:pt x="11637" y="0"/>
                            <a:pt x="14994" y="7487"/>
                            <a:pt x="14994" y="16727"/>
                          </a:cubicBezTo>
                          <a:close/>
                        </a:path>
                      </a:pathLst>
                    </a:custGeom>
                    <a:solidFill>
                      <a:srgbClr val="2D2929"/>
                    </a:solidFill>
                    <a:ln w="4839" cap="flat">
                      <a:noFill/>
                      <a:prstDash val="solid"/>
                      <a:miter/>
                    </a:ln>
                  </p:spPr>
                  <p:txBody>
                    <a:bodyPr rtlCol="0" anchor="ctr"/>
                    <a:lstStyle/>
                    <a:p>
                      <a:endParaRPr lang="vi-VN"/>
                    </a:p>
                  </p:txBody>
                </p:sp>
                <p:sp>
                  <p:nvSpPr>
                    <p:cNvPr id="661" name="Freeform: Shape 660">
                      <a:extLst>
                        <a:ext uri="{FF2B5EF4-FFF2-40B4-BE49-F238E27FC236}">
                          <a16:creationId xmlns:a16="http://schemas.microsoft.com/office/drawing/2014/main" id="{60456C57-6196-D626-C649-937DBD8EE3AF}"/>
                        </a:ext>
                      </a:extLst>
                    </p:cNvPr>
                    <p:cNvSpPr/>
                    <p:nvPr/>
                  </p:nvSpPr>
                  <p:spPr>
                    <a:xfrm>
                      <a:off x="2716560" y="4945252"/>
                      <a:ext cx="12940" cy="28204"/>
                    </a:xfrm>
                    <a:custGeom>
                      <a:avLst/>
                      <a:gdLst>
                        <a:gd name="connsiteX0" fmla="*/ 12940 w 12940"/>
                        <a:gd name="connsiteY0" fmla="*/ 14103 h 28204"/>
                        <a:gd name="connsiteX1" fmla="*/ 6470 w 12940"/>
                        <a:gd name="connsiteY1" fmla="*/ 28205 h 28204"/>
                        <a:gd name="connsiteX2" fmla="*/ 0 w 12940"/>
                        <a:gd name="connsiteY2" fmla="*/ 14103 h 28204"/>
                        <a:gd name="connsiteX3" fmla="*/ 6470 w 12940"/>
                        <a:gd name="connsiteY3" fmla="*/ 0 h 28204"/>
                        <a:gd name="connsiteX4" fmla="*/ 12940 w 12940"/>
                        <a:gd name="connsiteY4" fmla="*/ 14103 h 2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40" h="28204">
                          <a:moveTo>
                            <a:pt x="12940" y="14103"/>
                          </a:moveTo>
                          <a:cubicBezTo>
                            <a:pt x="12940" y="21890"/>
                            <a:pt x="10044" y="28205"/>
                            <a:pt x="6470" y="28205"/>
                          </a:cubicBezTo>
                          <a:cubicBezTo>
                            <a:pt x="2896" y="28205"/>
                            <a:pt x="0" y="21890"/>
                            <a:pt x="0" y="14103"/>
                          </a:cubicBezTo>
                          <a:cubicBezTo>
                            <a:pt x="0" y="6315"/>
                            <a:pt x="2896" y="0"/>
                            <a:pt x="6470" y="0"/>
                          </a:cubicBezTo>
                          <a:cubicBezTo>
                            <a:pt x="10044" y="0"/>
                            <a:pt x="12940" y="6315"/>
                            <a:pt x="12940" y="14103"/>
                          </a:cubicBezTo>
                          <a:close/>
                        </a:path>
                      </a:pathLst>
                    </a:custGeom>
                    <a:solidFill>
                      <a:srgbClr val="2D2929"/>
                    </a:solidFill>
                    <a:ln w="4839" cap="flat">
                      <a:noFill/>
                      <a:prstDash val="solid"/>
                      <a:miter/>
                    </a:ln>
                  </p:spPr>
                  <p:txBody>
                    <a:bodyPr rtlCol="0" anchor="ctr"/>
                    <a:lstStyle/>
                    <a:p>
                      <a:endParaRPr lang="vi-VN"/>
                    </a:p>
                  </p:txBody>
                </p:sp>
              </p:grpSp>
              <p:sp>
                <p:nvSpPr>
                  <p:cNvPr id="632" name="Freeform: Shape 631">
                    <a:extLst>
                      <a:ext uri="{FF2B5EF4-FFF2-40B4-BE49-F238E27FC236}">
                        <a16:creationId xmlns:a16="http://schemas.microsoft.com/office/drawing/2014/main" id="{E223094A-6BA0-7C28-8F54-A46D01DB7B5F}"/>
                      </a:ext>
                    </a:extLst>
                  </p:cNvPr>
                  <p:cNvSpPr/>
                  <p:nvPr/>
                </p:nvSpPr>
                <p:spPr>
                  <a:xfrm>
                    <a:off x="2697401" y="4758801"/>
                    <a:ext cx="242612" cy="353323"/>
                  </a:xfrm>
                  <a:custGeom>
                    <a:avLst/>
                    <a:gdLst>
                      <a:gd name="connsiteX0" fmla="*/ 9687 w 242612"/>
                      <a:gd name="connsiteY0" fmla="*/ 107943 h 353323"/>
                      <a:gd name="connsiteX1" fmla="*/ 655 w 242612"/>
                      <a:gd name="connsiteY1" fmla="*/ 191546 h 353323"/>
                      <a:gd name="connsiteX2" fmla="*/ 655 w 242612"/>
                      <a:gd name="connsiteY2" fmla="*/ 284583 h 353323"/>
                      <a:gd name="connsiteX3" fmla="*/ 28622 w 242612"/>
                      <a:gd name="connsiteY3" fmla="*/ 353323 h 353323"/>
                      <a:gd name="connsiteX4" fmla="*/ 6791 w 242612"/>
                      <a:gd name="connsiteY4" fmla="*/ 310638 h 353323"/>
                      <a:gd name="connsiteX5" fmla="*/ 5226 w 242612"/>
                      <a:gd name="connsiteY5" fmla="*/ 236154 h 353323"/>
                      <a:gd name="connsiteX6" fmla="*/ 5226 w 242612"/>
                      <a:gd name="connsiteY6" fmla="*/ 186447 h 353323"/>
                      <a:gd name="connsiteX7" fmla="*/ 25634 w 242612"/>
                      <a:gd name="connsiteY7" fmla="*/ 129581 h 353323"/>
                      <a:gd name="connsiteX8" fmla="*/ 79439 w 242612"/>
                      <a:gd name="connsiteY8" fmla="*/ 131644 h 353323"/>
                      <a:gd name="connsiteX9" fmla="*/ 57869 w 242612"/>
                      <a:gd name="connsiteY9" fmla="*/ 98262 h 353323"/>
                      <a:gd name="connsiteX10" fmla="*/ 96917 w 242612"/>
                      <a:gd name="connsiteY10" fmla="*/ 129581 h 353323"/>
                      <a:gd name="connsiteX11" fmla="*/ 149501 w 242612"/>
                      <a:gd name="connsiteY11" fmla="*/ 131877 h 353323"/>
                      <a:gd name="connsiteX12" fmla="*/ 159124 w 242612"/>
                      <a:gd name="connsiteY12" fmla="*/ 99173 h 353323"/>
                      <a:gd name="connsiteX13" fmla="*/ 221675 w 242612"/>
                      <a:gd name="connsiteY13" fmla="*/ 90320 h 353323"/>
                      <a:gd name="connsiteX14" fmla="*/ 241337 w 242612"/>
                      <a:gd name="connsiteY14" fmla="*/ 44056 h 353323"/>
                      <a:gd name="connsiteX15" fmla="*/ 231913 w 242612"/>
                      <a:gd name="connsiteY15" fmla="*/ 7351 h 353323"/>
                      <a:gd name="connsiteX16" fmla="*/ 184612 w 242612"/>
                      <a:gd name="connsiteY16" fmla="*/ 363 h 353323"/>
                      <a:gd name="connsiteX17" fmla="*/ 9687 w 242612"/>
                      <a:gd name="connsiteY17" fmla="*/ 107943 h 35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2612" h="353323">
                        <a:moveTo>
                          <a:pt x="9687" y="107943"/>
                        </a:moveTo>
                        <a:cubicBezTo>
                          <a:pt x="9687" y="107943"/>
                          <a:pt x="-2977" y="177526"/>
                          <a:pt x="655" y="191546"/>
                        </a:cubicBezTo>
                        <a:cubicBezTo>
                          <a:pt x="4287" y="205566"/>
                          <a:pt x="2122" y="242527"/>
                          <a:pt x="655" y="284583"/>
                        </a:cubicBezTo>
                        <a:cubicBezTo>
                          <a:pt x="30" y="302395"/>
                          <a:pt x="9997" y="329457"/>
                          <a:pt x="28622" y="353323"/>
                        </a:cubicBezTo>
                        <a:cubicBezTo>
                          <a:pt x="20854" y="339211"/>
                          <a:pt x="9755" y="320091"/>
                          <a:pt x="6791" y="310638"/>
                        </a:cubicBezTo>
                        <a:cubicBezTo>
                          <a:pt x="1783" y="294685"/>
                          <a:pt x="1880" y="251559"/>
                          <a:pt x="5226" y="236154"/>
                        </a:cubicBezTo>
                        <a:cubicBezTo>
                          <a:pt x="8568" y="220749"/>
                          <a:pt x="5226" y="186447"/>
                          <a:pt x="5226" y="186447"/>
                        </a:cubicBezTo>
                        <a:cubicBezTo>
                          <a:pt x="5226" y="186447"/>
                          <a:pt x="14965" y="125533"/>
                          <a:pt x="25634" y="129581"/>
                        </a:cubicBezTo>
                        <a:cubicBezTo>
                          <a:pt x="36303" y="133630"/>
                          <a:pt x="79439" y="131644"/>
                          <a:pt x="79439" y="131644"/>
                        </a:cubicBezTo>
                        <a:lnTo>
                          <a:pt x="57869" y="98262"/>
                        </a:lnTo>
                        <a:cubicBezTo>
                          <a:pt x="59307" y="100456"/>
                          <a:pt x="69879" y="115585"/>
                          <a:pt x="96917" y="129581"/>
                        </a:cubicBezTo>
                        <a:cubicBezTo>
                          <a:pt x="126149" y="144711"/>
                          <a:pt x="149501" y="131877"/>
                          <a:pt x="149501" y="131877"/>
                        </a:cubicBezTo>
                        <a:lnTo>
                          <a:pt x="159124" y="99173"/>
                        </a:lnTo>
                        <a:lnTo>
                          <a:pt x="221675" y="90320"/>
                        </a:lnTo>
                        <a:cubicBezTo>
                          <a:pt x="221675" y="90320"/>
                          <a:pt x="235424" y="51247"/>
                          <a:pt x="241337" y="44056"/>
                        </a:cubicBezTo>
                        <a:cubicBezTo>
                          <a:pt x="246243" y="38094"/>
                          <a:pt x="235671" y="15056"/>
                          <a:pt x="231913" y="7351"/>
                        </a:cubicBezTo>
                        <a:cubicBezTo>
                          <a:pt x="217791" y="3705"/>
                          <a:pt x="202124" y="1254"/>
                          <a:pt x="184612" y="363"/>
                        </a:cubicBezTo>
                        <a:cubicBezTo>
                          <a:pt x="33596" y="-7269"/>
                          <a:pt x="9687" y="107943"/>
                          <a:pt x="9687" y="107943"/>
                        </a:cubicBezTo>
                        <a:close/>
                      </a:path>
                    </a:pathLst>
                  </a:custGeom>
                  <a:solidFill>
                    <a:srgbClr val="D87D68">
                      <a:alpha val="30000"/>
                    </a:srgbClr>
                  </a:solidFill>
                  <a:ln w="4839" cap="flat">
                    <a:noFill/>
                    <a:prstDash val="solid"/>
                    <a:miter/>
                  </a:ln>
                </p:spPr>
                <p:txBody>
                  <a:bodyPr rtlCol="0" anchor="ctr"/>
                  <a:lstStyle/>
                  <a:p>
                    <a:endParaRPr lang="vi-VN"/>
                  </a:p>
                </p:txBody>
              </p:sp>
              <p:sp>
                <p:nvSpPr>
                  <p:cNvPr id="633" name="Freeform: Shape 632">
                    <a:extLst>
                      <a:ext uri="{FF2B5EF4-FFF2-40B4-BE49-F238E27FC236}">
                        <a16:creationId xmlns:a16="http://schemas.microsoft.com/office/drawing/2014/main" id="{F7667355-B11D-7BF4-7978-D9D93023A8DF}"/>
                      </a:ext>
                    </a:extLst>
                  </p:cNvPr>
                  <p:cNvSpPr/>
                  <p:nvPr/>
                </p:nvSpPr>
                <p:spPr>
                  <a:xfrm>
                    <a:off x="2673077" y="4713923"/>
                    <a:ext cx="417856" cy="348929"/>
                  </a:xfrm>
                  <a:custGeom>
                    <a:avLst/>
                    <a:gdLst>
                      <a:gd name="connsiteX0" fmla="*/ 24979 w 417856"/>
                      <a:gd name="connsiteY0" fmla="*/ 33782 h 348929"/>
                      <a:gd name="connsiteX1" fmla="*/ 13312 w 417856"/>
                      <a:gd name="connsiteY1" fmla="*/ 129371 h 348929"/>
                      <a:gd name="connsiteX2" fmla="*/ 103758 w 417856"/>
                      <a:gd name="connsiteY2" fmla="*/ 176526 h 348929"/>
                      <a:gd name="connsiteX3" fmla="*/ 82134 w 417856"/>
                      <a:gd name="connsiteY3" fmla="*/ 130645 h 348929"/>
                      <a:gd name="connsiteX4" fmla="*/ 173820 w 417856"/>
                      <a:gd name="connsiteY4" fmla="*/ 176764 h 348929"/>
                      <a:gd name="connsiteX5" fmla="*/ 194209 w 417856"/>
                      <a:gd name="connsiteY5" fmla="*/ 157411 h 348929"/>
                      <a:gd name="connsiteX6" fmla="*/ 223605 w 417856"/>
                      <a:gd name="connsiteY6" fmla="*/ 170158 h 348929"/>
                      <a:gd name="connsiteX7" fmla="*/ 256740 w 417856"/>
                      <a:gd name="connsiteY7" fmla="*/ 223687 h 348929"/>
                      <a:gd name="connsiteX8" fmla="*/ 256740 w 417856"/>
                      <a:gd name="connsiteY8" fmla="*/ 263195 h 348929"/>
                      <a:gd name="connsiteX9" fmla="*/ 263811 w 417856"/>
                      <a:gd name="connsiteY9" fmla="*/ 274663 h 348929"/>
                      <a:gd name="connsiteX10" fmla="*/ 306138 w 417856"/>
                      <a:gd name="connsiteY10" fmla="*/ 348793 h 348929"/>
                      <a:gd name="connsiteX11" fmla="*/ 372718 w 417856"/>
                      <a:gd name="connsiteY11" fmla="*/ 249175 h 348929"/>
                      <a:gd name="connsiteX12" fmla="*/ 391833 w 417856"/>
                      <a:gd name="connsiteY12" fmla="*/ 134471 h 348929"/>
                      <a:gd name="connsiteX13" fmla="*/ 410953 w 417856"/>
                      <a:gd name="connsiteY13" fmla="*/ 153586 h 348929"/>
                      <a:gd name="connsiteX14" fmla="*/ 398206 w 417856"/>
                      <a:gd name="connsiteY14" fmla="*/ 87311 h 348929"/>
                      <a:gd name="connsiteX15" fmla="*/ 212718 w 417856"/>
                      <a:gd name="connsiteY15" fmla="*/ 4468 h 348929"/>
                      <a:gd name="connsiteX16" fmla="*/ 24979 w 417856"/>
                      <a:gd name="connsiteY16" fmla="*/ 33782 h 34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7856" h="348929">
                        <a:moveTo>
                          <a:pt x="24979" y="33782"/>
                        </a:moveTo>
                        <a:cubicBezTo>
                          <a:pt x="24979" y="33782"/>
                          <a:pt x="-22370" y="75843"/>
                          <a:pt x="13312" y="129371"/>
                        </a:cubicBezTo>
                        <a:cubicBezTo>
                          <a:pt x="48999" y="182900"/>
                          <a:pt x="103758" y="176526"/>
                          <a:pt x="103758" y="176526"/>
                        </a:cubicBezTo>
                        <a:cubicBezTo>
                          <a:pt x="103758" y="176526"/>
                          <a:pt x="64293" y="121724"/>
                          <a:pt x="82134" y="130645"/>
                        </a:cubicBezTo>
                        <a:cubicBezTo>
                          <a:pt x="99976" y="139565"/>
                          <a:pt x="146976" y="180822"/>
                          <a:pt x="173820" y="176764"/>
                        </a:cubicBezTo>
                        <a:cubicBezTo>
                          <a:pt x="200664" y="172705"/>
                          <a:pt x="194209" y="157411"/>
                          <a:pt x="194209" y="157411"/>
                        </a:cubicBezTo>
                        <a:cubicBezTo>
                          <a:pt x="194209" y="157411"/>
                          <a:pt x="209590" y="170158"/>
                          <a:pt x="223605" y="170158"/>
                        </a:cubicBezTo>
                        <a:cubicBezTo>
                          <a:pt x="237625" y="170158"/>
                          <a:pt x="256740" y="204567"/>
                          <a:pt x="256740" y="223687"/>
                        </a:cubicBezTo>
                        <a:cubicBezTo>
                          <a:pt x="256740" y="242806"/>
                          <a:pt x="256740" y="263195"/>
                          <a:pt x="256740" y="263195"/>
                        </a:cubicBezTo>
                        <a:lnTo>
                          <a:pt x="263811" y="274663"/>
                        </a:lnTo>
                        <a:cubicBezTo>
                          <a:pt x="263811" y="274663"/>
                          <a:pt x="279376" y="352614"/>
                          <a:pt x="306138" y="348793"/>
                        </a:cubicBezTo>
                        <a:cubicBezTo>
                          <a:pt x="306138" y="348793"/>
                          <a:pt x="344678" y="326608"/>
                          <a:pt x="372718" y="249175"/>
                        </a:cubicBezTo>
                        <a:cubicBezTo>
                          <a:pt x="384777" y="215880"/>
                          <a:pt x="391833" y="134471"/>
                          <a:pt x="391833" y="134471"/>
                        </a:cubicBezTo>
                        <a:cubicBezTo>
                          <a:pt x="391833" y="134471"/>
                          <a:pt x="395659" y="154864"/>
                          <a:pt x="410953" y="153586"/>
                        </a:cubicBezTo>
                        <a:cubicBezTo>
                          <a:pt x="426247" y="152312"/>
                          <a:pt x="413500" y="106430"/>
                          <a:pt x="398206" y="87311"/>
                        </a:cubicBezTo>
                        <a:cubicBezTo>
                          <a:pt x="382912" y="68191"/>
                          <a:pt x="333108" y="23588"/>
                          <a:pt x="212718" y="4468"/>
                        </a:cubicBezTo>
                        <a:cubicBezTo>
                          <a:pt x="92329" y="-14652"/>
                          <a:pt x="24979" y="33782"/>
                          <a:pt x="24979" y="33782"/>
                        </a:cubicBezTo>
                        <a:close/>
                      </a:path>
                    </a:pathLst>
                  </a:custGeom>
                  <a:solidFill>
                    <a:srgbClr val="2D2929"/>
                  </a:solidFill>
                  <a:ln w="4839" cap="flat">
                    <a:noFill/>
                    <a:prstDash val="solid"/>
                    <a:miter/>
                  </a:ln>
                </p:spPr>
                <p:txBody>
                  <a:bodyPr rtlCol="0" anchor="ctr"/>
                  <a:lstStyle/>
                  <a:p>
                    <a:endParaRPr lang="vi-VN"/>
                  </a:p>
                </p:txBody>
              </p:sp>
              <p:sp>
                <p:nvSpPr>
                  <p:cNvPr id="634" name="Freeform: Shape 633">
                    <a:extLst>
                      <a:ext uri="{FF2B5EF4-FFF2-40B4-BE49-F238E27FC236}">
                        <a16:creationId xmlns:a16="http://schemas.microsoft.com/office/drawing/2014/main" id="{213B4417-9FAE-335F-4429-D5860EDAE2A7}"/>
                      </a:ext>
                    </a:extLst>
                  </p:cNvPr>
                  <p:cNvSpPr/>
                  <p:nvPr/>
                </p:nvSpPr>
                <p:spPr>
                  <a:xfrm>
                    <a:off x="2922079" y="4954991"/>
                    <a:ext cx="79927" cy="79927"/>
                  </a:xfrm>
                  <a:custGeom>
                    <a:avLst/>
                    <a:gdLst>
                      <a:gd name="connsiteX0" fmla="*/ 79927 w 79927"/>
                      <a:gd name="connsiteY0" fmla="*/ 39964 h 79927"/>
                      <a:gd name="connsiteX1" fmla="*/ 39963 w 79927"/>
                      <a:gd name="connsiteY1" fmla="*/ 79927 h 79927"/>
                      <a:gd name="connsiteX2" fmla="*/ 0 w 79927"/>
                      <a:gd name="connsiteY2" fmla="*/ 39964 h 79927"/>
                      <a:gd name="connsiteX3" fmla="*/ 39963 w 79927"/>
                      <a:gd name="connsiteY3" fmla="*/ 0 h 79927"/>
                      <a:gd name="connsiteX4" fmla="*/ 79927 w 79927"/>
                      <a:gd name="connsiteY4" fmla="*/ 39964 h 79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27" h="79927">
                        <a:moveTo>
                          <a:pt x="79927" y="39964"/>
                        </a:moveTo>
                        <a:cubicBezTo>
                          <a:pt x="79927" y="62035"/>
                          <a:pt x="62035" y="79927"/>
                          <a:pt x="39963" y="79927"/>
                        </a:cubicBezTo>
                        <a:cubicBezTo>
                          <a:pt x="17892" y="79927"/>
                          <a:pt x="0" y="62035"/>
                          <a:pt x="0" y="39964"/>
                        </a:cubicBezTo>
                        <a:cubicBezTo>
                          <a:pt x="0" y="17892"/>
                          <a:pt x="17892" y="0"/>
                          <a:pt x="39963" y="0"/>
                        </a:cubicBezTo>
                        <a:cubicBezTo>
                          <a:pt x="62035" y="0"/>
                          <a:pt x="79927" y="17892"/>
                          <a:pt x="79927" y="39964"/>
                        </a:cubicBezTo>
                        <a:close/>
                      </a:path>
                    </a:pathLst>
                  </a:custGeom>
                  <a:solidFill>
                    <a:srgbClr val="EEA786"/>
                  </a:solidFill>
                  <a:ln w="4839" cap="flat">
                    <a:noFill/>
                    <a:prstDash val="solid"/>
                    <a:miter/>
                  </a:ln>
                </p:spPr>
                <p:txBody>
                  <a:bodyPr rtlCol="0" anchor="ctr"/>
                  <a:lstStyle/>
                  <a:p>
                    <a:endParaRPr lang="vi-VN"/>
                  </a:p>
                </p:txBody>
              </p:sp>
              <p:grpSp>
                <p:nvGrpSpPr>
                  <p:cNvPr id="635" name="Graphic 1991">
                    <a:extLst>
                      <a:ext uri="{FF2B5EF4-FFF2-40B4-BE49-F238E27FC236}">
                        <a16:creationId xmlns:a16="http://schemas.microsoft.com/office/drawing/2014/main" id="{FA6382D6-0697-67F4-F18A-7031345A4A5D}"/>
                      </a:ext>
                    </a:extLst>
                  </p:cNvPr>
                  <p:cNvGrpSpPr/>
                  <p:nvPr/>
                </p:nvGrpSpPr>
                <p:grpSpPr>
                  <a:xfrm>
                    <a:off x="2729501" y="4713925"/>
                    <a:ext cx="361437" cy="153640"/>
                    <a:chOff x="2729501" y="4713925"/>
                    <a:chExt cx="361437" cy="153640"/>
                  </a:xfrm>
                  <a:solidFill>
                    <a:srgbClr val="635B5B"/>
                  </a:solidFill>
                </p:grpSpPr>
                <p:sp>
                  <p:nvSpPr>
                    <p:cNvPr id="654" name="Freeform: Shape 653">
                      <a:extLst>
                        <a:ext uri="{FF2B5EF4-FFF2-40B4-BE49-F238E27FC236}">
                          <a16:creationId xmlns:a16="http://schemas.microsoft.com/office/drawing/2014/main" id="{40ABFC90-BAC3-98BB-1527-E8BF7BBBA04B}"/>
                        </a:ext>
                      </a:extLst>
                    </p:cNvPr>
                    <p:cNvSpPr/>
                    <p:nvPr/>
                  </p:nvSpPr>
                  <p:spPr>
                    <a:xfrm>
                      <a:off x="3026864" y="4832954"/>
                      <a:ext cx="5128" cy="111"/>
                    </a:xfrm>
                    <a:custGeom>
                      <a:avLst/>
                      <a:gdLst>
                        <a:gd name="connsiteX0" fmla="*/ 0 w 5128"/>
                        <a:gd name="connsiteY0" fmla="*/ 92 h 111"/>
                        <a:gd name="connsiteX1" fmla="*/ 5129 w 5128"/>
                        <a:gd name="connsiteY1" fmla="*/ 25 h 111"/>
                        <a:gd name="connsiteX2" fmla="*/ 0 w 5128"/>
                        <a:gd name="connsiteY2" fmla="*/ 92 h 111"/>
                      </a:gdLst>
                      <a:ahLst/>
                      <a:cxnLst>
                        <a:cxn ang="0">
                          <a:pos x="connsiteX0" y="connsiteY0"/>
                        </a:cxn>
                        <a:cxn ang="0">
                          <a:pos x="connsiteX1" y="connsiteY1"/>
                        </a:cxn>
                        <a:cxn ang="0">
                          <a:pos x="connsiteX2" y="connsiteY2"/>
                        </a:cxn>
                      </a:cxnLst>
                      <a:rect l="l" t="t" r="r" b="b"/>
                      <a:pathLst>
                        <a:path w="5128" h="111">
                          <a:moveTo>
                            <a:pt x="0" y="92"/>
                          </a:moveTo>
                          <a:cubicBezTo>
                            <a:pt x="0" y="92"/>
                            <a:pt x="2092" y="165"/>
                            <a:pt x="5129" y="25"/>
                          </a:cubicBezTo>
                          <a:cubicBezTo>
                            <a:pt x="2005" y="-58"/>
                            <a:pt x="0" y="92"/>
                            <a:pt x="0" y="92"/>
                          </a:cubicBezTo>
                          <a:close/>
                        </a:path>
                      </a:pathLst>
                    </a:custGeom>
                    <a:solidFill>
                      <a:srgbClr val="635B5B"/>
                    </a:solidFill>
                    <a:ln w="4839" cap="flat">
                      <a:noFill/>
                      <a:prstDash val="solid"/>
                      <a:miter/>
                    </a:ln>
                  </p:spPr>
                  <p:txBody>
                    <a:bodyPr rtlCol="0" anchor="ctr"/>
                    <a:lstStyle/>
                    <a:p>
                      <a:endParaRPr lang="vi-VN"/>
                    </a:p>
                  </p:txBody>
                </p:sp>
                <p:sp>
                  <p:nvSpPr>
                    <p:cNvPr id="655" name="Freeform: Shape 654">
                      <a:extLst>
                        <a:ext uri="{FF2B5EF4-FFF2-40B4-BE49-F238E27FC236}">
                          <a16:creationId xmlns:a16="http://schemas.microsoft.com/office/drawing/2014/main" id="{3FF01981-AA90-2954-EC5B-02C70BA48CF7}"/>
                        </a:ext>
                      </a:extLst>
                    </p:cNvPr>
                    <p:cNvSpPr/>
                    <p:nvPr/>
                  </p:nvSpPr>
                  <p:spPr>
                    <a:xfrm>
                      <a:off x="2729501" y="4713925"/>
                      <a:ext cx="361437" cy="153640"/>
                    </a:xfrm>
                    <a:custGeom>
                      <a:avLst/>
                      <a:gdLst>
                        <a:gd name="connsiteX0" fmla="*/ 156300 w 361437"/>
                        <a:gd name="connsiteY0" fmla="*/ 4466 h 153640"/>
                        <a:gd name="connsiteX1" fmla="*/ 0 w 361437"/>
                        <a:gd name="connsiteY1" fmla="*/ 17954 h 153640"/>
                        <a:gd name="connsiteX2" fmla="*/ 0 w 361437"/>
                        <a:gd name="connsiteY2" fmla="*/ 17954 h 153640"/>
                        <a:gd name="connsiteX3" fmla="*/ 263991 w 361437"/>
                        <a:gd name="connsiteY3" fmla="*/ 58673 h 153640"/>
                        <a:gd name="connsiteX4" fmla="*/ 302492 w 361437"/>
                        <a:gd name="connsiteY4" fmla="*/ 119054 h 153640"/>
                        <a:gd name="connsiteX5" fmla="*/ 339114 w 361437"/>
                        <a:gd name="connsiteY5" fmla="*/ 144266 h 153640"/>
                        <a:gd name="connsiteX6" fmla="*/ 354534 w 361437"/>
                        <a:gd name="connsiteY6" fmla="*/ 153584 h 153640"/>
                        <a:gd name="connsiteX7" fmla="*/ 341788 w 361437"/>
                        <a:gd name="connsiteY7" fmla="*/ 87309 h 153640"/>
                        <a:gd name="connsiteX8" fmla="*/ 156300 w 361437"/>
                        <a:gd name="connsiteY8" fmla="*/ 4466 h 15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437" h="153640">
                          <a:moveTo>
                            <a:pt x="156300" y="4466"/>
                          </a:moveTo>
                          <a:cubicBezTo>
                            <a:pt x="84068" y="-7002"/>
                            <a:pt x="30956" y="5842"/>
                            <a:pt x="0" y="17954"/>
                          </a:cubicBezTo>
                          <a:lnTo>
                            <a:pt x="0" y="17954"/>
                          </a:lnTo>
                          <a:cubicBezTo>
                            <a:pt x="0" y="17954"/>
                            <a:pt x="149432" y="-4614"/>
                            <a:pt x="263991" y="58673"/>
                          </a:cubicBezTo>
                          <a:cubicBezTo>
                            <a:pt x="360176" y="111809"/>
                            <a:pt x="318377" y="118328"/>
                            <a:pt x="302492" y="119054"/>
                          </a:cubicBezTo>
                          <a:cubicBezTo>
                            <a:pt x="313210" y="119345"/>
                            <a:pt x="337182" y="122449"/>
                            <a:pt x="339114" y="144266"/>
                          </a:cubicBezTo>
                          <a:cubicBezTo>
                            <a:pt x="341967" y="149288"/>
                            <a:pt x="346766" y="154228"/>
                            <a:pt x="354534" y="153584"/>
                          </a:cubicBezTo>
                          <a:cubicBezTo>
                            <a:pt x="369828" y="152310"/>
                            <a:pt x="357081" y="106429"/>
                            <a:pt x="341788" y="87309"/>
                          </a:cubicBezTo>
                          <a:cubicBezTo>
                            <a:pt x="326494" y="68194"/>
                            <a:pt x="276689" y="23586"/>
                            <a:pt x="156300" y="4466"/>
                          </a:cubicBezTo>
                          <a:close/>
                        </a:path>
                      </a:pathLst>
                    </a:custGeom>
                    <a:solidFill>
                      <a:srgbClr val="635B5B"/>
                    </a:solidFill>
                    <a:ln w="4839" cap="flat">
                      <a:noFill/>
                      <a:prstDash val="solid"/>
                      <a:miter/>
                    </a:ln>
                  </p:spPr>
                  <p:txBody>
                    <a:bodyPr rtlCol="0" anchor="ctr"/>
                    <a:lstStyle/>
                    <a:p>
                      <a:endParaRPr lang="vi-VN"/>
                    </a:p>
                  </p:txBody>
                </p:sp>
              </p:grpSp>
              <p:grpSp>
                <p:nvGrpSpPr>
                  <p:cNvPr id="636" name="Graphic 1991">
                    <a:extLst>
                      <a:ext uri="{FF2B5EF4-FFF2-40B4-BE49-F238E27FC236}">
                        <a16:creationId xmlns:a16="http://schemas.microsoft.com/office/drawing/2014/main" id="{22AA9B31-E2A4-2501-8A38-D12BE56C2D0E}"/>
                      </a:ext>
                    </a:extLst>
                  </p:cNvPr>
                  <p:cNvGrpSpPr/>
                  <p:nvPr/>
                </p:nvGrpSpPr>
                <p:grpSpPr>
                  <a:xfrm>
                    <a:off x="2869712" y="5124305"/>
                    <a:ext cx="372645" cy="825137"/>
                    <a:chOff x="2869712" y="5124305"/>
                    <a:chExt cx="372645" cy="825137"/>
                  </a:xfrm>
                </p:grpSpPr>
                <p:sp>
                  <p:nvSpPr>
                    <p:cNvPr id="650" name="Freeform: Shape 649">
                      <a:extLst>
                        <a:ext uri="{FF2B5EF4-FFF2-40B4-BE49-F238E27FC236}">
                          <a16:creationId xmlns:a16="http://schemas.microsoft.com/office/drawing/2014/main" id="{25528354-8264-5181-B828-49193FEB68AD}"/>
                        </a:ext>
                      </a:extLst>
                    </p:cNvPr>
                    <p:cNvSpPr/>
                    <p:nvPr/>
                  </p:nvSpPr>
                  <p:spPr>
                    <a:xfrm>
                      <a:off x="2872539" y="5151412"/>
                      <a:ext cx="369817" cy="798019"/>
                    </a:xfrm>
                    <a:custGeom>
                      <a:avLst/>
                      <a:gdLst>
                        <a:gd name="connsiteX0" fmla="*/ 177833 w 369817"/>
                        <a:gd name="connsiteY0" fmla="*/ 171 h 798019"/>
                        <a:gd name="connsiteX1" fmla="*/ 313109 w 369817"/>
                        <a:gd name="connsiteY1" fmla="*/ 73720 h 798019"/>
                        <a:gd name="connsiteX2" fmla="*/ 369771 w 369817"/>
                        <a:gd name="connsiteY2" fmla="*/ 338559 h 798019"/>
                        <a:gd name="connsiteX3" fmla="*/ 321730 w 369817"/>
                        <a:gd name="connsiteY3" fmla="*/ 754908 h 798019"/>
                        <a:gd name="connsiteX4" fmla="*/ 287239 w 369817"/>
                        <a:gd name="connsiteY4" fmla="*/ 798019 h 798019"/>
                        <a:gd name="connsiteX5" fmla="*/ 38415 w 369817"/>
                        <a:gd name="connsiteY5" fmla="*/ 730718 h 798019"/>
                        <a:gd name="connsiteX6" fmla="*/ 46527 w 369817"/>
                        <a:gd name="connsiteY6" fmla="*/ 509775 h 798019"/>
                        <a:gd name="connsiteX7" fmla="*/ 3174 w 369817"/>
                        <a:gd name="connsiteY7" fmla="*/ 270807 h 798019"/>
                        <a:gd name="connsiteX8" fmla="*/ 125878 w 369817"/>
                        <a:gd name="connsiteY8" fmla="*/ 14588 h 798019"/>
                        <a:gd name="connsiteX9" fmla="*/ 177833 w 369817"/>
                        <a:gd name="connsiteY9" fmla="*/ 171 h 79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9817" h="798019">
                          <a:moveTo>
                            <a:pt x="177833" y="171"/>
                          </a:moveTo>
                          <a:cubicBezTo>
                            <a:pt x="177833" y="171"/>
                            <a:pt x="278618" y="40464"/>
                            <a:pt x="313109" y="73720"/>
                          </a:cubicBezTo>
                          <a:cubicBezTo>
                            <a:pt x="347601" y="106977"/>
                            <a:pt x="371006" y="273272"/>
                            <a:pt x="369771" y="338559"/>
                          </a:cubicBezTo>
                          <a:cubicBezTo>
                            <a:pt x="368541" y="403846"/>
                            <a:pt x="331585" y="732737"/>
                            <a:pt x="321730" y="754908"/>
                          </a:cubicBezTo>
                          <a:cubicBezTo>
                            <a:pt x="311874" y="777079"/>
                            <a:pt x="287239" y="798019"/>
                            <a:pt x="287239" y="798019"/>
                          </a:cubicBezTo>
                          <a:lnTo>
                            <a:pt x="38415" y="730718"/>
                          </a:lnTo>
                          <a:cubicBezTo>
                            <a:pt x="38415" y="730718"/>
                            <a:pt x="73115" y="623103"/>
                            <a:pt x="46527" y="509775"/>
                          </a:cubicBezTo>
                          <a:cubicBezTo>
                            <a:pt x="19940" y="396451"/>
                            <a:pt x="-9897" y="318844"/>
                            <a:pt x="3174" y="270807"/>
                          </a:cubicBezTo>
                          <a:cubicBezTo>
                            <a:pt x="16245" y="222765"/>
                            <a:pt x="103702" y="31834"/>
                            <a:pt x="125878" y="14588"/>
                          </a:cubicBezTo>
                          <a:cubicBezTo>
                            <a:pt x="148049" y="-2647"/>
                            <a:pt x="177833" y="171"/>
                            <a:pt x="177833" y="171"/>
                          </a:cubicBezTo>
                          <a:close/>
                        </a:path>
                      </a:pathLst>
                    </a:custGeom>
                    <a:solidFill>
                      <a:srgbClr val="52A1C1"/>
                    </a:solidFill>
                    <a:ln w="4839" cap="flat">
                      <a:noFill/>
                      <a:prstDash val="solid"/>
                      <a:miter/>
                    </a:ln>
                  </p:spPr>
                  <p:txBody>
                    <a:bodyPr rtlCol="0" anchor="ctr"/>
                    <a:lstStyle/>
                    <a:p>
                      <a:endParaRPr lang="vi-VN"/>
                    </a:p>
                  </p:txBody>
                </p:sp>
                <p:sp>
                  <p:nvSpPr>
                    <p:cNvPr id="651" name="Freeform: Shape 650">
                      <a:extLst>
                        <a:ext uri="{FF2B5EF4-FFF2-40B4-BE49-F238E27FC236}">
                          <a16:creationId xmlns:a16="http://schemas.microsoft.com/office/drawing/2014/main" id="{FFD0F2D6-E621-05A7-750C-91CEC0660AFB}"/>
                        </a:ext>
                      </a:extLst>
                    </p:cNvPr>
                    <p:cNvSpPr/>
                    <p:nvPr/>
                  </p:nvSpPr>
                  <p:spPr>
                    <a:xfrm>
                      <a:off x="2872539" y="5341406"/>
                      <a:ext cx="339144" cy="608035"/>
                    </a:xfrm>
                    <a:custGeom>
                      <a:avLst/>
                      <a:gdLst>
                        <a:gd name="connsiteX0" fmla="*/ 261378 w 339144"/>
                        <a:gd name="connsiteY0" fmla="*/ 413743 h 608035"/>
                        <a:gd name="connsiteX1" fmla="*/ 67468 w 339144"/>
                        <a:gd name="connsiteY1" fmla="*/ 251685 h 608035"/>
                        <a:gd name="connsiteX2" fmla="*/ 49535 w 339144"/>
                        <a:gd name="connsiteY2" fmla="*/ 0 h 608035"/>
                        <a:gd name="connsiteX3" fmla="*/ 19557 w 339144"/>
                        <a:gd name="connsiteY3" fmla="*/ 35566 h 608035"/>
                        <a:gd name="connsiteX4" fmla="*/ 3174 w 339144"/>
                        <a:gd name="connsiteY4" fmla="*/ 80818 h 608035"/>
                        <a:gd name="connsiteX5" fmla="*/ 46527 w 339144"/>
                        <a:gd name="connsiteY5" fmla="*/ 319791 h 608035"/>
                        <a:gd name="connsiteX6" fmla="*/ 38415 w 339144"/>
                        <a:gd name="connsiteY6" fmla="*/ 540734 h 608035"/>
                        <a:gd name="connsiteX7" fmla="*/ 287239 w 339144"/>
                        <a:gd name="connsiteY7" fmla="*/ 608036 h 608035"/>
                        <a:gd name="connsiteX8" fmla="*/ 321730 w 339144"/>
                        <a:gd name="connsiteY8" fmla="*/ 564924 h 608035"/>
                        <a:gd name="connsiteX9" fmla="*/ 339145 w 339144"/>
                        <a:gd name="connsiteY9" fmla="*/ 454913 h 608035"/>
                        <a:gd name="connsiteX10" fmla="*/ 261378 w 339144"/>
                        <a:gd name="connsiteY10" fmla="*/ 413743 h 608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9144" h="608035">
                          <a:moveTo>
                            <a:pt x="261378" y="413743"/>
                          </a:moveTo>
                          <a:cubicBezTo>
                            <a:pt x="261378" y="413743"/>
                            <a:pt x="131617" y="358166"/>
                            <a:pt x="67468" y="251685"/>
                          </a:cubicBezTo>
                          <a:cubicBezTo>
                            <a:pt x="3319" y="145205"/>
                            <a:pt x="49535" y="0"/>
                            <a:pt x="49535" y="0"/>
                          </a:cubicBezTo>
                          <a:lnTo>
                            <a:pt x="19557" y="35566"/>
                          </a:lnTo>
                          <a:cubicBezTo>
                            <a:pt x="11746" y="54880"/>
                            <a:pt x="5871" y="70900"/>
                            <a:pt x="3174" y="80818"/>
                          </a:cubicBezTo>
                          <a:cubicBezTo>
                            <a:pt x="-9897" y="128860"/>
                            <a:pt x="19940" y="206462"/>
                            <a:pt x="46527" y="319791"/>
                          </a:cubicBezTo>
                          <a:cubicBezTo>
                            <a:pt x="73115" y="433115"/>
                            <a:pt x="38415" y="540734"/>
                            <a:pt x="38415" y="540734"/>
                          </a:cubicBezTo>
                          <a:lnTo>
                            <a:pt x="287239" y="608036"/>
                          </a:lnTo>
                          <a:cubicBezTo>
                            <a:pt x="287239" y="608036"/>
                            <a:pt x="311874" y="587095"/>
                            <a:pt x="321730" y="564924"/>
                          </a:cubicBezTo>
                          <a:cubicBezTo>
                            <a:pt x="325149" y="557233"/>
                            <a:pt x="331827" y="512616"/>
                            <a:pt x="339145" y="454913"/>
                          </a:cubicBezTo>
                          <a:cubicBezTo>
                            <a:pt x="303099" y="435284"/>
                            <a:pt x="261378" y="413743"/>
                            <a:pt x="261378" y="413743"/>
                          </a:cubicBezTo>
                          <a:close/>
                        </a:path>
                      </a:pathLst>
                    </a:custGeom>
                    <a:solidFill>
                      <a:srgbClr val="3888A0"/>
                    </a:solidFill>
                    <a:ln w="4839" cap="flat">
                      <a:noFill/>
                      <a:prstDash val="solid"/>
                      <a:miter/>
                    </a:ln>
                  </p:spPr>
                  <p:txBody>
                    <a:bodyPr rtlCol="0" anchor="ctr"/>
                    <a:lstStyle/>
                    <a:p>
                      <a:endParaRPr lang="vi-VN"/>
                    </a:p>
                  </p:txBody>
                </p:sp>
                <p:sp>
                  <p:nvSpPr>
                    <p:cNvPr id="652" name="Freeform: Shape 651">
                      <a:extLst>
                        <a:ext uri="{FF2B5EF4-FFF2-40B4-BE49-F238E27FC236}">
                          <a16:creationId xmlns:a16="http://schemas.microsoft.com/office/drawing/2014/main" id="{8165CDAA-2797-F73E-E8F4-3F5C9DF5C25C}"/>
                        </a:ext>
                      </a:extLst>
                    </p:cNvPr>
                    <p:cNvSpPr/>
                    <p:nvPr/>
                  </p:nvSpPr>
                  <p:spPr>
                    <a:xfrm>
                      <a:off x="2869712" y="5124305"/>
                      <a:ext cx="180662" cy="334251"/>
                    </a:xfrm>
                    <a:custGeom>
                      <a:avLst/>
                      <a:gdLst>
                        <a:gd name="connsiteX0" fmla="*/ 169139 w 180662"/>
                        <a:gd name="connsiteY0" fmla="*/ 15637 h 334251"/>
                        <a:gd name="connsiteX1" fmla="*/ 147181 w 180662"/>
                        <a:gd name="connsiteY1" fmla="*/ 2808 h 334251"/>
                        <a:gd name="connsiteX2" fmla="*/ 122424 w 180662"/>
                        <a:gd name="connsiteY2" fmla="*/ 5932 h 334251"/>
                        <a:gd name="connsiteX3" fmla="*/ 42478 w 180662"/>
                        <a:gd name="connsiteY3" fmla="*/ 88508 h 334251"/>
                        <a:gd name="connsiteX4" fmla="*/ 14147 w 180662"/>
                        <a:gd name="connsiteY4" fmla="*/ 158720 h 334251"/>
                        <a:gd name="connsiteX5" fmla="*/ 31392 w 180662"/>
                        <a:gd name="connsiteY5" fmla="*/ 180891 h 334251"/>
                        <a:gd name="connsiteX6" fmla="*/ 12916 w 180662"/>
                        <a:gd name="connsiteY6" fmla="*/ 236323 h 334251"/>
                        <a:gd name="connsiteX7" fmla="*/ 1918 w 180662"/>
                        <a:gd name="connsiteY7" fmla="*/ 334251 h 334251"/>
                        <a:gd name="connsiteX8" fmla="*/ 36317 w 180662"/>
                        <a:gd name="connsiteY8" fmla="*/ 247408 h 334251"/>
                        <a:gd name="connsiteX9" fmla="*/ 76969 w 180662"/>
                        <a:gd name="connsiteY9" fmla="*/ 159950 h 334251"/>
                        <a:gd name="connsiteX10" fmla="*/ 105300 w 180662"/>
                        <a:gd name="connsiteY10" fmla="*/ 194441 h 334251"/>
                        <a:gd name="connsiteX11" fmla="*/ 139791 w 180662"/>
                        <a:gd name="connsiteY11" fmla="*/ 130389 h 334251"/>
                        <a:gd name="connsiteX12" fmla="*/ 177745 w 180662"/>
                        <a:gd name="connsiteY12" fmla="*/ 46951 h 334251"/>
                        <a:gd name="connsiteX13" fmla="*/ 169139 w 180662"/>
                        <a:gd name="connsiteY13" fmla="*/ 15637 h 33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662" h="334251">
                          <a:moveTo>
                            <a:pt x="169139" y="15637"/>
                          </a:moveTo>
                          <a:lnTo>
                            <a:pt x="147181" y="2808"/>
                          </a:lnTo>
                          <a:cubicBezTo>
                            <a:pt x="139161" y="-1875"/>
                            <a:pt x="129020" y="-611"/>
                            <a:pt x="122424" y="5932"/>
                          </a:cubicBezTo>
                          <a:cubicBezTo>
                            <a:pt x="105900" y="22325"/>
                            <a:pt x="73583" y="54811"/>
                            <a:pt x="42478" y="88508"/>
                          </a:cubicBezTo>
                          <a:cubicBezTo>
                            <a:pt x="-1869" y="136549"/>
                            <a:pt x="1826" y="150100"/>
                            <a:pt x="14147" y="158720"/>
                          </a:cubicBezTo>
                          <a:cubicBezTo>
                            <a:pt x="26467" y="167345"/>
                            <a:pt x="31392" y="180891"/>
                            <a:pt x="31392" y="180891"/>
                          </a:cubicBezTo>
                          <a:cubicBezTo>
                            <a:pt x="31392" y="180891"/>
                            <a:pt x="25401" y="209498"/>
                            <a:pt x="12916" y="236323"/>
                          </a:cubicBezTo>
                          <a:cubicBezTo>
                            <a:pt x="-6794" y="278669"/>
                            <a:pt x="1918" y="334251"/>
                            <a:pt x="1918" y="334251"/>
                          </a:cubicBezTo>
                          <a:cubicBezTo>
                            <a:pt x="1918" y="334251"/>
                            <a:pt x="3342" y="278766"/>
                            <a:pt x="36317" y="247408"/>
                          </a:cubicBezTo>
                          <a:cubicBezTo>
                            <a:pt x="73889" y="211687"/>
                            <a:pt x="76969" y="159950"/>
                            <a:pt x="76969" y="159950"/>
                          </a:cubicBezTo>
                          <a:lnTo>
                            <a:pt x="105300" y="194441"/>
                          </a:lnTo>
                          <a:cubicBezTo>
                            <a:pt x="105300" y="194441"/>
                            <a:pt x="126240" y="174731"/>
                            <a:pt x="139791" y="130389"/>
                          </a:cubicBezTo>
                          <a:cubicBezTo>
                            <a:pt x="148430" y="102116"/>
                            <a:pt x="166083" y="67979"/>
                            <a:pt x="177745" y="46951"/>
                          </a:cubicBezTo>
                          <a:cubicBezTo>
                            <a:pt x="183871" y="35904"/>
                            <a:pt x="180045" y="22010"/>
                            <a:pt x="169139" y="15637"/>
                          </a:cubicBezTo>
                          <a:close/>
                        </a:path>
                      </a:pathLst>
                    </a:custGeom>
                    <a:solidFill>
                      <a:srgbClr val="4B69A3"/>
                    </a:solidFill>
                    <a:ln w="4839" cap="flat">
                      <a:noFill/>
                      <a:prstDash val="solid"/>
                      <a:miter/>
                    </a:ln>
                  </p:spPr>
                  <p:txBody>
                    <a:bodyPr rtlCol="0" anchor="ctr"/>
                    <a:lstStyle/>
                    <a:p>
                      <a:endParaRPr lang="vi-VN"/>
                    </a:p>
                  </p:txBody>
                </p:sp>
                <p:sp>
                  <p:nvSpPr>
                    <p:cNvPr id="653" name="Freeform: Shape 652">
                      <a:extLst>
                        <a:ext uri="{FF2B5EF4-FFF2-40B4-BE49-F238E27FC236}">
                          <a16:creationId xmlns:a16="http://schemas.microsoft.com/office/drawing/2014/main" id="{B801CBFF-FD29-AE2C-A992-667E97AE5E0C}"/>
                        </a:ext>
                      </a:extLst>
                    </p:cNvPr>
                    <p:cNvSpPr/>
                    <p:nvPr/>
                  </p:nvSpPr>
                  <p:spPr>
                    <a:xfrm>
                      <a:off x="2889355" y="5257817"/>
                      <a:ext cx="59428" cy="41543"/>
                    </a:xfrm>
                    <a:custGeom>
                      <a:avLst/>
                      <a:gdLst>
                        <a:gd name="connsiteX0" fmla="*/ 58870 w 59428"/>
                        <a:gd name="connsiteY0" fmla="*/ 26263 h 41543"/>
                        <a:gd name="connsiteX1" fmla="*/ 37862 w 59428"/>
                        <a:gd name="connsiteY1" fmla="*/ 13115 h 41543"/>
                        <a:gd name="connsiteX2" fmla="*/ 18490 w 59428"/>
                        <a:gd name="connsiteY2" fmla="*/ 2209 h 41543"/>
                        <a:gd name="connsiteX3" fmla="*/ 1017 w 59428"/>
                        <a:gd name="connsiteY3" fmla="*/ 3657 h 41543"/>
                        <a:gd name="connsiteX4" fmla="*/ 7255 w 59428"/>
                        <a:gd name="connsiteY4" fmla="*/ 20321 h 41543"/>
                        <a:gd name="connsiteX5" fmla="*/ 15933 w 59428"/>
                        <a:gd name="connsiteY5" fmla="*/ 30932 h 41543"/>
                        <a:gd name="connsiteX6" fmla="*/ 24563 w 59428"/>
                        <a:gd name="connsiteY6" fmla="*/ 41199 h 41543"/>
                        <a:gd name="connsiteX7" fmla="*/ 26462 w 59428"/>
                        <a:gd name="connsiteY7" fmla="*/ 39664 h 41543"/>
                        <a:gd name="connsiteX8" fmla="*/ 18088 w 59428"/>
                        <a:gd name="connsiteY8" fmla="*/ 29038 h 41543"/>
                        <a:gd name="connsiteX9" fmla="*/ 9686 w 59428"/>
                        <a:gd name="connsiteY9" fmla="*/ 18660 h 41543"/>
                        <a:gd name="connsiteX10" fmla="*/ 3027 w 59428"/>
                        <a:gd name="connsiteY10" fmla="*/ 7841 h 41543"/>
                        <a:gd name="connsiteX11" fmla="*/ 12296 w 59428"/>
                        <a:gd name="connsiteY11" fmla="*/ 3332 h 41543"/>
                        <a:gd name="connsiteX12" fmla="*/ 34772 w 59428"/>
                        <a:gd name="connsiteY12" fmla="*/ 14529 h 41543"/>
                        <a:gd name="connsiteX13" fmla="*/ 57214 w 59428"/>
                        <a:gd name="connsiteY13" fmla="*/ 28336 h 41543"/>
                        <a:gd name="connsiteX14" fmla="*/ 58870 w 59428"/>
                        <a:gd name="connsiteY14" fmla="*/ 26263 h 41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428" h="41543">
                          <a:moveTo>
                            <a:pt x="58870" y="26263"/>
                          </a:moveTo>
                          <a:cubicBezTo>
                            <a:pt x="51882" y="21856"/>
                            <a:pt x="44889" y="17464"/>
                            <a:pt x="37862" y="13115"/>
                          </a:cubicBezTo>
                          <a:cubicBezTo>
                            <a:pt x="31605" y="9240"/>
                            <a:pt x="25391" y="4867"/>
                            <a:pt x="18490" y="2209"/>
                          </a:cubicBezTo>
                          <a:cubicBezTo>
                            <a:pt x="13565" y="315"/>
                            <a:pt x="4281" y="-2232"/>
                            <a:pt x="1017" y="3657"/>
                          </a:cubicBezTo>
                          <a:cubicBezTo>
                            <a:pt x="-2417" y="9851"/>
                            <a:pt x="3652" y="15904"/>
                            <a:pt x="7255" y="20321"/>
                          </a:cubicBezTo>
                          <a:cubicBezTo>
                            <a:pt x="10141" y="23861"/>
                            <a:pt x="13018" y="27411"/>
                            <a:pt x="15933" y="30932"/>
                          </a:cubicBezTo>
                          <a:cubicBezTo>
                            <a:pt x="18771" y="34361"/>
                            <a:pt x="21473" y="37998"/>
                            <a:pt x="24563" y="41199"/>
                          </a:cubicBezTo>
                          <a:cubicBezTo>
                            <a:pt x="25527" y="42196"/>
                            <a:pt x="27236" y="40826"/>
                            <a:pt x="26462" y="39664"/>
                          </a:cubicBezTo>
                          <a:cubicBezTo>
                            <a:pt x="23968" y="35939"/>
                            <a:pt x="20887" y="32540"/>
                            <a:pt x="18088" y="29038"/>
                          </a:cubicBezTo>
                          <a:cubicBezTo>
                            <a:pt x="15304" y="25566"/>
                            <a:pt x="12490" y="22113"/>
                            <a:pt x="9686" y="18660"/>
                          </a:cubicBezTo>
                          <a:cubicBezTo>
                            <a:pt x="7235" y="15643"/>
                            <a:pt x="3206" y="12001"/>
                            <a:pt x="3027" y="7841"/>
                          </a:cubicBezTo>
                          <a:cubicBezTo>
                            <a:pt x="2799" y="2490"/>
                            <a:pt x="8490" y="2669"/>
                            <a:pt x="12296" y="3332"/>
                          </a:cubicBezTo>
                          <a:cubicBezTo>
                            <a:pt x="20558" y="4775"/>
                            <a:pt x="27798" y="10195"/>
                            <a:pt x="34772" y="14529"/>
                          </a:cubicBezTo>
                          <a:cubicBezTo>
                            <a:pt x="42235" y="19168"/>
                            <a:pt x="49717" y="23760"/>
                            <a:pt x="57214" y="28336"/>
                          </a:cubicBezTo>
                          <a:cubicBezTo>
                            <a:pt x="58643" y="29208"/>
                            <a:pt x="60323" y="27179"/>
                            <a:pt x="58870" y="26263"/>
                          </a:cubicBezTo>
                          <a:close/>
                        </a:path>
                      </a:pathLst>
                    </a:custGeom>
                    <a:solidFill>
                      <a:srgbClr val="21447C"/>
                    </a:solidFill>
                    <a:ln w="4839" cap="flat">
                      <a:noFill/>
                      <a:prstDash val="solid"/>
                      <a:miter/>
                    </a:ln>
                  </p:spPr>
                  <p:txBody>
                    <a:bodyPr rtlCol="0" anchor="ctr"/>
                    <a:lstStyle/>
                    <a:p>
                      <a:endParaRPr lang="vi-VN"/>
                    </a:p>
                  </p:txBody>
                </p:sp>
              </p:grpSp>
              <p:grpSp>
                <p:nvGrpSpPr>
                  <p:cNvPr id="637" name="Graphic 1991">
                    <a:extLst>
                      <a:ext uri="{FF2B5EF4-FFF2-40B4-BE49-F238E27FC236}">
                        <a16:creationId xmlns:a16="http://schemas.microsoft.com/office/drawing/2014/main" id="{DB7B59A6-3463-8C48-C9A2-390182523B92}"/>
                      </a:ext>
                    </a:extLst>
                  </p:cNvPr>
                  <p:cNvGrpSpPr/>
                  <p:nvPr/>
                </p:nvGrpSpPr>
                <p:grpSpPr>
                  <a:xfrm>
                    <a:off x="2516436" y="5228006"/>
                    <a:ext cx="766821" cy="632933"/>
                    <a:chOff x="2516436" y="5228006"/>
                    <a:chExt cx="766821" cy="632933"/>
                  </a:xfrm>
                </p:grpSpPr>
                <p:grpSp>
                  <p:nvGrpSpPr>
                    <p:cNvPr id="638" name="Graphic 1991">
                      <a:extLst>
                        <a:ext uri="{FF2B5EF4-FFF2-40B4-BE49-F238E27FC236}">
                          <a16:creationId xmlns:a16="http://schemas.microsoft.com/office/drawing/2014/main" id="{55C9B9F4-2411-F00F-6A4C-3A5A9D6CFF25}"/>
                        </a:ext>
                      </a:extLst>
                    </p:cNvPr>
                    <p:cNvGrpSpPr/>
                    <p:nvPr/>
                  </p:nvGrpSpPr>
                  <p:grpSpPr>
                    <a:xfrm>
                      <a:off x="2516436" y="5669595"/>
                      <a:ext cx="610796" cy="166948"/>
                      <a:chOff x="2516436" y="5669595"/>
                      <a:chExt cx="610796" cy="166948"/>
                    </a:xfrm>
                  </p:grpSpPr>
                  <p:sp>
                    <p:nvSpPr>
                      <p:cNvPr id="645" name="Freeform: Shape 644">
                        <a:extLst>
                          <a:ext uri="{FF2B5EF4-FFF2-40B4-BE49-F238E27FC236}">
                            <a16:creationId xmlns:a16="http://schemas.microsoft.com/office/drawing/2014/main" id="{1D703D5F-FED4-CE04-297D-75E4F14930AA}"/>
                          </a:ext>
                        </a:extLst>
                      </p:cNvPr>
                      <p:cNvSpPr/>
                      <p:nvPr/>
                    </p:nvSpPr>
                    <p:spPr>
                      <a:xfrm>
                        <a:off x="2516436" y="5669595"/>
                        <a:ext cx="610796" cy="166948"/>
                      </a:xfrm>
                      <a:custGeom>
                        <a:avLst/>
                        <a:gdLst>
                          <a:gd name="connsiteX0" fmla="*/ 581604 w 610796"/>
                          <a:gd name="connsiteY0" fmla="*/ 26810 h 166948"/>
                          <a:gd name="connsiteX1" fmla="*/ 348888 w 610796"/>
                          <a:gd name="connsiteY1" fmla="*/ 4925 h 166948"/>
                          <a:gd name="connsiteX2" fmla="*/ 175202 w 610796"/>
                          <a:gd name="connsiteY2" fmla="*/ 0 h 166948"/>
                          <a:gd name="connsiteX3" fmla="*/ 29848 w 610796"/>
                          <a:gd name="connsiteY3" fmla="*/ 44346 h 166948"/>
                          <a:gd name="connsiteX4" fmla="*/ 29848 w 610796"/>
                          <a:gd name="connsiteY4" fmla="*/ 64769 h 166948"/>
                          <a:gd name="connsiteX5" fmla="*/ 287 w 610796"/>
                          <a:gd name="connsiteY5" fmla="*/ 93618 h 166948"/>
                          <a:gd name="connsiteX6" fmla="*/ 109915 w 610796"/>
                          <a:gd name="connsiteY6" fmla="*/ 80068 h 166948"/>
                          <a:gd name="connsiteX7" fmla="*/ 34773 w 610796"/>
                          <a:gd name="connsiteY7" fmla="*/ 157670 h 166948"/>
                          <a:gd name="connsiteX8" fmla="*/ 82814 w 610796"/>
                          <a:gd name="connsiteY8" fmla="*/ 146585 h 166948"/>
                          <a:gd name="connsiteX9" fmla="*/ 71729 w 610796"/>
                          <a:gd name="connsiteY9" fmla="*/ 166295 h 166948"/>
                          <a:gd name="connsiteX10" fmla="*/ 178897 w 610796"/>
                          <a:gd name="connsiteY10" fmla="*/ 133034 h 166948"/>
                          <a:gd name="connsiteX11" fmla="*/ 318092 w 610796"/>
                          <a:gd name="connsiteY11" fmla="*/ 102238 h 166948"/>
                          <a:gd name="connsiteX12" fmla="*/ 546348 w 610796"/>
                          <a:gd name="connsiteY12" fmla="*/ 154275 h 166948"/>
                          <a:gd name="connsiteX13" fmla="*/ 607567 w 610796"/>
                          <a:gd name="connsiteY13" fmla="*/ 83472 h 166948"/>
                          <a:gd name="connsiteX14" fmla="*/ 581604 w 610796"/>
                          <a:gd name="connsiteY14" fmla="*/ 26810 h 166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0796" h="166948">
                            <a:moveTo>
                              <a:pt x="581604" y="26810"/>
                            </a:moveTo>
                            <a:cubicBezTo>
                              <a:pt x="581604" y="26810"/>
                              <a:pt x="353813" y="4925"/>
                              <a:pt x="348888" y="4925"/>
                            </a:cubicBezTo>
                            <a:cubicBezTo>
                              <a:pt x="343963" y="4925"/>
                              <a:pt x="175202" y="0"/>
                              <a:pt x="175202" y="0"/>
                            </a:cubicBezTo>
                            <a:cubicBezTo>
                              <a:pt x="175202" y="0"/>
                              <a:pt x="41795" y="33058"/>
                              <a:pt x="29848" y="44346"/>
                            </a:cubicBezTo>
                            <a:cubicBezTo>
                              <a:pt x="12665" y="60585"/>
                              <a:pt x="29848" y="64769"/>
                              <a:pt x="29848" y="64769"/>
                            </a:cubicBezTo>
                            <a:cubicBezTo>
                              <a:pt x="29848" y="64769"/>
                              <a:pt x="-3409" y="78833"/>
                              <a:pt x="287" y="93618"/>
                            </a:cubicBezTo>
                            <a:cubicBezTo>
                              <a:pt x="3982" y="108399"/>
                              <a:pt x="91440" y="75142"/>
                              <a:pt x="109915" y="80068"/>
                            </a:cubicBezTo>
                            <a:cubicBezTo>
                              <a:pt x="128391" y="84993"/>
                              <a:pt x="15067" y="131804"/>
                              <a:pt x="34773" y="157670"/>
                            </a:cubicBezTo>
                            <a:cubicBezTo>
                              <a:pt x="34773" y="157670"/>
                              <a:pt x="43398" y="162595"/>
                              <a:pt x="82814" y="146585"/>
                            </a:cubicBezTo>
                            <a:cubicBezTo>
                              <a:pt x="82814" y="146585"/>
                              <a:pt x="61874" y="160135"/>
                              <a:pt x="71729" y="166295"/>
                            </a:cubicBezTo>
                            <a:cubicBezTo>
                              <a:pt x="81584" y="172456"/>
                              <a:pt x="178897" y="133034"/>
                              <a:pt x="178897" y="133034"/>
                            </a:cubicBezTo>
                            <a:cubicBezTo>
                              <a:pt x="178897" y="133034"/>
                              <a:pt x="287296" y="131804"/>
                              <a:pt x="318092" y="102238"/>
                            </a:cubicBezTo>
                            <a:lnTo>
                              <a:pt x="546348" y="154275"/>
                            </a:lnTo>
                            <a:cubicBezTo>
                              <a:pt x="546348" y="154275"/>
                              <a:pt x="592781" y="125068"/>
                              <a:pt x="607567" y="83472"/>
                            </a:cubicBezTo>
                            <a:cubicBezTo>
                              <a:pt x="622347" y="41877"/>
                              <a:pt x="581604" y="26810"/>
                              <a:pt x="581604" y="26810"/>
                            </a:cubicBezTo>
                            <a:close/>
                          </a:path>
                        </a:pathLst>
                      </a:custGeom>
                      <a:solidFill>
                        <a:srgbClr val="EEA786"/>
                      </a:solidFill>
                      <a:ln w="4839" cap="flat">
                        <a:noFill/>
                        <a:prstDash val="solid"/>
                        <a:miter/>
                      </a:ln>
                    </p:spPr>
                    <p:txBody>
                      <a:bodyPr rtlCol="0" anchor="ctr"/>
                      <a:lstStyle/>
                      <a:p>
                        <a:endParaRPr lang="vi-VN"/>
                      </a:p>
                    </p:txBody>
                  </p:sp>
                  <p:sp>
                    <p:nvSpPr>
                      <p:cNvPr id="646" name="Freeform: Shape 645">
                        <a:extLst>
                          <a:ext uri="{FF2B5EF4-FFF2-40B4-BE49-F238E27FC236}">
                            <a16:creationId xmlns:a16="http://schemas.microsoft.com/office/drawing/2014/main" id="{D79D3C7E-4746-B1F0-B59A-C13905ADD1A7}"/>
                          </a:ext>
                        </a:extLst>
                      </p:cNvPr>
                      <p:cNvSpPr/>
                      <p:nvPr/>
                    </p:nvSpPr>
                    <p:spPr>
                      <a:xfrm>
                        <a:off x="2596385" y="5766011"/>
                        <a:ext cx="86896" cy="52614"/>
                      </a:xfrm>
                      <a:custGeom>
                        <a:avLst/>
                        <a:gdLst>
                          <a:gd name="connsiteX0" fmla="*/ 85898 w 86896"/>
                          <a:gd name="connsiteY0" fmla="*/ 1 h 52614"/>
                          <a:gd name="connsiteX1" fmla="*/ 50380 w 86896"/>
                          <a:gd name="connsiteY1" fmla="*/ 14501 h 52614"/>
                          <a:gd name="connsiteX2" fmla="*/ 19865 w 86896"/>
                          <a:gd name="connsiteY2" fmla="*/ 38962 h 52614"/>
                          <a:gd name="connsiteX3" fmla="*/ 10721 w 86896"/>
                          <a:gd name="connsiteY3" fmla="*/ 45108 h 52614"/>
                          <a:gd name="connsiteX4" fmla="*/ 430 w 86896"/>
                          <a:gd name="connsiteY4" fmla="*/ 50619 h 52614"/>
                          <a:gd name="connsiteX5" fmla="*/ 1302 w 86896"/>
                          <a:gd name="connsiteY5" fmla="*/ 52595 h 52614"/>
                          <a:gd name="connsiteX6" fmla="*/ 18630 w 86896"/>
                          <a:gd name="connsiteY6" fmla="*/ 43655 h 52614"/>
                          <a:gd name="connsiteX7" fmla="*/ 33565 w 86896"/>
                          <a:gd name="connsiteY7" fmla="*/ 32042 h 52614"/>
                          <a:gd name="connsiteX8" fmla="*/ 64473 w 86896"/>
                          <a:gd name="connsiteY8" fmla="*/ 9154 h 52614"/>
                          <a:gd name="connsiteX9" fmla="*/ 85995 w 86896"/>
                          <a:gd name="connsiteY9" fmla="*/ 1977 h 52614"/>
                          <a:gd name="connsiteX10" fmla="*/ 85898 w 86896"/>
                          <a:gd name="connsiteY10" fmla="*/ 1 h 5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896" h="52614">
                            <a:moveTo>
                              <a:pt x="85898" y="1"/>
                            </a:moveTo>
                            <a:cubicBezTo>
                              <a:pt x="72764" y="480"/>
                              <a:pt x="60855" y="6989"/>
                              <a:pt x="50380" y="14501"/>
                            </a:cubicBezTo>
                            <a:cubicBezTo>
                              <a:pt x="39774" y="22104"/>
                              <a:pt x="30384" y="31242"/>
                              <a:pt x="19865" y="38962"/>
                            </a:cubicBezTo>
                            <a:cubicBezTo>
                              <a:pt x="16901" y="41136"/>
                              <a:pt x="13884" y="43229"/>
                              <a:pt x="10721" y="45108"/>
                            </a:cubicBezTo>
                            <a:cubicBezTo>
                              <a:pt x="7380" y="47098"/>
                              <a:pt x="3690" y="48517"/>
                              <a:pt x="430" y="50619"/>
                            </a:cubicBezTo>
                            <a:cubicBezTo>
                              <a:pt x="-519" y="51229"/>
                              <a:pt x="251" y="52808"/>
                              <a:pt x="1302" y="52595"/>
                            </a:cubicBezTo>
                            <a:cubicBezTo>
                              <a:pt x="7472" y="51340"/>
                              <a:pt x="13501" y="47146"/>
                              <a:pt x="18630" y="43655"/>
                            </a:cubicBezTo>
                            <a:cubicBezTo>
                              <a:pt x="23841" y="40105"/>
                              <a:pt x="28732" y="36090"/>
                              <a:pt x="33565" y="32042"/>
                            </a:cubicBezTo>
                            <a:cubicBezTo>
                              <a:pt x="43392" y="23813"/>
                              <a:pt x="53087" y="15198"/>
                              <a:pt x="64473" y="9154"/>
                            </a:cubicBezTo>
                            <a:cubicBezTo>
                              <a:pt x="71166" y="5599"/>
                              <a:pt x="78498" y="3125"/>
                              <a:pt x="85995" y="1977"/>
                            </a:cubicBezTo>
                            <a:cubicBezTo>
                              <a:pt x="87225" y="1788"/>
                              <a:pt x="87200" y="-48"/>
                              <a:pt x="85898" y="1"/>
                            </a:cubicBezTo>
                            <a:close/>
                          </a:path>
                        </a:pathLst>
                      </a:custGeom>
                      <a:solidFill>
                        <a:srgbClr val="E77350"/>
                      </a:solidFill>
                      <a:ln w="4839" cap="flat">
                        <a:noFill/>
                        <a:prstDash val="solid"/>
                        <a:miter/>
                      </a:ln>
                    </p:spPr>
                    <p:txBody>
                      <a:bodyPr rtlCol="0" anchor="ctr"/>
                      <a:lstStyle/>
                      <a:p>
                        <a:endParaRPr lang="vi-VN"/>
                      </a:p>
                    </p:txBody>
                  </p:sp>
                  <p:sp>
                    <p:nvSpPr>
                      <p:cNvPr id="647" name="Freeform: Shape 646">
                        <a:extLst>
                          <a:ext uri="{FF2B5EF4-FFF2-40B4-BE49-F238E27FC236}">
                            <a16:creationId xmlns:a16="http://schemas.microsoft.com/office/drawing/2014/main" id="{9EF978EC-BF8D-4BF8-2831-AAA576871CE1}"/>
                          </a:ext>
                        </a:extLst>
                      </p:cNvPr>
                      <p:cNvSpPr/>
                      <p:nvPr/>
                    </p:nvSpPr>
                    <p:spPr>
                      <a:xfrm>
                        <a:off x="2626072" y="5722918"/>
                        <a:ext cx="47828" cy="32229"/>
                      </a:xfrm>
                      <a:custGeom>
                        <a:avLst/>
                        <a:gdLst>
                          <a:gd name="connsiteX0" fmla="*/ 47339 w 47828"/>
                          <a:gd name="connsiteY0" fmla="*/ 1246 h 32229"/>
                          <a:gd name="connsiteX1" fmla="*/ 35958 w 47828"/>
                          <a:gd name="connsiteY1" fmla="*/ 2094 h 32229"/>
                          <a:gd name="connsiteX2" fmla="*/ 24809 w 47828"/>
                          <a:gd name="connsiteY2" fmla="*/ 11615 h 32229"/>
                          <a:gd name="connsiteX3" fmla="*/ 280 w 47828"/>
                          <a:gd name="connsiteY3" fmla="*/ 30672 h 32229"/>
                          <a:gd name="connsiteX4" fmla="*/ 1530 w 47828"/>
                          <a:gd name="connsiteY4" fmla="*/ 32110 h 32229"/>
                          <a:gd name="connsiteX5" fmla="*/ 14005 w 47828"/>
                          <a:gd name="connsiteY5" fmla="*/ 23572 h 32229"/>
                          <a:gd name="connsiteX6" fmla="*/ 24669 w 47828"/>
                          <a:gd name="connsiteY6" fmla="*/ 15809 h 32229"/>
                          <a:gd name="connsiteX7" fmla="*/ 33691 w 47828"/>
                          <a:gd name="connsiteY7" fmla="*/ 7862 h 32229"/>
                          <a:gd name="connsiteX8" fmla="*/ 46651 w 47828"/>
                          <a:gd name="connsiteY8" fmla="*/ 3290 h 32229"/>
                          <a:gd name="connsiteX9" fmla="*/ 47339 w 47828"/>
                          <a:gd name="connsiteY9" fmla="*/ 1246 h 3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828" h="32229">
                            <a:moveTo>
                              <a:pt x="47339" y="1246"/>
                            </a:moveTo>
                            <a:cubicBezTo>
                              <a:pt x="43798" y="-1010"/>
                              <a:pt x="39445" y="118"/>
                              <a:pt x="35958" y="2094"/>
                            </a:cubicBezTo>
                            <a:cubicBezTo>
                              <a:pt x="31652" y="4540"/>
                              <a:pt x="28534" y="8438"/>
                              <a:pt x="24809" y="11615"/>
                            </a:cubicBezTo>
                            <a:cubicBezTo>
                              <a:pt x="16949" y="18332"/>
                              <a:pt x="7772" y="23528"/>
                              <a:pt x="280" y="30672"/>
                            </a:cubicBezTo>
                            <a:cubicBezTo>
                              <a:pt x="-548" y="31461"/>
                              <a:pt x="638" y="32604"/>
                              <a:pt x="1530" y="32110"/>
                            </a:cubicBezTo>
                            <a:cubicBezTo>
                              <a:pt x="5927" y="29655"/>
                              <a:pt x="9932" y="26517"/>
                              <a:pt x="14005" y="23572"/>
                            </a:cubicBezTo>
                            <a:cubicBezTo>
                              <a:pt x="17569" y="21000"/>
                              <a:pt x="21182" y="18487"/>
                              <a:pt x="24669" y="15809"/>
                            </a:cubicBezTo>
                            <a:cubicBezTo>
                              <a:pt x="27865" y="13353"/>
                              <a:pt x="30635" y="10472"/>
                              <a:pt x="33691" y="7862"/>
                            </a:cubicBezTo>
                            <a:cubicBezTo>
                              <a:pt x="37633" y="4491"/>
                              <a:pt x="41435" y="3058"/>
                              <a:pt x="46651" y="3290"/>
                            </a:cubicBezTo>
                            <a:cubicBezTo>
                              <a:pt x="47740" y="3338"/>
                              <a:pt x="48293" y="1852"/>
                              <a:pt x="47339" y="1246"/>
                            </a:cubicBezTo>
                            <a:close/>
                          </a:path>
                        </a:pathLst>
                      </a:custGeom>
                      <a:solidFill>
                        <a:srgbClr val="E77350"/>
                      </a:solidFill>
                      <a:ln w="4839" cap="flat">
                        <a:noFill/>
                        <a:prstDash val="solid"/>
                        <a:miter/>
                      </a:ln>
                    </p:spPr>
                    <p:txBody>
                      <a:bodyPr rtlCol="0" anchor="ctr"/>
                      <a:lstStyle/>
                      <a:p>
                        <a:endParaRPr lang="vi-VN"/>
                      </a:p>
                    </p:txBody>
                  </p:sp>
                  <p:sp>
                    <p:nvSpPr>
                      <p:cNvPr id="648" name="Freeform: Shape 647">
                        <a:extLst>
                          <a:ext uri="{FF2B5EF4-FFF2-40B4-BE49-F238E27FC236}">
                            <a16:creationId xmlns:a16="http://schemas.microsoft.com/office/drawing/2014/main" id="{C131B527-07C0-20B4-6125-F51348863373}"/>
                          </a:ext>
                        </a:extLst>
                      </p:cNvPr>
                      <p:cNvSpPr/>
                      <p:nvPr/>
                    </p:nvSpPr>
                    <p:spPr>
                      <a:xfrm>
                        <a:off x="2543755" y="5683893"/>
                        <a:ext cx="133634" cy="51906"/>
                      </a:xfrm>
                      <a:custGeom>
                        <a:avLst/>
                        <a:gdLst>
                          <a:gd name="connsiteX0" fmla="*/ 132392 w 133634"/>
                          <a:gd name="connsiteY0" fmla="*/ 182 h 51906"/>
                          <a:gd name="connsiteX1" fmla="*/ 85871 w 133634"/>
                          <a:gd name="connsiteY1" fmla="*/ 24943 h 51906"/>
                          <a:gd name="connsiteX2" fmla="*/ 31480 w 133634"/>
                          <a:gd name="connsiteY2" fmla="*/ 39622 h 51906"/>
                          <a:gd name="connsiteX3" fmla="*/ 16061 w 133634"/>
                          <a:gd name="connsiteY3" fmla="*/ 44107 h 51906"/>
                          <a:gd name="connsiteX4" fmla="*/ 418 w 133634"/>
                          <a:gd name="connsiteY4" fmla="*/ 50325 h 51906"/>
                          <a:gd name="connsiteX5" fmla="*/ 975 w 133634"/>
                          <a:gd name="connsiteY5" fmla="*/ 51884 h 51906"/>
                          <a:gd name="connsiteX6" fmla="*/ 15010 w 133634"/>
                          <a:gd name="connsiteY6" fmla="*/ 47409 h 51906"/>
                          <a:gd name="connsiteX7" fmla="*/ 29320 w 133634"/>
                          <a:gd name="connsiteY7" fmla="*/ 43254 h 51906"/>
                          <a:gd name="connsiteX8" fmla="*/ 58155 w 133634"/>
                          <a:gd name="connsiteY8" fmla="*/ 35975 h 51906"/>
                          <a:gd name="connsiteX9" fmla="*/ 109306 w 133634"/>
                          <a:gd name="connsiteY9" fmla="*/ 18410 h 51906"/>
                          <a:gd name="connsiteX10" fmla="*/ 133390 w 133634"/>
                          <a:gd name="connsiteY10" fmla="*/ 1383 h 51906"/>
                          <a:gd name="connsiteX11" fmla="*/ 132392 w 133634"/>
                          <a:gd name="connsiteY11" fmla="*/ 182 h 5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634" h="51906">
                            <a:moveTo>
                              <a:pt x="132392" y="182"/>
                            </a:moveTo>
                            <a:cubicBezTo>
                              <a:pt x="118289" y="11044"/>
                              <a:pt x="102700" y="19190"/>
                              <a:pt x="85871" y="24943"/>
                            </a:cubicBezTo>
                            <a:cubicBezTo>
                              <a:pt x="68078" y="31021"/>
                              <a:pt x="49632" y="34808"/>
                              <a:pt x="31480" y="39622"/>
                            </a:cubicBezTo>
                            <a:cubicBezTo>
                              <a:pt x="26308" y="40993"/>
                              <a:pt x="21141" y="42421"/>
                              <a:pt x="16061" y="44107"/>
                            </a:cubicBezTo>
                            <a:cubicBezTo>
                              <a:pt x="10845" y="45831"/>
                              <a:pt x="5082" y="47356"/>
                              <a:pt x="418" y="50325"/>
                            </a:cubicBezTo>
                            <a:cubicBezTo>
                              <a:pt x="-347" y="50809"/>
                              <a:pt x="-3" y="52093"/>
                              <a:pt x="975" y="51884"/>
                            </a:cubicBezTo>
                            <a:cubicBezTo>
                              <a:pt x="5760" y="50848"/>
                              <a:pt x="10336" y="48857"/>
                              <a:pt x="15010" y="47409"/>
                            </a:cubicBezTo>
                            <a:cubicBezTo>
                              <a:pt x="19756" y="45937"/>
                              <a:pt x="24531" y="44557"/>
                              <a:pt x="29320" y="43254"/>
                            </a:cubicBezTo>
                            <a:cubicBezTo>
                              <a:pt x="38890" y="40654"/>
                              <a:pt x="48542" y="38392"/>
                              <a:pt x="58155" y="35975"/>
                            </a:cubicBezTo>
                            <a:cubicBezTo>
                              <a:pt x="75648" y="31578"/>
                              <a:pt x="93150" y="26585"/>
                              <a:pt x="109306" y="18410"/>
                            </a:cubicBezTo>
                            <a:cubicBezTo>
                              <a:pt x="118144" y="13940"/>
                              <a:pt x="126503" y="8560"/>
                              <a:pt x="133390" y="1383"/>
                            </a:cubicBezTo>
                            <a:cubicBezTo>
                              <a:pt x="134067" y="671"/>
                              <a:pt x="133206" y="-438"/>
                              <a:pt x="132392" y="182"/>
                            </a:cubicBezTo>
                            <a:close/>
                          </a:path>
                        </a:pathLst>
                      </a:custGeom>
                      <a:solidFill>
                        <a:srgbClr val="E77350"/>
                      </a:solidFill>
                      <a:ln w="4839" cap="flat">
                        <a:noFill/>
                        <a:prstDash val="solid"/>
                        <a:miter/>
                      </a:ln>
                    </p:spPr>
                    <p:txBody>
                      <a:bodyPr rtlCol="0" anchor="ctr"/>
                      <a:lstStyle/>
                      <a:p>
                        <a:endParaRPr lang="vi-VN"/>
                      </a:p>
                    </p:txBody>
                  </p:sp>
                  <p:sp>
                    <p:nvSpPr>
                      <p:cNvPr id="649" name="Freeform: Shape 648">
                        <a:extLst>
                          <a:ext uri="{FF2B5EF4-FFF2-40B4-BE49-F238E27FC236}">
                            <a16:creationId xmlns:a16="http://schemas.microsoft.com/office/drawing/2014/main" id="{4D432211-FEE0-FD95-DED2-516B9076E178}"/>
                          </a:ext>
                        </a:extLst>
                      </p:cNvPr>
                      <p:cNvSpPr/>
                      <p:nvPr/>
                    </p:nvSpPr>
                    <p:spPr>
                      <a:xfrm>
                        <a:off x="2850602" y="5674147"/>
                        <a:ext cx="229112" cy="140550"/>
                      </a:xfrm>
                      <a:custGeom>
                        <a:avLst/>
                        <a:gdLst>
                          <a:gd name="connsiteX0" fmla="*/ 0 w 229112"/>
                          <a:gd name="connsiteY0" fmla="*/ 0 h 140550"/>
                          <a:gd name="connsiteX1" fmla="*/ 0 w 229112"/>
                          <a:gd name="connsiteY1" fmla="*/ 0 h 140550"/>
                          <a:gd name="connsiteX2" fmla="*/ 103469 w 229112"/>
                          <a:gd name="connsiteY2" fmla="*/ 30162 h 140550"/>
                          <a:gd name="connsiteX3" fmla="*/ 127489 w 229112"/>
                          <a:gd name="connsiteY3" fmla="*/ 130414 h 140550"/>
                          <a:gd name="connsiteX4" fmla="*/ 171947 w 229112"/>
                          <a:gd name="connsiteY4" fmla="*/ 140550 h 140550"/>
                          <a:gd name="connsiteX5" fmla="*/ 185749 w 229112"/>
                          <a:gd name="connsiteY5" fmla="*/ 133243 h 140550"/>
                          <a:gd name="connsiteX6" fmla="*/ 213097 w 229112"/>
                          <a:gd name="connsiteY6" fmla="*/ 110229 h 140550"/>
                          <a:gd name="connsiteX7" fmla="*/ 229113 w 229112"/>
                          <a:gd name="connsiteY7" fmla="*/ 35697 h 140550"/>
                          <a:gd name="connsiteX8" fmla="*/ 213499 w 229112"/>
                          <a:gd name="connsiteY8" fmla="*/ 18999 h 140550"/>
                          <a:gd name="connsiteX9" fmla="*/ 14718 w 229112"/>
                          <a:gd name="connsiteY9" fmla="*/ 368 h 140550"/>
                          <a:gd name="connsiteX10" fmla="*/ 0 w 229112"/>
                          <a:gd name="connsiteY10" fmla="*/ 0 h 14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112" h="140550">
                            <a:moveTo>
                              <a:pt x="0" y="0"/>
                            </a:moveTo>
                            <a:lnTo>
                              <a:pt x="0" y="0"/>
                            </a:lnTo>
                            <a:cubicBezTo>
                              <a:pt x="0" y="0"/>
                              <a:pt x="65452" y="4935"/>
                              <a:pt x="103469" y="30162"/>
                            </a:cubicBezTo>
                            <a:cubicBezTo>
                              <a:pt x="141485" y="55383"/>
                              <a:pt x="127489" y="130414"/>
                              <a:pt x="127489" y="130414"/>
                            </a:cubicBezTo>
                            <a:lnTo>
                              <a:pt x="171947" y="140550"/>
                            </a:lnTo>
                            <a:cubicBezTo>
                              <a:pt x="180432" y="137693"/>
                              <a:pt x="185749" y="133243"/>
                              <a:pt x="185749" y="133243"/>
                            </a:cubicBezTo>
                            <a:lnTo>
                              <a:pt x="213097" y="110229"/>
                            </a:lnTo>
                            <a:lnTo>
                              <a:pt x="229113" y="35697"/>
                            </a:lnTo>
                            <a:lnTo>
                              <a:pt x="213499" y="18999"/>
                            </a:lnTo>
                            <a:cubicBezTo>
                              <a:pt x="149830" y="12901"/>
                              <a:pt x="18447" y="368"/>
                              <a:pt x="14718" y="368"/>
                            </a:cubicBezTo>
                            <a:cubicBezTo>
                              <a:pt x="13894" y="368"/>
                              <a:pt x="8456" y="232"/>
                              <a:pt x="0" y="0"/>
                            </a:cubicBezTo>
                            <a:close/>
                          </a:path>
                        </a:pathLst>
                      </a:custGeom>
                      <a:solidFill>
                        <a:srgbClr val="EEA786">
                          <a:alpha val="30000"/>
                        </a:srgbClr>
                      </a:solidFill>
                      <a:ln w="4839" cap="flat">
                        <a:noFill/>
                        <a:prstDash val="solid"/>
                        <a:miter/>
                      </a:ln>
                    </p:spPr>
                    <p:txBody>
                      <a:bodyPr rtlCol="0" anchor="ctr"/>
                      <a:lstStyle/>
                      <a:p>
                        <a:endParaRPr lang="vi-VN"/>
                      </a:p>
                    </p:txBody>
                  </p:sp>
                </p:grpSp>
                <p:grpSp>
                  <p:nvGrpSpPr>
                    <p:cNvPr id="639" name="Graphic 1991">
                      <a:extLst>
                        <a:ext uri="{FF2B5EF4-FFF2-40B4-BE49-F238E27FC236}">
                          <a16:creationId xmlns:a16="http://schemas.microsoft.com/office/drawing/2014/main" id="{58BE1AE0-589F-B0A9-F37B-4E9AF8A930A5}"/>
                        </a:ext>
                      </a:extLst>
                    </p:cNvPr>
                    <p:cNvGrpSpPr/>
                    <p:nvPr/>
                  </p:nvGrpSpPr>
                  <p:grpSpPr>
                    <a:xfrm>
                      <a:off x="2978091" y="5228006"/>
                      <a:ext cx="305166" cy="632933"/>
                      <a:chOff x="2978091" y="5228006"/>
                      <a:chExt cx="305166" cy="632933"/>
                    </a:xfrm>
                  </p:grpSpPr>
                  <p:grpSp>
                    <p:nvGrpSpPr>
                      <p:cNvPr id="640" name="Graphic 1991">
                        <a:extLst>
                          <a:ext uri="{FF2B5EF4-FFF2-40B4-BE49-F238E27FC236}">
                            <a16:creationId xmlns:a16="http://schemas.microsoft.com/office/drawing/2014/main" id="{F800510C-A8C1-2FC2-1AA5-E8842161FB1A}"/>
                          </a:ext>
                        </a:extLst>
                      </p:cNvPr>
                      <p:cNvGrpSpPr/>
                      <p:nvPr/>
                    </p:nvGrpSpPr>
                    <p:grpSpPr>
                      <a:xfrm>
                        <a:off x="3008387" y="5228006"/>
                        <a:ext cx="274870" cy="632933"/>
                        <a:chOff x="3008387" y="5228006"/>
                        <a:chExt cx="274870" cy="632933"/>
                      </a:xfrm>
                    </p:grpSpPr>
                    <p:sp>
                      <p:nvSpPr>
                        <p:cNvPr id="642" name="Freeform: Shape 641">
                          <a:extLst>
                            <a:ext uri="{FF2B5EF4-FFF2-40B4-BE49-F238E27FC236}">
                              <a16:creationId xmlns:a16="http://schemas.microsoft.com/office/drawing/2014/main" id="{560CBCC4-B0A0-4991-5154-76D81DE5CBD6}"/>
                            </a:ext>
                          </a:extLst>
                        </p:cNvPr>
                        <p:cNvSpPr/>
                        <p:nvPr/>
                      </p:nvSpPr>
                      <p:spPr>
                        <a:xfrm>
                          <a:off x="3008387" y="5228006"/>
                          <a:ext cx="274870" cy="632933"/>
                        </a:xfrm>
                        <a:custGeom>
                          <a:avLst/>
                          <a:gdLst>
                            <a:gd name="connsiteX0" fmla="*/ 152630 w 274870"/>
                            <a:gd name="connsiteY0" fmla="*/ 536 h 632933"/>
                            <a:gd name="connsiteX1" fmla="*/ 56547 w 274870"/>
                            <a:gd name="connsiteY1" fmla="*/ 123715 h 632933"/>
                            <a:gd name="connsiteX2" fmla="*/ 72253 w 274870"/>
                            <a:gd name="connsiteY2" fmla="*/ 451971 h 632933"/>
                            <a:gd name="connsiteX3" fmla="*/ 3580 w 274870"/>
                            <a:gd name="connsiteY3" fmla="*/ 453841 h 632933"/>
                            <a:gd name="connsiteX4" fmla="*/ 42905 w 274870"/>
                            <a:gd name="connsiteY4" fmla="*/ 487097 h 632933"/>
                            <a:gd name="connsiteX5" fmla="*/ 2631 w 274870"/>
                            <a:gd name="connsiteY5" fmla="*/ 581311 h 632933"/>
                            <a:gd name="connsiteX6" fmla="*/ 208982 w 274870"/>
                            <a:gd name="connsiteY6" fmla="*/ 618267 h 632933"/>
                            <a:gd name="connsiteX7" fmla="*/ 274575 w 274870"/>
                            <a:gd name="connsiteY7" fmla="*/ 447681 h 632933"/>
                            <a:gd name="connsiteX8" fmla="*/ 152630 w 274870"/>
                            <a:gd name="connsiteY8" fmla="*/ 536 h 632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870" h="632933">
                              <a:moveTo>
                                <a:pt x="152630" y="536"/>
                              </a:moveTo>
                              <a:cubicBezTo>
                                <a:pt x="148969" y="1039"/>
                                <a:pt x="75028" y="43647"/>
                                <a:pt x="56547" y="123715"/>
                              </a:cubicBezTo>
                              <a:cubicBezTo>
                                <a:pt x="38072" y="203782"/>
                                <a:pt x="90728" y="444581"/>
                                <a:pt x="72253" y="451971"/>
                              </a:cubicBezTo>
                              <a:cubicBezTo>
                                <a:pt x="53777" y="459362"/>
                                <a:pt x="10971" y="446450"/>
                                <a:pt x="3580" y="453841"/>
                              </a:cubicBezTo>
                              <a:cubicBezTo>
                                <a:pt x="-3810" y="461231"/>
                                <a:pt x="34188" y="450146"/>
                                <a:pt x="42905" y="487097"/>
                              </a:cubicBezTo>
                              <a:cubicBezTo>
                                <a:pt x="51622" y="524053"/>
                                <a:pt x="28589" y="561600"/>
                                <a:pt x="2631" y="581311"/>
                              </a:cubicBezTo>
                              <a:cubicBezTo>
                                <a:pt x="-23327" y="601021"/>
                                <a:pt x="149904" y="660148"/>
                                <a:pt x="208982" y="618267"/>
                              </a:cubicBezTo>
                              <a:cubicBezTo>
                                <a:pt x="268061" y="576385"/>
                                <a:pt x="274575" y="447681"/>
                                <a:pt x="274575" y="447681"/>
                              </a:cubicBezTo>
                              <a:cubicBezTo>
                                <a:pt x="274575" y="447681"/>
                                <a:pt x="286895" y="-17940"/>
                                <a:pt x="152630" y="536"/>
                              </a:cubicBezTo>
                              <a:close/>
                            </a:path>
                          </a:pathLst>
                        </a:custGeom>
                        <a:solidFill>
                          <a:srgbClr val="4B69A3"/>
                        </a:solidFill>
                        <a:ln w="4839" cap="flat">
                          <a:noFill/>
                          <a:prstDash val="solid"/>
                          <a:miter/>
                        </a:ln>
                      </p:spPr>
                      <p:txBody>
                        <a:bodyPr rtlCol="0" anchor="ctr"/>
                        <a:lstStyle/>
                        <a:p>
                          <a:endParaRPr lang="vi-VN"/>
                        </a:p>
                      </p:txBody>
                    </p:sp>
                    <p:sp>
                      <p:nvSpPr>
                        <p:cNvPr id="643" name="Freeform: Shape 642">
                          <a:extLst>
                            <a:ext uri="{FF2B5EF4-FFF2-40B4-BE49-F238E27FC236}">
                              <a16:creationId xmlns:a16="http://schemas.microsoft.com/office/drawing/2014/main" id="{C2CE076E-CF34-F52D-CBE7-9FF4E0197905}"/>
                            </a:ext>
                          </a:extLst>
                        </p:cNvPr>
                        <p:cNvSpPr/>
                        <p:nvPr/>
                      </p:nvSpPr>
                      <p:spPr>
                        <a:xfrm>
                          <a:off x="3060940" y="5270738"/>
                          <a:ext cx="70622" cy="409272"/>
                        </a:xfrm>
                        <a:custGeom>
                          <a:avLst/>
                          <a:gdLst>
                            <a:gd name="connsiteX0" fmla="*/ 47581 w 70622"/>
                            <a:gd name="connsiteY0" fmla="*/ 0 h 409272"/>
                            <a:gd name="connsiteX1" fmla="*/ 3994 w 70622"/>
                            <a:gd name="connsiteY1" fmla="*/ 80988 h 409272"/>
                            <a:gd name="connsiteX2" fmla="*/ 19700 w 70622"/>
                            <a:gd name="connsiteY2" fmla="*/ 409244 h 409272"/>
                            <a:gd name="connsiteX3" fmla="*/ 66293 w 70622"/>
                            <a:gd name="connsiteY3" fmla="*/ 401389 h 409272"/>
                            <a:gd name="connsiteX4" fmla="*/ 33681 w 70622"/>
                            <a:gd name="connsiteY4" fmla="*/ 195832 h 409272"/>
                            <a:gd name="connsiteX5" fmla="*/ 47581 w 70622"/>
                            <a:gd name="connsiteY5" fmla="*/ 0 h 409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22" h="409272">
                              <a:moveTo>
                                <a:pt x="47581" y="0"/>
                              </a:moveTo>
                              <a:cubicBezTo>
                                <a:pt x="29473" y="20098"/>
                                <a:pt x="11791" y="47194"/>
                                <a:pt x="3994" y="80988"/>
                              </a:cubicBezTo>
                              <a:cubicBezTo>
                                <a:pt x="-14481" y="161055"/>
                                <a:pt x="38176" y="401854"/>
                                <a:pt x="19700" y="409244"/>
                              </a:cubicBezTo>
                              <a:cubicBezTo>
                                <a:pt x="19700" y="409244"/>
                                <a:pt x="52036" y="410169"/>
                                <a:pt x="66293" y="401389"/>
                              </a:cubicBezTo>
                              <a:cubicBezTo>
                                <a:pt x="80551" y="392609"/>
                                <a:pt x="56966" y="316551"/>
                                <a:pt x="33681" y="195832"/>
                              </a:cubicBezTo>
                              <a:cubicBezTo>
                                <a:pt x="10431" y="75302"/>
                                <a:pt x="47464" y="228"/>
                                <a:pt x="47581" y="0"/>
                              </a:cubicBezTo>
                              <a:close/>
                            </a:path>
                          </a:pathLst>
                        </a:custGeom>
                        <a:solidFill>
                          <a:srgbClr val="5088D8">
                            <a:alpha val="46000"/>
                          </a:srgbClr>
                        </a:solidFill>
                        <a:ln w="4839" cap="flat">
                          <a:noFill/>
                          <a:prstDash val="solid"/>
                          <a:miter/>
                        </a:ln>
                      </p:spPr>
                      <p:txBody>
                        <a:bodyPr rtlCol="0" anchor="ctr"/>
                        <a:lstStyle/>
                        <a:p>
                          <a:endParaRPr lang="vi-VN"/>
                        </a:p>
                      </p:txBody>
                    </p:sp>
                    <p:sp>
                      <p:nvSpPr>
                        <p:cNvPr id="644" name="Freeform: Shape 643">
                          <a:extLst>
                            <a:ext uri="{FF2B5EF4-FFF2-40B4-BE49-F238E27FC236}">
                              <a16:creationId xmlns:a16="http://schemas.microsoft.com/office/drawing/2014/main" id="{80961C53-EE4D-8F2D-DE32-B3E7F566D293}"/>
                            </a:ext>
                          </a:extLst>
                        </p:cNvPr>
                        <p:cNvSpPr/>
                        <p:nvPr/>
                      </p:nvSpPr>
                      <p:spPr>
                        <a:xfrm>
                          <a:off x="3032298" y="5813831"/>
                          <a:ext cx="213726" cy="47108"/>
                        </a:xfrm>
                        <a:custGeom>
                          <a:avLst/>
                          <a:gdLst>
                            <a:gd name="connsiteX0" fmla="*/ 30486 w 213726"/>
                            <a:gd name="connsiteY0" fmla="*/ 10034 h 47108"/>
                            <a:gd name="connsiteX1" fmla="*/ 0 w 213726"/>
                            <a:gd name="connsiteY1" fmla="*/ 19754 h 47108"/>
                            <a:gd name="connsiteX2" fmla="*/ 185071 w 213726"/>
                            <a:gd name="connsiteY2" fmla="*/ 32443 h 47108"/>
                            <a:gd name="connsiteX3" fmla="*/ 213727 w 213726"/>
                            <a:gd name="connsiteY3" fmla="*/ 0 h 47108"/>
                            <a:gd name="connsiteX4" fmla="*/ 30486 w 213726"/>
                            <a:gd name="connsiteY4" fmla="*/ 10034 h 4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726" h="47108">
                              <a:moveTo>
                                <a:pt x="30486" y="10034"/>
                              </a:moveTo>
                              <a:cubicBezTo>
                                <a:pt x="30486" y="10034"/>
                                <a:pt x="13788" y="14199"/>
                                <a:pt x="0" y="19754"/>
                              </a:cubicBezTo>
                              <a:cubicBezTo>
                                <a:pt x="45456" y="41378"/>
                                <a:pt x="143510" y="61907"/>
                                <a:pt x="185071" y="32443"/>
                              </a:cubicBezTo>
                              <a:cubicBezTo>
                                <a:pt x="196481" y="24355"/>
                                <a:pt x="205910" y="13013"/>
                                <a:pt x="213727" y="0"/>
                              </a:cubicBezTo>
                              <a:cubicBezTo>
                                <a:pt x="141781" y="40453"/>
                                <a:pt x="37508" y="5143"/>
                                <a:pt x="30486" y="10034"/>
                              </a:cubicBezTo>
                              <a:close/>
                            </a:path>
                          </a:pathLst>
                        </a:custGeom>
                        <a:solidFill>
                          <a:srgbClr val="5088D8">
                            <a:alpha val="46000"/>
                          </a:srgbClr>
                        </a:solidFill>
                        <a:ln w="4839" cap="flat">
                          <a:noFill/>
                          <a:prstDash val="solid"/>
                          <a:miter/>
                        </a:ln>
                      </p:spPr>
                      <p:txBody>
                        <a:bodyPr rtlCol="0" anchor="ctr"/>
                        <a:lstStyle/>
                        <a:p>
                          <a:endParaRPr lang="vi-VN"/>
                        </a:p>
                      </p:txBody>
                    </p:sp>
                  </p:grpSp>
                  <p:sp>
                    <p:nvSpPr>
                      <p:cNvPr id="641" name="Freeform: Shape 640">
                        <a:extLst>
                          <a:ext uri="{FF2B5EF4-FFF2-40B4-BE49-F238E27FC236}">
                            <a16:creationId xmlns:a16="http://schemas.microsoft.com/office/drawing/2014/main" id="{24442AEA-9964-194A-7982-FF3D34D2BE0A}"/>
                          </a:ext>
                        </a:extLst>
                      </p:cNvPr>
                      <p:cNvSpPr/>
                      <p:nvPr/>
                    </p:nvSpPr>
                    <p:spPr>
                      <a:xfrm>
                        <a:off x="2978091" y="5672125"/>
                        <a:ext cx="116526" cy="164817"/>
                      </a:xfrm>
                      <a:custGeom>
                        <a:avLst/>
                        <a:gdLst>
                          <a:gd name="connsiteX0" fmla="*/ 11085 w 116526"/>
                          <a:gd name="connsiteY0" fmla="*/ 5083 h 164817"/>
                          <a:gd name="connsiteX1" fmla="*/ 30297 w 116526"/>
                          <a:gd name="connsiteY1" fmla="*/ 87306 h 164817"/>
                          <a:gd name="connsiteX2" fmla="*/ 0 w 116526"/>
                          <a:gd name="connsiteY2" fmla="*/ 146500 h 164817"/>
                          <a:gd name="connsiteX3" fmla="*/ 33813 w 116526"/>
                          <a:gd name="connsiteY3" fmla="*/ 164414 h 164817"/>
                          <a:gd name="connsiteX4" fmla="*/ 92214 w 116526"/>
                          <a:gd name="connsiteY4" fmla="*/ 146500 h 164817"/>
                          <a:gd name="connsiteX5" fmla="*/ 103381 w 116526"/>
                          <a:gd name="connsiteY5" fmla="*/ 22687 h 164817"/>
                          <a:gd name="connsiteX6" fmla="*/ 11085 w 116526"/>
                          <a:gd name="connsiteY6" fmla="*/ 5083 h 164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26" h="164817">
                            <a:moveTo>
                              <a:pt x="11085" y="5083"/>
                            </a:moveTo>
                            <a:cubicBezTo>
                              <a:pt x="13855" y="8081"/>
                              <a:pt x="43673" y="38320"/>
                              <a:pt x="30297" y="87306"/>
                            </a:cubicBezTo>
                            <a:cubicBezTo>
                              <a:pt x="16916" y="136291"/>
                              <a:pt x="0" y="146500"/>
                              <a:pt x="0" y="146500"/>
                            </a:cubicBezTo>
                            <a:cubicBezTo>
                              <a:pt x="0" y="146500"/>
                              <a:pt x="4417" y="163383"/>
                              <a:pt x="33813" y="164414"/>
                            </a:cubicBezTo>
                            <a:cubicBezTo>
                              <a:pt x="63210" y="165446"/>
                              <a:pt x="80954" y="165974"/>
                              <a:pt x="92214" y="146500"/>
                            </a:cubicBezTo>
                            <a:cubicBezTo>
                              <a:pt x="103473" y="127032"/>
                              <a:pt x="133771" y="59696"/>
                              <a:pt x="103381" y="22687"/>
                            </a:cubicBezTo>
                            <a:cubicBezTo>
                              <a:pt x="72987" y="-14318"/>
                              <a:pt x="11085" y="5083"/>
                              <a:pt x="11085" y="5083"/>
                            </a:cubicBezTo>
                            <a:close/>
                          </a:path>
                        </a:pathLst>
                      </a:custGeom>
                      <a:solidFill>
                        <a:srgbClr val="91D1E8"/>
                      </a:solidFill>
                      <a:ln w="4839" cap="flat">
                        <a:noFill/>
                        <a:prstDash val="solid"/>
                        <a:miter/>
                      </a:ln>
                    </p:spPr>
                    <p:txBody>
                      <a:bodyPr rtlCol="0" anchor="ctr"/>
                      <a:lstStyle/>
                      <a:p>
                        <a:endParaRPr lang="vi-VN"/>
                      </a:p>
                    </p:txBody>
                  </p:sp>
                </p:grpSp>
              </p:grpSp>
            </p:grpSp>
          </p:grpSp>
        </p:grpSp>
        <p:grpSp>
          <p:nvGrpSpPr>
            <p:cNvPr id="16" name="Graphic 1991">
              <a:extLst>
                <a:ext uri="{FF2B5EF4-FFF2-40B4-BE49-F238E27FC236}">
                  <a16:creationId xmlns:a16="http://schemas.microsoft.com/office/drawing/2014/main" id="{4301CF12-8090-1EED-81A9-8D149E3B7CB8}"/>
                </a:ext>
              </a:extLst>
            </p:cNvPr>
            <p:cNvGrpSpPr/>
            <p:nvPr/>
          </p:nvGrpSpPr>
          <p:grpSpPr>
            <a:xfrm>
              <a:off x="3299595" y="4614795"/>
              <a:ext cx="401247" cy="1369581"/>
              <a:chOff x="3299595" y="4614795"/>
              <a:chExt cx="401247" cy="1369581"/>
            </a:xfrm>
          </p:grpSpPr>
          <p:grpSp>
            <p:nvGrpSpPr>
              <p:cNvPr id="17" name="Graphic 1991">
                <a:extLst>
                  <a:ext uri="{FF2B5EF4-FFF2-40B4-BE49-F238E27FC236}">
                    <a16:creationId xmlns:a16="http://schemas.microsoft.com/office/drawing/2014/main" id="{6F7609C3-F4F0-0381-1E40-7E8A31C4809E}"/>
                  </a:ext>
                </a:extLst>
              </p:cNvPr>
              <p:cNvGrpSpPr/>
              <p:nvPr/>
            </p:nvGrpSpPr>
            <p:grpSpPr>
              <a:xfrm>
                <a:off x="3299595" y="5278308"/>
                <a:ext cx="339058" cy="706069"/>
                <a:chOff x="3299595" y="5278308"/>
                <a:chExt cx="339058" cy="706069"/>
              </a:xfrm>
            </p:grpSpPr>
            <p:grpSp>
              <p:nvGrpSpPr>
                <p:cNvPr id="27" name="Graphic 1991">
                  <a:extLst>
                    <a:ext uri="{FF2B5EF4-FFF2-40B4-BE49-F238E27FC236}">
                      <a16:creationId xmlns:a16="http://schemas.microsoft.com/office/drawing/2014/main" id="{D233E877-785B-A506-4CC4-608F6A9DD87F}"/>
                    </a:ext>
                  </a:extLst>
                </p:cNvPr>
                <p:cNvGrpSpPr/>
                <p:nvPr/>
              </p:nvGrpSpPr>
              <p:grpSpPr>
                <a:xfrm>
                  <a:off x="3299595" y="5278308"/>
                  <a:ext cx="339058" cy="706069"/>
                  <a:chOff x="3299595" y="5278308"/>
                  <a:chExt cx="339058" cy="706069"/>
                </a:xfrm>
              </p:grpSpPr>
              <p:sp>
                <p:nvSpPr>
                  <p:cNvPr id="608" name="Freeform: Shape 607">
                    <a:extLst>
                      <a:ext uri="{FF2B5EF4-FFF2-40B4-BE49-F238E27FC236}">
                        <a16:creationId xmlns:a16="http://schemas.microsoft.com/office/drawing/2014/main" id="{43538845-394A-A9C3-EA2B-C19908CD2540}"/>
                      </a:ext>
                    </a:extLst>
                  </p:cNvPr>
                  <p:cNvSpPr/>
                  <p:nvPr/>
                </p:nvSpPr>
                <p:spPr>
                  <a:xfrm>
                    <a:off x="3299595" y="5278318"/>
                    <a:ext cx="339058" cy="706059"/>
                  </a:xfrm>
                  <a:custGeom>
                    <a:avLst/>
                    <a:gdLst>
                      <a:gd name="connsiteX0" fmla="*/ 167629 w 339058"/>
                      <a:gd name="connsiteY0" fmla="*/ 92185 h 706059"/>
                      <a:gd name="connsiteX1" fmla="*/ 102691 w 339058"/>
                      <a:gd name="connsiteY1" fmla="*/ 466003 h 706059"/>
                      <a:gd name="connsiteX2" fmla="*/ 20439 w 339058"/>
                      <a:gd name="connsiteY2" fmla="*/ 544085 h 706059"/>
                      <a:gd name="connsiteX3" fmla="*/ 5658 w 339058"/>
                      <a:gd name="connsiteY3" fmla="*/ 622923 h 706059"/>
                      <a:gd name="connsiteX4" fmla="*/ 40150 w 339058"/>
                      <a:gd name="connsiteY4" fmla="*/ 595822 h 706059"/>
                      <a:gd name="connsiteX5" fmla="*/ 99276 w 339058"/>
                      <a:gd name="connsiteY5" fmla="*/ 572992 h 706059"/>
                      <a:gd name="connsiteX6" fmla="*/ 154093 w 339058"/>
                      <a:gd name="connsiteY6" fmla="*/ 630308 h 706059"/>
                      <a:gd name="connsiteX7" fmla="*/ 155633 w 339058"/>
                      <a:gd name="connsiteY7" fmla="*/ 684970 h 706059"/>
                      <a:gd name="connsiteX8" fmla="*/ 183349 w 339058"/>
                      <a:gd name="connsiteY8" fmla="*/ 696520 h 706059"/>
                      <a:gd name="connsiteX9" fmla="*/ 207370 w 339058"/>
                      <a:gd name="connsiteY9" fmla="*/ 665109 h 706059"/>
                      <a:gd name="connsiteX10" fmla="*/ 223075 w 339058"/>
                      <a:gd name="connsiteY10" fmla="*/ 634623 h 706059"/>
                      <a:gd name="connsiteX11" fmla="*/ 238292 w 339058"/>
                      <a:gd name="connsiteY11" fmla="*/ 616147 h 706059"/>
                      <a:gd name="connsiteX12" fmla="*/ 244326 w 339058"/>
                      <a:gd name="connsiteY12" fmla="*/ 590281 h 706059"/>
                      <a:gd name="connsiteX13" fmla="*/ 218581 w 339058"/>
                      <a:gd name="connsiteY13" fmla="*/ 500668 h 706059"/>
                      <a:gd name="connsiteX14" fmla="*/ 218581 w 339058"/>
                      <a:gd name="connsiteY14" fmla="*/ 470182 h 706059"/>
                      <a:gd name="connsiteX15" fmla="*/ 318418 w 339058"/>
                      <a:gd name="connsiteY15" fmla="*/ 113576 h 706059"/>
                      <a:gd name="connsiteX16" fmla="*/ 339058 w 339058"/>
                      <a:gd name="connsiteY16" fmla="*/ 23038 h 706059"/>
                      <a:gd name="connsiteX17" fmla="*/ 190744 w 339058"/>
                      <a:gd name="connsiteY17" fmla="*/ 0 h 706059"/>
                      <a:gd name="connsiteX18" fmla="*/ 167629 w 339058"/>
                      <a:gd name="connsiteY18" fmla="*/ 92185 h 706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9058" h="706059">
                        <a:moveTo>
                          <a:pt x="167629" y="92185"/>
                        </a:moveTo>
                        <a:lnTo>
                          <a:pt x="102691" y="466003"/>
                        </a:lnTo>
                        <a:cubicBezTo>
                          <a:pt x="102691" y="466003"/>
                          <a:pt x="39839" y="494813"/>
                          <a:pt x="20439" y="544085"/>
                        </a:cubicBezTo>
                        <a:cubicBezTo>
                          <a:pt x="3799" y="586344"/>
                          <a:pt x="-7277" y="623843"/>
                          <a:pt x="5658" y="622923"/>
                        </a:cubicBezTo>
                        <a:cubicBezTo>
                          <a:pt x="18594" y="621998"/>
                          <a:pt x="25369" y="628158"/>
                          <a:pt x="40150" y="595822"/>
                        </a:cubicBezTo>
                        <a:cubicBezTo>
                          <a:pt x="54930" y="563486"/>
                          <a:pt x="75667" y="564488"/>
                          <a:pt x="99276" y="572992"/>
                        </a:cubicBezTo>
                        <a:cubicBezTo>
                          <a:pt x="132320" y="584891"/>
                          <a:pt x="154093" y="630308"/>
                          <a:pt x="154093" y="630308"/>
                        </a:cubicBezTo>
                        <a:cubicBezTo>
                          <a:pt x="154093" y="630308"/>
                          <a:pt x="151013" y="655869"/>
                          <a:pt x="155633" y="684970"/>
                        </a:cubicBezTo>
                        <a:cubicBezTo>
                          <a:pt x="160253" y="714071"/>
                          <a:pt x="179654" y="708066"/>
                          <a:pt x="183349" y="696520"/>
                        </a:cubicBezTo>
                        <a:cubicBezTo>
                          <a:pt x="187044" y="684970"/>
                          <a:pt x="199980" y="676195"/>
                          <a:pt x="207370" y="665109"/>
                        </a:cubicBezTo>
                        <a:cubicBezTo>
                          <a:pt x="214760" y="654024"/>
                          <a:pt x="220305" y="641088"/>
                          <a:pt x="223075" y="634623"/>
                        </a:cubicBezTo>
                        <a:cubicBezTo>
                          <a:pt x="225846" y="628158"/>
                          <a:pt x="237798" y="627233"/>
                          <a:pt x="238292" y="616147"/>
                        </a:cubicBezTo>
                        <a:cubicBezTo>
                          <a:pt x="238781" y="605062"/>
                          <a:pt x="239706" y="599517"/>
                          <a:pt x="244326" y="590281"/>
                        </a:cubicBezTo>
                        <a:cubicBezTo>
                          <a:pt x="248946" y="581041"/>
                          <a:pt x="229793" y="522839"/>
                          <a:pt x="218581" y="500668"/>
                        </a:cubicBezTo>
                        <a:cubicBezTo>
                          <a:pt x="218460" y="496048"/>
                          <a:pt x="215007" y="488658"/>
                          <a:pt x="218581" y="470182"/>
                        </a:cubicBezTo>
                        <a:cubicBezTo>
                          <a:pt x="222155" y="451707"/>
                          <a:pt x="318418" y="113576"/>
                          <a:pt x="318418" y="113576"/>
                        </a:cubicBezTo>
                        <a:lnTo>
                          <a:pt x="339058" y="23038"/>
                        </a:lnTo>
                        <a:lnTo>
                          <a:pt x="190744" y="0"/>
                        </a:lnTo>
                        <a:lnTo>
                          <a:pt x="167629" y="92185"/>
                        </a:lnTo>
                        <a:close/>
                      </a:path>
                    </a:pathLst>
                  </a:custGeom>
                  <a:solidFill>
                    <a:srgbClr val="F4B69D"/>
                  </a:solidFill>
                  <a:ln w="4839" cap="flat">
                    <a:noFill/>
                    <a:prstDash val="solid"/>
                    <a:miter/>
                  </a:ln>
                </p:spPr>
                <p:txBody>
                  <a:bodyPr rtlCol="0" anchor="ctr"/>
                  <a:lstStyle/>
                  <a:p>
                    <a:endParaRPr lang="vi-VN"/>
                  </a:p>
                </p:txBody>
              </p:sp>
              <p:sp>
                <p:nvSpPr>
                  <p:cNvPr id="609" name="Freeform: Shape 608">
                    <a:extLst>
                      <a:ext uri="{FF2B5EF4-FFF2-40B4-BE49-F238E27FC236}">
                        <a16:creationId xmlns:a16="http://schemas.microsoft.com/office/drawing/2014/main" id="{D51ED0D6-E8FA-F144-68B5-89B3B8A371CF}"/>
                      </a:ext>
                    </a:extLst>
                  </p:cNvPr>
                  <p:cNvSpPr/>
                  <p:nvPr/>
                </p:nvSpPr>
                <p:spPr>
                  <a:xfrm>
                    <a:off x="3459665" y="5278308"/>
                    <a:ext cx="178978" cy="165811"/>
                  </a:xfrm>
                  <a:custGeom>
                    <a:avLst/>
                    <a:gdLst>
                      <a:gd name="connsiteX0" fmla="*/ 30665 w 178978"/>
                      <a:gd name="connsiteY0" fmla="*/ 0 h 165811"/>
                      <a:gd name="connsiteX1" fmla="*/ 7560 w 178978"/>
                      <a:gd name="connsiteY1" fmla="*/ 92194 h 165811"/>
                      <a:gd name="connsiteX2" fmla="*/ 0 w 178978"/>
                      <a:gd name="connsiteY2" fmla="*/ 135703 h 165811"/>
                      <a:gd name="connsiteX3" fmla="*/ 78213 w 178978"/>
                      <a:gd name="connsiteY3" fmla="*/ 152382 h 165811"/>
                      <a:gd name="connsiteX4" fmla="*/ 93269 w 178978"/>
                      <a:gd name="connsiteY4" fmla="*/ 131441 h 165811"/>
                      <a:gd name="connsiteX5" fmla="*/ 93269 w 178978"/>
                      <a:gd name="connsiteY5" fmla="*/ 159772 h 165811"/>
                      <a:gd name="connsiteX6" fmla="*/ 143495 w 178978"/>
                      <a:gd name="connsiteY6" fmla="*/ 165811 h 165811"/>
                      <a:gd name="connsiteX7" fmla="*/ 158338 w 178978"/>
                      <a:gd name="connsiteY7" fmla="*/ 113576 h 165811"/>
                      <a:gd name="connsiteX8" fmla="*/ 178979 w 178978"/>
                      <a:gd name="connsiteY8" fmla="*/ 23038 h 165811"/>
                      <a:gd name="connsiteX9" fmla="*/ 30665 w 178978"/>
                      <a:gd name="connsiteY9" fmla="*/ 0 h 16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978" h="165811">
                        <a:moveTo>
                          <a:pt x="30665" y="0"/>
                        </a:moveTo>
                        <a:lnTo>
                          <a:pt x="7560" y="92194"/>
                        </a:lnTo>
                        <a:lnTo>
                          <a:pt x="0" y="135703"/>
                        </a:lnTo>
                        <a:cubicBezTo>
                          <a:pt x="25706" y="142870"/>
                          <a:pt x="76208" y="156116"/>
                          <a:pt x="78213" y="152382"/>
                        </a:cubicBezTo>
                        <a:cubicBezTo>
                          <a:pt x="80862" y="147457"/>
                          <a:pt x="93269" y="131441"/>
                          <a:pt x="93269" y="131441"/>
                        </a:cubicBezTo>
                        <a:cubicBezTo>
                          <a:pt x="93269" y="131441"/>
                          <a:pt x="92126" y="161002"/>
                          <a:pt x="93269" y="159772"/>
                        </a:cubicBezTo>
                        <a:cubicBezTo>
                          <a:pt x="93904" y="159089"/>
                          <a:pt x="120196" y="162571"/>
                          <a:pt x="143495" y="165811"/>
                        </a:cubicBezTo>
                        <a:cubicBezTo>
                          <a:pt x="152430" y="134327"/>
                          <a:pt x="158338" y="113576"/>
                          <a:pt x="158338" y="113576"/>
                        </a:cubicBezTo>
                        <a:lnTo>
                          <a:pt x="178979" y="23038"/>
                        </a:lnTo>
                        <a:lnTo>
                          <a:pt x="30665" y="0"/>
                        </a:lnTo>
                        <a:close/>
                      </a:path>
                    </a:pathLst>
                  </a:custGeom>
                  <a:solidFill>
                    <a:srgbClr val="D87D68">
                      <a:alpha val="30000"/>
                    </a:srgbClr>
                  </a:solidFill>
                  <a:ln w="4839" cap="flat">
                    <a:noFill/>
                    <a:prstDash val="solid"/>
                    <a:miter/>
                  </a:ln>
                </p:spPr>
                <p:txBody>
                  <a:bodyPr rtlCol="0" anchor="ctr"/>
                  <a:lstStyle/>
                  <a:p>
                    <a:endParaRPr lang="vi-VN"/>
                  </a:p>
                </p:txBody>
              </p:sp>
            </p:grpSp>
            <p:grpSp>
              <p:nvGrpSpPr>
                <p:cNvPr id="28" name="Graphic 1991">
                  <a:extLst>
                    <a:ext uri="{FF2B5EF4-FFF2-40B4-BE49-F238E27FC236}">
                      <a16:creationId xmlns:a16="http://schemas.microsoft.com/office/drawing/2014/main" id="{C0AB2E17-1C79-FDA3-1178-518AA87F9E18}"/>
                    </a:ext>
                  </a:extLst>
                </p:cNvPr>
                <p:cNvGrpSpPr/>
                <p:nvPr/>
              </p:nvGrpSpPr>
              <p:grpSpPr>
                <a:xfrm>
                  <a:off x="3456065" y="5846446"/>
                  <a:ext cx="82125" cy="125860"/>
                  <a:chOff x="3456065" y="5846446"/>
                  <a:chExt cx="82125" cy="125860"/>
                </a:xfrm>
                <a:solidFill>
                  <a:srgbClr val="D87D68"/>
                </a:solidFill>
              </p:grpSpPr>
              <p:sp>
                <p:nvSpPr>
                  <p:cNvPr id="29" name="Freeform: Shape 28">
                    <a:extLst>
                      <a:ext uri="{FF2B5EF4-FFF2-40B4-BE49-F238E27FC236}">
                        <a16:creationId xmlns:a16="http://schemas.microsoft.com/office/drawing/2014/main" id="{4F0FD3C9-DB57-E1C9-69DC-96250F70EC3E}"/>
                      </a:ext>
                    </a:extLst>
                  </p:cNvPr>
                  <p:cNvSpPr/>
                  <p:nvPr/>
                </p:nvSpPr>
                <p:spPr>
                  <a:xfrm>
                    <a:off x="3456065" y="5846446"/>
                    <a:ext cx="43379" cy="125860"/>
                  </a:xfrm>
                  <a:custGeom>
                    <a:avLst/>
                    <a:gdLst>
                      <a:gd name="connsiteX0" fmla="*/ 38177 w 43379"/>
                      <a:gd name="connsiteY0" fmla="*/ 37404 h 125860"/>
                      <a:gd name="connsiteX1" fmla="*/ 23780 w 43379"/>
                      <a:gd name="connsiteY1" fmla="*/ 17112 h 125860"/>
                      <a:gd name="connsiteX2" fmla="*/ 13275 w 43379"/>
                      <a:gd name="connsiteY2" fmla="*/ 7978 h 125860"/>
                      <a:gd name="connsiteX3" fmla="*/ 1391 w 43379"/>
                      <a:gd name="connsiteY3" fmla="*/ 104 h 125860"/>
                      <a:gd name="connsiteX4" fmla="*/ 359 w 43379"/>
                      <a:gd name="connsiteY4" fmla="*/ 1837 h 125860"/>
                      <a:gd name="connsiteX5" fmla="*/ 10195 w 43379"/>
                      <a:gd name="connsiteY5" fmla="*/ 9039 h 125860"/>
                      <a:gd name="connsiteX6" fmla="*/ 19842 w 43379"/>
                      <a:gd name="connsiteY6" fmla="*/ 17180 h 125860"/>
                      <a:gd name="connsiteX7" fmla="*/ 34565 w 43379"/>
                      <a:gd name="connsiteY7" fmla="*/ 36474 h 125860"/>
                      <a:gd name="connsiteX8" fmla="*/ 36938 w 43379"/>
                      <a:gd name="connsiteY8" fmla="*/ 91320 h 125860"/>
                      <a:gd name="connsiteX9" fmla="*/ 28158 w 43379"/>
                      <a:gd name="connsiteY9" fmla="*/ 124043 h 125860"/>
                      <a:gd name="connsiteX10" fmla="*/ 31160 w 43379"/>
                      <a:gd name="connsiteY10" fmla="*/ 124740 h 125860"/>
                      <a:gd name="connsiteX11" fmla="*/ 43379 w 43379"/>
                      <a:gd name="connsiteY11" fmla="*/ 64228 h 125860"/>
                      <a:gd name="connsiteX12" fmla="*/ 38177 w 43379"/>
                      <a:gd name="connsiteY12" fmla="*/ 37404 h 12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379" h="125860">
                        <a:moveTo>
                          <a:pt x="38177" y="37404"/>
                        </a:moveTo>
                        <a:cubicBezTo>
                          <a:pt x="34778" y="29776"/>
                          <a:pt x="29669" y="22991"/>
                          <a:pt x="23780" y="17112"/>
                        </a:cubicBezTo>
                        <a:cubicBezTo>
                          <a:pt x="20491" y="13828"/>
                          <a:pt x="16965" y="10797"/>
                          <a:pt x="13275" y="7978"/>
                        </a:cubicBezTo>
                        <a:cubicBezTo>
                          <a:pt x="9527" y="5111"/>
                          <a:pt x="5648" y="2171"/>
                          <a:pt x="1391" y="104"/>
                        </a:cubicBezTo>
                        <a:cubicBezTo>
                          <a:pt x="335" y="-410"/>
                          <a:pt x="-508" y="1116"/>
                          <a:pt x="359" y="1837"/>
                        </a:cubicBezTo>
                        <a:cubicBezTo>
                          <a:pt x="3478" y="4438"/>
                          <a:pt x="6960" y="6578"/>
                          <a:pt x="10195" y="9039"/>
                        </a:cubicBezTo>
                        <a:cubicBezTo>
                          <a:pt x="13542" y="11586"/>
                          <a:pt x="16791" y="14279"/>
                          <a:pt x="19842" y="17180"/>
                        </a:cubicBezTo>
                        <a:cubicBezTo>
                          <a:pt x="25731" y="22783"/>
                          <a:pt x="30933" y="29171"/>
                          <a:pt x="34565" y="36474"/>
                        </a:cubicBezTo>
                        <a:cubicBezTo>
                          <a:pt x="43064" y="53564"/>
                          <a:pt x="40885" y="73314"/>
                          <a:pt x="36938" y="91320"/>
                        </a:cubicBezTo>
                        <a:cubicBezTo>
                          <a:pt x="34516" y="102356"/>
                          <a:pt x="31383" y="113219"/>
                          <a:pt x="28158" y="124043"/>
                        </a:cubicBezTo>
                        <a:cubicBezTo>
                          <a:pt x="27591" y="125941"/>
                          <a:pt x="30598" y="126634"/>
                          <a:pt x="31160" y="124740"/>
                        </a:cubicBezTo>
                        <a:cubicBezTo>
                          <a:pt x="36942" y="105189"/>
                          <a:pt x="43296" y="84801"/>
                          <a:pt x="43379" y="64228"/>
                        </a:cubicBezTo>
                        <a:cubicBezTo>
                          <a:pt x="43408" y="55041"/>
                          <a:pt x="41931" y="45830"/>
                          <a:pt x="38177" y="37404"/>
                        </a:cubicBezTo>
                        <a:close/>
                      </a:path>
                    </a:pathLst>
                  </a:custGeom>
                  <a:solidFill>
                    <a:srgbClr val="D87D68"/>
                  </a:solidFill>
                  <a:ln w="4839" cap="flat">
                    <a:noFill/>
                    <a:prstDash val="solid"/>
                    <a:miter/>
                  </a:ln>
                </p:spPr>
                <p:txBody>
                  <a:bodyPr rtlCol="0" anchor="ctr"/>
                  <a:lstStyle/>
                  <a:p>
                    <a:endParaRPr lang="vi-VN"/>
                  </a:p>
                </p:txBody>
              </p:sp>
              <p:sp>
                <p:nvSpPr>
                  <p:cNvPr id="30" name="Freeform: Shape 29">
                    <a:extLst>
                      <a:ext uri="{FF2B5EF4-FFF2-40B4-BE49-F238E27FC236}">
                        <a16:creationId xmlns:a16="http://schemas.microsoft.com/office/drawing/2014/main" id="{4C6146D0-0AA6-04C7-E76D-71BF99A9EBD8}"/>
                      </a:ext>
                    </a:extLst>
                  </p:cNvPr>
                  <p:cNvSpPr/>
                  <p:nvPr/>
                </p:nvSpPr>
                <p:spPr>
                  <a:xfrm>
                    <a:off x="3505021" y="5857431"/>
                    <a:ext cx="18250" cy="60550"/>
                  </a:xfrm>
                  <a:custGeom>
                    <a:avLst/>
                    <a:gdLst>
                      <a:gd name="connsiteX0" fmla="*/ 17320 w 18250"/>
                      <a:gd name="connsiteY0" fmla="*/ 43427 h 60550"/>
                      <a:gd name="connsiteX1" fmla="*/ 14032 w 18250"/>
                      <a:gd name="connsiteY1" fmla="*/ 27503 h 60550"/>
                      <a:gd name="connsiteX2" fmla="*/ 8763 w 18250"/>
                      <a:gd name="connsiteY2" fmla="*/ 13028 h 60550"/>
                      <a:gd name="connsiteX3" fmla="*/ 5286 w 18250"/>
                      <a:gd name="connsiteY3" fmla="*/ 5986 h 60550"/>
                      <a:gd name="connsiteX4" fmla="*/ 1465 w 18250"/>
                      <a:gd name="connsiteY4" fmla="*/ 233 h 60550"/>
                      <a:gd name="connsiteX5" fmla="*/ 36 w 18250"/>
                      <a:gd name="connsiteY5" fmla="*/ 974 h 60550"/>
                      <a:gd name="connsiteX6" fmla="*/ 3358 w 18250"/>
                      <a:gd name="connsiteY6" fmla="*/ 7705 h 60550"/>
                      <a:gd name="connsiteX7" fmla="*/ 6802 w 18250"/>
                      <a:gd name="connsiteY7" fmla="*/ 15023 h 60550"/>
                      <a:gd name="connsiteX8" fmla="*/ 11761 w 18250"/>
                      <a:gd name="connsiteY8" fmla="*/ 29450 h 60550"/>
                      <a:gd name="connsiteX9" fmla="*/ 14497 w 18250"/>
                      <a:gd name="connsiteY9" fmla="*/ 43582 h 60550"/>
                      <a:gd name="connsiteX10" fmla="*/ 15359 w 18250"/>
                      <a:gd name="connsiteY10" fmla="*/ 59427 h 60550"/>
                      <a:gd name="connsiteX11" fmla="*/ 18076 w 18250"/>
                      <a:gd name="connsiteY11" fmla="*/ 59355 h 60550"/>
                      <a:gd name="connsiteX12" fmla="*/ 17320 w 18250"/>
                      <a:gd name="connsiteY12" fmla="*/ 43427 h 6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50" h="60550">
                        <a:moveTo>
                          <a:pt x="17320" y="43427"/>
                        </a:moveTo>
                        <a:cubicBezTo>
                          <a:pt x="16633" y="38041"/>
                          <a:pt x="15519" y="32724"/>
                          <a:pt x="14032" y="27503"/>
                        </a:cubicBezTo>
                        <a:cubicBezTo>
                          <a:pt x="12623" y="22559"/>
                          <a:pt x="10874" y="17716"/>
                          <a:pt x="8763" y="13028"/>
                        </a:cubicBezTo>
                        <a:cubicBezTo>
                          <a:pt x="7688" y="10640"/>
                          <a:pt x="6525" y="8291"/>
                          <a:pt x="5286" y="5986"/>
                        </a:cubicBezTo>
                        <a:cubicBezTo>
                          <a:pt x="4191" y="3957"/>
                          <a:pt x="3160" y="1831"/>
                          <a:pt x="1465" y="233"/>
                        </a:cubicBezTo>
                        <a:cubicBezTo>
                          <a:pt x="913" y="-290"/>
                          <a:pt x="-216" y="117"/>
                          <a:pt x="36" y="974"/>
                        </a:cubicBezTo>
                        <a:cubicBezTo>
                          <a:pt x="748" y="3381"/>
                          <a:pt x="2201" y="5487"/>
                          <a:pt x="3358" y="7705"/>
                        </a:cubicBezTo>
                        <a:cubicBezTo>
                          <a:pt x="4608" y="10098"/>
                          <a:pt x="5751" y="12543"/>
                          <a:pt x="6802" y="15023"/>
                        </a:cubicBezTo>
                        <a:cubicBezTo>
                          <a:pt x="8787" y="19706"/>
                          <a:pt x="10463" y="24529"/>
                          <a:pt x="11761" y="29450"/>
                        </a:cubicBezTo>
                        <a:cubicBezTo>
                          <a:pt x="12986" y="34094"/>
                          <a:pt x="13901" y="38816"/>
                          <a:pt x="14497" y="43582"/>
                        </a:cubicBezTo>
                        <a:cubicBezTo>
                          <a:pt x="15160" y="48870"/>
                          <a:pt x="15088" y="54124"/>
                          <a:pt x="15359" y="59427"/>
                        </a:cubicBezTo>
                        <a:cubicBezTo>
                          <a:pt x="15441" y="60997"/>
                          <a:pt x="17940" y="60875"/>
                          <a:pt x="18076" y="59355"/>
                        </a:cubicBezTo>
                        <a:cubicBezTo>
                          <a:pt x="18551" y="54120"/>
                          <a:pt x="17979" y="48623"/>
                          <a:pt x="17320" y="43427"/>
                        </a:cubicBezTo>
                        <a:close/>
                      </a:path>
                    </a:pathLst>
                  </a:custGeom>
                  <a:solidFill>
                    <a:srgbClr val="D87D68"/>
                  </a:solidFill>
                  <a:ln w="4839" cap="flat">
                    <a:noFill/>
                    <a:prstDash val="solid"/>
                    <a:miter/>
                  </a:ln>
                </p:spPr>
                <p:txBody>
                  <a:bodyPr rtlCol="0" anchor="ctr"/>
                  <a:lstStyle/>
                  <a:p>
                    <a:endParaRPr lang="vi-VN"/>
                  </a:p>
                </p:txBody>
              </p:sp>
              <p:sp>
                <p:nvSpPr>
                  <p:cNvPr id="31" name="Freeform: Shape 30">
                    <a:extLst>
                      <a:ext uri="{FF2B5EF4-FFF2-40B4-BE49-F238E27FC236}">
                        <a16:creationId xmlns:a16="http://schemas.microsoft.com/office/drawing/2014/main" id="{0270D67F-6E1F-2824-9A5D-88A4427BB4F5}"/>
                      </a:ext>
                    </a:extLst>
                  </p:cNvPr>
                  <p:cNvSpPr/>
                  <p:nvPr/>
                </p:nvSpPr>
                <p:spPr>
                  <a:xfrm>
                    <a:off x="3530133" y="5851308"/>
                    <a:ext cx="8057" cy="35704"/>
                  </a:xfrm>
                  <a:custGeom>
                    <a:avLst/>
                    <a:gdLst>
                      <a:gd name="connsiteX0" fmla="*/ 6645 w 8057"/>
                      <a:gd name="connsiteY0" fmla="*/ 17053 h 35704"/>
                      <a:gd name="connsiteX1" fmla="*/ 4640 w 8057"/>
                      <a:gd name="connsiteY1" fmla="*/ 8554 h 35704"/>
                      <a:gd name="connsiteX2" fmla="*/ 1555 w 8057"/>
                      <a:gd name="connsiteY2" fmla="*/ 418 h 35704"/>
                      <a:gd name="connsiteX3" fmla="*/ 20 w 8057"/>
                      <a:gd name="connsiteY3" fmla="*/ 946 h 35704"/>
                      <a:gd name="connsiteX4" fmla="*/ 2495 w 8057"/>
                      <a:gd name="connsiteY4" fmla="*/ 9358 h 35704"/>
                      <a:gd name="connsiteX5" fmla="*/ 4291 w 8057"/>
                      <a:gd name="connsiteY5" fmla="*/ 17358 h 35704"/>
                      <a:gd name="connsiteX6" fmla="*/ 5614 w 8057"/>
                      <a:gd name="connsiteY6" fmla="*/ 34560 h 35704"/>
                      <a:gd name="connsiteX7" fmla="*/ 8045 w 8057"/>
                      <a:gd name="connsiteY7" fmla="*/ 34497 h 35704"/>
                      <a:gd name="connsiteX8" fmla="*/ 6645 w 8057"/>
                      <a:gd name="connsiteY8" fmla="*/ 17053 h 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57" h="35704">
                        <a:moveTo>
                          <a:pt x="6645" y="17053"/>
                        </a:moveTo>
                        <a:cubicBezTo>
                          <a:pt x="6122" y="14191"/>
                          <a:pt x="5454" y="11353"/>
                          <a:pt x="4640" y="8554"/>
                        </a:cubicBezTo>
                        <a:cubicBezTo>
                          <a:pt x="3851" y="5823"/>
                          <a:pt x="3061" y="2849"/>
                          <a:pt x="1555" y="418"/>
                        </a:cubicBezTo>
                        <a:cubicBezTo>
                          <a:pt x="1085" y="-338"/>
                          <a:pt x="-174" y="-13"/>
                          <a:pt x="20" y="946"/>
                        </a:cubicBezTo>
                        <a:cubicBezTo>
                          <a:pt x="596" y="3803"/>
                          <a:pt x="1725" y="6549"/>
                          <a:pt x="2495" y="9358"/>
                        </a:cubicBezTo>
                        <a:cubicBezTo>
                          <a:pt x="3216" y="11992"/>
                          <a:pt x="3817" y="14666"/>
                          <a:pt x="4291" y="17358"/>
                        </a:cubicBezTo>
                        <a:cubicBezTo>
                          <a:pt x="5294" y="23039"/>
                          <a:pt x="5725" y="28792"/>
                          <a:pt x="5614" y="34560"/>
                        </a:cubicBezTo>
                        <a:cubicBezTo>
                          <a:pt x="5585" y="36125"/>
                          <a:pt x="8016" y="36066"/>
                          <a:pt x="8045" y="34497"/>
                        </a:cubicBezTo>
                        <a:cubicBezTo>
                          <a:pt x="8142" y="28657"/>
                          <a:pt x="7696" y="22807"/>
                          <a:pt x="6645" y="17053"/>
                        </a:cubicBezTo>
                        <a:close/>
                      </a:path>
                    </a:pathLst>
                  </a:custGeom>
                  <a:solidFill>
                    <a:srgbClr val="D87D68"/>
                  </a:solidFill>
                  <a:ln w="4839" cap="flat">
                    <a:noFill/>
                    <a:prstDash val="solid"/>
                    <a:miter/>
                  </a:ln>
                </p:spPr>
                <p:txBody>
                  <a:bodyPr rtlCol="0" anchor="ctr"/>
                  <a:lstStyle/>
                  <a:p>
                    <a:endParaRPr lang="vi-VN"/>
                  </a:p>
                </p:txBody>
              </p:sp>
            </p:grpSp>
          </p:grpSp>
          <p:grpSp>
            <p:nvGrpSpPr>
              <p:cNvPr id="18" name="Graphic 1991">
                <a:extLst>
                  <a:ext uri="{FF2B5EF4-FFF2-40B4-BE49-F238E27FC236}">
                    <a16:creationId xmlns:a16="http://schemas.microsoft.com/office/drawing/2014/main" id="{D6903097-609E-4056-B51D-E243F373E7E1}"/>
                  </a:ext>
                </a:extLst>
              </p:cNvPr>
              <p:cNvGrpSpPr/>
              <p:nvPr/>
            </p:nvGrpSpPr>
            <p:grpSpPr>
              <a:xfrm>
                <a:off x="3450599" y="4614795"/>
                <a:ext cx="250244" cy="778436"/>
                <a:chOff x="3450599" y="4614795"/>
                <a:chExt cx="250244" cy="778436"/>
              </a:xfrm>
            </p:grpSpPr>
            <p:sp>
              <p:nvSpPr>
                <p:cNvPr id="19" name="Freeform: Shape 18">
                  <a:extLst>
                    <a:ext uri="{FF2B5EF4-FFF2-40B4-BE49-F238E27FC236}">
                      <a16:creationId xmlns:a16="http://schemas.microsoft.com/office/drawing/2014/main" id="{1F552C3C-5E9E-85D8-58B7-B93E30BA393C}"/>
                    </a:ext>
                  </a:extLst>
                </p:cNvPr>
                <p:cNvSpPr/>
                <p:nvPr/>
              </p:nvSpPr>
              <p:spPr>
                <a:xfrm>
                  <a:off x="3450599" y="4614795"/>
                  <a:ext cx="250244" cy="778431"/>
                </a:xfrm>
                <a:custGeom>
                  <a:avLst/>
                  <a:gdLst>
                    <a:gd name="connsiteX0" fmla="*/ 189241 w 250244"/>
                    <a:gd name="connsiteY0" fmla="*/ 43549 h 778431"/>
                    <a:gd name="connsiteX1" fmla="*/ 46811 w 250244"/>
                    <a:gd name="connsiteY1" fmla="*/ 27533 h 778431"/>
                    <a:gd name="connsiteX2" fmla="*/ 9855 w 250244"/>
                    <a:gd name="connsiteY2" fmla="*/ 419246 h 778431"/>
                    <a:gd name="connsiteX3" fmla="*/ 0 w 250244"/>
                    <a:gd name="connsiteY3" fmla="*/ 617568 h 778431"/>
                    <a:gd name="connsiteX4" fmla="*/ 18476 w 250244"/>
                    <a:gd name="connsiteY4" fmla="*/ 634813 h 778431"/>
                    <a:gd name="connsiteX5" fmla="*/ 0 w 250244"/>
                    <a:gd name="connsiteY5" fmla="*/ 749372 h 778431"/>
                    <a:gd name="connsiteX6" fmla="*/ 105933 w 250244"/>
                    <a:gd name="connsiteY6" fmla="*/ 769083 h 778431"/>
                    <a:gd name="connsiteX7" fmla="*/ 122913 w 250244"/>
                    <a:gd name="connsiteY7" fmla="*/ 719811 h 778431"/>
                    <a:gd name="connsiteX8" fmla="*/ 122913 w 250244"/>
                    <a:gd name="connsiteY8" fmla="*/ 769737 h 778431"/>
                    <a:gd name="connsiteX9" fmla="*/ 187231 w 250244"/>
                    <a:gd name="connsiteY9" fmla="*/ 777708 h 778431"/>
                    <a:gd name="connsiteX10" fmla="*/ 187231 w 250244"/>
                    <a:gd name="connsiteY10" fmla="*/ 703801 h 778431"/>
                    <a:gd name="connsiteX11" fmla="*/ 221722 w 250244"/>
                    <a:gd name="connsiteY11" fmla="*/ 643444 h 778431"/>
                    <a:gd name="connsiteX12" fmla="*/ 242663 w 250244"/>
                    <a:gd name="connsiteY12" fmla="*/ 362589 h 778431"/>
                    <a:gd name="connsiteX13" fmla="*/ 189241 w 250244"/>
                    <a:gd name="connsiteY13" fmla="*/ 43549 h 77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0244" h="778431">
                      <a:moveTo>
                        <a:pt x="189241" y="43549"/>
                      </a:moveTo>
                      <a:cubicBezTo>
                        <a:pt x="189241" y="43549"/>
                        <a:pt x="112098" y="-42679"/>
                        <a:pt x="46811" y="27533"/>
                      </a:cubicBezTo>
                      <a:cubicBezTo>
                        <a:pt x="-18476" y="97746"/>
                        <a:pt x="19711" y="325628"/>
                        <a:pt x="9855" y="419246"/>
                      </a:cubicBezTo>
                      <a:cubicBezTo>
                        <a:pt x="0" y="512864"/>
                        <a:pt x="0" y="617568"/>
                        <a:pt x="0" y="617568"/>
                      </a:cubicBezTo>
                      <a:lnTo>
                        <a:pt x="18476" y="634813"/>
                      </a:lnTo>
                      <a:lnTo>
                        <a:pt x="0" y="749372"/>
                      </a:lnTo>
                      <a:cubicBezTo>
                        <a:pt x="0" y="749372"/>
                        <a:pt x="55432" y="774008"/>
                        <a:pt x="105933" y="769083"/>
                      </a:cubicBezTo>
                      <a:lnTo>
                        <a:pt x="122913" y="719811"/>
                      </a:lnTo>
                      <a:lnTo>
                        <a:pt x="122913" y="769737"/>
                      </a:lnTo>
                      <a:cubicBezTo>
                        <a:pt x="122913" y="769737"/>
                        <a:pt x="183536" y="781403"/>
                        <a:pt x="187231" y="777708"/>
                      </a:cubicBezTo>
                      <a:cubicBezTo>
                        <a:pt x="190926" y="774013"/>
                        <a:pt x="187231" y="703801"/>
                        <a:pt x="187231" y="703801"/>
                      </a:cubicBezTo>
                      <a:cubicBezTo>
                        <a:pt x="187231" y="703801"/>
                        <a:pt x="218027" y="676700"/>
                        <a:pt x="221722" y="643444"/>
                      </a:cubicBezTo>
                      <a:cubicBezTo>
                        <a:pt x="225417" y="610183"/>
                        <a:pt x="232808" y="477148"/>
                        <a:pt x="242663" y="362589"/>
                      </a:cubicBezTo>
                      <a:cubicBezTo>
                        <a:pt x="252523" y="248026"/>
                        <a:pt x="265614" y="110066"/>
                        <a:pt x="189241" y="43549"/>
                      </a:cubicBezTo>
                      <a:close/>
                    </a:path>
                  </a:pathLst>
                </a:custGeom>
                <a:solidFill>
                  <a:srgbClr val="D18BCF"/>
                </a:solidFill>
                <a:ln w="4839" cap="flat">
                  <a:noFill/>
                  <a:prstDash val="solid"/>
                  <a:miter/>
                </a:ln>
              </p:spPr>
              <p:txBody>
                <a:bodyPr rtlCol="0" anchor="ctr"/>
                <a:lstStyle/>
                <a:p>
                  <a:endParaRPr lang="vi-VN"/>
                </a:p>
              </p:txBody>
            </p:sp>
            <p:grpSp>
              <p:nvGrpSpPr>
                <p:cNvPr id="20" name="Graphic 1991">
                  <a:extLst>
                    <a:ext uri="{FF2B5EF4-FFF2-40B4-BE49-F238E27FC236}">
                      <a16:creationId xmlns:a16="http://schemas.microsoft.com/office/drawing/2014/main" id="{C70B9004-CD11-33F4-B56A-A0593C2D9486}"/>
                    </a:ext>
                  </a:extLst>
                </p:cNvPr>
                <p:cNvGrpSpPr/>
                <p:nvPr/>
              </p:nvGrpSpPr>
              <p:grpSpPr>
                <a:xfrm>
                  <a:off x="3450608" y="4620231"/>
                  <a:ext cx="188873" cy="773000"/>
                  <a:chOff x="3450608" y="4620231"/>
                  <a:chExt cx="188873" cy="773000"/>
                </a:xfrm>
                <a:solidFill>
                  <a:srgbClr val="D18BCF"/>
                </a:solidFill>
              </p:grpSpPr>
              <p:sp>
                <p:nvSpPr>
                  <p:cNvPr id="25" name="Freeform: Shape 24">
                    <a:extLst>
                      <a:ext uri="{FF2B5EF4-FFF2-40B4-BE49-F238E27FC236}">
                        <a16:creationId xmlns:a16="http://schemas.microsoft.com/office/drawing/2014/main" id="{4BC581A8-4BAC-8779-1A49-EF8876E9E9C0}"/>
                      </a:ext>
                    </a:extLst>
                  </p:cNvPr>
                  <p:cNvSpPr/>
                  <p:nvPr/>
                </p:nvSpPr>
                <p:spPr>
                  <a:xfrm>
                    <a:off x="3631611" y="5267382"/>
                    <a:ext cx="3404" cy="3123"/>
                  </a:xfrm>
                  <a:custGeom>
                    <a:avLst/>
                    <a:gdLst>
                      <a:gd name="connsiteX0" fmla="*/ 3405 w 3404"/>
                      <a:gd name="connsiteY0" fmla="*/ 0 h 3123"/>
                      <a:gd name="connsiteX1" fmla="*/ 0 w 3404"/>
                      <a:gd name="connsiteY1" fmla="*/ 3124 h 3123"/>
                      <a:gd name="connsiteX2" fmla="*/ 3405 w 3404"/>
                      <a:gd name="connsiteY2" fmla="*/ 0 h 3123"/>
                    </a:gdLst>
                    <a:ahLst/>
                    <a:cxnLst>
                      <a:cxn ang="0">
                        <a:pos x="connsiteX0" y="connsiteY0"/>
                      </a:cxn>
                      <a:cxn ang="0">
                        <a:pos x="connsiteX1" y="connsiteY1"/>
                      </a:cxn>
                      <a:cxn ang="0">
                        <a:pos x="connsiteX2" y="connsiteY2"/>
                      </a:cxn>
                    </a:cxnLst>
                    <a:rect l="l" t="t" r="r" b="b"/>
                    <a:pathLst>
                      <a:path w="3404" h="3123">
                        <a:moveTo>
                          <a:pt x="3405" y="0"/>
                        </a:moveTo>
                        <a:cubicBezTo>
                          <a:pt x="3405" y="0"/>
                          <a:pt x="2044" y="1182"/>
                          <a:pt x="0" y="3124"/>
                        </a:cubicBezTo>
                        <a:cubicBezTo>
                          <a:pt x="1245" y="2184"/>
                          <a:pt x="2417" y="1172"/>
                          <a:pt x="3405" y="0"/>
                        </a:cubicBezTo>
                        <a:close/>
                      </a:path>
                    </a:pathLst>
                  </a:custGeom>
                  <a:solidFill>
                    <a:srgbClr val="D18BCF"/>
                  </a:solidFill>
                  <a:ln w="4839" cap="flat">
                    <a:noFill/>
                    <a:prstDash val="solid"/>
                    <a:miter/>
                  </a:ln>
                </p:spPr>
                <p:txBody>
                  <a:bodyPr rtlCol="0" anchor="ctr"/>
                  <a:lstStyle/>
                  <a:p>
                    <a:endParaRPr lang="vi-VN"/>
                  </a:p>
                </p:txBody>
              </p:sp>
              <p:sp>
                <p:nvSpPr>
                  <p:cNvPr id="26" name="Freeform: Shape 25">
                    <a:extLst>
                      <a:ext uri="{FF2B5EF4-FFF2-40B4-BE49-F238E27FC236}">
                        <a16:creationId xmlns:a16="http://schemas.microsoft.com/office/drawing/2014/main" id="{662560DF-0E83-476D-9058-98923090AAE0}"/>
                      </a:ext>
                    </a:extLst>
                  </p:cNvPr>
                  <p:cNvSpPr/>
                  <p:nvPr/>
                </p:nvSpPr>
                <p:spPr>
                  <a:xfrm>
                    <a:off x="3450608" y="4620231"/>
                    <a:ext cx="188873" cy="773000"/>
                  </a:xfrm>
                  <a:custGeom>
                    <a:avLst/>
                    <a:gdLst>
                      <a:gd name="connsiteX0" fmla="*/ 163826 w 188873"/>
                      <a:gd name="connsiteY0" fmla="*/ 681735 h 773000"/>
                      <a:gd name="connsiteX1" fmla="*/ 181003 w 188873"/>
                      <a:gd name="connsiteY1" fmla="*/ 650280 h 773000"/>
                      <a:gd name="connsiteX2" fmla="*/ 145365 w 188873"/>
                      <a:gd name="connsiteY2" fmla="*/ 658068 h 773000"/>
                      <a:gd name="connsiteX3" fmla="*/ 154590 w 188873"/>
                      <a:gd name="connsiteY3" fmla="*/ 645534 h 773000"/>
                      <a:gd name="connsiteX4" fmla="*/ 168218 w 188873"/>
                      <a:gd name="connsiteY4" fmla="*/ 607304 h 773000"/>
                      <a:gd name="connsiteX5" fmla="*/ 117198 w 188873"/>
                      <a:gd name="connsiteY5" fmla="*/ 634444 h 773000"/>
                      <a:gd name="connsiteX6" fmla="*/ 31106 w 188873"/>
                      <a:gd name="connsiteY6" fmla="*/ 633437 h 773000"/>
                      <a:gd name="connsiteX7" fmla="*/ 33189 w 188873"/>
                      <a:gd name="connsiteY7" fmla="*/ 478798 h 773000"/>
                      <a:gd name="connsiteX8" fmla="*/ 33189 w 188873"/>
                      <a:gd name="connsiteY8" fmla="*/ 187779 h 773000"/>
                      <a:gd name="connsiteX9" fmla="*/ 67568 w 188873"/>
                      <a:gd name="connsiteY9" fmla="*/ 13599 h 773000"/>
                      <a:gd name="connsiteX10" fmla="*/ 77312 w 188873"/>
                      <a:gd name="connsiteY10" fmla="*/ 0 h 773000"/>
                      <a:gd name="connsiteX11" fmla="*/ 46812 w 188873"/>
                      <a:gd name="connsiteY11" fmla="*/ 22103 h 773000"/>
                      <a:gd name="connsiteX12" fmla="*/ 9855 w 188873"/>
                      <a:gd name="connsiteY12" fmla="*/ 413816 h 773000"/>
                      <a:gd name="connsiteX13" fmla="*/ 0 w 188873"/>
                      <a:gd name="connsiteY13" fmla="*/ 612138 h 773000"/>
                      <a:gd name="connsiteX14" fmla="*/ 18476 w 188873"/>
                      <a:gd name="connsiteY14" fmla="*/ 629383 h 773000"/>
                      <a:gd name="connsiteX15" fmla="*/ 0 w 188873"/>
                      <a:gd name="connsiteY15" fmla="*/ 743942 h 773000"/>
                      <a:gd name="connsiteX16" fmla="*/ 105934 w 188873"/>
                      <a:gd name="connsiteY16" fmla="*/ 763652 h 773000"/>
                      <a:gd name="connsiteX17" fmla="*/ 122913 w 188873"/>
                      <a:gd name="connsiteY17" fmla="*/ 714381 h 773000"/>
                      <a:gd name="connsiteX18" fmla="*/ 122913 w 188873"/>
                      <a:gd name="connsiteY18" fmla="*/ 764306 h 773000"/>
                      <a:gd name="connsiteX19" fmla="*/ 187231 w 188873"/>
                      <a:gd name="connsiteY19" fmla="*/ 772278 h 773000"/>
                      <a:gd name="connsiteX20" fmla="*/ 187231 w 188873"/>
                      <a:gd name="connsiteY20" fmla="*/ 698370 h 773000"/>
                      <a:gd name="connsiteX21" fmla="*/ 163826 w 188873"/>
                      <a:gd name="connsiteY21" fmla="*/ 681735 h 77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8873" h="773000">
                        <a:moveTo>
                          <a:pt x="163826" y="681735"/>
                        </a:moveTo>
                        <a:cubicBezTo>
                          <a:pt x="157065" y="674490"/>
                          <a:pt x="173570" y="657341"/>
                          <a:pt x="181003" y="650280"/>
                        </a:cubicBezTo>
                        <a:cubicBezTo>
                          <a:pt x="168625" y="659627"/>
                          <a:pt x="145365" y="658068"/>
                          <a:pt x="145365" y="658068"/>
                        </a:cubicBezTo>
                        <a:cubicBezTo>
                          <a:pt x="145365" y="658068"/>
                          <a:pt x="141679" y="654653"/>
                          <a:pt x="154590" y="645534"/>
                        </a:cubicBezTo>
                        <a:cubicBezTo>
                          <a:pt x="167502" y="636415"/>
                          <a:pt x="168218" y="607304"/>
                          <a:pt x="168218" y="607304"/>
                        </a:cubicBezTo>
                        <a:cubicBezTo>
                          <a:pt x="168218" y="607304"/>
                          <a:pt x="166252" y="608917"/>
                          <a:pt x="117198" y="634444"/>
                        </a:cubicBezTo>
                        <a:cubicBezTo>
                          <a:pt x="68145" y="659971"/>
                          <a:pt x="31106" y="633437"/>
                          <a:pt x="31106" y="633437"/>
                        </a:cubicBezTo>
                        <a:cubicBezTo>
                          <a:pt x="9240" y="625480"/>
                          <a:pt x="31411" y="516669"/>
                          <a:pt x="33189" y="478798"/>
                        </a:cubicBezTo>
                        <a:cubicBezTo>
                          <a:pt x="34961" y="440922"/>
                          <a:pt x="27721" y="318968"/>
                          <a:pt x="33189" y="187779"/>
                        </a:cubicBezTo>
                        <a:cubicBezTo>
                          <a:pt x="38656" y="56589"/>
                          <a:pt x="67568" y="13599"/>
                          <a:pt x="67568" y="13599"/>
                        </a:cubicBezTo>
                        <a:lnTo>
                          <a:pt x="77312" y="0"/>
                        </a:lnTo>
                        <a:cubicBezTo>
                          <a:pt x="67079" y="4286"/>
                          <a:pt x="56807" y="11357"/>
                          <a:pt x="46812" y="22103"/>
                        </a:cubicBezTo>
                        <a:cubicBezTo>
                          <a:pt x="-18476" y="92315"/>
                          <a:pt x="19711" y="320198"/>
                          <a:pt x="9855" y="413816"/>
                        </a:cubicBezTo>
                        <a:cubicBezTo>
                          <a:pt x="0" y="507434"/>
                          <a:pt x="0" y="612138"/>
                          <a:pt x="0" y="612138"/>
                        </a:cubicBezTo>
                        <a:lnTo>
                          <a:pt x="18476" y="629383"/>
                        </a:lnTo>
                        <a:lnTo>
                          <a:pt x="0" y="743942"/>
                        </a:lnTo>
                        <a:cubicBezTo>
                          <a:pt x="0" y="743942"/>
                          <a:pt x="55432" y="768578"/>
                          <a:pt x="105934" y="763652"/>
                        </a:cubicBezTo>
                        <a:lnTo>
                          <a:pt x="122913" y="714381"/>
                        </a:lnTo>
                        <a:lnTo>
                          <a:pt x="122913" y="764306"/>
                        </a:lnTo>
                        <a:cubicBezTo>
                          <a:pt x="122913" y="764306"/>
                          <a:pt x="183536" y="775973"/>
                          <a:pt x="187231" y="772278"/>
                        </a:cubicBezTo>
                        <a:cubicBezTo>
                          <a:pt x="190926" y="768583"/>
                          <a:pt x="187231" y="698370"/>
                          <a:pt x="187231" y="698370"/>
                        </a:cubicBezTo>
                        <a:cubicBezTo>
                          <a:pt x="187231" y="698370"/>
                          <a:pt x="172446" y="690970"/>
                          <a:pt x="163826" y="681735"/>
                        </a:cubicBezTo>
                        <a:close/>
                      </a:path>
                    </a:pathLst>
                  </a:custGeom>
                  <a:solidFill>
                    <a:srgbClr val="D18BCF"/>
                  </a:solidFill>
                  <a:ln w="4839" cap="flat">
                    <a:noFill/>
                    <a:prstDash val="solid"/>
                    <a:miter/>
                  </a:ln>
                </p:spPr>
                <p:txBody>
                  <a:bodyPr rtlCol="0" anchor="ctr"/>
                  <a:lstStyle/>
                  <a:p>
                    <a:endParaRPr lang="vi-VN"/>
                  </a:p>
                </p:txBody>
              </p:sp>
            </p:grpSp>
            <p:grpSp>
              <p:nvGrpSpPr>
                <p:cNvPr id="21" name="Graphic 1991">
                  <a:extLst>
                    <a:ext uri="{FF2B5EF4-FFF2-40B4-BE49-F238E27FC236}">
                      <a16:creationId xmlns:a16="http://schemas.microsoft.com/office/drawing/2014/main" id="{65450697-312E-201A-C83D-2597F7BA575E}"/>
                    </a:ext>
                  </a:extLst>
                </p:cNvPr>
                <p:cNvGrpSpPr/>
                <p:nvPr/>
              </p:nvGrpSpPr>
              <p:grpSpPr>
                <a:xfrm>
                  <a:off x="3467219" y="5207801"/>
                  <a:ext cx="172627" cy="70505"/>
                  <a:chOff x="3467219" y="5207801"/>
                  <a:chExt cx="172627" cy="70505"/>
                </a:xfrm>
                <a:solidFill>
                  <a:srgbClr val="B25F90"/>
                </a:solidFill>
              </p:grpSpPr>
              <p:sp>
                <p:nvSpPr>
                  <p:cNvPr id="23" name="Freeform: Shape 22">
                    <a:extLst>
                      <a:ext uri="{FF2B5EF4-FFF2-40B4-BE49-F238E27FC236}">
                        <a16:creationId xmlns:a16="http://schemas.microsoft.com/office/drawing/2014/main" id="{12ACFB43-49AA-0239-0161-F9304FC84BB5}"/>
                      </a:ext>
                    </a:extLst>
                  </p:cNvPr>
                  <p:cNvSpPr/>
                  <p:nvPr/>
                </p:nvSpPr>
                <p:spPr>
                  <a:xfrm>
                    <a:off x="3467219" y="5207801"/>
                    <a:ext cx="171422" cy="59583"/>
                  </a:xfrm>
                  <a:custGeom>
                    <a:avLst/>
                    <a:gdLst>
                      <a:gd name="connsiteX0" fmla="*/ 169472 w 171422"/>
                      <a:gd name="connsiteY0" fmla="*/ 212 h 59583"/>
                      <a:gd name="connsiteX1" fmla="*/ 153888 w 171422"/>
                      <a:gd name="connsiteY1" fmla="*/ 13133 h 59583"/>
                      <a:gd name="connsiteX2" fmla="*/ 138546 w 171422"/>
                      <a:gd name="connsiteY2" fmla="*/ 25100 h 59583"/>
                      <a:gd name="connsiteX3" fmla="*/ 105638 w 171422"/>
                      <a:gd name="connsiteY3" fmla="*/ 44709 h 59583"/>
                      <a:gd name="connsiteX4" fmla="*/ 36351 w 171422"/>
                      <a:gd name="connsiteY4" fmla="*/ 53818 h 59583"/>
                      <a:gd name="connsiteX5" fmla="*/ 2131 w 171422"/>
                      <a:gd name="connsiteY5" fmla="*/ 37967 h 59583"/>
                      <a:gd name="connsiteX6" fmla="*/ 499 w 171422"/>
                      <a:gd name="connsiteY6" fmla="*/ 40210 h 59583"/>
                      <a:gd name="connsiteX7" fmla="*/ 67999 w 171422"/>
                      <a:gd name="connsiteY7" fmla="*/ 59039 h 59583"/>
                      <a:gd name="connsiteX8" fmla="*/ 137940 w 171422"/>
                      <a:gd name="connsiteY8" fmla="*/ 30257 h 59583"/>
                      <a:gd name="connsiteX9" fmla="*/ 154973 w 171422"/>
                      <a:gd name="connsiteY9" fmla="*/ 16935 h 59583"/>
                      <a:gd name="connsiteX10" fmla="*/ 171167 w 171422"/>
                      <a:gd name="connsiteY10" fmla="*/ 1675 h 59583"/>
                      <a:gd name="connsiteX11" fmla="*/ 169472 w 171422"/>
                      <a:gd name="connsiteY11" fmla="*/ 212 h 59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422" h="59583">
                        <a:moveTo>
                          <a:pt x="169472" y="212"/>
                        </a:moveTo>
                        <a:cubicBezTo>
                          <a:pt x="164024" y="4135"/>
                          <a:pt x="159065" y="8852"/>
                          <a:pt x="153888" y="13133"/>
                        </a:cubicBezTo>
                        <a:cubicBezTo>
                          <a:pt x="148890" y="17269"/>
                          <a:pt x="143790" y="21288"/>
                          <a:pt x="138546" y="25100"/>
                        </a:cubicBezTo>
                        <a:cubicBezTo>
                          <a:pt x="128206" y="32616"/>
                          <a:pt x="117295" y="39420"/>
                          <a:pt x="105638" y="44709"/>
                        </a:cubicBezTo>
                        <a:cubicBezTo>
                          <a:pt x="84063" y="54496"/>
                          <a:pt x="59757" y="58782"/>
                          <a:pt x="36351" y="53818"/>
                        </a:cubicBezTo>
                        <a:cubicBezTo>
                          <a:pt x="23827" y="51164"/>
                          <a:pt x="12306" y="45711"/>
                          <a:pt x="2131" y="37967"/>
                        </a:cubicBezTo>
                        <a:cubicBezTo>
                          <a:pt x="683" y="36868"/>
                          <a:pt x="-799" y="39042"/>
                          <a:pt x="499" y="40210"/>
                        </a:cubicBezTo>
                        <a:cubicBezTo>
                          <a:pt x="18509" y="56385"/>
                          <a:pt x="44472" y="61378"/>
                          <a:pt x="67999" y="59039"/>
                        </a:cubicBezTo>
                        <a:cubicBezTo>
                          <a:pt x="93545" y="56501"/>
                          <a:pt x="117275" y="45057"/>
                          <a:pt x="137940" y="30257"/>
                        </a:cubicBezTo>
                        <a:cubicBezTo>
                          <a:pt x="143800" y="26059"/>
                          <a:pt x="149476" y="21598"/>
                          <a:pt x="154973" y="16935"/>
                        </a:cubicBezTo>
                        <a:cubicBezTo>
                          <a:pt x="160561" y="12189"/>
                          <a:pt x="166445" y="7307"/>
                          <a:pt x="171167" y="1675"/>
                        </a:cubicBezTo>
                        <a:cubicBezTo>
                          <a:pt x="172054" y="624"/>
                          <a:pt x="170422" y="-471"/>
                          <a:pt x="169472" y="212"/>
                        </a:cubicBezTo>
                        <a:close/>
                      </a:path>
                    </a:pathLst>
                  </a:custGeom>
                  <a:solidFill>
                    <a:srgbClr val="B25F90"/>
                  </a:solidFill>
                  <a:ln w="4839" cap="flat">
                    <a:noFill/>
                    <a:prstDash val="solid"/>
                    <a:miter/>
                  </a:ln>
                </p:spPr>
                <p:txBody>
                  <a:bodyPr rtlCol="0" anchor="ctr"/>
                  <a:lstStyle/>
                  <a:p>
                    <a:endParaRPr lang="vi-VN"/>
                  </a:p>
                </p:txBody>
              </p:sp>
              <p:sp>
                <p:nvSpPr>
                  <p:cNvPr id="24" name="Freeform: Shape 23">
                    <a:extLst>
                      <a:ext uri="{FF2B5EF4-FFF2-40B4-BE49-F238E27FC236}">
                        <a16:creationId xmlns:a16="http://schemas.microsoft.com/office/drawing/2014/main" id="{BF7618FD-5D6D-A1A8-A098-24215D513586}"/>
                      </a:ext>
                    </a:extLst>
                  </p:cNvPr>
                  <p:cNvSpPr/>
                  <p:nvPr/>
                </p:nvSpPr>
                <p:spPr>
                  <a:xfrm>
                    <a:off x="3558473" y="5261821"/>
                    <a:ext cx="81373" cy="16485"/>
                  </a:xfrm>
                  <a:custGeom>
                    <a:avLst/>
                    <a:gdLst>
                      <a:gd name="connsiteX0" fmla="*/ 79677 w 81373"/>
                      <a:gd name="connsiteY0" fmla="*/ 69 h 16485"/>
                      <a:gd name="connsiteX1" fmla="*/ 71851 w 81373"/>
                      <a:gd name="connsiteY1" fmla="*/ 4360 h 16485"/>
                      <a:gd name="connsiteX2" fmla="*/ 62063 w 81373"/>
                      <a:gd name="connsiteY2" fmla="*/ 8699 h 16485"/>
                      <a:gd name="connsiteX3" fmla="*/ 42561 w 81373"/>
                      <a:gd name="connsiteY3" fmla="*/ 12913 h 16485"/>
                      <a:gd name="connsiteX4" fmla="*/ 2258 w 81373"/>
                      <a:gd name="connsiteY4" fmla="*/ 4592 h 16485"/>
                      <a:gd name="connsiteX5" fmla="*/ 641 w 81373"/>
                      <a:gd name="connsiteY5" fmla="*/ 6873 h 16485"/>
                      <a:gd name="connsiteX6" fmla="*/ 42135 w 81373"/>
                      <a:gd name="connsiteY6" fmla="*/ 16336 h 16485"/>
                      <a:gd name="connsiteX7" fmla="*/ 63231 w 81373"/>
                      <a:gd name="connsiteY7" fmla="*/ 12026 h 16485"/>
                      <a:gd name="connsiteX8" fmla="*/ 72127 w 81373"/>
                      <a:gd name="connsiteY8" fmla="*/ 8099 h 16485"/>
                      <a:gd name="connsiteX9" fmla="*/ 81140 w 81373"/>
                      <a:gd name="connsiteY9" fmla="*/ 1691 h 16485"/>
                      <a:gd name="connsiteX10" fmla="*/ 79677 w 81373"/>
                      <a:gd name="connsiteY10" fmla="*/ 69 h 1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373" h="16485">
                        <a:moveTo>
                          <a:pt x="79677" y="69"/>
                        </a:moveTo>
                        <a:cubicBezTo>
                          <a:pt x="76965" y="1091"/>
                          <a:pt x="74442" y="3023"/>
                          <a:pt x="71851" y="4360"/>
                        </a:cubicBezTo>
                        <a:cubicBezTo>
                          <a:pt x="68674" y="5992"/>
                          <a:pt x="65419" y="7484"/>
                          <a:pt x="62063" y="8699"/>
                        </a:cubicBezTo>
                        <a:cubicBezTo>
                          <a:pt x="55792" y="10970"/>
                          <a:pt x="49210" y="12380"/>
                          <a:pt x="42561" y="12913"/>
                        </a:cubicBezTo>
                        <a:cubicBezTo>
                          <a:pt x="28686" y="14026"/>
                          <a:pt x="14550" y="11116"/>
                          <a:pt x="2258" y="4592"/>
                        </a:cubicBezTo>
                        <a:cubicBezTo>
                          <a:pt x="709" y="3769"/>
                          <a:pt x="-938" y="5953"/>
                          <a:pt x="641" y="6873"/>
                        </a:cubicBezTo>
                        <a:cubicBezTo>
                          <a:pt x="13174" y="14196"/>
                          <a:pt x="27689" y="17218"/>
                          <a:pt x="42135" y="16336"/>
                        </a:cubicBezTo>
                        <a:cubicBezTo>
                          <a:pt x="49322" y="15900"/>
                          <a:pt x="56450" y="14462"/>
                          <a:pt x="63231" y="12026"/>
                        </a:cubicBezTo>
                        <a:cubicBezTo>
                          <a:pt x="66286" y="10927"/>
                          <a:pt x="69270" y="9643"/>
                          <a:pt x="72127" y="8099"/>
                        </a:cubicBezTo>
                        <a:cubicBezTo>
                          <a:pt x="75173" y="6457"/>
                          <a:pt x="78941" y="4423"/>
                          <a:pt x="81140" y="1691"/>
                        </a:cubicBezTo>
                        <a:cubicBezTo>
                          <a:pt x="81914" y="728"/>
                          <a:pt x="80597" y="-275"/>
                          <a:pt x="79677" y="69"/>
                        </a:cubicBezTo>
                        <a:close/>
                      </a:path>
                    </a:pathLst>
                  </a:custGeom>
                  <a:solidFill>
                    <a:srgbClr val="B25F90"/>
                  </a:solidFill>
                  <a:ln w="4839" cap="flat">
                    <a:noFill/>
                    <a:prstDash val="solid"/>
                    <a:miter/>
                  </a:ln>
                </p:spPr>
                <p:txBody>
                  <a:bodyPr rtlCol="0" anchor="ctr"/>
                  <a:lstStyle/>
                  <a:p>
                    <a:endParaRPr lang="vi-VN"/>
                  </a:p>
                </p:txBody>
              </p:sp>
            </p:grpSp>
            <p:sp>
              <p:nvSpPr>
                <p:cNvPr id="22" name="Freeform: Shape 21">
                  <a:extLst>
                    <a:ext uri="{FF2B5EF4-FFF2-40B4-BE49-F238E27FC236}">
                      <a16:creationId xmlns:a16="http://schemas.microsoft.com/office/drawing/2014/main" id="{373AF86C-1AE1-D631-7D29-2C883CEBD7EB}"/>
                    </a:ext>
                  </a:extLst>
                </p:cNvPr>
                <p:cNvSpPr/>
                <p:nvPr/>
              </p:nvSpPr>
              <p:spPr>
                <a:xfrm>
                  <a:off x="3518167" y="5330479"/>
                  <a:ext cx="19712" cy="13586"/>
                </a:xfrm>
                <a:custGeom>
                  <a:avLst/>
                  <a:gdLst>
                    <a:gd name="connsiteX0" fmla="*/ 19599 w 19712"/>
                    <a:gd name="connsiteY0" fmla="*/ 6152 h 13586"/>
                    <a:gd name="connsiteX1" fmla="*/ 11075 w 19712"/>
                    <a:gd name="connsiteY1" fmla="*/ 6 h 13586"/>
                    <a:gd name="connsiteX2" fmla="*/ 10921 w 19712"/>
                    <a:gd name="connsiteY2" fmla="*/ 1537 h 13586"/>
                    <a:gd name="connsiteX3" fmla="*/ 14383 w 19712"/>
                    <a:gd name="connsiteY3" fmla="*/ 10811 h 13586"/>
                    <a:gd name="connsiteX4" fmla="*/ 6301 w 19712"/>
                    <a:gd name="connsiteY4" fmla="*/ 11131 h 13586"/>
                    <a:gd name="connsiteX5" fmla="*/ 2770 w 19712"/>
                    <a:gd name="connsiteY5" fmla="*/ 6496 h 13586"/>
                    <a:gd name="connsiteX6" fmla="*/ 4722 w 19712"/>
                    <a:gd name="connsiteY6" fmla="*/ 3435 h 13586"/>
                    <a:gd name="connsiteX7" fmla="*/ 6494 w 19712"/>
                    <a:gd name="connsiteY7" fmla="*/ 2346 h 13586"/>
                    <a:gd name="connsiteX8" fmla="*/ 8039 w 19712"/>
                    <a:gd name="connsiteY8" fmla="*/ 1745 h 13586"/>
                    <a:gd name="connsiteX9" fmla="*/ 9521 w 19712"/>
                    <a:gd name="connsiteY9" fmla="*/ 1333 h 13586"/>
                    <a:gd name="connsiteX10" fmla="*/ 9051 w 19712"/>
                    <a:gd name="connsiteY10" fmla="*/ 55 h 13586"/>
                    <a:gd name="connsiteX11" fmla="*/ 5623 w 19712"/>
                    <a:gd name="connsiteY11" fmla="*/ 510 h 13586"/>
                    <a:gd name="connsiteX12" fmla="*/ 3303 w 19712"/>
                    <a:gd name="connsiteY12" fmla="*/ 1711 h 13586"/>
                    <a:gd name="connsiteX13" fmla="*/ 363 w 19712"/>
                    <a:gd name="connsiteY13" fmla="*/ 5213 h 13586"/>
                    <a:gd name="connsiteX14" fmla="*/ 3869 w 19712"/>
                    <a:gd name="connsiteY14" fmla="*/ 12356 h 13586"/>
                    <a:gd name="connsiteX15" fmla="*/ 14650 w 19712"/>
                    <a:gd name="connsiteY15" fmla="*/ 12840 h 13586"/>
                    <a:gd name="connsiteX16" fmla="*/ 19599 w 19712"/>
                    <a:gd name="connsiteY16" fmla="*/ 6152 h 1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2" h="13586">
                      <a:moveTo>
                        <a:pt x="19599" y="6152"/>
                      </a:moveTo>
                      <a:cubicBezTo>
                        <a:pt x="18916" y="3096"/>
                        <a:pt x="15633" y="379"/>
                        <a:pt x="11075" y="6"/>
                      </a:cubicBezTo>
                      <a:cubicBezTo>
                        <a:pt x="9652" y="-110"/>
                        <a:pt x="9541" y="1377"/>
                        <a:pt x="10921" y="1537"/>
                      </a:cubicBezTo>
                      <a:cubicBezTo>
                        <a:pt x="16751" y="2205"/>
                        <a:pt x="19502" y="8399"/>
                        <a:pt x="14383" y="10811"/>
                      </a:cubicBezTo>
                      <a:cubicBezTo>
                        <a:pt x="12044" y="11915"/>
                        <a:pt x="8819" y="11944"/>
                        <a:pt x="6301" y="11131"/>
                      </a:cubicBezTo>
                      <a:cubicBezTo>
                        <a:pt x="3782" y="10317"/>
                        <a:pt x="2407" y="8467"/>
                        <a:pt x="2770" y="6496"/>
                      </a:cubicBezTo>
                      <a:cubicBezTo>
                        <a:pt x="2973" y="5372"/>
                        <a:pt x="3680" y="4317"/>
                        <a:pt x="4722" y="3435"/>
                      </a:cubicBezTo>
                      <a:cubicBezTo>
                        <a:pt x="5226" y="3009"/>
                        <a:pt x="5826" y="2646"/>
                        <a:pt x="6494" y="2346"/>
                      </a:cubicBezTo>
                      <a:cubicBezTo>
                        <a:pt x="6969" y="2132"/>
                        <a:pt x="7565" y="1895"/>
                        <a:pt x="8039" y="1745"/>
                      </a:cubicBezTo>
                      <a:cubicBezTo>
                        <a:pt x="8538" y="1590"/>
                        <a:pt x="9037" y="1522"/>
                        <a:pt x="9521" y="1333"/>
                      </a:cubicBezTo>
                      <a:cubicBezTo>
                        <a:pt x="10368" y="999"/>
                        <a:pt x="9826" y="161"/>
                        <a:pt x="9051" y="55"/>
                      </a:cubicBezTo>
                      <a:cubicBezTo>
                        <a:pt x="7967" y="-100"/>
                        <a:pt x="6591" y="166"/>
                        <a:pt x="5623" y="510"/>
                      </a:cubicBezTo>
                      <a:cubicBezTo>
                        <a:pt x="4761" y="815"/>
                        <a:pt x="3981" y="1237"/>
                        <a:pt x="3303" y="1711"/>
                      </a:cubicBezTo>
                      <a:cubicBezTo>
                        <a:pt x="1918" y="2680"/>
                        <a:pt x="872" y="3886"/>
                        <a:pt x="363" y="5213"/>
                      </a:cubicBezTo>
                      <a:cubicBezTo>
                        <a:pt x="-654" y="7881"/>
                        <a:pt x="450" y="10782"/>
                        <a:pt x="3869" y="12356"/>
                      </a:cubicBezTo>
                      <a:cubicBezTo>
                        <a:pt x="6983" y="13789"/>
                        <a:pt x="11294" y="13997"/>
                        <a:pt x="14650" y="12840"/>
                      </a:cubicBezTo>
                      <a:cubicBezTo>
                        <a:pt x="18267" y="11586"/>
                        <a:pt x="20219" y="8932"/>
                        <a:pt x="19599" y="6152"/>
                      </a:cubicBezTo>
                      <a:close/>
                    </a:path>
                  </a:pathLst>
                </a:custGeom>
                <a:solidFill>
                  <a:srgbClr val="B25F90"/>
                </a:solidFill>
                <a:ln w="4839" cap="flat">
                  <a:noFill/>
                  <a:prstDash val="solid"/>
                  <a:miter/>
                </a:ln>
              </p:spPr>
              <p:txBody>
                <a:bodyPr rtlCol="0" anchor="ctr"/>
                <a:lstStyle/>
                <a:p>
                  <a:endParaRPr lang="vi-VN"/>
                </a:p>
              </p:txBody>
            </p:sp>
          </p:grpSp>
        </p:grpSp>
      </p:grpSp>
      <p:pic>
        <p:nvPicPr>
          <p:cNvPr id="921" name="Picture 920" descr="A blue dolphin logo on a black background&#10;&#10;AI-generated content may be incorrect.">
            <a:extLst>
              <a:ext uri="{FF2B5EF4-FFF2-40B4-BE49-F238E27FC236}">
                <a16:creationId xmlns:a16="http://schemas.microsoft.com/office/drawing/2014/main" id="{6A387835-23F4-A455-DFEF-55327B8AAB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57132" y="-1953948"/>
            <a:ext cx="1141612" cy="1141612"/>
          </a:xfrm>
          <a:prstGeom prst="rect">
            <a:avLst/>
          </a:prstGeom>
        </p:spPr>
      </p:pic>
      <p:pic>
        <p:nvPicPr>
          <p:cNvPr id="922" name="Picture 921" descr="A black background with a black square&#10;&#10;AI-generated content may be incorrect.">
            <a:extLst>
              <a:ext uri="{FF2B5EF4-FFF2-40B4-BE49-F238E27FC236}">
                <a16:creationId xmlns:a16="http://schemas.microsoft.com/office/drawing/2014/main" id="{CE40B502-6856-15A8-A001-A06B9C097F8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901596" y="4961067"/>
            <a:ext cx="2635644" cy="752600"/>
          </a:xfrm>
          <a:prstGeom prst="rect">
            <a:avLst/>
          </a:prstGeom>
        </p:spPr>
      </p:pic>
      <p:pic>
        <p:nvPicPr>
          <p:cNvPr id="923" name="Picture 922" descr="A blue logo with a feather&#10;&#10;AI-generated content may be incorrect.">
            <a:extLst>
              <a:ext uri="{FF2B5EF4-FFF2-40B4-BE49-F238E27FC236}">
                <a16:creationId xmlns:a16="http://schemas.microsoft.com/office/drawing/2014/main" id="{DC42576D-9640-76F1-8BF5-41A07706096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712737" y="1456332"/>
            <a:ext cx="2201259" cy="1041929"/>
          </a:xfrm>
          <a:prstGeom prst="rect">
            <a:avLst/>
          </a:prstGeom>
        </p:spPr>
      </p:pic>
      <p:sp>
        <p:nvSpPr>
          <p:cNvPr id="924" name="TextBox 12">
            <a:extLst>
              <a:ext uri="{FF2B5EF4-FFF2-40B4-BE49-F238E27FC236}">
                <a16:creationId xmlns:a16="http://schemas.microsoft.com/office/drawing/2014/main" id="{699A692B-1E9A-4327-7E11-0EAA77773863}"/>
              </a:ext>
            </a:extLst>
          </p:cNvPr>
          <p:cNvSpPr txBox="1"/>
          <p:nvPr/>
        </p:nvSpPr>
        <p:spPr>
          <a:xfrm>
            <a:off x="-3315471" y="3258664"/>
            <a:ext cx="1455661" cy="584775"/>
          </a:xfrm>
          <a:prstGeom prst="rect">
            <a:avLst/>
          </a:prstGeom>
          <a:noFill/>
        </p:spPr>
        <p:txBody>
          <a:bodyPr wrap="square">
            <a:spAutoFit/>
          </a:bodyPr>
          <a:lstStyle/>
          <a:p>
            <a:r>
              <a:rPr lang="en-US" sz="3200" b="1" noProof="1">
                <a:solidFill>
                  <a:schemeClr val="tx2">
                    <a:lumMod val="50000"/>
                    <a:lumOff val="50000"/>
                  </a:schemeClr>
                </a:solidFill>
                <a:cs typeface="Arial" panose="020B0604020202020204" pitchFamily="34" charset="0"/>
              </a:rPr>
              <a:t>Server</a:t>
            </a:r>
            <a:endParaRPr lang="vi-VN" sz="3200" noProof="1">
              <a:solidFill>
                <a:schemeClr val="tx2">
                  <a:lumMod val="50000"/>
                  <a:lumOff val="50000"/>
                </a:schemeClr>
              </a:solidFill>
              <a:cs typeface="Arial" panose="020B0604020202020204" pitchFamily="34" charset="0"/>
            </a:endParaRPr>
          </a:p>
        </p:txBody>
      </p:sp>
      <p:sp>
        <p:nvSpPr>
          <p:cNvPr id="925" name="TextBox 12">
            <a:extLst>
              <a:ext uri="{FF2B5EF4-FFF2-40B4-BE49-F238E27FC236}">
                <a16:creationId xmlns:a16="http://schemas.microsoft.com/office/drawing/2014/main" id="{BD241ABB-F86C-79B0-7C0E-B8E0112CEA12}"/>
              </a:ext>
            </a:extLst>
          </p:cNvPr>
          <p:cNvSpPr txBox="1"/>
          <p:nvPr/>
        </p:nvSpPr>
        <p:spPr>
          <a:xfrm>
            <a:off x="-5591601" y="6418100"/>
            <a:ext cx="5520273" cy="523220"/>
          </a:xfrm>
          <a:prstGeom prst="rect">
            <a:avLst/>
          </a:prstGeom>
          <a:noFill/>
        </p:spPr>
        <p:txBody>
          <a:bodyPr wrap="square">
            <a:spAutoFit/>
          </a:bodyPr>
          <a:lstStyle/>
          <a:p>
            <a:r>
              <a:rPr lang="en-US" sz="2800" b="1" noProof="1">
                <a:solidFill>
                  <a:schemeClr val="tx2">
                    <a:lumMod val="50000"/>
                    <a:lumOff val="50000"/>
                  </a:schemeClr>
                </a:solidFill>
                <a:cs typeface="Arial" panose="020B0604020202020204" pitchFamily="34" charset="0"/>
              </a:rPr>
              <a:t>Teacher client &amp; Student client</a:t>
            </a:r>
            <a:endParaRPr lang="vi-VN" sz="2800" noProof="1">
              <a:solidFill>
                <a:schemeClr val="tx2">
                  <a:lumMod val="50000"/>
                  <a:lumOff val="50000"/>
                </a:schemeClr>
              </a:solidFill>
              <a:cs typeface="Arial" panose="020B0604020202020204" pitchFamily="34" charset="0"/>
            </a:endParaRPr>
          </a:p>
        </p:txBody>
      </p:sp>
      <p:pic>
        <p:nvPicPr>
          <p:cNvPr id="926" name="Picture 925" descr="A black background with a black square&#10;&#10;AI-generated content may be incorrect.">
            <a:extLst>
              <a:ext uri="{FF2B5EF4-FFF2-40B4-BE49-F238E27FC236}">
                <a16:creationId xmlns:a16="http://schemas.microsoft.com/office/drawing/2014/main" id="{620E28CB-E76C-0D93-9DB8-6C3C98AC000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4504051" y="2287388"/>
            <a:ext cx="1141612" cy="1141612"/>
          </a:xfrm>
          <a:prstGeom prst="rect">
            <a:avLst/>
          </a:prstGeom>
        </p:spPr>
      </p:pic>
      <p:sp>
        <p:nvSpPr>
          <p:cNvPr id="927" name="TextBox 12">
            <a:extLst>
              <a:ext uri="{FF2B5EF4-FFF2-40B4-BE49-F238E27FC236}">
                <a16:creationId xmlns:a16="http://schemas.microsoft.com/office/drawing/2014/main" id="{CD14072E-314A-924B-A0AF-50E534C76A51}"/>
              </a:ext>
            </a:extLst>
          </p:cNvPr>
          <p:cNvSpPr txBox="1"/>
          <p:nvPr/>
        </p:nvSpPr>
        <p:spPr>
          <a:xfrm>
            <a:off x="13839943" y="3429962"/>
            <a:ext cx="2407815" cy="707886"/>
          </a:xfrm>
          <a:prstGeom prst="rect">
            <a:avLst/>
          </a:prstGeom>
          <a:noFill/>
        </p:spPr>
        <p:txBody>
          <a:bodyPr wrap="square">
            <a:spAutoFit/>
          </a:bodyPr>
          <a:lstStyle/>
          <a:p>
            <a:pPr algn="ctr"/>
            <a:r>
              <a:rPr lang="en-US" sz="2000" b="1" noProof="1">
                <a:solidFill>
                  <a:schemeClr val="tx2">
                    <a:lumMod val="50000"/>
                    <a:lumOff val="50000"/>
                  </a:schemeClr>
                </a:solidFill>
                <a:cs typeface="Arial" panose="020B0604020202020204" pitchFamily="34" charset="0"/>
              </a:rPr>
              <a:t>Rest API giao tiếp các ứng dụng</a:t>
            </a:r>
            <a:endParaRPr lang="vi-VN" sz="2000" noProof="1">
              <a:solidFill>
                <a:schemeClr val="tx2">
                  <a:lumMod val="50000"/>
                  <a:lumOff val="50000"/>
                </a:schemeClr>
              </a:solidFill>
              <a:cs typeface="Arial" panose="020B0604020202020204" pitchFamily="34" charset="0"/>
            </a:endParaRPr>
          </a:p>
        </p:txBody>
      </p:sp>
      <p:pic>
        <p:nvPicPr>
          <p:cNvPr id="928" name="Picture 927" descr="A black and white diagram&#10;&#10;AI-generated content may be incorrect.">
            <a:extLst>
              <a:ext uri="{FF2B5EF4-FFF2-40B4-BE49-F238E27FC236}">
                <a16:creationId xmlns:a16="http://schemas.microsoft.com/office/drawing/2014/main" id="{CECE5EF3-C6DE-FB27-48B2-52450DD3F9B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684226" y="12107209"/>
            <a:ext cx="4823547" cy="2860448"/>
          </a:xfrm>
          <a:prstGeom prst="rect">
            <a:avLst/>
          </a:prstGeom>
        </p:spPr>
      </p:pic>
    </p:spTree>
    <p:extLst>
      <p:ext uri="{BB962C8B-B14F-4D97-AF65-F5344CB8AC3E}">
        <p14:creationId xmlns:p14="http://schemas.microsoft.com/office/powerpoint/2010/main" val="2396756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23C10CE-BEF2-71BE-EDBA-7DFE17310B5E}"/>
            </a:ext>
          </a:extLst>
        </p:cNvPr>
        <p:cNvGrpSpPr/>
        <p:nvPr/>
      </p:nvGrpSpPr>
      <p:grpSpPr>
        <a:xfrm>
          <a:off x="0" y="0"/>
          <a:ext cx="0" cy="0"/>
          <a:chOff x="0" y="0"/>
          <a:chExt cx="0" cy="0"/>
        </a:xfrm>
      </p:grpSpPr>
      <p:sp>
        <p:nvSpPr>
          <p:cNvPr id="10" name="minhgiang.pro 3">
            <a:extLst>
              <a:ext uri="{FF2B5EF4-FFF2-40B4-BE49-F238E27FC236}">
                <a16:creationId xmlns:a16="http://schemas.microsoft.com/office/drawing/2014/main" id="{D94A92E9-2A78-6E57-5685-3A4848791EC7}"/>
              </a:ext>
            </a:extLst>
          </p:cNvPr>
          <p:cNvSpPr/>
          <p:nvPr/>
        </p:nvSpPr>
        <p:spPr>
          <a:xfrm>
            <a:off x="11516570" y="4255214"/>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inhgiang.pro 1">
            <a:extLst>
              <a:ext uri="{FF2B5EF4-FFF2-40B4-BE49-F238E27FC236}">
                <a16:creationId xmlns:a16="http://schemas.microsoft.com/office/drawing/2014/main" id="{F1E39E23-17FE-BF54-DD4A-BBC564D206CB}"/>
              </a:ext>
            </a:extLst>
          </p:cNvPr>
          <p:cNvSpPr/>
          <p:nvPr/>
        </p:nvSpPr>
        <p:spPr>
          <a:xfrm>
            <a:off x="4062413" y="-1645537"/>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noFill/>
          <a:ln w="38100">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minhgiang.pro 2">
            <a:extLst>
              <a:ext uri="{FF2B5EF4-FFF2-40B4-BE49-F238E27FC236}">
                <a16:creationId xmlns:a16="http://schemas.microsoft.com/office/drawing/2014/main" id="{5156AA61-512D-864C-0878-07A93456E47D}"/>
              </a:ext>
            </a:extLst>
          </p:cNvPr>
          <p:cNvSpPr/>
          <p:nvPr/>
        </p:nvSpPr>
        <p:spPr>
          <a:xfrm>
            <a:off x="2716673" y="5653520"/>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solidFill>
            <a:schemeClr val="tx2">
              <a:lumMod val="25000"/>
              <a:lumOff val="7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minhgiang.pro 3">
            <a:extLst>
              <a:ext uri="{FF2B5EF4-FFF2-40B4-BE49-F238E27FC236}">
                <a16:creationId xmlns:a16="http://schemas.microsoft.com/office/drawing/2014/main" id="{E9204AD1-E71A-03B3-3DF8-E447F9D3B85B}"/>
              </a:ext>
            </a:extLst>
          </p:cNvPr>
          <p:cNvSpPr/>
          <p:nvPr/>
        </p:nvSpPr>
        <p:spPr>
          <a:xfrm>
            <a:off x="-232431" y="-693496"/>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iang">
            <a:extLst>
              <a:ext uri="{FF2B5EF4-FFF2-40B4-BE49-F238E27FC236}">
                <a16:creationId xmlns:a16="http://schemas.microsoft.com/office/drawing/2014/main" id="{988918DE-E1F7-3F5F-401D-64C853ABE807}"/>
              </a:ext>
            </a:extLst>
          </p:cNvPr>
          <p:cNvSpPr/>
          <p:nvPr/>
        </p:nvSpPr>
        <p:spPr>
          <a:xfrm>
            <a:off x="447368" y="210435"/>
            <a:ext cx="11297264" cy="6354711"/>
          </a:xfrm>
          <a:prstGeom prst="roundRect">
            <a:avLst>
              <a:gd name="adj" fmla="val 5625"/>
            </a:avLst>
          </a:prstGeom>
          <a:solidFill>
            <a:schemeClr val="bg1"/>
          </a:solidFill>
          <a:ln w="19050">
            <a:solidFill>
              <a:schemeClr val="bg1"/>
            </a:solidFill>
          </a:ln>
          <a:effectLst>
            <a:outerShdw blurRad="965200" dist="38100" dir="10800000" algn="r" rotWithShape="0">
              <a:srgbClr val="819C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noProof="1">
              <a:cs typeface="+mn-ea"/>
              <a:sym typeface="+mn-lt"/>
            </a:endParaRPr>
          </a:p>
        </p:txBody>
      </p:sp>
      <p:sp>
        <p:nvSpPr>
          <p:cNvPr id="927" name="TextBox 12">
            <a:extLst>
              <a:ext uri="{FF2B5EF4-FFF2-40B4-BE49-F238E27FC236}">
                <a16:creationId xmlns:a16="http://schemas.microsoft.com/office/drawing/2014/main" id="{D68270C7-711A-2631-6B2B-CA6B8D1EDF30}"/>
              </a:ext>
            </a:extLst>
          </p:cNvPr>
          <p:cNvSpPr txBox="1"/>
          <p:nvPr/>
        </p:nvSpPr>
        <p:spPr>
          <a:xfrm>
            <a:off x="1081759" y="486292"/>
            <a:ext cx="6211560" cy="707886"/>
          </a:xfrm>
          <a:prstGeom prst="rect">
            <a:avLst/>
          </a:prstGeom>
          <a:noFill/>
        </p:spPr>
        <p:txBody>
          <a:bodyPr wrap="square">
            <a:spAutoFit/>
          </a:bodyPr>
          <a:lstStyle/>
          <a:p>
            <a:r>
              <a:rPr lang="en-US" sz="4000" b="1" noProof="1">
                <a:solidFill>
                  <a:schemeClr val="tx2">
                    <a:lumMod val="50000"/>
                    <a:lumOff val="50000"/>
                  </a:schemeClr>
                </a:solidFill>
                <a:cs typeface="Arial" panose="020B0604020202020204" pitchFamily="34" charset="0"/>
              </a:rPr>
              <a:t>Công nghệ sử dụng</a:t>
            </a:r>
            <a:endParaRPr lang="vi-VN" sz="4000" noProof="1">
              <a:solidFill>
                <a:schemeClr val="tx2">
                  <a:lumMod val="50000"/>
                  <a:lumOff val="50000"/>
                </a:schemeClr>
              </a:solidFill>
              <a:cs typeface="Arial" panose="020B0604020202020204" pitchFamily="34" charset="0"/>
            </a:endParaRPr>
          </a:p>
        </p:txBody>
      </p:sp>
      <p:pic>
        <p:nvPicPr>
          <p:cNvPr id="928" name="Picture 927" descr="A logo with red letters&#10;&#10;AI-generated content may be incorrect.">
            <a:extLst>
              <a:ext uri="{FF2B5EF4-FFF2-40B4-BE49-F238E27FC236}">
                <a16:creationId xmlns:a16="http://schemas.microsoft.com/office/drawing/2014/main" id="{9193860B-04FC-CC09-D146-83A9E0F9D0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4799" y="1712967"/>
            <a:ext cx="3164354" cy="1977721"/>
          </a:xfrm>
          <a:prstGeom prst="rect">
            <a:avLst/>
          </a:prstGeom>
        </p:spPr>
      </p:pic>
      <p:pic>
        <p:nvPicPr>
          <p:cNvPr id="929" name="Graphic 928">
            <a:extLst>
              <a:ext uri="{FF2B5EF4-FFF2-40B4-BE49-F238E27FC236}">
                <a16:creationId xmlns:a16="http://schemas.microsoft.com/office/drawing/2014/main" id="{5A912548-5929-19B0-4CF9-4C3B8D1C84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44612" y="1048456"/>
            <a:ext cx="2521265" cy="2521265"/>
          </a:xfrm>
          <a:prstGeom prst="rect">
            <a:avLst/>
          </a:prstGeom>
        </p:spPr>
      </p:pic>
      <p:grpSp>
        <p:nvGrpSpPr>
          <p:cNvPr id="930" name="Group 929">
            <a:extLst>
              <a:ext uri="{FF2B5EF4-FFF2-40B4-BE49-F238E27FC236}">
                <a16:creationId xmlns:a16="http://schemas.microsoft.com/office/drawing/2014/main" id="{FA0488F0-7AD8-DF19-C7E1-6675BE23C241}"/>
              </a:ext>
            </a:extLst>
          </p:cNvPr>
          <p:cNvGrpSpPr/>
          <p:nvPr/>
        </p:nvGrpSpPr>
        <p:grpSpPr>
          <a:xfrm>
            <a:off x="1771453" y="3974781"/>
            <a:ext cx="2559832" cy="1788934"/>
            <a:chOff x="1126343" y="3916020"/>
            <a:chExt cx="2959665" cy="2068356"/>
          </a:xfrm>
        </p:grpSpPr>
        <p:sp>
          <p:nvSpPr>
            <p:cNvPr id="931" name="Freeform: Shape 930">
              <a:extLst>
                <a:ext uri="{FF2B5EF4-FFF2-40B4-BE49-F238E27FC236}">
                  <a16:creationId xmlns:a16="http://schemas.microsoft.com/office/drawing/2014/main" id="{C171014D-815A-C597-229A-3ED91FA8C986}"/>
                </a:ext>
              </a:extLst>
            </p:cNvPr>
            <p:cNvSpPr/>
            <p:nvPr/>
          </p:nvSpPr>
          <p:spPr>
            <a:xfrm>
              <a:off x="1126343" y="3961198"/>
              <a:ext cx="2959665" cy="1973250"/>
            </a:xfrm>
            <a:custGeom>
              <a:avLst/>
              <a:gdLst>
                <a:gd name="connsiteX0" fmla="*/ 2278679 w 2959665"/>
                <a:gd name="connsiteY0" fmla="*/ 1968601 h 1973250"/>
                <a:gd name="connsiteX1" fmla="*/ 1683753 w 2959665"/>
                <a:gd name="connsiteY1" fmla="*/ 1860197 h 1973250"/>
                <a:gd name="connsiteX2" fmla="*/ 1523647 w 2959665"/>
                <a:gd name="connsiteY2" fmla="*/ 1833125 h 1973250"/>
                <a:gd name="connsiteX3" fmla="*/ 894360 w 2959665"/>
                <a:gd name="connsiteY3" fmla="*/ 1965579 h 1973250"/>
                <a:gd name="connsiteX4" fmla="*/ 30436 w 2959665"/>
                <a:gd name="connsiteY4" fmla="*/ 1304911 h 1973250"/>
                <a:gd name="connsiteX5" fmla="*/ 59735 w 2959665"/>
                <a:gd name="connsiteY5" fmla="*/ 608696 h 1973250"/>
                <a:gd name="connsiteX6" fmla="*/ 991170 w 2959665"/>
                <a:gd name="connsiteY6" fmla="*/ 12147 h 1973250"/>
                <a:gd name="connsiteX7" fmla="*/ 1936068 w 2959665"/>
                <a:gd name="connsiteY7" fmla="*/ 115834 h 1973250"/>
                <a:gd name="connsiteX8" fmla="*/ 2801020 w 2959665"/>
                <a:gd name="connsiteY8" fmla="*/ 425334 h 1973250"/>
                <a:gd name="connsiteX9" fmla="*/ 2278679 w 2959665"/>
                <a:gd name="connsiteY9" fmla="*/ 1968601 h 197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665" h="1973250">
                  <a:moveTo>
                    <a:pt x="2278679" y="1968601"/>
                  </a:moveTo>
                  <a:cubicBezTo>
                    <a:pt x="2033798" y="1995425"/>
                    <a:pt x="1799837" y="1899134"/>
                    <a:pt x="1683753" y="1860197"/>
                  </a:cubicBezTo>
                  <a:cubicBezTo>
                    <a:pt x="1629706" y="1842085"/>
                    <a:pt x="1579485" y="1829300"/>
                    <a:pt x="1523647" y="1833125"/>
                  </a:cubicBezTo>
                  <a:cubicBezTo>
                    <a:pt x="1257869" y="1851335"/>
                    <a:pt x="1171127" y="1943379"/>
                    <a:pt x="894360" y="1965579"/>
                  </a:cubicBezTo>
                  <a:cubicBezTo>
                    <a:pt x="176280" y="2023180"/>
                    <a:pt x="71116" y="1510104"/>
                    <a:pt x="30436" y="1304911"/>
                  </a:cubicBezTo>
                  <a:cubicBezTo>
                    <a:pt x="-13005" y="1086351"/>
                    <a:pt x="-15523" y="834568"/>
                    <a:pt x="59735" y="608696"/>
                  </a:cubicBezTo>
                  <a:cubicBezTo>
                    <a:pt x="171122" y="274197"/>
                    <a:pt x="593277" y="-69407"/>
                    <a:pt x="991170" y="12147"/>
                  </a:cubicBezTo>
                  <a:cubicBezTo>
                    <a:pt x="1305619" y="76558"/>
                    <a:pt x="1597453" y="184990"/>
                    <a:pt x="1936068" y="115834"/>
                  </a:cubicBezTo>
                  <a:cubicBezTo>
                    <a:pt x="2207997" y="60286"/>
                    <a:pt x="2509719" y="-112712"/>
                    <a:pt x="2801020" y="425334"/>
                  </a:cubicBezTo>
                  <a:cubicBezTo>
                    <a:pt x="3092368" y="963331"/>
                    <a:pt x="3017821" y="1887637"/>
                    <a:pt x="2278679" y="1968601"/>
                  </a:cubicBezTo>
                  <a:close/>
                </a:path>
              </a:pathLst>
            </a:custGeom>
            <a:solidFill>
              <a:srgbClr val="BBEAF2"/>
            </a:solidFill>
            <a:ln w="4839" cap="flat">
              <a:noFill/>
              <a:prstDash val="solid"/>
              <a:miter/>
            </a:ln>
          </p:spPr>
          <p:txBody>
            <a:bodyPr rtlCol="0" anchor="ctr"/>
            <a:lstStyle/>
            <a:p>
              <a:endParaRPr lang="vi-VN"/>
            </a:p>
          </p:txBody>
        </p:sp>
        <p:grpSp>
          <p:nvGrpSpPr>
            <p:cNvPr id="932" name="Graphic 1991">
              <a:extLst>
                <a:ext uri="{FF2B5EF4-FFF2-40B4-BE49-F238E27FC236}">
                  <a16:creationId xmlns:a16="http://schemas.microsoft.com/office/drawing/2014/main" id="{F1C0DA5C-B4FB-3370-D44C-C6943259F589}"/>
                </a:ext>
              </a:extLst>
            </p:cNvPr>
            <p:cNvGrpSpPr/>
            <p:nvPr/>
          </p:nvGrpSpPr>
          <p:grpSpPr>
            <a:xfrm>
              <a:off x="1980556" y="3916020"/>
              <a:ext cx="706273" cy="598717"/>
              <a:chOff x="1980556" y="3916020"/>
              <a:chExt cx="706273" cy="598717"/>
            </a:xfrm>
          </p:grpSpPr>
          <p:grpSp>
            <p:nvGrpSpPr>
              <p:cNvPr id="1203" name="Graphic 1991">
                <a:extLst>
                  <a:ext uri="{FF2B5EF4-FFF2-40B4-BE49-F238E27FC236}">
                    <a16:creationId xmlns:a16="http://schemas.microsoft.com/office/drawing/2014/main" id="{D0BFB9E0-C0AD-6155-EDC2-6DC1DEEA404D}"/>
                  </a:ext>
                </a:extLst>
              </p:cNvPr>
              <p:cNvGrpSpPr/>
              <p:nvPr/>
            </p:nvGrpSpPr>
            <p:grpSpPr>
              <a:xfrm>
                <a:off x="1980556" y="4082417"/>
                <a:ext cx="188379" cy="432320"/>
                <a:chOff x="1980556" y="4082417"/>
                <a:chExt cx="188379" cy="432320"/>
              </a:xfrm>
            </p:grpSpPr>
            <p:sp>
              <p:nvSpPr>
                <p:cNvPr id="1229" name="Freeform: Shape 1228">
                  <a:extLst>
                    <a:ext uri="{FF2B5EF4-FFF2-40B4-BE49-F238E27FC236}">
                      <a16:creationId xmlns:a16="http://schemas.microsoft.com/office/drawing/2014/main" id="{50F6666E-9798-8F56-7B6F-52D72444C8A8}"/>
                    </a:ext>
                  </a:extLst>
                </p:cNvPr>
                <p:cNvSpPr/>
                <p:nvPr/>
              </p:nvSpPr>
              <p:spPr>
                <a:xfrm>
                  <a:off x="1980556" y="4082417"/>
                  <a:ext cx="188379" cy="432320"/>
                </a:xfrm>
                <a:custGeom>
                  <a:avLst/>
                  <a:gdLst>
                    <a:gd name="connsiteX0" fmla="*/ 188379 w 188379"/>
                    <a:gd name="connsiteY0" fmla="*/ 432321 h 432320"/>
                    <a:gd name="connsiteX1" fmla="*/ 44167 w 188379"/>
                    <a:gd name="connsiteY1" fmla="*/ 402459 h 432320"/>
                    <a:gd name="connsiteX2" fmla="*/ 0 w 188379"/>
                    <a:gd name="connsiteY2" fmla="*/ 50226 h 432320"/>
                    <a:gd name="connsiteX3" fmla="*/ 173715 w 188379"/>
                    <a:gd name="connsiteY3" fmla="*/ 0 h 432320"/>
                  </a:gdLst>
                  <a:ahLst/>
                  <a:cxnLst>
                    <a:cxn ang="0">
                      <a:pos x="connsiteX0" y="connsiteY0"/>
                    </a:cxn>
                    <a:cxn ang="0">
                      <a:pos x="connsiteX1" y="connsiteY1"/>
                    </a:cxn>
                    <a:cxn ang="0">
                      <a:pos x="connsiteX2" y="connsiteY2"/>
                    </a:cxn>
                    <a:cxn ang="0">
                      <a:pos x="connsiteX3" y="connsiteY3"/>
                    </a:cxn>
                  </a:cxnLst>
                  <a:rect l="l" t="t" r="r" b="b"/>
                  <a:pathLst>
                    <a:path w="188379" h="432320">
                      <a:moveTo>
                        <a:pt x="188379" y="432321"/>
                      </a:moveTo>
                      <a:lnTo>
                        <a:pt x="44167" y="402459"/>
                      </a:lnTo>
                      <a:lnTo>
                        <a:pt x="0" y="50226"/>
                      </a:lnTo>
                      <a:lnTo>
                        <a:pt x="173715" y="0"/>
                      </a:lnTo>
                      <a:close/>
                    </a:path>
                  </a:pathLst>
                </a:custGeom>
                <a:solidFill>
                  <a:srgbClr val="91D1E8"/>
                </a:solidFill>
                <a:ln w="4839" cap="flat">
                  <a:noFill/>
                  <a:prstDash val="solid"/>
                  <a:miter/>
                </a:ln>
              </p:spPr>
              <p:txBody>
                <a:bodyPr rtlCol="0" anchor="ctr"/>
                <a:lstStyle/>
                <a:p>
                  <a:endParaRPr lang="vi-VN"/>
                </a:p>
              </p:txBody>
            </p:sp>
            <p:sp>
              <p:nvSpPr>
                <p:cNvPr id="1230" name="Freeform: Shape 1229">
                  <a:extLst>
                    <a:ext uri="{FF2B5EF4-FFF2-40B4-BE49-F238E27FC236}">
                      <a16:creationId xmlns:a16="http://schemas.microsoft.com/office/drawing/2014/main" id="{65128043-D6EC-0193-0BA0-A75F531E065D}"/>
                    </a:ext>
                  </a:extLst>
                </p:cNvPr>
                <p:cNvSpPr/>
                <p:nvPr/>
              </p:nvSpPr>
              <p:spPr>
                <a:xfrm>
                  <a:off x="1993976" y="4113535"/>
                  <a:ext cx="159651" cy="382978"/>
                </a:xfrm>
                <a:custGeom>
                  <a:avLst/>
                  <a:gdLst>
                    <a:gd name="connsiteX0" fmla="*/ 159651 w 159651"/>
                    <a:gd name="connsiteY0" fmla="*/ 382979 h 382978"/>
                    <a:gd name="connsiteX1" fmla="*/ 33866 w 159651"/>
                    <a:gd name="connsiteY1" fmla="*/ 366058 h 382978"/>
                    <a:gd name="connsiteX2" fmla="*/ 0 w 159651"/>
                    <a:gd name="connsiteY2" fmla="*/ 33341 h 382978"/>
                    <a:gd name="connsiteX3" fmla="*/ 1521 w 159651"/>
                    <a:gd name="connsiteY3" fmla="*/ 32915 h 382978"/>
                    <a:gd name="connsiteX4" fmla="*/ 71099 w 159651"/>
                    <a:gd name="connsiteY4" fmla="*/ 14357 h 382978"/>
                    <a:gd name="connsiteX5" fmla="*/ 144531 w 159651"/>
                    <a:gd name="connsiteY5" fmla="*/ 2017 h 382978"/>
                    <a:gd name="connsiteX6" fmla="*/ 159574 w 159651"/>
                    <a:gd name="connsiteY6" fmla="*/ 380761 h 382978"/>
                    <a:gd name="connsiteX7" fmla="*/ 159651 w 159651"/>
                    <a:gd name="connsiteY7" fmla="*/ 382979 h 382978"/>
                    <a:gd name="connsiteX8" fmla="*/ 37300 w 159651"/>
                    <a:gd name="connsiteY8" fmla="*/ 362740 h 382978"/>
                    <a:gd name="connsiteX9" fmla="*/ 155753 w 159651"/>
                    <a:gd name="connsiteY9" fmla="*/ 378673 h 382978"/>
                    <a:gd name="connsiteX10" fmla="*/ 141059 w 159651"/>
                    <a:gd name="connsiteY10" fmla="*/ 3746 h 382978"/>
                    <a:gd name="connsiteX11" fmla="*/ 4054 w 159651"/>
                    <a:gd name="connsiteY11" fmla="*/ 36101 h 382978"/>
                    <a:gd name="connsiteX12" fmla="*/ 37300 w 159651"/>
                    <a:gd name="connsiteY12" fmla="*/ 362740 h 382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651" h="382978">
                      <a:moveTo>
                        <a:pt x="159651" y="382979"/>
                      </a:moveTo>
                      <a:lnTo>
                        <a:pt x="33866" y="366058"/>
                      </a:lnTo>
                      <a:lnTo>
                        <a:pt x="0" y="33341"/>
                      </a:lnTo>
                      <a:lnTo>
                        <a:pt x="1521" y="32915"/>
                      </a:lnTo>
                      <a:cubicBezTo>
                        <a:pt x="1865" y="32818"/>
                        <a:pt x="36569" y="23117"/>
                        <a:pt x="71099" y="14357"/>
                      </a:cubicBezTo>
                      <a:cubicBezTo>
                        <a:pt x="142599" y="-3790"/>
                        <a:pt x="143665" y="-569"/>
                        <a:pt x="144531" y="2017"/>
                      </a:cubicBezTo>
                      <a:cubicBezTo>
                        <a:pt x="146759" y="8724"/>
                        <a:pt x="158271" y="342700"/>
                        <a:pt x="159574" y="380761"/>
                      </a:cubicBezTo>
                      <a:lnTo>
                        <a:pt x="159651" y="382979"/>
                      </a:lnTo>
                      <a:close/>
                      <a:moveTo>
                        <a:pt x="37300" y="362740"/>
                      </a:moveTo>
                      <a:lnTo>
                        <a:pt x="155753" y="378673"/>
                      </a:lnTo>
                      <a:cubicBezTo>
                        <a:pt x="151437" y="252894"/>
                        <a:pt x="143021" y="18870"/>
                        <a:pt x="141059" y="3746"/>
                      </a:cubicBezTo>
                      <a:cubicBezTo>
                        <a:pt x="131998" y="1988"/>
                        <a:pt x="53504" y="22299"/>
                        <a:pt x="4054" y="36101"/>
                      </a:cubicBezTo>
                      <a:lnTo>
                        <a:pt x="37300" y="362740"/>
                      </a:lnTo>
                      <a:close/>
                    </a:path>
                  </a:pathLst>
                </a:custGeom>
                <a:solidFill>
                  <a:srgbClr val="3C6282"/>
                </a:solidFill>
                <a:ln w="4839" cap="flat">
                  <a:noFill/>
                  <a:prstDash val="solid"/>
                  <a:miter/>
                </a:ln>
              </p:spPr>
              <p:txBody>
                <a:bodyPr rtlCol="0" anchor="ctr"/>
                <a:lstStyle/>
                <a:p>
                  <a:endParaRPr lang="vi-VN"/>
                </a:p>
              </p:txBody>
            </p:sp>
            <p:grpSp>
              <p:nvGrpSpPr>
                <p:cNvPr id="1231" name="Graphic 1991">
                  <a:extLst>
                    <a:ext uri="{FF2B5EF4-FFF2-40B4-BE49-F238E27FC236}">
                      <a16:creationId xmlns:a16="http://schemas.microsoft.com/office/drawing/2014/main" id="{555C0C92-5A7A-99BB-06D4-CEB882873596}"/>
                    </a:ext>
                  </a:extLst>
                </p:cNvPr>
                <p:cNvGrpSpPr/>
                <p:nvPr/>
              </p:nvGrpSpPr>
              <p:grpSpPr>
                <a:xfrm>
                  <a:off x="2013618" y="4161546"/>
                  <a:ext cx="56124" cy="80574"/>
                  <a:chOff x="2013618" y="4161546"/>
                  <a:chExt cx="56124" cy="80574"/>
                </a:xfrm>
              </p:grpSpPr>
              <p:grpSp>
                <p:nvGrpSpPr>
                  <p:cNvPr id="1249" name="Graphic 1991">
                    <a:extLst>
                      <a:ext uri="{FF2B5EF4-FFF2-40B4-BE49-F238E27FC236}">
                        <a16:creationId xmlns:a16="http://schemas.microsoft.com/office/drawing/2014/main" id="{FF8702BE-1E63-3B39-15B0-4B126FCC0AEE}"/>
                      </a:ext>
                    </a:extLst>
                  </p:cNvPr>
                  <p:cNvGrpSpPr/>
                  <p:nvPr/>
                </p:nvGrpSpPr>
                <p:grpSpPr>
                  <a:xfrm>
                    <a:off x="2013618" y="4164867"/>
                    <a:ext cx="56124" cy="77253"/>
                    <a:chOff x="2013618" y="4164867"/>
                    <a:chExt cx="56124" cy="77253"/>
                  </a:xfrm>
                </p:grpSpPr>
                <p:sp>
                  <p:nvSpPr>
                    <p:cNvPr id="1251" name="Freeform: Shape 1250">
                      <a:extLst>
                        <a:ext uri="{FF2B5EF4-FFF2-40B4-BE49-F238E27FC236}">
                          <a16:creationId xmlns:a16="http://schemas.microsoft.com/office/drawing/2014/main" id="{255F6D4E-A3A9-AC67-0250-F0F1D35AF0B2}"/>
                        </a:ext>
                      </a:extLst>
                    </p:cNvPr>
                    <p:cNvSpPr/>
                    <p:nvPr/>
                  </p:nvSpPr>
                  <p:spPr>
                    <a:xfrm>
                      <a:off x="2013618" y="4164867"/>
                      <a:ext cx="56124" cy="77253"/>
                    </a:xfrm>
                    <a:custGeom>
                      <a:avLst/>
                      <a:gdLst>
                        <a:gd name="connsiteX0" fmla="*/ 0 w 56124"/>
                        <a:gd name="connsiteY0" fmla="*/ 10635 h 77253"/>
                        <a:gd name="connsiteX1" fmla="*/ 6121 w 56124"/>
                        <a:gd name="connsiteY1" fmla="*/ 70164 h 77253"/>
                        <a:gd name="connsiteX2" fmla="*/ 56124 w 56124"/>
                        <a:gd name="connsiteY2" fmla="*/ 77254 h 77253"/>
                        <a:gd name="connsiteX3" fmla="*/ 55940 w 56124"/>
                        <a:gd name="connsiteY3" fmla="*/ 0 h 77253"/>
                      </a:gdLst>
                      <a:ahLst/>
                      <a:cxnLst>
                        <a:cxn ang="0">
                          <a:pos x="connsiteX0" y="connsiteY0"/>
                        </a:cxn>
                        <a:cxn ang="0">
                          <a:pos x="connsiteX1" y="connsiteY1"/>
                        </a:cxn>
                        <a:cxn ang="0">
                          <a:pos x="connsiteX2" y="connsiteY2"/>
                        </a:cxn>
                        <a:cxn ang="0">
                          <a:pos x="connsiteX3" y="connsiteY3"/>
                        </a:cxn>
                      </a:cxnLst>
                      <a:rect l="l" t="t" r="r" b="b"/>
                      <a:pathLst>
                        <a:path w="56124" h="77253">
                          <a:moveTo>
                            <a:pt x="0" y="10635"/>
                          </a:moveTo>
                          <a:lnTo>
                            <a:pt x="6121" y="70164"/>
                          </a:lnTo>
                          <a:lnTo>
                            <a:pt x="56124" y="77254"/>
                          </a:lnTo>
                          <a:lnTo>
                            <a:pt x="55940" y="0"/>
                          </a:lnTo>
                          <a:close/>
                        </a:path>
                      </a:pathLst>
                    </a:custGeom>
                    <a:solidFill>
                      <a:srgbClr val="FFD255"/>
                    </a:solidFill>
                    <a:ln w="4839" cap="flat">
                      <a:noFill/>
                      <a:prstDash val="solid"/>
                      <a:miter/>
                    </a:ln>
                  </p:spPr>
                  <p:txBody>
                    <a:bodyPr rtlCol="0" anchor="ctr"/>
                    <a:lstStyle/>
                    <a:p>
                      <a:endParaRPr lang="vi-VN"/>
                    </a:p>
                  </p:txBody>
                </p:sp>
                <p:grpSp>
                  <p:nvGrpSpPr>
                    <p:cNvPr id="1252" name="Graphic 1991">
                      <a:extLst>
                        <a:ext uri="{FF2B5EF4-FFF2-40B4-BE49-F238E27FC236}">
                          <a16:creationId xmlns:a16="http://schemas.microsoft.com/office/drawing/2014/main" id="{012D8D46-D7F9-0B5C-CAEB-F24C39100DA8}"/>
                        </a:ext>
                      </a:extLst>
                    </p:cNvPr>
                    <p:cNvGrpSpPr/>
                    <p:nvPr/>
                  </p:nvGrpSpPr>
                  <p:grpSpPr>
                    <a:xfrm>
                      <a:off x="2022651" y="4179237"/>
                      <a:ext cx="39253" cy="36238"/>
                      <a:chOff x="2022651" y="4179237"/>
                      <a:chExt cx="39253" cy="36238"/>
                    </a:xfrm>
                    <a:solidFill>
                      <a:srgbClr val="91D1E8"/>
                    </a:solidFill>
                  </p:grpSpPr>
                  <p:sp>
                    <p:nvSpPr>
                      <p:cNvPr id="1253" name="Freeform: Shape 1252">
                        <a:extLst>
                          <a:ext uri="{FF2B5EF4-FFF2-40B4-BE49-F238E27FC236}">
                            <a16:creationId xmlns:a16="http://schemas.microsoft.com/office/drawing/2014/main" id="{6341A7F7-B403-3285-6B93-883B720225C4}"/>
                          </a:ext>
                        </a:extLst>
                      </p:cNvPr>
                      <p:cNvSpPr/>
                      <p:nvPr/>
                    </p:nvSpPr>
                    <p:spPr>
                      <a:xfrm>
                        <a:off x="2022651" y="4179237"/>
                        <a:ext cx="39253" cy="10476"/>
                      </a:xfrm>
                      <a:custGeom>
                        <a:avLst/>
                        <a:gdLst>
                          <a:gd name="connsiteX0" fmla="*/ 38931 w 39253"/>
                          <a:gd name="connsiteY0" fmla="*/ 300 h 10476"/>
                          <a:gd name="connsiteX1" fmla="*/ 37866 w 39253"/>
                          <a:gd name="connsiteY1" fmla="*/ 314 h 10476"/>
                          <a:gd name="connsiteX2" fmla="*/ 36229 w 39253"/>
                          <a:gd name="connsiteY2" fmla="*/ 2455 h 10476"/>
                          <a:gd name="connsiteX3" fmla="*/ 33125 w 39253"/>
                          <a:gd name="connsiteY3" fmla="*/ 2959 h 10476"/>
                          <a:gd name="connsiteX4" fmla="*/ 27202 w 39253"/>
                          <a:gd name="connsiteY4" fmla="*/ 3496 h 10476"/>
                          <a:gd name="connsiteX5" fmla="*/ 23778 w 39253"/>
                          <a:gd name="connsiteY5" fmla="*/ 7293 h 10476"/>
                          <a:gd name="connsiteX6" fmla="*/ 18480 w 39253"/>
                          <a:gd name="connsiteY6" fmla="*/ 2474 h 10476"/>
                          <a:gd name="connsiteX7" fmla="*/ 16199 w 39253"/>
                          <a:gd name="connsiteY7" fmla="*/ 2929 h 10476"/>
                          <a:gd name="connsiteX8" fmla="*/ 9085 w 39253"/>
                          <a:gd name="connsiteY8" fmla="*/ 4494 h 10476"/>
                          <a:gd name="connsiteX9" fmla="*/ 6663 w 39253"/>
                          <a:gd name="connsiteY9" fmla="*/ 5273 h 10476"/>
                          <a:gd name="connsiteX10" fmla="*/ 5147 w 39253"/>
                          <a:gd name="connsiteY10" fmla="*/ 7797 h 10476"/>
                          <a:gd name="connsiteX11" fmla="*/ 1723 w 39253"/>
                          <a:gd name="connsiteY11" fmla="*/ 6271 h 10476"/>
                          <a:gd name="connsiteX12" fmla="*/ 14 w 39253"/>
                          <a:gd name="connsiteY12" fmla="*/ 6891 h 10476"/>
                          <a:gd name="connsiteX13" fmla="*/ 5709 w 39253"/>
                          <a:gd name="connsiteY13" fmla="*/ 10300 h 10476"/>
                          <a:gd name="connsiteX14" fmla="*/ 8658 w 39253"/>
                          <a:gd name="connsiteY14" fmla="*/ 7758 h 10476"/>
                          <a:gd name="connsiteX15" fmla="*/ 17419 w 39253"/>
                          <a:gd name="connsiteY15" fmla="*/ 6228 h 10476"/>
                          <a:gd name="connsiteX16" fmla="*/ 20843 w 39253"/>
                          <a:gd name="connsiteY16" fmla="*/ 9574 h 10476"/>
                          <a:gd name="connsiteX17" fmla="*/ 24475 w 39253"/>
                          <a:gd name="connsiteY17" fmla="*/ 9438 h 10476"/>
                          <a:gd name="connsiteX18" fmla="*/ 27202 w 39253"/>
                          <a:gd name="connsiteY18" fmla="*/ 5961 h 10476"/>
                          <a:gd name="connsiteX19" fmla="*/ 36093 w 39253"/>
                          <a:gd name="connsiteY19" fmla="*/ 4557 h 10476"/>
                          <a:gd name="connsiteX20" fmla="*/ 38931 w 39253"/>
                          <a:gd name="connsiteY20" fmla="*/ 300 h 1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253" h="10476">
                            <a:moveTo>
                              <a:pt x="38931" y="300"/>
                            </a:moveTo>
                            <a:cubicBezTo>
                              <a:pt x="38709" y="-78"/>
                              <a:pt x="38069" y="-126"/>
                              <a:pt x="37866" y="314"/>
                            </a:cubicBezTo>
                            <a:cubicBezTo>
                              <a:pt x="37449" y="1225"/>
                              <a:pt x="37173" y="1961"/>
                              <a:pt x="36229" y="2455"/>
                            </a:cubicBezTo>
                            <a:cubicBezTo>
                              <a:pt x="35285" y="2949"/>
                              <a:pt x="34161" y="3017"/>
                              <a:pt x="33125" y="2959"/>
                            </a:cubicBezTo>
                            <a:cubicBezTo>
                              <a:pt x="31134" y="2847"/>
                              <a:pt x="29047" y="2508"/>
                              <a:pt x="27202" y="3496"/>
                            </a:cubicBezTo>
                            <a:cubicBezTo>
                              <a:pt x="25570" y="4368"/>
                              <a:pt x="25187" y="6261"/>
                              <a:pt x="23778" y="7293"/>
                            </a:cubicBezTo>
                            <a:cubicBezTo>
                              <a:pt x="20858" y="9429"/>
                              <a:pt x="19042" y="4368"/>
                              <a:pt x="18480" y="2474"/>
                            </a:cubicBezTo>
                            <a:cubicBezTo>
                              <a:pt x="18073" y="1099"/>
                              <a:pt x="16267" y="1699"/>
                              <a:pt x="16199" y="2929"/>
                            </a:cubicBezTo>
                            <a:cubicBezTo>
                              <a:pt x="15991" y="6872"/>
                              <a:pt x="10935" y="7879"/>
                              <a:pt x="9085" y="4494"/>
                            </a:cubicBezTo>
                            <a:cubicBezTo>
                              <a:pt x="8363" y="3176"/>
                              <a:pt x="6542" y="3835"/>
                              <a:pt x="6663" y="5273"/>
                            </a:cubicBezTo>
                            <a:cubicBezTo>
                              <a:pt x="6746" y="6305"/>
                              <a:pt x="6140" y="7414"/>
                              <a:pt x="5147" y="7797"/>
                            </a:cubicBezTo>
                            <a:cubicBezTo>
                              <a:pt x="3796" y="8320"/>
                              <a:pt x="2489" y="7264"/>
                              <a:pt x="1723" y="6271"/>
                            </a:cubicBezTo>
                            <a:cubicBezTo>
                              <a:pt x="1191" y="5579"/>
                              <a:pt x="-151" y="5903"/>
                              <a:pt x="14" y="6891"/>
                            </a:cubicBezTo>
                            <a:cubicBezTo>
                              <a:pt x="445" y="9501"/>
                              <a:pt x="3162" y="11012"/>
                              <a:pt x="5709" y="10300"/>
                            </a:cubicBezTo>
                            <a:cubicBezTo>
                              <a:pt x="7104" y="9913"/>
                              <a:pt x="8092" y="8949"/>
                              <a:pt x="8658" y="7758"/>
                            </a:cubicBezTo>
                            <a:cubicBezTo>
                              <a:pt x="11492" y="9855"/>
                              <a:pt x="15492" y="9056"/>
                              <a:pt x="17419" y="6228"/>
                            </a:cubicBezTo>
                            <a:cubicBezTo>
                              <a:pt x="18160" y="7700"/>
                              <a:pt x="19197" y="8969"/>
                              <a:pt x="20843" y="9574"/>
                            </a:cubicBezTo>
                            <a:cubicBezTo>
                              <a:pt x="22020" y="10010"/>
                              <a:pt x="23347" y="10044"/>
                              <a:pt x="24475" y="9438"/>
                            </a:cubicBezTo>
                            <a:cubicBezTo>
                              <a:pt x="25952" y="8649"/>
                              <a:pt x="26243" y="7215"/>
                              <a:pt x="27202" y="5961"/>
                            </a:cubicBezTo>
                            <a:cubicBezTo>
                              <a:pt x="29255" y="3273"/>
                              <a:pt x="33231" y="5462"/>
                              <a:pt x="36093" y="4557"/>
                            </a:cubicBezTo>
                            <a:cubicBezTo>
                              <a:pt x="37788" y="4019"/>
                              <a:pt x="40113" y="2295"/>
                              <a:pt x="38931" y="300"/>
                            </a:cubicBezTo>
                            <a:close/>
                          </a:path>
                        </a:pathLst>
                      </a:custGeom>
                      <a:solidFill>
                        <a:srgbClr val="91D1E8"/>
                      </a:solidFill>
                      <a:ln w="4839" cap="flat">
                        <a:noFill/>
                        <a:prstDash val="solid"/>
                        <a:miter/>
                      </a:ln>
                    </p:spPr>
                    <p:txBody>
                      <a:bodyPr rtlCol="0" anchor="ctr"/>
                      <a:lstStyle/>
                      <a:p>
                        <a:endParaRPr lang="vi-VN"/>
                      </a:p>
                    </p:txBody>
                  </p:sp>
                  <p:sp>
                    <p:nvSpPr>
                      <p:cNvPr id="1254" name="Freeform: Shape 1253">
                        <a:extLst>
                          <a:ext uri="{FF2B5EF4-FFF2-40B4-BE49-F238E27FC236}">
                            <a16:creationId xmlns:a16="http://schemas.microsoft.com/office/drawing/2014/main" id="{F5D0901D-47DD-6481-B6F1-ADB21FC95820}"/>
                          </a:ext>
                        </a:extLst>
                      </p:cNvPr>
                      <p:cNvSpPr/>
                      <p:nvPr/>
                    </p:nvSpPr>
                    <p:spPr>
                      <a:xfrm>
                        <a:off x="2026128" y="4196151"/>
                        <a:ext cx="32033" cy="4787"/>
                      </a:xfrm>
                      <a:custGeom>
                        <a:avLst/>
                        <a:gdLst>
                          <a:gd name="connsiteX0" fmla="*/ 30839 w 32033"/>
                          <a:gd name="connsiteY0" fmla="*/ 234 h 4787"/>
                          <a:gd name="connsiteX1" fmla="*/ 23163 w 32033"/>
                          <a:gd name="connsiteY1" fmla="*/ 215 h 4787"/>
                          <a:gd name="connsiteX2" fmla="*/ 20160 w 32033"/>
                          <a:gd name="connsiteY2" fmla="*/ 2017 h 4787"/>
                          <a:gd name="connsiteX3" fmla="*/ 16233 w 32033"/>
                          <a:gd name="connsiteY3" fmla="*/ 1891 h 4787"/>
                          <a:gd name="connsiteX4" fmla="*/ 9235 w 32033"/>
                          <a:gd name="connsiteY4" fmla="*/ 932 h 4787"/>
                          <a:gd name="connsiteX5" fmla="*/ 1622 w 32033"/>
                          <a:gd name="connsiteY5" fmla="*/ 660 h 4787"/>
                          <a:gd name="connsiteX6" fmla="*/ 19 w 32033"/>
                          <a:gd name="connsiteY6" fmla="*/ 1033 h 4787"/>
                          <a:gd name="connsiteX7" fmla="*/ 5961 w 32033"/>
                          <a:gd name="connsiteY7" fmla="*/ 3949 h 4787"/>
                          <a:gd name="connsiteX8" fmla="*/ 11729 w 32033"/>
                          <a:gd name="connsiteY8" fmla="*/ 2060 h 4787"/>
                          <a:gd name="connsiteX9" fmla="*/ 16625 w 32033"/>
                          <a:gd name="connsiteY9" fmla="*/ 4293 h 4787"/>
                          <a:gd name="connsiteX10" fmla="*/ 20344 w 32033"/>
                          <a:gd name="connsiteY10" fmla="*/ 4283 h 4787"/>
                          <a:gd name="connsiteX11" fmla="*/ 22238 w 32033"/>
                          <a:gd name="connsiteY11" fmla="*/ 2782 h 4787"/>
                          <a:gd name="connsiteX12" fmla="*/ 25434 w 32033"/>
                          <a:gd name="connsiteY12" fmla="*/ 2452 h 4787"/>
                          <a:gd name="connsiteX13" fmla="*/ 29807 w 32033"/>
                          <a:gd name="connsiteY13" fmla="*/ 3150 h 4787"/>
                          <a:gd name="connsiteX14" fmla="*/ 32021 w 32033"/>
                          <a:gd name="connsiteY14" fmla="*/ 622 h 4787"/>
                          <a:gd name="connsiteX15" fmla="*/ 30839 w 32033"/>
                          <a:gd name="connsiteY15" fmla="*/ 234 h 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033" h="4787">
                            <a:moveTo>
                              <a:pt x="30839" y="234"/>
                            </a:moveTo>
                            <a:cubicBezTo>
                              <a:pt x="28868" y="2816"/>
                              <a:pt x="25705" y="-177"/>
                              <a:pt x="23163" y="215"/>
                            </a:cubicBezTo>
                            <a:cubicBezTo>
                              <a:pt x="21928" y="409"/>
                              <a:pt x="21066" y="1237"/>
                              <a:pt x="20160" y="2017"/>
                            </a:cubicBezTo>
                            <a:cubicBezTo>
                              <a:pt x="18688" y="3280"/>
                              <a:pt x="17729" y="2941"/>
                              <a:pt x="16233" y="1891"/>
                            </a:cubicBezTo>
                            <a:cubicBezTo>
                              <a:pt x="13932" y="278"/>
                              <a:pt x="11923" y="-85"/>
                              <a:pt x="9235" y="932"/>
                            </a:cubicBezTo>
                            <a:cubicBezTo>
                              <a:pt x="7491" y="1590"/>
                              <a:pt x="2338" y="4084"/>
                              <a:pt x="1622" y="660"/>
                            </a:cubicBezTo>
                            <a:cubicBezTo>
                              <a:pt x="1404" y="-381"/>
                              <a:pt x="-190" y="-8"/>
                              <a:pt x="19" y="1033"/>
                            </a:cubicBezTo>
                            <a:cubicBezTo>
                              <a:pt x="556" y="3726"/>
                              <a:pt x="3607" y="4375"/>
                              <a:pt x="5961" y="3949"/>
                            </a:cubicBezTo>
                            <a:cubicBezTo>
                              <a:pt x="7956" y="3586"/>
                              <a:pt x="9690" y="2259"/>
                              <a:pt x="11729" y="2060"/>
                            </a:cubicBezTo>
                            <a:cubicBezTo>
                              <a:pt x="13811" y="1857"/>
                              <a:pt x="14945" y="3431"/>
                              <a:pt x="16625" y="4293"/>
                            </a:cubicBezTo>
                            <a:cubicBezTo>
                              <a:pt x="17855" y="4927"/>
                              <a:pt x="19129" y="4980"/>
                              <a:pt x="20344" y="4283"/>
                            </a:cubicBezTo>
                            <a:cubicBezTo>
                              <a:pt x="21056" y="3876"/>
                              <a:pt x="21594" y="3276"/>
                              <a:pt x="22238" y="2782"/>
                            </a:cubicBezTo>
                            <a:cubicBezTo>
                              <a:pt x="23308" y="1968"/>
                              <a:pt x="24209" y="2055"/>
                              <a:pt x="25434" y="2452"/>
                            </a:cubicBezTo>
                            <a:cubicBezTo>
                              <a:pt x="26907" y="2927"/>
                              <a:pt x="28238" y="3489"/>
                              <a:pt x="29807" y="3150"/>
                            </a:cubicBezTo>
                            <a:cubicBezTo>
                              <a:pt x="31013" y="2888"/>
                              <a:pt x="32166" y="1949"/>
                              <a:pt x="32021" y="622"/>
                            </a:cubicBezTo>
                            <a:cubicBezTo>
                              <a:pt x="31953" y="84"/>
                              <a:pt x="31207" y="-250"/>
                              <a:pt x="30839" y="234"/>
                            </a:cubicBezTo>
                            <a:close/>
                          </a:path>
                        </a:pathLst>
                      </a:custGeom>
                      <a:solidFill>
                        <a:srgbClr val="91D1E8"/>
                      </a:solidFill>
                      <a:ln w="4839" cap="flat">
                        <a:noFill/>
                        <a:prstDash val="solid"/>
                        <a:miter/>
                      </a:ln>
                    </p:spPr>
                    <p:txBody>
                      <a:bodyPr rtlCol="0" anchor="ctr"/>
                      <a:lstStyle/>
                      <a:p>
                        <a:endParaRPr lang="vi-VN"/>
                      </a:p>
                    </p:txBody>
                  </p:sp>
                  <p:sp>
                    <p:nvSpPr>
                      <p:cNvPr id="1255" name="Freeform: Shape 1254">
                        <a:extLst>
                          <a:ext uri="{FF2B5EF4-FFF2-40B4-BE49-F238E27FC236}">
                            <a16:creationId xmlns:a16="http://schemas.microsoft.com/office/drawing/2014/main" id="{E59A4A17-7715-240B-B809-E96C6DBB7DA9}"/>
                          </a:ext>
                        </a:extLst>
                      </p:cNvPr>
                      <p:cNvSpPr/>
                      <p:nvPr/>
                    </p:nvSpPr>
                    <p:spPr>
                      <a:xfrm>
                        <a:off x="2031123" y="4209433"/>
                        <a:ext cx="22653" cy="6042"/>
                      </a:xfrm>
                      <a:custGeom>
                        <a:avLst/>
                        <a:gdLst>
                          <a:gd name="connsiteX0" fmla="*/ 21258 w 22653"/>
                          <a:gd name="connsiteY0" fmla="*/ 1050 h 6042"/>
                          <a:gd name="connsiteX1" fmla="*/ 17354 w 22653"/>
                          <a:gd name="connsiteY1" fmla="*/ 4217 h 6042"/>
                          <a:gd name="connsiteX2" fmla="*/ 12134 w 22653"/>
                          <a:gd name="connsiteY2" fmla="*/ 2677 h 6042"/>
                          <a:gd name="connsiteX3" fmla="*/ 6250 w 22653"/>
                          <a:gd name="connsiteY3" fmla="*/ 2329 h 6042"/>
                          <a:gd name="connsiteX4" fmla="*/ 3112 w 22653"/>
                          <a:gd name="connsiteY4" fmla="*/ 2813 h 6042"/>
                          <a:gd name="connsiteX5" fmla="*/ 1727 w 22653"/>
                          <a:gd name="connsiteY5" fmla="*/ 973 h 6042"/>
                          <a:gd name="connsiteX6" fmla="*/ 264 w 22653"/>
                          <a:gd name="connsiteY6" fmla="*/ 459 h 6042"/>
                          <a:gd name="connsiteX7" fmla="*/ 3494 w 22653"/>
                          <a:gd name="connsiteY7" fmla="*/ 4522 h 6042"/>
                          <a:gd name="connsiteX8" fmla="*/ 7480 w 22653"/>
                          <a:gd name="connsiteY8" fmla="*/ 3651 h 6042"/>
                          <a:gd name="connsiteX9" fmla="*/ 9901 w 22653"/>
                          <a:gd name="connsiteY9" fmla="*/ 3409 h 6042"/>
                          <a:gd name="connsiteX10" fmla="*/ 11892 w 22653"/>
                          <a:gd name="connsiteY10" fmla="*/ 4643 h 6042"/>
                          <a:gd name="connsiteX11" fmla="*/ 22614 w 22653"/>
                          <a:gd name="connsiteY11" fmla="*/ 1592 h 6042"/>
                          <a:gd name="connsiteX12" fmla="*/ 21258 w 22653"/>
                          <a:gd name="connsiteY12" fmla="*/ 1050 h 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53" h="6042">
                            <a:moveTo>
                              <a:pt x="21258" y="1050"/>
                            </a:moveTo>
                            <a:cubicBezTo>
                              <a:pt x="20570" y="2658"/>
                              <a:pt x="19035" y="3806"/>
                              <a:pt x="17354" y="4217"/>
                            </a:cubicBezTo>
                            <a:cubicBezTo>
                              <a:pt x="15238" y="4735"/>
                              <a:pt x="13795" y="3878"/>
                              <a:pt x="12134" y="2677"/>
                            </a:cubicBezTo>
                            <a:cubicBezTo>
                              <a:pt x="10226" y="1302"/>
                              <a:pt x="8352" y="1583"/>
                              <a:pt x="6250" y="2329"/>
                            </a:cubicBezTo>
                            <a:cubicBezTo>
                              <a:pt x="5233" y="2687"/>
                              <a:pt x="4192" y="3137"/>
                              <a:pt x="3112" y="2813"/>
                            </a:cubicBezTo>
                            <a:cubicBezTo>
                              <a:pt x="2288" y="2566"/>
                              <a:pt x="1252" y="1941"/>
                              <a:pt x="1727" y="973"/>
                            </a:cubicBezTo>
                            <a:cubicBezTo>
                              <a:pt x="2167" y="77"/>
                              <a:pt x="709" y="-417"/>
                              <a:pt x="264" y="459"/>
                            </a:cubicBezTo>
                            <a:cubicBezTo>
                              <a:pt x="-811" y="2580"/>
                              <a:pt x="1625" y="4300"/>
                              <a:pt x="3494" y="4522"/>
                            </a:cubicBezTo>
                            <a:cubicBezTo>
                              <a:pt x="4884" y="4687"/>
                              <a:pt x="6182" y="4043"/>
                              <a:pt x="7480" y="3651"/>
                            </a:cubicBezTo>
                            <a:cubicBezTo>
                              <a:pt x="8260" y="3413"/>
                              <a:pt x="9093" y="3191"/>
                              <a:pt x="9901" y="3409"/>
                            </a:cubicBezTo>
                            <a:cubicBezTo>
                              <a:pt x="10667" y="3612"/>
                              <a:pt x="11277" y="4174"/>
                              <a:pt x="11892" y="4643"/>
                            </a:cubicBezTo>
                            <a:cubicBezTo>
                              <a:pt x="15437" y="7341"/>
                              <a:pt x="21180" y="6038"/>
                              <a:pt x="22614" y="1592"/>
                            </a:cubicBezTo>
                            <a:cubicBezTo>
                              <a:pt x="22890" y="716"/>
                              <a:pt x="21631" y="178"/>
                              <a:pt x="21258" y="1050"/>
                            </a:cubicBezTo>
                            <a:close/>
                          </a:path>
                        </a:pathLst>
                      </a:custGeom>
                      <a:solidFill>
                        <a:srgbClr val="91D1E8"/>
                      </a:solidFill>
                      <a:ln w="4839" cap="flat">
                        <a:noFill/>
                        <a:prstDash val="solid"/>
                        <a:miter/>
                      </a:ln>
                    </p:spPr>
                    <p:txBody>
                      <a:bodyPr rtlCol="0" anchor="ctr"/>
                      <a:lstStyle/>
                      <a:p>
                        <a:endParaRPr lang="vi-VN"/>
                      </a:p>
                    </p:txBody>
                  </p:sp>
                </p:grpSp>
              </p:grpSp>
              <p:sp>
                <p:nvSpPr>
                  <p:cNvPr id="1250" name="Freeform: Shape 1249">
                    <a:extLst>
                      <a:ext uri="{FF2B5EF4-FFF2-40B4-BE49-F238E27FC236}">
                        <a16:creationId xmlns:a16="http://schemas.microsoft.com/office/drawing/2014/main" id="{0A8AC843-AFFA-D2B0-1234-D1AA54998B6F}"/>
                      </a:ext>
                    </a:extLst>
                  </p:cNvPr>
                  <p:cNvSpPr/>
                  <p:nvPr/>
                </p:nvSpPr>
                <p:spPr>
                  <a:xfrm rot="-475215">
                    <a:off x="2032276" y="4162072"/>
                    <a:ext cx="8451" cy="11904"/>
                  </a:xfrm>
                  <a:custGeom>
                    <a:avLst/>
                    <a:gdLst>
                      <a:gd name="connsiteX0" fmla="*/ 0 w 8451"/>
                      <a:gd name="connsiteY0" fmla="*/ 0 h 11904"/>
                      <a:gd name="connsiteX1" fmla="*/ 8451 w 8451"/>
                      <a:gd name="connsiteY1" fmla="*/ 0 h 11904"/>
                      <a:gd name="connsiteX2" fmla="*/ 8451 w 8451"/>
                      <a:gd name="connsiteY2" fmla="*/ 11904 h 11904"/>
                      <a:gd name="connsiteX3" fmla="*/ 0 w 8451"/>
                      <a:gd name="connsiteY3" fmla="*/ 11904 h 11904"/>
                    </a:gdLst>
                    <a:ahLst/>
                    <a:cxnLst>
                      <a:cxn ang="0">
                        <a:pos x="connsiteX0" y="connsiteY0"/>
                      </a:cxn>
                      <a:cxn ang="0">
                        <a:pos x="connsiteX1" y="connsiteY1"/>
                      </a:cxn>
                      <a:cxn ang="0">
                        <a:pos x="connsiteX2" y="connsiteY2"/>
                      </a:cxn>
                      <a:cxn ang="0">
                        <a:pos x="connsiteX3" y="connsiteY3"/>
                      </a:cxn>
                    </a:cxnLst>
                    <a:rect l="l" t="t" r="r" b="b"/>
                    <a:pathLst>
                      <a:path w="8451" h="11904">
                        <a:moveTo>
                          <a:pt x="0" y="0"/>
                        </a:moveTo>
                        <a:lnTo>
                          <a:pt x="8451" y="0"/>
                        </a:lnTo>
                        <a:lnTo>
                          <a:pt x="8451" y="11904"/>
                        </a:lnTo>
                        <a:lnTo>
                          <a:pt x="0" y="11904"/>
                        </a:lnTo>
                        <a:close/>
                      </a:path>
                    </a:pathLst>
                  </a:custGeom>
                  <a:solidFill>
                    <a:srgbClr val="FFFFFF">
                      <a:alpha val="63000"/>
                    </a:srgbClr>
                  </a:solidFill>
                  <a:ln w="4839" cap="flat">
                    <a:noFill/>
                    <a:prstDash val="solid"/>
                    <a:miter/>
                  </a:ln>
                </p:spPr>
                <p:txBody>
                  <a:bodyPr rtlCol="0" anchor="ctr"/>
                  <a:lstStyle/>
                  <a:p>
                    <a:endParaRPr lang="vi-VN"/>
                  </a:p>
                </p:txBody>
              </p:sp>
            </p:grpSp>
            <p:grpSp>
              <p:nvGrpSpPr>
                <p:cNvPr id="1232" name="Graphic 1991">
                  <a:extLst>
                    <a:ext uri="{FF2B5EF4-FFF2-40B4-BE49-F238E27FC236}">
                      <a16:creationId xmlns:a16="http://schemas.microsoft.com/office/drawing/2014/main" id="{F69BCE57-088A-DDF0-ADA8-53BD42381409}"/>
                    </a:ext>
                  </a:extLst>
                </p:cNvPr>
                <p:cNvGrpSpPr/>
                <p:nvPr/>
              </p:nvGrpSpPr>
              <p:grpSpPr>
                <a:xfrm>
                  <a:off x="2079235" y="4208195"/>
                  <a:ext cx="38263" cy="54973"/>
                  <a:chOff x="2079235" y="4208195"/>
                  <a:chExt cx="38263" cy="54973"/>
                </a:xfrm>
              </p:grpSpPr>
              <p:grpSp>
                <p:nvGrpSpPr>
                  <p:cNvPr id="1242" name="Graphic 1991">
                    <a:extLst>
                      <a:ext uri="{FF2B5EF4-FFF2-40B4-BE49-F238E27FC236}">
                        <a16:creationId xmlns:a16="http://schemas.microsoft.com/office/drawing/2014/main" id="{FC910926-C357-8846-C3A0-7D9DC145AEF5}"/>
                      </a:ext>
                    </a:extLst>
                  </p:cNvPr>
                  <p:cNvGrpSpPr/>
                  <p:nvPr/>
                </p:nvGrpSpPr>
                <p:grpSpPr>
                  <a:xfrm>
                    <a:off x="2079235" y="4210502"/>
                    <a:ext cx="38263" cy="52666"/>
                    <a:chOff x="2079235" y="4210502"/>
                    <a:chExt cx="38263" cy="52666"/>
                  </a:xfrm>
                </p:grpSpPr>
                <p:sp>
                  <p:nvSpPr>
                    <p:cNvPr id="1244" name="Freeform: Shape 1243">
                      <a:extLst>
                        <a:ext uri="{FF2B5EF4-FFF2-40B4-BE49-F238E27FC236}">
                          <a16:creationId xmlns:a16="http://schemas.microsoft.com/office/drawing/2014/main" id="{60CA73A0-6EE8-6816-1C63-4A8DBD16E099}"/>
                        </a:ext>
                      </a:extLst>
                    </p:cNvPr>
                    <p:cNvSpPr/>
                    <p:nvPr/>
                  </p:nvSpPr>
                  <p:spPr>
                    <a:xfrm>
                      <a:off x="2079235" y="4210502"/>
                      <a:ext cx="38263" cy="52666"/>
                    </a:xfrm>
                    <a:custGeom>
                      <a:avLst/>
                      <a:gdLst>
                        <a:gd name="connsiteX0" fmla="*/ 0 w 38263"/>
                        <a:gd name="connsiteY0" fmla="*/ 7250 h 52666"/>
                        <a:gd name="connsiteX1" fmla="*/ 4175 w 38263"/>
                        <a:gd name="connsiteY1" fmla="*/ 47833 h 52666"/>
                        <a:gd name="connsiteX2" fmla="*/ 38264 w 38263"/>
                        <a:gd name="connsiteY2" fmla="*/ 52667 h 52666"/>
                        <a:gd name="connsiteX3" fmla="*/ 38138 w 38263"/>
                        <a:gd name="connsiteY3" fmla="*/ 0 h 52666"/>
                      </a:gdLst>
                      <a:ahLst/>
                      <a:cxnLst>
                        <a:cxn ang="0">
                          <a:pos x="connsiteX0" y="connsiteY0"/>
                        </a:cxn>
                        <a:cxn ang="0">
                          <a:pos x="connsiteX1" y="connsiteY1"/>
                        </a:cxn>
                        <a:cxn ang="0">
                          <a:pos x="connsiteX2" y="connsiteY2"/>
                        </a:cxn>
                        <a:cxn ang="0">
                          <a:pos x="connsiteX3" y="connsiteY3"/>
                        </a:cxn>
                      </a:cxnLst>
                      <a:rect l="l" t="t" r="r" b="b"/>
                      <a:pathLst>
                        <a:path w="38263" h="52666">
                          <a:moveTo>
                            <a:pt x="0" y="7250"/>
                          </a:moveTo>
                          <a:lnTo>
                            <a:pt x="4175" y="47833"/>
                          </a:lnTo>
                          <a:lnTo>
                            <a:pt x="38264" y="52667"/>
                          </a:lnTo>
                          <a:lnTo>
                            <a:pt x="38138" y="0"/>
                          </a:lnTo>
                          <a:close/>
                        </a:path>
                      </a:pathLst>
                    </a:custGeom>
                    <a:solidFill>
                      <a:srgbClr val="FFD255"/>
                    </a:solidFill>
                    <a:ln w="4839" cap="flat">
                      <a:noFill/>
                      <a:prstDash val="solid"/>
                      <a:miter/>
                    </a:ln>
                  </p:spPr>
                  <p:txBody>
                    <a:bodyPr rtlCol="0" anchor="ctr"/>
                    <a:lstStyle/>
                    <a:p>
                      <a:endParaRPr lang="vi-VN"/>
                    </a:p>
                  </p:txBody>
                </p:sp>
                <p:grpSp>
                  <p:nvGrpSpPr>
                    <p:cNvPr id="1245" name="Graphic 1991">
                      <a:extLst>
                        <a:ext uri="{FF2B5EF4-FFF2-40B4-BE49-F238E27FC236}">
                          <a16:creationId xmlns:a16="http://schemas.microsoft.com/office/drawing/2014/main" id="{59F25586-7442-2B8C-3D95-4F753EC4F26B}"/>
                        </a:ext>
                      </a:extLst>
                    </p:cNvPr>
                    <p:cNvGrpSpPr/>
                    <p:nvPr/>
                  </p:nvGrpSpPr>
                  <p:grpSpPr>
                    <a:xfrm>
                      <a:off x="2085391" y="4220299"/>
                      <a:ext cx="26764" cy="24708"/>
                      <a:chOff x="2085391" y="4220299"/>
                      <a:chExt cx="26764" cy="24708"/>
                    </a:xfrm>
                    <a:solidFill>
                      <a:srgbClr val="91D1E8"/>
                    </a:solidFill>
                  </p:grpSpPr>
                  <p:sp>
                    <p:nvSpPr>
                      <p:cNvPr id="1246" name="Freeform: Shape 1245">
                        <a:extLst>
                          <a:ext uri="{FF2B5EF4-FFF2-40B4-BE49-F238E27FC236}">
                            <a16:creationId xmlns:a16="http://schemas.microsoft.com/office/drawing/2014/main" id="{7BB1B10E-DF5B-5574-8528-2B8D28852040}"/>
                          </a:ext>
                        </a:extLst>
                      </p:cNvPr>
                      <p:cNvSpPr/>
                      <p:nvPr/>
                    </p:nvSpPr>
                    <p:spPr>
                      <a:xfrm>
                        <a:off x="2085391" y="4220299"/>
                        <a:ext cx="26764" cy="7137"/>
                      </a:xfrm>
                      <a:custGeom>
                        <a:avLst/>
                        <a:gdLst>
                          <a:gd name="connsiteX0" fmla="*/ 26544 w 26764"/>
                          <a:gd name="connsiteY0" fmla="*/ 204 h 7137"/>
                          <a:gd name="connsiteX1" fmla="*/ 25817 w 26764"/>
                          <a:gd name="connsiteY1" fmla="*/ 214 h 7137"/>
                          <a:gd name="connsiteX2" fmla="*/ 24699 w 26764"/>
                          <a:gd name="connsiteY2" fmla="*/ 1672 h 7137"/>
                          <a:gd name="connsiteX3" fmla="*/ 22582 w 26764"/>
                          <a:gd name="connsiteY3" fmla="*/ 2015 h 7137"/>
                          <a:gd name="connsiteX4" fmla="*/ 18548 w 26764"/>
                          <a:gd name="connsiteY4" fmla="*/ 2383 h 7137"/>
                          <a:gd name="connsiteX5" fmla="*/ 16214 w 26764"/>
                          <a:gd name="connsiteY5" fmla="*/ 4970 h 7137"/>
                          <a:gd name="connsiteX6" fmla="*/ 12601 w 26764"/>
                          <a:gd name="connsiteY6" fmla="*/ 1686 h 7137"/>
                          <a:gd name="connsiteX7" fmla="*/ 11046 w 26764"/>
                          <a:gd name="connsiteY7" fmla="*/ 1996 h 7137"/>
                          <a:gd name="connsiteX8" fmla="*/ 6194 w 26764"/>
                          <a:gd name="connsiteY8" fmla="*/ 3061 h 7137"/>
                          <a:gd name="connsiteX9" fmla="*/ 4542 w 26764"/>
                          <a:gd name="connsiteY9" fmla="*/ 3594 h 7137"/>
                          <a:gd name="connsiteX10" fmla="*/ 3511 w 26764"/>
                          <a:gd name="connsiteY10" fmla="*/ 5313 h 7137"/>
                          <a:gd name="connsiteX11" fmla="*/ 1177 w 26764"/>
                          <a:gd name="connsiteY11" fmla="*/ 4272 h 7137"/>
                          <a:gd name="connsiteX12" fmla="*/ 9 w 26764"/>
                          <a:gd name="connsiteY12" fmla="*/ 4693 h 7137"/>
                          <a:gd name="connsiteX13" fmla="*/ 3893 w 26764"/>
                          <a:gd name="connsiteY13" fmla="*/ 7018 h 7137"/>
                          <a:gd name="connsiteX14" fmla="*/ 5903 w 26764"/>
                          <a:gd name="connsiteY14" fmla="*/ 5284 h 7137"/>
                          <a:gd name="connsiteX15" fmla="*/ 11879 w 26764"/>
                          <a:gd name="connsiteY15" fmla="*/ 4243 h 7137"/>
                          <a:gd name="connsiteX16" fmla="*/ 14214 w 26764"/>
                          <a:gd name="connsiteY16" fmla="*/ 6524 h 7137"/>
                          <a:gd name="connsiteX17" fmla="*/ 16688 w 26764"/>
                          <a:gd name="connsiteY17" fmla="*/ 6432 h 7137"/>
                          <a:gd name="connsiteX18" fmla="*/ 18548 w 26764"/>
                          <a:gd name="connsiteY18" fmla="*/ 4059 h 7137"/>
                          <a:gd name="connsiteX19" fmla="*/ 24606 w 26764"/>
                          <a:gd name="connsiteY19" fmla="*/ 3100 h 7137"/>
                          <a:gd name="connsiteX20" fmla="*/ 26544 w 26764"/>
                          <a:gd name="connsiteY20" fmla="*/ 204 h 7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764" h="7137">
                            <a:moveTo>
                              <a:pt x="26544" y="204"/>
                            </a:moveTo>
                            <a:cubicBezTo>
                              <a:pt x="26389" y="-53"/>
                              <a:pt x="25953" y="-86"/>
                              <a:pt x="25817" y="214"/>
                            </a:cubicBezTo>
                            <a:cubicBezTo>
                              <a:pt x="25531" y="834"/>
                              <a:pt x="25343" y="1337"/>
                              <a:pt x="24699" y="1672"/>
                            </a:cubicBezTo>
                            <a:cubicBezTo>
                              <a:pt x="24054" y="2011"/>
                              <a:pt x="23289" y="2054"/>
                              <a:pt x="22582" y="2015"/>
                            </a:cubicBezTo>
                            <a:cubicBezTo>
                              <a:pt x="21226" y="1943"/>
                              <a:pt x="19802" y="1710"/>
                              <a:pt x="18548" y="2383"/>
                            </a:cubicBezTo>
                            <a:cubicBezTo>
                              <a:pt x="17439" y="2979"/>
                              <a:pt x="17177" y="4267"/>
                              <a:pt x="16214" y="4970"/>
                            </a:cubicBezTo>
                            <a:cubicBezTo>
                              <a:pt x="14223" y="6422"/>
                              <a:pt x="12984" y="2974"/>
                              <a:pt x="12601" y="1686"/>
                            </a:cubicBezTo>
                            <a:cubicBezTo>
                              <a:pt x="12325" y="751"/>
                              <a:pt x="11090" y="1158"/>
                              <a:pt x="11046" y="1996"/>
                            </a:cubicBezTo>
                            <a:cubicBezTo>
                              <a:pt x="10906" y="4684"/>
                              <a:pt x="7458" y="5371"/>
                              <a:pt x="6194" y="3061"/>
                            </a:cubicBezTo>
                            <a:cubicBezTo>
                              <a:pt x="5705" y="2161"/>
                              <a:pt x="4465" y="2611"/>
                              <a:pt x="4542" y="3594"/>
                            </a:cubicBezTo>
                            <a:cubicBezTo>
                              <a:pt x="4600" y="4296"/>
                              <a:pt x="4189" y="5052"/>
                              <a:pt x="3511" y="5313"/>
                            </a:cubicBezTo>
                            <a:cubicBezTo>
                              <a:pt x="2591" y="5672"/>
                              <a:pt x="1699" y="4950"/>
                              <a:pt x="1177" y="4272"/>
                            </a:cubicBezTo>
                            <a:cubicBezTo>
                              <a:pt x="813" y="3802"/>
                              <a:pt x="-102" y="4020"/>
                              <a:pt x="9" y="4693"/>
                            </a:cubicBezTo>
                            <a:cubicBezTo>
                              <a:pt x="305" y="6476"/>
                              <a:pt x="2155" y="7502"/>
                              <a:pt x="3893" y="7018"/>
                            </a:cubicBezTo>
                            <a:cubicBezTo>
                              <a:pt x="4843" y="6752"/>
                              <a:pt x="5516" y="6098"/>
                              <a:pt x="5903" y="5284"/>
                            </a:cubicBezTo>
                            <a:cubicBezTo>
                              <a:pt x="7836" y="6713"/>
                              <a:pt x="10562" y="6171"/>
                              <a:pt x="11879" y="4243"/>
                            </a:cubicBezTo>
                            <a:cubicBezTo>
                              <a:pt x="12383" y="5246"/>
                              <a:pt x="13090" y="6112"/>
                              <a:pt x="14214" y="6524"/>
                            </a:cubicBezTo>
                            <a:cubicBezTo>
                              <a:pt x="15017" y="6820"/>
                              <a:pt x="15918" y="6844"/>
                              <a:pt x="16688" y="6432"/>
                            </a:cubicBezTo>
                            <a:cubicBezTo>
                              <a:pt x="17696" y="5895"/>
                              <a:pt x="17894" y="4916"/>
                              <a:pt x="18548" y="4059"/>
                            </a:cubicBezTo>
                            <a:cubicBezTo>
                              <a:pt x="19948" y="2228"/>
                              <a:pt x="22660" y="3720"/>
                              <a:pt x="24606" y="3100"/>
                            </a:cubicBezTo>
                            <a:cubicBezTo>
                              <a:pt x="25764" y="2742"/>
                              <a:pt x="27352" y="1565"/>
                              <a:pt x="26544" y="204"/>
                            </a:cubicBezTo>
                            <a:close/>
                          </a:path>
                        </a:pathLst>
                      </a:custGeom>
                      <a:solidFill>
                        <a:srgbClr val="91D1E8"/>
                      </a:solidFill>
                      <a:ln w="4839" cap="flat">
                        <a:noFill/>
                        <a:prstDash val="solid"/>
                        <a:miter/>
                      </a:ln>
                    </p:spPr>
                    <p:txBody>
                      <a:bodyPr rtlCol="0" anchor="ctr"/>
                      <a:lstStyle/>
                      <a:p>
                        <a:endParaRPr lang="vi-VN"/>
                      </a:p>
                    </p:txBody>
                  </p:sp>
                  <p:sp>
                    <p:nvSpPr>
                      <p:cNvPr id="1247" name="Freeform: Shape 1246">
                        <a:extLst>
                          <a:ext uri="{FF2B5EF4-FFF2-40B4-BE49-F238E27FC236}">
                            <a16:creationId xmlns:a16="http://schemas.microsoft.com/office/drawing/2014/main" id="{0171359C-810C-25E8-A267-C38FB4070D79}"/>
                          </a:ext>
                        </a:extLst>
                      </p:cNvPr>
                      <p:cNvSpPr/>
                      <p:nvPr/>
                    </p:nvSpPr>
                    <p:spPr>
                      <a:xfrm>
                        <a:off x="2087756" y="4231831"/>
                        <a:ext cx="21833" cy="3261"/>
                      </a:xfrm>
                      <a:custGeom>
                        <a:avLst/>
                        <a:gdLst>
                          <a:gd name="connsiteX0" fmla="*/ 21031 w 21833"/>
                          <a:gd name="connsiteY0" fmla="*/ 159 h 3261"/>
                          <a:gd name="connsiteX1" fmla="*/ 15796 w 21833"/>
                          <a:gd name="connsiteY1" fmla="*/ 145 h 3261"/>
                          <a:gd name="connsiteX2" fmla="*/ 13747 w 21833"/>
                          <a:gd name="connsiteY2" fmla="*/ 1375 h 3261"/>
                          <a:gd name="connsiteX3" fmla="*/ 11069 w 21833"/>
                          <a:gd name="connsiteY3" fmla="*/ 1293 h 3261"/>
                          <a:gd name="connsiteX4" fmla="*/ 6299 w 21833"/>
                          <a:gd name="connsiteY4" fmla="*/ 639 h 3261"/>
                          <a:gd name="connsiteX5" fmla="*/ 1107 w 21833"/>
                          <a:gd name="connsiteY5" fmla="*/ 455 h 3261"/>
                          <a:gd name="connsiteX6" fmla="*/ 13 w 21833"/>
                          <a:gd name="connsiteY6" fmla="*/ 707 h 3261"/>
                          <a:gd name="connsiteX7" fmla="*/ 4061 w 21833"/>
                          <a:gd name="connsiteY7" fmla="*/ 2692 h 3261"/>
                          <a:gd name="connsiteX8" fmla="*/ 7994 w 21833"/>
                          <a:gd name="connsiteY8" fmla="*/ 1404 h 3261"/>
                          <a:gd name="connsiteX9" fmla="*/ 11330 w 21833"/>
                          <a:gd name="connsiteY9" fmla="*/ 2925 h 3261"/>
                          <a:gd name="connsiteX10" fmla="*/ 13868 w 21833"/>
                          <a:gd name="connsiteY10" fmla="*/ 2920 h 3261"/>
                          <a:gd name="connsiteX11" fmla="*/ 15156 w 21833"/>
                          <a:gd name="connsiteY11" fmla="*/ 1898 h 3261"/>
                          <a:gd name="connsiteX12" fmla="*/ 17336 w 21833"/>
                          <a:gd name="connsiteY12" fmla="*/ 1670 h 3261"/>
                          <a:gd name="connsiteX13" fmla="*/ 20319 w 21833"/>
                          <a:gd name="connsiteY13" fmla="*/ 2145 h 3261"/>
                          <a:gd name="connsiteX14" fmla="*/ 21825 w 21833"/>
                          <a:gd name="connsiteY14" fmla="*/ 421 h 3261"/>
                          <a:gd name="connsiteX15" fmla="*/ 21031 w 21833"/>
                          <a:gd name="connsiteY15" fmla="*/ 159 h 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33" h="3261">
                            <a:moveTo>
                              <a:pt x="21031" y="159"/>
                            </a:moveTo>
                            <a:cubicBezTo>
                              <a:pt x="19689" y="1917"/>
                              <a:pt x="17529" y="-122"/>
                              <a:pt x="15796" y="145"/>
                            </a:cubicBezTo>
                            <a:cubicBezTo>
                              <a:pt x="14953" y="276"/>
                              <a:pt x="14367" y="842"/>
                              <a:pt x="13747" y="1375"/>
                            </a:cubicBezTo>
                            <a:cubicBezTo>
                              <a:pt x="12744" y="2237"/>
                              <a:pt x="12091" y="2004"/>
                              <a:pt x="11069" y="1293"/>
                            </a:cubicBezTo>
                            <a:cubicBezTo>
                              <a:pt x="9500" y="193"/>
                              <a:pt x="8134" y="-54"/>
                              <a:pt x="6299" y="639"/>
                            </a:cubicBezTo>
                            <a:cubicBezTo>
                              <a:pt x="5107" y="1089"/>
                              <a:pt x="1596" y="2789"/>
                              <a:pt x="1107" y="455"/>
                            </a:cubicBezTo>
                            <a:cubicBezTo>
                              <a:pt x="957" y="-252"/>
                              <a:pt x="-128" y="-1"/>
                              <a:pt x="13" y="707"/>
                            </a:cubicBezTo>
                            <a:cubicBezTo>
                              <a:pt x="381" y="2542"/>
                              <a:pt x="2458" y="2988"/>
                              <a:pt x="4061" y="2692"/>
                            </a:cubicBezTo>
                            <a:cubicBezTo>
                              <a:pt x="5422" y="2445"/>
                              <a:pt x="6604" y="1540"/>
                              <a:pt x="7994" y="1404"/>
                            </a:cubicBezTo>
                            <a:cubicBezTo>
                              <a:pt x="9413" y="1263"/>
                              <a:pt x="10188" y="2339"/>
                              <a:pt x="11330" y="2925"/>
                            </a:cubicBezTo>
                            <a:cubicBezTo>
                              <a:pt x="12168" y="3356"/>
                              <a:pt x="13035" y="3394"/>
                              <a:pt x="13868" y="2920"/>
                            </a:cubicBezTo>
                            <a:cubicBezTo>
                              <a:pt x="14352" y="2644"/>
                              <a:pt x="14716" y="2232"/>
                              <a:pt x="15156" y="1898"/>
                            </a:cubicBezTo>
                            <a:cubicBezTo>
                              <a:pt x="15883" y="1341"/>
                              <a:pt x="16498" y="1404"/>
                              <a:pt x="17336" y="1670"/>
                            </a:cubicBezTo>
                            <a:cubicBezTo>
                              <a:pt x="18338" y="1995"/>
                              <a:pt x="19248" y="2377"/>
                              <a:pt x="20319" y="2145"/>
                            </a:cubicBezTo>
                            <a:cubicBezTo>
                              <a:pt x="21142" y="1966"/>
                              <a:pt x="21927" y="1326"/>
                              <a:pt x="21825" y="421"/>
                            </a:cubicBezTo>
                            <a:cubicBezTo>
                              <a:pt x="21791" y="58"/>
                              <a:pt x="21283" y="-170"/>
                              <a:pt x="21031" y="159"/>
                            </a:cubicBezTo>
                            <a:close/>
                          </a:path>
                        </a:pathLst>
                      </a:custGeom>
                      <a:solidFill>
                        <a:srgbClr val="91D1E8"/>
                      </a:solidFill>
                      <a:ln w="4839" cap="flat">
                        <a:noFill/>
                        <a:prstDash val="solid"/>
                        <a:miter/>
                      </a:ln>
                    </p:spPr>
                    <p:txBody>
                      <a:bodyPr rtlCol="0" anchor="ctr"/>
                      <a:lstStyle/>
                      <a:p>
                        <a:endParaRPr lang="vi-VN"/>
                      </a:p>
                    </p:txBody>
                  </p:sp>
                  <p:sp>
                    <p:nvSpPr>
                      <p:cNvPr id="1248" name="Freeform: Shape 1247">
                        <a:extLst>
                          <a:ext uri="{FF2B5EF4-FFF2-40B4-BE49-F238E27FC236}">
                            <a16:creationId xmlns:a16="http://schemas.microsoft.com/office/drawing/2014/main" id="{D5392410-3224-9D4C-9732-657F05427AFB}"/>
                          </a:ext>
                        </a:extLst>
                      </p:cNvPr>
                      <p:cNvSpPr/>
                      <p:nvPr/>
                    </p:nvSpPr>
                    <p:spPr>
                      <a:xfrm>
                        <a:off x="2091161" y="4240887"/>
                        <a:ext cx="15446" cy="4120"/>
                      </a:xfrm>
                      <a:custGeom>
                        <a:avLst/>
                        <a:gdLst>
                          <a:gd name="connsiteX0" fmla="*/ 14497 w 15446"/>
                          <a:gd name="connsiteY0" fmla="*/ 717 h 4120"/>
                          <a:gd name="connsiteX1" fmla="*/ 11833 w 15446"/>
                          <a:gd name="connsiteY1" fmla="*/ 2876 h 4120"/>
                          <a:gd name="connsiteX2" fmla="*/ 8274 w 15446"/>
                          <a:gd name="connsiteY2" fmla="*/ 1826 h 4120"/>
                          <a:gd name="connsiteX3" fmla="*/ 4264 w 15446"/>
                          <a:gd name="connsiteY3" fmla="*/ 1588 h 4120"/>
                          <a:gd name="connsiteX4" fmla="*/ 2123 w 15446"/>
                          <a:gd name="connsiteY4" fmla="*/ 1918 h 4120"/>
                          <a:gd name="connsiteX5" fmla="*/ 1179 w 15446"/>
                          <a:gd name="connsiteY5" fmla="*/ 663 h 4120"/>
                          <a:gd name="connsiteX6" fmla="*/ 181 w 15446"/>
                          <a:gd name="connsiteY6" fmla="*/ 315 h 4120"/>
                          <a:gd name="connsiteX7" fmla="*/ 2380 w 15446"/>
                          <a:gd name="connsiteY7" fmla="*/ 3085 h 4120"/>
                          <a:gd name="connsiteX8" fmla="*/ 5097 w 15446"/>
                          <a:gd name="connsiteY8" fmla="*/ 2489 h 4120"/>
                          <a:gd name="connsiteX9" fmla="*/ 6748 w 15446"/>
                          <a:gd name="connsiteY9" fmla="*/ 2324 h 4120"/>
                          <a:gd name="connsiteX10" fmla="*/ 8104 w 15446"/>
                          <a:gd name="connsiteY10" fmla="*/ 3167 h 4120"/>
                          <a:gd name="connsiteX11" fmla="*/ 15417 w 15446"/>
                          <a:gd name="connsiteY11" fmla="*/ 1085 h 4120"/>
                          <a:gd name="connsiteX12" fmla="*/ 14497 w 15446"/>
                          <a:gd name="connsiteY12" fmla="*/ 717 h 4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446" h="4120">
                            <a:moveTo>
                              <a:pt x="14497" y="717"/>
                            </a:moveTo>
                            <a:cubicBezTo>
                              <a:pt x="14027" y="1811"/>
                              <a:pt x="12981" y="2596"/>
                              <a:pt x="11833" y="2876"/>
                            </a:cubicBezTo>
                            <a:cubicBezTo>
                              <a:pt x="10390" y="3230"/>
                              <a:pt x="9407" y="2644"/>
                              <a:pt x="8274" y="1826"/>
                            </a:cubicBezTo>
                            <a:cubicBezTo>
                              <a:pt x="6971" y="886"/>
                              <a:pt x="5697" y="1080"/>
                              <a:pt x="4264" y="1588"/>
                            </a:cubicBezTo>
                            <a:cubicBezTo>
                              <a:pt x="3571" y="1835"/>
                              <a:pt x="2859" y="2140"/>
                              <a:pt x="2123" y="1918"/>
                            </a:cubicBezTo>
                            <a:cubicBezTo>
                              <a:pt x="1562" y="1748"/>
                              <a:pt x="854" y="1322"/>
                              <a:pt x="1179" y="663"/>
                            </a:cubicBezTo>
                            <a:cubicBezTo>
                              <a:pt x="1479" y="53"/>
                              <a:pt x="486" y="-286"/>
                              <a:pt x="181" y="315"/>
                            </a:cubicBezTo>
                            <a:cubicBezTo>
                              <a:pt x="-555" y="1763"/>
                              <a:pt x="1106" y="2935"/>
                              <a:pt x="2380" y="3085"/>
                            </a:cubicBezTo>
                            <a:cubicBezTo>
                              <a:pt x="3324" y="3196"/>
                              <a:pt x="4215" y="2760"/>
                              <a:pt x="5097" y="2489"/>
                            </a:cubicBezTo>
                            <a:cubicBezTo>
                              <a:pt x="5630" y="2329"/>
                              <a:pt x="6196" y="2179"/>
                              <a:pt x="6748" y="2324"/>
                            </a:cubicBezTo>
                            <a:cubicBezTo>
                              <a:pt x="7271" y="2465"/>
                              <a:pt x="7683" y="2847"/>
                              <a:pt x="8104" y="3167"/>
                            </a:cubicBezTo>
                            <a:cubicBezTo>
                              <a:pt x="10521" y="5007"/>
                              <a:pt x="14439" y="4116"/>
                              <a:pt x="15417" y="1085"/>
                            </a:cubicBezTo>
                            <a:cubicBezTo>
                              <a:pt x="15616" y="484"/>
                              <a:pt x="14754" y="121"/>
                              <a:pt x="14497" y="717"/>
                            </a:cubicBezTo>
                            <a:close/>
                          </a:path>
                        </a:pathLst>
                      </a:custGeom>
                      <a:solidFill>
                        <a:srgbClr val="91D1E8"/>
                      </a:solidFill>
                      <a:ln w="4839" cap="flat">
                        <a:noFill/>
                        <a:prstDash val="solid"/>
                        <a:miter/>
                      </a:ln>
                    </p:spPr>
                    <p:txBody>
                      <a:bodyPr rtlCol="0" anchor="ctr"/>
                      <a:lstStyle/>
                      <a:p>
                        <a:endParaRPr lang="vi-VN"/>
                      </a:p>
                    </p:txBody>
                  </p:sp>
                </p:grpSp>
              </p:grpSp>
              <p:sp>
                <p:nvSpPr>
                  <p:cNvPr id="1243" name="Freeform: Shape 1242">
                    <a:extLst>
                      <a:ext uri="{FF2B5EF4-FFF2-40B4-BE49-F238E27FC236}">
                        <a16:creationId xmlns:a16="http://schemas.microsoft.com/office/drawing/2014/main" id="{60DABED3-82C3-B14C-B2D8-EBB5F579DFD3}"/>
                      </a:ext>
                    </a:extLst>
                  </p:cNvPr>
                  <p:cNvSpPr/>
                  <p:nvPr/>
                </p:nvSpPr>
                <p:spPr>
                  <a:xfrm rot="-475215">
                    <a:off x="2091981" y="4208553"/>
                    <a:ext cx="5758" cy="8117"/>
                  </a:xfrm>
                  <a:custGeom>
                    <a:avLst/>
                    <a:gdLst>
                      <a:gd name="connsiteX0" fmla="*/ 0 w 5758"/>
                      <a:gd name="connsiteY0" fmla="*/ 0 h 8117"/>
                      <a:gd name="connsiteX1" fmla="*/ 5758 w 5758"/>
                      <a:gd name="connsiteY1" fmla="*/ 0 h 8117"/>
                      <a:gd name="connsiteX2" fmla="*/ 5758 w 5758"/>
                      <a:gd name="connsiteY2" fmla="*/ 8117 h 8117"/>
                      <a:gd name="connsiteX3" fmla="*/ 0 w 5758"/>
                      <a:gd name="connsiteY3" fmla="*/ 8117 h 8117"/>
                    </a:gdLst>
                    <a:ahLst/>
                    <a:cxnLst>
                      <a:cxn ang="0">
                        <a:pos x="connsiteX0" y="connsiteY0"/>
                      </a:cxn>
                      <a:cxn ang="0">
                        <a:pos x="connsiteX1" y="connsiteY1"/>
                      </a:cxn>
                      <a:cxn ang="0">
                        <a:pos x="connsiteX2" y="connsiteY2"/>
                      </a:cxn>
                      <a:cxn ang="0">
                        <a:pos x="connsiteX3" y="connsiteY3"/>
                      </a:cxn>
                    </a:cxnLst>
                    <a:rect l="l" t="t" r="r" b="b"/>
                    <a:pathLst>
                      <a:path w="5758" h="8117">
                        <a:moveTo>
                          <a:pt x="0" y="0"/>
                        </a:moveTo>
                        <a:lnTo>
                          <a:pt x="5758" y="0"/>
                        </a:lnTo>
                        <a:lnTo>
                          <a:pt x="5758" y="8117"/>
                        </a:lnTo>
                        <a:lnTo>
                          <a:pt x="0" y="8117"/>
                        </a:lnTo>
                        <a:close/>
                      </a:path>
                    </a:pathLst>
                  </a:custGeom>
                  <a:solidFill>
                    <a:srgbClr val="FFFFFF">
                      <a:alpha val="63000"/>
                    </a:srgbClr>
                  </a:solidFill>
                  <a:ln w="4839" cap="flat">
                    <a:noFill/>
                    <a:prstDash val="solid"/>
                    <a:miter/>
                  </a:ln>
                </p:spPr>
                <p:txBody>
                  <a:bodyPr rtlCol="0" anchor="ctr"/>
                  <a:lstStyle/>
                  <a:p>
                    <a:endParaRPr lang="vi-VN"/>
                  </a:p>
                </p:txBody>
              </p:sp>
            </p:grpSp>
            <p:grpSp>
              <p:nvGrpSpPr>
                <p:cNvPr id="1233" name="Graphic 1991">
                  <a:extLst>
                    <a:ext uri="{FF2B5EF4-FFF2-40B4-BE49-F238E27FC236}">
                      <a16:creationId xmlns:a16="http://schemas.microsoft.com/office/drawing/2014/main" id="{5233C3FA-FA2A-DF16-1DE8-819C77AF84A7}"/>
                    </a:ext>
                  </a:extLst>
                </p:cNvPr>
                <p:cNvGrpSpPr/>
                <p:nvPr/>
              </p:nvGrpSpPr>
              <p:grpSpPr>
                <a:xfrm>
                  <a:off x="2023546" y="4262525"/>
                  <a:ext cx="50051" cy="83874"/>
                  <a:chOff x="2023546" y="4262525"/>
                  <a:chExt cx="50051" cy="83874"/>
                </a:xfrm>
              </p:grpSpPr>
              <p:grpSp>
                <p:nvGrpSpPr>
                  <p:cNvPr id="1234" name="Graphic 1991">
                    <a:extLst>
                      <a:ext uri="{FF2B5EF4-FFF2-40B4-BE49-F238E27FC236}">
                        <a16:creationId xmlns:a16="http://schemas.microsoft.com/office/drawing/2014/main" id="{A3BDE5EA-0810-C02B-98F3-164E50E59002}"/>
                      </a:ext>
                    </a:extLst>
                  </p:cNvPr>
                  <p:cNvGrpSpPr/>
                  <p:nvPr/>
                </p:nvGrpSpPr>
                <p:grpSpPr>
                  <a:xfrm>
                    <a:off x="2023546" y="4265052"/>
                    <a:ext cx="50051" cy="81346"/>
                    <a:chOff x="2023546" y="4265052"/>
                    <a:chExt cx="50051" cy="81346"/>
                  </a:xfrm>
                </p:grpSpPr>
                <p:sp>
                  <p:nvSpPr>
                    <p:cNvPr id="1236" name="Freeform: Shape 1235">
                      <a:extLst>
                        <a:ext uri="{FF2B5EF4-FFF2-40B4-BE49-F238E27FC236}">
                          <a16:creationId xmlns:a16="http://schemas.microsoft.com/office/drawing/2014/main" id="{F1AF8E21-F839-5160-CF43-70AF064167B0}"/>
                        </a:ext>
                      </a:extLst>
                    </p:cNvPr>
                    <p:cNvSpPr/>
                    <p:nvPr/>
                  </p:nvSpPr>
                  <p:spPr>
                    <a:xfrm>
                      <a:off x="2023546" y="4265052"/>
                      <a:ext cx="50051" cy="81346"/>
                    </a:xfrm>
                    <a:custGeom>
                      <a:avLst/>
                      <a:gdLst>
                        <a:gd name="connsiteX0" fmla="*/ 0 w 50051"/>
                        <a:gd name="connsiteY0" fmla="*/ 0 h 81346"/>
                        <a:gd name="connsiteX1" fmla="*/ 6766 w 50051"/>
                        <a:gd name="connsiteY1" fmla="*/ 79908 h 81346"/>
                        <a:gd name="connsiteX2" fmla="*/ 50051 w 50051"/>
                        <a:gd name="connsiteY2" fmla="*/ 81346 h 81346"/>
                        <a:gd name="connsiteX3" fmla="*/ 49795 w 50051"/>
                        <a:gd name="connsiteY3" fmla="*/ 7962 h 81346"/>
                      </a:gdLst>
                      <a:ahLst/>
                      <a:cxnLst>
                        <a:cxn ang="0">
                          <a:pos x="connsiteX0" y="connsiteY0"/>
                        </a:cxn>
                        <a:cxn ang="0">
                          <a:pos x="connsiteX1" y="connsiteY1"/>
                        </a:cxn>
                        <a:cxn ang="0">
                          <a:pos x="connsiteX2" y="connsiteY2"/>
                        </a:cxn>
                        <a:cxn ang="0">
                          <a:pos x="connsiteX3" y="connsiteY3"/>
                        </a:cxn>
                      </a:cxnLst>
                      <a:rect l="l" t="t" r="r" b="b"/>
                      <a:pathLst>
                        <a:path w="50051" h="81346">
                          <a:moveTo>
                            <a:pt x="0" y="0"/>
                          </a:moveTo>
                          <a:lnTo>
                            <a:pt x="6766" y="79908"/>
                          </a:lnTo>
                          <a:lnTo>
                            <a:pt x="50051" y="81346"/>
                          </a:lnTo>
                          <a:lnTo>
                            <a:pt x="49795" y="7962"/>
                          </a:lnTo>
                          <a:close/>
                        </a:path>
                      </a:pathLst>
                    </a:custGeom>
                    <a:solidFill>
                      <a:srgbClr val="63A4FF"/>
                    </a:solidFill>
                    <a:ln w="4839" cap="flat">
                      <a:noFill/>
                      <a:prstDash val="solid"/>
                      <a:miter/>
                    </a:ln>
                  </p:spPr>
                  <p:txBody>
                    <a:bodyPr rtlCol="0" anchor="ctr"/>
                    <a:lstStyle/>
                    <a:p>
                      <a:endParaRPr lang="vi-VN"/>
                    </a:p>
                  </p:txBody>
                </p:sp>
                <p:sp>
                  <p:nvSpPr>
                    <p:cNvPr id="1237" name="Freeform: Shape 1236">
                      <a:extLst>
                        <a:ext uri="{FF2B5EF4-FFF2-40B4-BE49-F238E27FC236}">
                          <a16:creationId xmlns:a16="http://schemas.microsoft.com/office/drawing/2014/main" id="{68ED6A4E-EAB5-17FE-F33E-5E9BDA3FF31A}"/>
                        </a:ext>
                      </a:extLst>
                    </p:cNvPr>
                    <p:cNvSpPr/>
                    <p:nvPr/>
                  </p:nvSpPr>
                  <p:spPr>
                    <a:xfrm>
                      <a:off x="2038069" y="4280189"/>
                      <a:ext cx="22727" cy="5124"/>
                    </a:xfrm>
                    <a:custGeom>
                      <a:avLst/>
                      <a:gdLst>
                        <a:gd name="connsiteX0" fmla="*/ 22623 w 22727"/>
                        <a:gd name="connsiteY0" fmla="*/ 903 h 5124"/>
                        <a:gd name="connsiteX1" fmla="*/ 17049 w 22727"/>
                        <a:gd name="connsiteY1" fmla="*/ 835 h 5124"/>
                        <a:gd name="connsiteX2" fmla="*/ 11034 w 22727"/>
                        <a:gd name="connsiteY2" fmla="*/ 3164 h 5124"/>
                        <a:gd name="connsiteX3" fmla="*/ 8380 w 22727"/>
                        <a:gd name="connsiteY3" fmla="*/ 1988 h 5124"/>
                        <a:gd name="connsiteX4" fmla="*/ 5658 w 22727"/>
                        <a:gd name="connsiteY4" fmla="*/ 1455 h 5124"/>
                        <a:gd name="connsiteX5" fmla="*/ 3590 w 22727"/>
                        <a:gd name="connsiteY5" fmla="*/ 3547 h 5124"/>
                        <a:gd name="connsiteX6" fmla="*/ 1343 w 22727"/>
                        <a:gd name="connsiteY6" fmla="*/ 1629 h 5124"/>
                        <a:gd name="connsiteX7" fmla="*/ 181 w 22727"/>
                        <a:gd name="connsiteY7" fmla="*/ 1164 h 5124"/>
                        <a:gd name="connsiteX8" fmla="*/ 3731 w 22727"/>
                        <a:gd name="connsiteY8" fmla="*/ 4961 h 5124"/>
                        <a:gd name="connsiteX9" fmla="*/ 5174 w 22727"/>
                        <a:gd name="connsiteY9" fmla="*/ 3687 h 5124"/>
                        <a:gd name="connsiteX10" fmla="*/ 6288 w 22727"/>
                        <a:gd name="connsiteY10" fmla="*/ 2191 h 5124"/>
                        <a:gd name="connsiteX11" fmla="*/ 8036 w 22727"/>
                        <a:gd name="connsiteY11" fmla="*/ 3019 h 5124"/>
                        <a:gd name="connsiteX12" fmla="*/ 9382 w 22727"/>
                        <a:gd name="connsiteY12" fmla="*/ 4022 h 5124"/>
                        <a:gd name="connsiteX13" fmla="*/ 15339 w 22727"/>
                        <a:gd name="connsiteY13" fmla="*/ 3009 h 5124"/>
                        <a:gd name="connsiteX14" fmla="*/ 18715 w 22727"/>
                        <a:gd name="connsiteY14" fmla="*/ 1581 h 5124"/>
                        <a:gd name="connsiteX15" fmla="*/ 20250 w 22727"/>
                        <a:gd name="connsiteY15" fmla="*/ 1329 h 5124"/>
                        <a:gd name="connsiteX16" fmla="*/ 22124 w 22727"/>
                        <a:gd name="connsiteY16" fmla="*/ 1741 h 5124"/>
                        <a:gd name="connsiteX17" fmla="*/ 22623 w 22727"/>
                        <a:gd name="connsiteY17" fmla="*/ 903 h 5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727" h="5124">
                          <a:moveTo>
                            <a:pt x="22623" y="903"/>
                          </a:moveTo>
                          <a:cubicBezTo>
                            <a:pt x="21388" y="-710"/>
                            <a:pt x="18545" y="205"/>
                            <a:pt x="17049" y="835"/>
                          </a:cubicBezTo>
                          <a:cubicBezTo>
                            <a:pt x="15126" y="1649"/>
                            <a:pt x="13170" y="3034"/>
                            <a:pt x="11034" y="3164"/>
                          </a:cubicBezTo>
                          <a:cubicBezTo>
                            <a:pt x="9886" y="3232"/>
                            <a:pt x="9223" y="2680"/>
                            <a:pt x="8380" y="1988"/>
                          </a:cubicBezTo>
                          <a:cubicBezTo>
                            <a:pt x="7605" y="1348"/>
                            <a:pt x="6632" y="956"/>
                            <a:pt x="5658" y="1455"/>
                          </a:cubicBezTo>
                          <a:cubicBezTo>
                            <a:pt x="4757" y="1915"/>
                            <a:pt x="4428" y="3034"/>
                            <a:pt x="3590" y="3547"/>
                          </a:cubicBezTo>
                          <a:cubicBezTo>
                            <a:pt x="2409" y="4273"/>
                            <a:pt x="878" y="2864"/>
                            <a:pt x="1343" y="1629"/>
                          </a:cubicBezTo>
                          <a:cubicBezTo>
                            <a:pt x="1590" y="971"/>
                            <a:pt x="447" y="506"/>
                            <a:pt x="181" y="1164"/>
                          </a:cubicBezTo>
                          <a:cubicBezTo>
                            <a:pt x="-647" y="3213"/>
                            <a:pt x="1513" y="5804"/>
                            <a:pt x="3731" y="4961"/>
                          </a:cubicBezTo>
                          <a:cubicBezTo>
                            <a:pt x="4355" y="4724"/>
                            <a:pt x="4791" y="4215"/>
                            <a:pt x="5174" y="3687"/>
                          </a:cubicBezTo>
                          <a:cubicBezTo>
                            <a:pt x="5508" y="3232"/>
                            <a:pt x="5794" y="2506"/>
                            <a:pt x="6288" y="2191"/>
                          </a:cubicBezTo>
                          <a:cubicBezTo>
                            <a:pt x="7034" y="1726"/>
                            <a:pt x="7547" y="2515"/>
                            <a:pt x="8036" y="3019"/>
                          </a:cubicBezTo>
                          <a:cubicBezTo>
                            <a:pt x="8433" y="3431"/>
                            <a:pt x="8859" y="3784"/>
                            <a:pt x="9382" y="4022"/>
                          </a:cubicBezTo>
                          <a:cubicBezTo>
                            <a:pt x="11358" y="4922"/>
                            <a:pt x="13542" y="3857"/>
                            <a:pt x="15339" y="3009"/>
                          </a:cubicBezTo>
                          <a:cubicBezTo>
                            <a:pt x="16443" y="2491"/>
                            <a:pt x="17538" y="1925"/>
                            <a:pt x="18715" y="1581"/>
                          </a:cubicBezTo>
                          <a:cubicBezTo>
                            <a:pt x="19213" y="1435"/>
                            <a:pt x="19727" y="1329"/>
                            <a:pt x="20250" y="1329"/>
                          </a:cubicBezTo>
                          <a:cubicBezTo>
                            <a:pt x="20928" y="1334"/>
                            <a:pt x="21475" y="1653"/>
                            <a:pt x="22124" y="1741"/>
                          </a:cubicBezTo>
                          <a:cubicBezTo>
                            <a:pt x="22579" y="1813"/>
                            <a:pt x="22904" y="1271"/>
                            <a:pt x="22623" y="903"/>
                          </a:cubicBezTo>
                          <a:close/>
                        </a:path>
                      </a:pathLst>
                    </a:custGeom>
                    <a:solidFill>
                      <a:srgbClr val="8A578C"/>
                    </a:solidFill>
                    <a:ln w="4839" cap="flat">
                      <a:noFill/>
                      <a:prstDash val="solid"/>
                      <a:miter/>
                    </a:ln>
                  </p:spPr>
                  <p:txBody>
                    <a:bodyPr rtlCol="0" anchor="ctr"/>
                    <a:lstStyle/>
                    <a:p>
                      <a:endParaRPr lang="vi-VN"/>
                    </a:p>
                  </p:txBody>
                </p:sp>
                <p:sp>
                  <p:nvSpPr>
                    <p:cNvPr id="1238" name="Freeform: Shape 1237">
                      <a:extLst>
                        <a:ext uri="{FF2B5EF4-FFF2-40B4-BE49-F238E27FC236}">
                          <a16:creationId xmlns:a16="http://schemas.microsoft.com/office/drawing/2014/main" id="{46954C01-FCF2-E007-28C6-9613391F60AE}"/>
                        </a:ext>
                      </a:extLst>
                    </p:cNvPr>
                    <p:cNvSpPr/>
                    <p:nvPr/>
                  </p:nvSpPr>
                  <p:spPr>
                    <a:xfrm>
                      <a:off x="2039651" y="4293784"/>
                      <a:ext cx="21740" cy="3395"/>
                    </a:xfrm>
                    <a:custGeom>
                      <a:avLst/>
                      <a:gdLst>
                        <a:gd name="connsiteX0" fmla="*/ 21550 w 21740"/>
                        <a:gd name="connsiteY0" fmla="*/ 403 h 3395"/>
                        <a:gd name="connsiteX1" fmla="*/ 17060 w 21740"/>
                        <a:gd name="connsiteY1" fmla="*/ 873 h 3395"/>
                        <a:gd name="connsiteX2" fmla="*/ 12033 w 21740"/>
                        <a:gd name="connsiteY2" fmla="*/ 2321 h 3395"/>
                        <a:gd name="connsiteX3" fmla="*/ 9316 w 21740"/>
                        <a:gd name="connsiteY3" fmla="*/ 921 h 3395"/>
                        <a:gd name="connsiteX4" fmla="*/ 6629 w 21740"/>
                        <a:gd name="connsiteY4" fmla="*/ 999 h 3395"/>
                        <a:gd name="connsiteX5" fmla="*/ 1238 w 21740"/>
                        <a:gd name="connsiteY5" fmla="*/ 815 h 3395"/>
                        <a:gd name="connsiteX6" fmla="*/ 23 w 21740"/>
                        <a:gd name="connsiteY6" fmla="*/ 1149 h 3395"/>
                        <a:gd name="connsiteX7" fmla="*/ 3824 w 21740"/>
                        <a:gd name="connsiteY7" fmla="*/ 3120 h 3395"/>
                        <a:gd name="connsiteX8" fmla="*/ 6817 w 21740"/>
                        <a:gd name="connsiteY8" fmla="*/ 2069 h 3395"/>
                        <a:gd name="connsiteX9" fmla="*/ 9074 w 21740"/>
                        <a:gd name="connsiteY9" fmla="*/ 1909 h 3395"/>
                        <a:gd name="connsiteX10" fmla="*/ 10750 w 21740"/>
                        <a:gd name="connsiteY10" fmla="*/ 2902 h 3395"/>
                        <a:gd name="connsiteX11" fmla="*/ 15777 w 21740"/>
                        <a:gd name="connsiteY11" fmla="*/ 2636 h 3395"/>
                        <a:gd name="connsiteX12" fmla="*/ 18387 w 21740"/>
                        <a:gd name="connsiteY12" fmla="*/ 1551 h 3395"/>
                        <a:gd name="connsiteX13" fmla="*/ 21283 w 21740"/>
                        <a:gd name="connsiteY13" fmla="*/ 1314 h 3395"/>
                        <a:gd name="connsiteX14" fmla="*/ 21550 w 21740"/>
                        <a:gd name="connsiteY14" fmla="*/ 403 h 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740" h="3395">
                          <a:moveTo>
                            <a:pt x="21550" y="403"/>
                          </a:moveTo>
                          <a:cubicBezTo>
                            <a:pt x="20319" y="-512"/>
                            <a:pt x="18290" y="345"/>
                            <a:pt x="17060" y="873"/>
                          </a:cubicBezTo>
                          <a:cubicBezTo>
                            <a:pt x="15544" y="1522"/>
                            <a:pt x="13757" y="2694"/>
                            <a:pt x="12033" y="2321"/>
                          </a:cubicBezTo>
                          <a:cubicBezTo>
                            <a:pt x="11011" y="2098"/>
                            <a:pt x="10299" y="1241"/>
                            <a:pt x="9316" y="921"/>
                          </a:cubicBezTo>
                          <a:cubicBezTo>
                            <a:pt x="8435" y="636"/>
                            <a:pt x="7505" y="761"/>
                            <a:pt x="6629" y="999"/>
                          </a:cubicBezTo>
                          <a:cubicBezTo>
                            <a:pt x="5374" y="1338"/>
                            <a:pt x="1810" y="3062"/>
                            <a:pt x="1238" y="815"/>
                          </a:cubicBezTo>
                          <a:cubicBezTo>
                            <a:pt x="1040" y="25"/>
                            <a:pt x="-181" y="364"/>
                            <a:pt x="23" y="1149"/>
                          </a:cubicBezTo>
                          <a:cubicBezTo>
                            <a:pt x="454" y="2834"/>
                            <a:pt x="2270" y="3319"/>
                            <a:pt x="3824" y="3120"/>
                          </a:cubicBezTo>
                          <a:cubicBezTo>
                            <a:pt x="4895" y="2980"/>
                            <a:pt x="5820" y="2442"/>
                            <a:pt x="6817" y="2069"/>
                          </a:cubicBezTo>
                          <a:cubicBezTo>
                            <a:pt x="7563" y="1793"/>
                            <a:pt x="8299" y="1633"/>
                            <a:pt x="9074" y="1909"/>
                          </a:cubicBezTo>
                          <a:cubicBezTo>
                            <a:pt x="9694" y="2132"/>
                            <a:pt x="10178" y="2587"/>
                            <a:pt x="10750" y="2902"/>
                          </a:cubicBezTo>
                          <a:cubicBezTo>
                            <a:pt x="12382" y="3808"/>
                            <a:pt x="14159" y="3314"/>
                            <a:pt x="15777" y="2636"/>
                          </a:cubicBezTo>
                          <a:cubicBezTo>
                            <a:pt x="16644" y="2272"/>
                            <a:pt x="17491" y="1846"/>
                            <a:pt x="18387" y="1551"/>
                          </a:cubicBezTo>
                          <a:cubicBezTo>
                            <a:pt x="19399" y="1212"/>
                            <a:pt x="20285" y="1435"/>
                            <a:pt x="21283" y="1314"/>
                          </a:cubicBezTo>
                          <a:cubicBezTo>
                            <a:pt x="21704" y="1265"/>
                            <a:pt x="21922" y="679"/>
                            <a:pt x="21550" y="403"/>
                          </a:cubicBezTo>
                          <a:close/>
                        </a:path>
                      </a:pathLst>
                    </a:custGeom>
                    <a:solidFill>
                      <a:srgbClr val="8A578C"/>
                    </a:solidFill>
                    <a:ln w="4839" cap="flat">
                      <a:noFill/>
                      <a:prstDash val="solid"/>
                      <a:miter/>
                    </a:ln>
                  </p:spPr>
                  <p:txBody>
                    <a:bodyPr rtlCol="0" anchor="ctr"/>
                    <a:lstStyle/>
                    <a:p>
                      <a:endParaRPr lang="vi-VN"/>
                    </a:p>
                  </p:txBody>
                </p:sp>
                <p:sp>
                  <p:nvSpPr>
                    <p:cNvPr id="1239" name="Freeform: Shape 1238">
                      <a:extLst>
                        <a:ext uri="{FF2B5EF4-FFF2-40B4-BE49-F238E27FC236}">
                          <a16:creationId xmlns:a16="http://schemas.microsoft.com/office/drawing/2014/main" id="{89B0A68D-4E8E-5DCF-8124-FA5CF9C2A30E}"/>
                        </a:ext>
                      </a:extLst>
                    </p:cNvPr>
                    <p:cNvSpPr/>
                    <p:nvPr/>
                  </p:nvSpPr>
                  <p:spPr>
                    <a:xfrm>
                      <a:off x="2038173" y="4307259"/>
                      <a:ext cx="23692" cy="5403"/>
                    </a:xfrm>
                    <a:custGeom>
                      <a:avLst/>
                      <a:gdLst>
                        <a:gd name="connsiteX0" fmla="*/ 23521 w 23692"/>
                        <a:gd name="connsiteY0" fmla="*/ 2043 h 5403"/>
                        <a:gd name="connsiteX1" fmla="*/ 19361 w 23692"/>
                        <a:gd name="connsiteY1" fmla="*/ 648 h 5403"/>
                        <a:gd name="connsiteX2" fmla="*/ 14930 w 23692"/>
                        <a:gd name="connsiteY2" fmla="*/ 1777 h 5403"/>
                        <a:gd name="connsiteX3" fmla="*/ 10251 w 23692"/>
                        <a:gd name="connsiteY3" fmla="*/ 3021 h 5403"/>
                        <a:gd name="connsiteX4" fmla="*/ 7389 w 23692"/>
                        <a:gd name="connsiteY4" fmla="*/ 600 h 5403"/>
                        <a:gd name="connsiteX5" fmla="*/ 6159 w 23692"/>
                        <a:gd name="connsiteY5" fmla="*/ 445 h 5403"/>
                        <a:gd name="connsiteX6" fmla="*/ 4174 w 23692"/>
                        <a:gd name="connsiteY6" fmla="*/ 3496 h 5403"/>
                        <a:gd name="connsiteX7" fmla="*/ 1365 w 23692"/>
                        <a:gd name="connsiteY7" fmla="*/ 2958 h 5403"/>
                        <a:gd name="connsiteX8" fmla="*/ 38 w 23692"/>
                        <a:gd name="connsiteY8" fmla="*/ 3520 h 5403"/>
                        <a:gd name="connsiteX9" fmla="*/ 3772 w 23692"/>
                        <a:gd name="connsiteY9" fmla="*/ 5302 h 5403"/>
                        <a:gd name="connsiteX10" fmla="*/ 6697 w 23692"/>
                        <a:gd name="connsiteY10" fmla="*/ 2401 h 5403"/>
                        <a:gd name="connsiteX11" fmla="*/ 11985 w 23692"/>
                        <a:gd name="connsiteY11" fmla="*/ 4242 h 5403"/>
                        <a:gd name="connsiteX12" fmla="*/ 17235 w 23692"/>
                        <a:gd name="connsiteY12" fmla="*/ 2416 h 5403"/>
                        <a:gd name="connsiteX13" fmla="*/ 20494 w 23692"/>
                        <a:gd name="connsiteY13" fmla="*/ 2406 h 5403"/>
                        <a:gd name="connsiteX14" fmla="*/ 22921 w 23692"/>
                        <a:gd name="connsiteY14" fmla="*/ 3074 h 5403"/>
                        <a:gd name="connsiteX15" fmla="*/ 23521 w 23692"/>
                        <a:gd name="connsiteY15" fmla="*/ 2043 h 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692" h="5403">
                          <a:moveTo>
                            <a:pt x="23521" y="2043"/>
                          </a:moveTo>
                          <a:cubicBezTo>
                            <a:pt x="22581" y="953"/>
                            <a:pt x="20732" y="600"/>
                            <a:pt x="19361" y="648"/>
                          </a:cubicBezTo>
                          <a:cubicBezTo>
                            <a:pt x="17826" y="701"/>
                            <a:pt x="16334" y="1191"/>
                            <a:pt x="14930" y="1777"/>
                          </a:cubicBezTo>
                          <a:cubicBezTo>
                            <a:pt x="13467" y="2387"/>
                            <a:pt x="11884" y="3215"/>
                            <a:pt x="10251" y="3021"/>
                          </a:cubicBezTo>
                          <a:cubicBezTo>
                            <a:pt x="8924" y="2866"/>
                            <a:pt x="7433" y="2091"/>
                            <a:pt x="7389" y="600"/>
                          </a:cubicBezTo>
                          <a:cubicBezTo>
                            <a:pt x="7365" y="-146"/>
                            <a:pt x="6406" y="-195"/>
                            <a:pt x="6159" y="445"/>
                          </a:cubicBezTo>
                          <a:cubicBezTo>
                            <a:pt x="5748" y="1520"/>
                            <a:pt x="5123" y="2803"/>
                            <a:pt x="4174" y="3496"/>
                          </a:cubicBezTo>
                          <a:cubicBezTo>
                            <a:pt x="3292" y="4145"/>
                            <a:pt x="1747" y="4145"/>
                            <a:pt x="1365" y="2958"/>
                          </a:cubicBezTo>
                          <a:cubicBezTo>
                            <a:pt x="1079" y="2072"/>
                            <a:pt x="-238" y="2648"/>
                            <a:pt x="38" y="3520"/>
                          </a:cubicBezTo>
                          <a:cubicBezTo>
                            <a:pt x="527" y="5070"/>
                            <a:pt x="2290" y="5661"/>
                            <a:pt x="3772" y="5302"/>
                          </a:cubicBezTo>
                          <a:cubicBezTo>
                            <a:pt x="5297" y="4934"/>
                            <a:pt x="6101" y="3723"/>
                            <a:pt x="6697" y="2401"/>
                          </a:cubicBezTo>
                          <a:cubicBezTo>
                            <a:pt x="7748" y="3990"/>
                            <a:pt x="10106" y="4605"/>
                            <a:pt x="11985" y="4242"/>
                          </a:cubicBezTo>
                          <a:cubicBezTo>
                            <a:pt x="13821" y="3883"/>
                            <a:pt x="15438" y="2900"/>
                            <a:pt x="17235" y="2416"/>
                          </a:cubicBezTo>
                          <a:cubicBezTo>
                            <a:pt x="18325" y="2125"/>
                            <a:pt x="19400" y="2193"/>
                            <a:pt x="20494" y="2406"/>
                          </a:cubicBezTo>
                          <a:cubicBezTo>
                            <a:pt x="21318" y="2566"/>
                            <a:pt x="22097" y="2963"/>
                            <a:pt x="22921" y="3074"/>
                          </a:cubicBezTo>
                          <a:cubicBezTo>
                            <a:pt x="23516" y="3162"/>
                            <a:pt x="23947" y="2542"/>
                            <a:pt x="23521" y="2043"/>
                          </a:cubicBezTo>
                          <a:close/>
                        </a:path>
                      </a:pathLst>
                    </a:custGeom>
                    <a:solidFill>
                      <a:srgbClr val="8A578C"/>
                    </a:solidFill>
                    <a:ln w="4839" cap="flat">
                      <a:noFill/>
                      <a:prstDash val="solid"/>
                      <a:miter/>
                    </a:ln>
                  </p:spPr>
                  <p:txBody>
                    <a:bodyPr rtlCol="0" anchor="ctr"/>
                    <a:lstStyle/>
                    <a:p>
                      <a:endParaRPr lang="vi-VN"/>
                    </a:p>
                  </p:txBody>
                </p:sp>
                <p:sp>
                  <p:nvSpPr>
                    <p:cNvPr id="1240" name="Freeform: Shape 1239">
                      <a:extLst>
                        <a:ext uri="{FF2B5EF4-FFF2-40B4-BE49-F238E27FC236}">
                          <a16:creationId xmlns:a16="http://schemas.microsoft.com/office/drawing/2014/main" id="{638DC227-96F9-05D6-9B36-A367A697D090}"/>
                        </a:ext>
                      </a:extLst>
                    </p:cNvPr>
                    <p:cNvSpPr/>
                    <p:nvPr/>
                  </p:nvSpPr>
                  <p:spPr>
                    <a:xfrm>
                      <a:off x="2041335" y="4317746"/>
                      <a:ext cx="20773" cy="5774"/>
                    </a:xfrm>
                    <a:custGeom>
                      <a:avLst/>
                      <a:gdLst>
                        <a:gd name="connsiteX0" fmla="*/ 20161 w 20773"/>
                        <a:gd name="connsiteY0" fmla="*/ 6 h 5774"/>
                        <a:gd name="connsiteX1" fmla="*/ 15163 w 20773"/>
                        <a:gd name="connsiteY1" fmla="*/ 728 h 5774"/>
                        <a:gd name="connsiteX2" fmla="*/ 10702 w 20773"/>
                        <a:gd name="connsiteY2" fmla="*/ 113 h 5774"/>
                        <a:gd name="connsiteX3" fmla="*/ 9918 w 20773"/>
                        <a:gd name="connsiteY3" fmla="*/ 646 h 5774"/>
                        <a:gd name="connsiteX4" fmla="*/ 7370 w 20773"/>
                        <a:gd name="connsiteY4" fmla="*/ 1546 h 5774"/>
                        <a:gd name="connsiteX5" fmla="*/ 4532 w 20773"/>
                        <a:gd name="connsiteY5" fmla="*/ 2166 h 5774"/>
                        <a:gd name="connsiteX6" fmla="*/ 3099 w 20773"/>
                        <a:gd name="connsiteY6" fmla="*/ 4331 h 5774"/>
                        <a:gd name="connsiteX7" fmla="*/ 1263 w 20773"/>
                        <a:gd name="connsiteY7" fmla="*/ 2278 h 5774"/>
                        <a:gd name="connsiteX8" fmla="*/ 24 w 20773"/>
                        <a:gd name="connsiteY8" fmla="*/ 2651 h 5774"/>
                        <a:gd name="connsiteX9" fmla="*/ 1893 w 20773"/>
                        <a:gd name="connsiteY9" fmla="*/ 5547 h 5774"/>
                        <a:gd name="connsiteX10" fmla="*/ 4721 w 20773"/>
                        <a:gd name="connsiteY10" fmla="*/ 4404 h 5774"/>
                        <a:gd name="connsiteX11" fmla="*/ 6102 w 20773"/>
                        <a:gd name="connsiteY11" fmla="*/ 2781 h 5774"/>
                        <a:gd name="connsiteX12" fmla="*/ 8610 w 20773"/>
                        <a:gd name="connsiteY12" fmla="*/ 2883 h 5774"/>
                        <a:gd name="connsiteX13" fmla="*/ 11007 w 20773"/>
                        <a:gd name="connsiteY13" fmla="*/ 1551 h 5774"/>
                        <a:gd name="connsiteX14" fmla="*/ 15502 w 20773"/>
                        <a:gd name="connsiteY14" fmla="*/ 1677 h 5774"/>
                        <a:gd name="connsiteX15" fmla="*/ 17870 w 20773"/>
                        <a:gd name="connsiteY15" fmla="*/ 1668 h 5774"/>
                        <a:gd name="connsiteX16" fmla="*/ 20340 w 20773"/>
                        <a:gd name="connsiteY16" fmla="*/ 1251 h 5774"/>
                        <a:gd name="connsiteX17" fmla="*/ 20161 w 20773"/>
                        <a:gd name="connsiteY17" fmla="*/ 6 h 5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73" h="5774">
                          <a:moveTo>
                            <a:pt x="20161" y="6"/>
                          </a:moveTo>
                          <a:cubicBezTo>
                            <a:pt x="18562" y="220"/>
                            <a:pt x="16741" y="1048"/>
                            <a:pt x="15163" y="728"/>
                          </a:cubicBezTo>
                          <a:cubicBezTo>
                            <a:pt x="13695" y="433"/>
                            <a:pt x="12184" y="345"/>
                            <a:pt x="10702" y="113"/>
                          </a:cubicBezTo>
                          <a:cubicBezTo>
                            <a:pt x="10378" y="65"/>
                            <a:pt x="9942" y="273"/>
                            <a:pt x="9918" y="646"/>
                          </a:cubicBezTo>
                          <a:cubicBezTo>
                            <a:pt x="9840" y="1813"/>
                            <a:pt x="8169" y="1609"/>
                            <a:pt x="7370" y="1546"/>
                          </a:cubicBezTo>
                          <a:cubicBezTo>
                            <a:pt x="6397" y="1474"/>
                            <a:pt x="5327" y="1513"/>
                            <a:pt x="4532" y="2166"/>
                          </a:cubicBezTo>
                          <a:cubicBezTo>
                            <a:pt x="3888" y="2694"/>
                            <a:pt x="3782" y="3934"/>
                            <a:pt x="3099" y="4331"/>
                          </a:cubicBezTo>
                          <a:cubicBezTo>
                            <a:pt x="2116" y="4898"/>
                            <a:pt x="1438" y="2912"/>
                            <a:pt x="1263" y="2278"/>
                          </a:cubicBezTo>
                          <a:cubicBezTo>
                            <a:pt x="1045" y="1469"/>
                            <a:pt x="-185" y="1847"/>
                            <a:pt x="24" y="2651"/>
                          </a:cubicBezTo>
                          <a:cubicBezTo>
                            <a:pt x="300" y="3726"/>
                            <a:pt x="852" y="5004"/>
                            <a:pt x="1893" y="5547"/>
                          </a:cubicBezTo>
                          <a:cubicBezTo>
                            <a:pt x="3070" y="6162"/>
                            <a:pt x="4145" y="5445"/>
                            <a:pt x="4721" y="4404"/>
                          </a:cubicBezTo>
                          <a:cubicBezTo>
                            <a:pt x="5094" y="3735"/>
                            <a:pt x="5269" y="2975"/>
                            <a:pt x="6102" y="2781"/>
                          </a:cubicBezTo>
                          <a:cubicBezTo>
                            <a:pt x="6915" y="2593"/>
                            <a:pt x="7787" y="2932"/>
                            <a:pt x="8610" y="2883"/>
                          </a:cubicBezTo>
                          <a:cubicBezTo>
                            <a:pt x="9569" y="2830"/>
                            <a:pt x="10576" y="2399"/>
                            <a:pt x="11007" y="1551"/>
                          </a:cubicBezTo>
                          <a:cubicBezTo>
                            <a:pt x="12494" y="1871"/>
                            <a:pt x="14000" y="1997"/>
                            <a:pt x="15502" y="1677"/>
                          </a:cubicBezTo>
                          <a:cubicBezTo>
                            <a:pt x="16310" y="1503"/>
                            <a:pt x="17051" y="1697"/>
                            <a:pt x="17870" y="1668"/>
                          </a:cubicBezTo>
                          <a:cubicBezTo>
                            <a:pt x="18688" y="1639"/>
                            <a:pt x="19560" y="1503"/>
                            <a:pt x="20340" y="1251"/>
                          </a:cubicBezTo>
                          <a:cubicBezTo>
                            <a:pt x="20979" y="1033"/>
                            <a:pt x="20906" y="-95"/>
                            <a:pt x="20161" y="6"/>
                          </a:cubicBezTo>
                          <a:close/>
                        </a:path>
                      </a:pathLst>
                    </a:custGeom>
                    <a:solidFill>
                      <a:srgbClr val="8A578C"/>
                    </a:solidFill>
                    <a:ln w="4839" cap="flat">
                      <a:noFill/>
                      <a:prstDash val="solid"/>
                      <a:miter/>
                    </a:ln>
                  </p:spPr>
                  <p:txBody>
                    <a:bodyPr rtlCol="0" anchor="ctr"/>
                    <a:lstStyle/>
                    <a:p>
                      <a:endParaRPr lang="vi-VN"/>
                    </a:p>
                  </p:txBody>
                </p:sp>
                <p:sp>
                  <p:nvSpPr>
                    <p:cNvPr id="1241" name="Freeform: Shape 1240">
                      <a:extLst>
                        <a:ext uri="{FF2B5EF4-FFF2-40B4-BE49-F238E27FC236}">
                          <a16:creationId xmlns:a16="http://schemas.microsoft.com/office/drawing/2014/main" id="{E8187586-13DA-DD0E-327D-0C1B2429B31A}"/>
                        </a:ext>
                      </a:extLst>
                    </p:cNvPr>
                    <p:cNvSpPr/>
                    <p:nvPr/>
                  </p:nvSpPr>
                  <p:spPr>
                    <a:xfrm>
                      <a:off x="2041127" y="4333734"/>
                      <a:ext cx="13642" cy="2629"/>
                    </a:xfrm>
                    <a:custGeom>
                      <a:avLst/>
                      <a:gdLst>
                        <a:gd name="connsiteX0" fmla="*/ 13491 w 13642"/>
                        <a:gd name="connsiteY0" fmla="*/ 1633 h 2629"/>
                        <a:gd name="connsiteX1" fmla="*/ 10566 w 13642"/>
                        <a:gd name="connsiteY1" fmla="*/ 349 h 2629"/>
                        <a:gd name="connsiteX2" fmla="*/ 7065 w 13642"/>
                        <a:gd name="connsiteY2" fmla="*/ 1 h 2629"/>
                        <a:gd name="connsiteX3" fmla="*/ 3704 w 13642"/>
                        <a:gd name="connsiteY3" fmla="*/ 257 h 2629"/>
                        <a:gd name="connsiteX4" fmla="*/ 323 w 13642"/>
                        <a:gd name="connsiteY4" fmla="*/ 1468 h 2629"/>
                        <a:gd name="connsiteX5" fmla="*/ 958 w 13642"/>
                        <a:gd name="connsiteY5" fmla="*/ 2558 h 2629"/>
                        <a:gd name="connsiteX6" fmla="*/ 3858 w 13642"/>
                        <a:gd name="connsiteY6" fmla="*/ 1526 h 2629"/>
                        <a:gd name="connsiteX7" fmla="*/ 6837 w 13642"/>
                        <a:gd name="connsiteY7" fmla="*/ 1081 h 2629"/>
                        <a:gd name="connsiteX8" fmla="*/ 9956 w 13642"/>
                        <a:gd name="connsiteY8" fmla="*/ 1492 h 2629"/>
                        <a:gd name="connsiteX9" fmla="*/ 13060 w 13642"/>
                        <a:gd name="connsiteY9" fmla="*/ 2432 h 2629"/>
                        <a:gd name="connsiteX10" fmla="*/ 13491 w 13642"/>
                        <a:gd name="connsiteY10" fmla="*/ 1633 h 2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42" h="2629">
                          <a:moveTo>
                            <a:pt x="13491" y="1633"/>
                          </a:moveTo>
                          <a:cubicBezTo>
                            <a:pt x="12677" y="863"/>
                            <a:pt x="11651" y="563"/>
                            <a:pt x="10566" y="349"/>
                          </a:cubicBezTo>
                          <a:cubicBezTo>
                            <a:pt x="9423" y="122"/>
                            <a:pt x="8232" y="6"/>
                            <a:pt x="7065" y="1"/>
                          </a:cubicBezTo>
                          <a:cubicBezTo>
                            <a:pt x="5917" y="-4"/>
                            <a:pt x="4832" y="6"/>
                            <a:pt x="3704" y="257"/>
                          </a:cubicBezTo>
                          <a:cubicBezTo>
                            <a:pt x="2527" y="514"/>
                            <a:pt x="1398" y="935"/>
                            <a:pt x="323" y="1468"/>
                          </a:cubicBezTo>
                          <a:cubicBezTo>
                            <a:pt x="-408" y="1831"/>
                            <a:pt x="231" y="2916"/>
                            <a:pt x="958" y="2558"/>
                          </a:cubicBezTo>
                          <a:cubicBezTo>
                            <a:pt x="1883" y="2103"/>
                            <a:pt x="2851" y="1759"/>
                            <a:pt x="3858" y="1526"/>
                          </a:cubicBezTo>
                          <a:cubicBezTo>
                            <a:pt x="4808" y="1308"/>
                            <a:pt x="5859" y="1090"/>
                            <a:pt x="6837" y="1081"/>
                          </a:cubicBezTo>
                          <a:cubicBezTo>
                            <a:pt x="7898" y="1071"/>
                            <a:pt x="8934" y="1212"/>
                            <a:pt x="9956" y="1492"/>
                          </a:cubicBezTo>
                          <a:cubicBezTo>
                            <a:pt x="11002" y="1783"/>
                            <a:pt x="11980" y="2296"/>
                            <a:pt x="13060" y="2432"/>
                          </a:cubicBezTo>
                          <a:cubicBezTo>
                            <a:pt x="13506" y="2485"/>
                            <a:pt x="13854" y="1977"/>
                            <a:pt x="13491" y="1633"/>
                          </a:cubicBezTo>
                          <a:close/>
                        </a:path>
                      </a:pathLst>
                    </a:custGeom>
                    <a:solidFill>
                      <a:srgbClr val="8A578C"/>
                    </a:solidFill>
                    <a:ln w="4839" cap="flat">
                      <a:noFill/>
                      <a:prstDash val="solid"/>
                      <a:miter/>
                    </a:ln>
                  </p:spPr>
                  <p:txBody>
                    <a:bodyPr rtlCol="0" anchor="ctr"/>
                    <a:lstStyle/>
                    <a:p>
                      <a:endParaRPr lang="vi-VN"/>
                    </a:p>
                  </p:txBody>
                </p:sp>
              </p:grpSp>
              <p:sp>
                <p:nvSpPr>
                  <p:cNvPr id="1235" name="Freeform: Shape 1234">
                    <a:extLst>
                      <a:ext uri="{FF2B5EF4-FFF2-40B4-BE49-F238E27FC236}">
                        <a16:creationId xmlns:a16="http://schemas.microsoft.com/office/drawing/2014/main" id="{A67309AE-79FC-0E45-B2E2-3FD107321277}"/>
                      </a:ext>
                    </a:extLst>
                  </p:cNvPr>
                  <p:cNvSpPr/>
                  <p:nvPr/>
                </p:nvSpPr>
                <p:spPr>
                  <a:xfrm rot="-290501">
                    <a:off x="2044319" y="4262755"/>
                    <a:ext cx="5816" cy="8193"/>
                  </a:xfrm>
                  <a:custGeom>
                    <a:avLst/>
                    <a:gdLst>
                      <a:gd name="connsiteX0" fmla="*/ 0 w 5816"/>
                      <a:gd name="connsiteY0" fmla="*/ 0 h 8193"/>
                      <a:gd name="connsiteX1" fmla="*/ 5816 w 5816"/>
                      <a:gd name="connsiteY1" fmla="*/ 0 h 8193"/>
                      <a:gd name="connsiteX2" fmla="*/ 5816 w 5816"/>
                      <a:gd name="connsiteY2" fmla="*/ 8194 h 8193"/>
                      <a:gd name="connsiteX3" fmla="*/ 0 w 5816"/>
                      <a:gd name="connsiteY3" fmla="*/ 8194 h 8193"/>
                    </a:gdLst>
                    <a:ahLst/>
                    <a:cxnLst>
                      <a:cxn ang="0">
                        <a:pos x="connsiteX0" y="connsiteY0"/>
                      </a:cxn>
                      <a:cxn ang="0">
                        <a:pos x="connsiteX1" y="connsiteY1"/>
                      </a:cxn>
                      <a:cxn ang="0">
                        <a:pos x="connsiteX2" y="connsiteY2"/>
                      </a:cxn>
                      <a:cxn ang="0">
                        <a:pos x="connsiteX3" y="connsiteY3"/>
                      </a:cxn>
                    </a:cxnLst>
                    <a:rect l="l" t="t" r="r" b="b"/>
                    <a:pathLst>
                      <a:path w="5816" h="8193">
                        <a:moveTo>
                          <a:pt x="0" y="0"/>
                        </a:moveTo>
                        <a:lnTo>
                          <a:pt x="5816" y="0"/>
                        </a:lnTo>
                        <a:lnTo>
                          <a:pt x="5816" y="8194"/>
                        </a:lnTo>
                        <a:lnTo>
                          <a:pt x="0" y="8194"/>
                        </a:lnTo>
                        <a:close/>
                      </a:path>
                    </a:pathLst>
                  </a:custGeom>
                  <a:solidFill>
                    <a:srgbClr val="FFFFFF">
                      <a:alpha val="63000"/>
                    </a:srgbClr>
                  </a:solidFill>
                  <a:ln w="4839" cap="flat">
                    <a:noFill/>
                    <a:prstDash val="solid"/>
                    <a:miter/>
                  </a:ln>
                </p:spPr>
                <p:txBody>
                  <a:bodyPr rtlCol="0" anchor="ctr"/>
                  <a:lstStyle/>
                  <a:p>
                    <a:endParaRPr lang="vi-VN"/>
                  </a:p>
                </p:txBody>
              </p:sp>
            </p:grpSp>
          </p:grpSp>
          <p:grpSp>
            <p:nvGrpSpPr>
              <p:cNvPr id="1204" name="Graphic 1991">
                <a:extLst>
                  <a:ext uri="{FF2B5EF4-FFF2-40B4-BE49-F238E27FC236}">
                    <a16:creationId xmlns:a16="http://schemas.microsoft.com/office/drawing/2014/main" id="{1A56A661-7BA9-162E-0D09-3955F81B484B}"/>
                  </a:ext>
                </a:extLst>
              </p:cNvPr>
              <p:cNvGrpSpPr/>
              <p:nvPr/>
            </p:nvGrpSpPr>
            <p:grpSpPr>
              <a:xfrm>
                <a:off x="2312401" y="3916020"/>
                <a:ext cx="374428" cy="577292"/>
                <a:chOff x="2312401" y="3916020"/>
                <a:chExt cx="374428" cy="577292"/>
              </a:xfrm>
            </p:grpSpPr>
            <p:grpSp>
              <p:nvGrpSpPr>
                <p:cNvPr id="1205" name="Graphic 1991">
                  <a:extLst>
                    <a:ext uri="{FF2B5EF4-FFF2-40B4-BE49-F238E27FC236}">
                      <a16:creationId xmlns:a16="http://schemas.microsoft.com/office/drawing/2014/main" id="{63E46B25-3C18-B8E1-F223-0F9D00D55AF1}"/>
                    </a:ext>
                  </a:extLst>
                </p:cNvPr>
                <p:cNvGrpSpPr/>
                <p:nvPr/>
              </p:nvGrpSpPr>
              <p:grpSpPr>
                <a:xfrm>
                  <a:off x="2312401" y="3916020"/>
                  <a:ext cx="374428" cy="577292"/>
                  <a:chOff x="2312401" y="3916020"/>
                  <a:chExt cx="374428" cy="577292"/>
                </a:xfrm>
              </p:grpSpPr>
              <p:sp>
                <p:nvSpPr>
                  <p:cNvPr id="1227" name="Freeform: Shape 1226">
                    <a:extLst>
                      <a:ext uri="{FF2B5EF4-FFF2-40B4-BE49-F238E27FC236}">
                        <a16:creationId xmlns:a16="http://schemas.microsoft.com/office/drawing/2014/main" id="{88F9EDF9-86A7-F679-0195-875530F51250}"/>
                      </a:ext>
                    </a:extLst>
                  </p:cNvPr>
                  <p:cNvSpPr/>
                  <p:nvPr/>
                </p:nvSpPr>
                <p:spPr>
                  <a:xfrm>
                    <a:off x="2312401" y="3916020"/>
                    <a:ext cx="374428" cy="577292"/>
                  </a:xfrm>
                  <a:custGeom>
                    <a:avLst/>
                    <a:gdLst>
                      <a:gd name="connsiteX0" fmla="*/ 322019 w 374428"/>
                      <a:gd name="connsiteY0" fmla="*/ 577293 h 577292"/>
                      <a:gd name="connsiteX1" fmla="*/ 31057 w 374428"/>
                      <a:gd name="connsiteY1" fmla="*/ 552919 h 577292"/>
                      <a:gd name="connsiteX2" fmla="*/ 0 w 374428"/>
                      <a:gd name="connsiteY2" fmla="*/ 30438 h 577292"/>
                      <a:gd name="connsiteX3" fmla="*/ 374429 w 374428"/>
                      <a:gd name="connsiteY3" fmla="*/ 0 h 577292"/>
                    </a:gdLst>
                    <a:ahLst/>
                    <a:cxnLst>
                      <a:cxn ang="0">
                        <a:pos x="connsiteX0" y="connsiteY0"/>
                      </a:cxn>
                      <a:cxn ang="0">
                        <a:pos x="connsiteX1" y="connsiteY1"/>
                      </a:cxn>
                      <a:cxn ang="0">
                        <a:pos x="connsiteX2" y="connsiteY2"/>
                      </a:cxn>
                      <a:cxn ang="0">
                        <a:pos x="connsiteX3" y="connsiteY3"/>
                      </a:cxn>
                    </a:cxnLst>
                    <a:rect l="l" t="t" r="r" b="b"/>
                    <a:pathLst>
                      <a:path w="374428" h="577292">
                        <a:moveTo>
                          <a:pt x="322019" y="577293"/>
                        </a:moveTo>
                        <a:lnTo>
                          <a:pt x="31057" y="552919"/>
                        </a:lnTo>
                        <a:lnTo>
                          <a:pt x="0" y="30438"/>
                        </a:lnTo>
                        <a:lnTo>
                          <a:pt x="374429" y="0"/>
                        </a:lnTo>
                        <a:close/>
                      </a:path>
                    </a:pathLst>
                  </a:custGeom>
                  <a:solidFill>
                    <a:srgbClr val="D18BCF"/>
                  </a:solidFill>
                  <a:ln w="4839" cap="flat">
                    <a:noFill/>
                    <a:prstDash val="solid"/>
                    <a:miter/>
                  </a:ln>
                </p:spPr>
                <p:txBody>
                  <a:bodyPr rtlCol="0" anchor="ctr"/>
                  <a:lstStyle/>
                  <a:p>
                    <a:endParaRPr lang="vi-VN"/>
                  </a:p>
                </p:txBody>
              </p:sp>
              <p:sp>
                <p:nvSpPr>
                  <p:cNvPr id="1228" name="Freeform: Shape 1227">
                    <a:extLst>
                      <a:ext uri="{FF2B5EF4-FFF2-40B4-BE49-F238E27FC236}">
                        <a16:creationId xmlns:a16="http://schemas.microsoft.com/office/drawing/2014/main" id="{944129A9-B494-9080-1054-598B19379719}"/>
                      </a:ext>
                    </a:extLst>
                  </p:cNvPr>
                  <p:cNvSpPr/>
                  <p:nvPr/>
                </p:nvSpPr>
                <p:spPr>
                  <a:xfrm>
                    <a:off x="2331952" y="3949296"/>
                    <a:ext cx="314870" cy="519047"/>
                  </a:xfrm>
                  <a:custGeom>
                    <a:avLst/>
                    <a:gdLst>
                      <a:gd name="connsiteX0" fmla="*/ 250906 w 314870"/>
                      <a:gd name="connsiteY0" fmla="*/ 519047 h 519047"/>
                      <a:gd name="connsiteX1" fmla="*/ 97662 w 314870"/>
                      <a:gd name="connsiteY1" fmla="*/ 509347 h 519047"/>
                      <a:gd name="connsiteX2" fmla="*/ 31624 w 314870"/>
                      <a:gd name="connsiteY2" fmla="*/ 504833 h 519047"/>
                      <a:gd name="connsiteX3" fmla="*/ 28719 w 314870"/>
                      <a:gd name="connsiteY3" fmla="*/ 504993 h 519047"/>
                      <a:gd name="connsiteX4" fmla="*/ 0 w 314870"/>
                      <a:gd name="connsiteY4" fmla="*/ 15241 h 519047"/>
                      <a:gd name="connsiteX5" fmla="*/ 314871 w 314870"/>
                      <a:gd name="connsiteY5" fmla="*/ 0 h 519047"/>
                      <a:gd name="connsiteX6" fmla="*/ 314522 w 314870"/>
                      <a:gd name="connsiteY6" fmla="*/ 3380 h 519047"/>
                      <a:gd name="connsiteX7" fmla="*/ 262897 w 314870"/>
                      <a:gd name="connsiteY7" fmla="*/ 515541 h 519047"/>
                      <a:gd name="connsiteX8" fmla="*/ 262844 w 314870"/>
                      <a:gd name="connsiteY8" fmla="*/ 516747 h 519047"/>
                      <a:gd name="connsiteX9" fmla="*/ 261889 w 314870"/>
                      <a:gd name="connsiteY9" fmla="*/ 517759 h 519047"/>
                      <a:gd name="connsiteX10" fmla="*/ 250906 w 314870"/>
                      <a:gd name="connsiteY10" fmla="*/ 519047 h 519047"/>
                      <a:gd name="connsiteX11" fmla="*/ 257071 w 314870"/>
                      <a:gd name="connsiteY11" fmla="*/ 515163 h 519047"/>
                      <a:gd name="connsiteX12" fmla="*/ 257051 w 314870"/>
                      <a:gd name="connsiteY12" fmla="*/ 515478 h 519047"/>
                      <a:gd name="connsiteX13" fmla="*/ 257071 w 314870"/>
                      <a:gd name="connsiteY13" fmla="*/ 515163 h 519047"/>
                      <a:gd name="connsiteX14" fmla="*/ 34230 w 314870"/>
                      <a:gd name="connsiteY14" fmla="*/ 499041 h 519047"/>
                      <a:gd name="connsiteX15" fmla="*/ 98098 w 314870"/>
                      <a:gd name="connsiteY15" fmla="*/ 503516 h 519047"/>
                      <a:gd name="connsiteX16" fmla="*/ 257235 w 314870"/>
                      <a:gd name="connsiteY16" fmla="*/ 513207 h 519047"/>
                      <a:gd name="connsiteX17" fmla="*/ 308362 w 314870"/>
                      <a:gd name="connsiteY17" fmla="*/ 6170 h 519047"/>
                      <a:gd name="connsiteX18" fmla="*/ 6184 w 314870"/>
                      <a:gd name="connsiteY18" fmla="*/ 20800 h 519047"/>
                      <a:gd name="connsiteX19" fmla="*/ 34230 w 314870"/>
                      <a:gd name="connsiteY19" fmla="*/ 499041 h 51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4870" h="519047">
                        <a:moveTo>
                          <a:pt x="250906" y="519047"/>
                        </a:moveTo>
                        <a:cubicBezTo>
                          <a:pt x="234067" y="519047"/>
                          <a:pt x="193362" y="516481"/>
                          <a:pt x="97662" y="509347"/>
                        </a:cubicBezTo>
                        <a:cubicBezTo>
                          <a:pt x="63902" y="506834"/>
                          <a:pt x="34704" y="504683"/>
                          <a:pt x="31624" y="504833"/>
                        </a:cubicBezTo>
                        <a:lnTo>
                          <a:pt x="28719" y="504993"/>
                        </a:lnTo>
                        <a:lnTo>
                          <a:pt x="0" y="15241"/>
                        </a:lnTo>
                        <a:lnTo>
                          <a:pt x="314871" y="0"/>
                        </a:lnTo>
                        <a:lnTo>
                          <a:pt x="314522" y="3380"/>
                        </a:lnTo>
                        <a:cubicBezTo>
                          <a:pt x="314014" y="8427"/>
                          <a:pt x="263207" y="508020"/>
                          <a:pt x="262897" y="515541"/>
                        </a:cubicBezTo>
                        <a:lnTo>
                          <a:pt x="262844" y="516747"/>
                        </a:lnTo>
                        <a:lnTo>
                          <a:pt x="261889" y="517759"/>
                        </a:lnTo>
                        <a:cubicBezTo>
                          <a:pt x="261037" y="518563"/>
                          <a:pt x="258219" y="519047"/>
                          <a:pt x="250906" y="519047"/>
                        </a:cubicBezTo>
                        <a:close/>
                        <a:moveTo>
                          <a:pt x="257071" y="515163"/>
                        </a:moveTo>
                        <a:cubicBezTo>
                          <a:pt x="257061" y="515265"/>
                          <a:pt x="257051" y="515367"/>
                          <a:pt x="257051" y="515478"/>
                        </a:cubicBezTo>
                        <a:cubicBezTo>
                          <a:pt x="257051" y="515425"/>
                          <a:pt x="257061" y="515323"/>
                          <a:pt x="257071" y="515163"/>
                        </a:cubicBezTo>
                        <a:close/>
                        <a:moveTo>
                          <a:pt x="34230" y="499041"/>
                        </a:moveTo>
                        <a:cubicBezTo>
                          <a:pt x="42128" y="499361"/>
                          <a:pt x="63883" y="500969"/>
                          <a:pt x="98098" y="503516"/>
                        </a:cubicBezTo>
                        <a:cubicBezTo>
                          <a:pt x="153002" y="507608"/>
                          <a:pt x="243240" y="514325"/>
                          <a:pt x="257235" y="513207"/>
                        </a:cubicBezTo>
                        <a:cubicBezTo>
                          <a:pt x="260325" y="478740"/>
                          <a:pt x="301931" y="69428"/>
                          <a:pt x="308362" y="6170"/>
                        </a:cubicBezTo>
                        <a:lnTo>
                          <a:pt x="6184" y="20800"/>
                        </a:lnTo>
                        <a:lnTo>
                          <a:pt x="34230" y="499041"/>
                        </a:lnTo>
                        <a:close/>
                      </a:path>
                    </a:pathLst>
                  </a:custGeom>
                  <a:solidFill>
                    <a:srgbClr val="8A578C"/>
                  </a:solidFill>
                  <a:ln w="4839" cap="flat">
                    <a:noFill/>
                    <a:prstDash val="solid"/>
                    <a:miter/>
                  </a:ln>
                </p:spPr>
                <p:txBody>
                  <a:bodyPr rtlCol="0" anchor="ctr"/>
                  <a:lstStyle/>
                  <a:p>
                    <a:endParaRPr lang="vi-VN"/>
                  </a:p>
                </p:txBody>
              </p:sp>
            </p:grpSp>
            <p:grpSp>
              <p:nvGrpSpPr>
                <p:cNvPr id="1206" name="Graphic 1991">
                  <a:extLst>
                    <a:ext uri="{FF2B5EF4-FFF2-40B4-BE49-F238E27FC236}">
                      <a16:creationId xmlns:a16="http://schemas.microsoft.com/office/drawing/2014/main" id="{BA803383-6472-15CB-3372-28D7E2C0532C}"/>
                    </a:ext>
                  </a:extLst>
                </p:cNvPr>
                <p:cNvGrpSpPr/>
                <p:nvPr/>
              </p:nvGrpSpPr>
              <p:grpSpPr>
                <a:xfrm>
                  <a:off x="2364099" y="3994121"/>
                  <a:ext cx="118525" cy="158658"/>
                  <a:chOff x="2364099" y="3994121"/>
                  <a:chExt cx="118525" cy="158658"/>
                </a:xfrm>
              </p:grpSpPr>
              <p:grpSp>
                <p:nvGrpSpPr>
                  <p:cNvPr id="1221" name="Graphic 1991">
                    <a:extLst>
                      <a:ext uri="{FF2B5EF4-FFF2-40B4-BE49-F238E27FC236}">
                        <a16:creationId xmlns:a16="http://schemas.microsoft.com/office/drawing/2014/main" id="{32011E92-FEA6-163A-5533-6E6D0ACD8C26}"/>
                      </a:ext>
                    </a:extLst>
                  </p:cNvPr>
                  <p:cNvGrpSpPr/>
                  <p:nvPr/>
                </p:nvGrpSpPr>
                <p:grpSpPr>
                  <a:xfrm>
                    <a:off x="2364099" y="4001265"/>
                    <a:ext cx="118525" cy="151514"/>
                    <a:chOff x="2364099" y="4001265"/>
                    <a:chExt cx="118525" cy="151514"/>
                  </a:xfrm>
                </p:grpSpPr>
                <p:sp>
                  <p:nvSpPr>
                    <p:cNvPr id="1223" name="Freeform: Shape 1222">
                      <a:extLst>
                        <a:ext uri="{FF2B5EF4-FFF2-40B4-BE49-F238E27FC236}">
                          <a16:creationId xmlns:a16="http://schemas.microsoft.com/office/drawing/2014/main" id="{B482246B-5F6F-8BA2-99A8-CC0CC79D6173}"/>
                        </a:ext>
                      </a:extLst>
                    </p:cNvPr>
                    <p:cNvSpPr/>
                    <p:nvPr/>
                  </p:nvSpPr>
                  <p:spPr>
                    <a:xfrm>
                      <a:off x="2364099" y="4001265"/>
                      <a:ext cx="118525" cy="151514"/>
                    </a:xfrm>
                    <a:custGeom>
                      <a:avLst/>
                      <a:gdLst>
                        <a:gd name="connsiteX0" fmla="*/ 0 w 118525"/>
                        <a:gd name="connsiteY0" fmla="*/ 12872 h 151514"/>
                        <a:gd name="connsiteX1" fmla="*/ 10993 w 118525"/>
                        <a:gd name="connsiteY1" fmla="*/ 124458 h 151514"/>
                        <a:gd name="connsiteX2" fmla="*/ 105391 w 118525"/>
                        <a:gd name="connsiteY2" fmla="*/ 151515 h 151514"/>
                        <a:gd name="connsiteX3" fmla="*/ 118525 w 118525"/>
                        <a:gd name="connsiteY3" fmla="*/ 0 h 151514"/>
                      </a:gdLst>
                      <a:ahLst/>
                      <a:cxnLst>
                        <a:cxn ang="0">
                          <a:pos x="connsiteX0" y="connsiteY0"/>
                        </a:cxn>
                        <a:cxn ang="0">
                          <a:pos x="connsiteX1" y="connsiteY1"/>
                        </a:cxn>
                        <a:cxn ang="0">
                          <a:pos x="connsiteX2" y="connsiteY2"/>
                        </a:cxn>
                        <a:cxn ang="0">
                          <a:pos x="connsiteX3" y="connsiteY3"/>
                        </a:cxn>
                      </a:cxnLst>
                      <a:rect l="l" t="t" r="r" b="b"/>
                      <a:pathLst>
                        <a:path w="118525" h="151514">
                          <a:moveTo>
                            <a:pt x="0" y="12872"/>
                          </a:moveTo>
                          <a:lnTo>
                            <a:pt x="10993" y="124458"/>
                          </a:lnTo>
                          <a:lnTo>
                            <a:pt x="105391" y="151515"/>
                          </a:lnTo>
                          <a:lnTo>
                            <a:pt x="118525" y="0"/>
                          </a:lnTo>
                          <a:close/>
                        </a:path>
                      </a:pathLst>
                    </a:custGeom>
                    <a:solidFill>
                      <a:srgbClr val="E8B3E8"/>
                    </a:solidFill>
                    <a:ln w="4839" cap="flat">
                      <a:noFill/>
                      <a:prstDash val="solid"/>
                      <a:miter/>
                    </a:ln>
                  </p:spPr>
                  <p:txBody>
                    <a:bodyPr rtlCol="0" anchor="ctr"/>
                    <a:lstStyle/>
                    <a:p>
                      <a:endParaRPr lang="vi-VN"/>
                    </a:p>
                  </p:txBody>
                </p:sp>
                <p:sp>
                  <p:nvSpPr>
                    <p:cNvPr id="1224" name="Freeform: Shape 1223">
                      <a:extLst>
                        <a:ext uri="{FF2B5EF4-FFF2-40B4-BE49-F238E27FC236}">
                          <a16:creationId xmlns:a16="http://schemas.microsoft.com/office/drawing/2014/main" id="{458A7D30-03E5-1EB0-5678-6B2C7452B019}"/>
                        </a:ext>
                      </a:extLst>
                    </p:cNvPr>
                    <p:cNvSpPr/>
                    <p:nvPr/>
                  </p:nvSpPr>
                  <p:spPr>
                    <a:xfrm>
                      <a:off x="2378680" y="4031660"/>
                      <a:ext cx="77070" cy="17285"/>
                    </a:xfrm>
                    <a:custGeom>
                      <a:avLst/>
                      <a:gdLst>
                        <a:gd name="connsiteX0" fmla="*/ 76707 w 77070"/>
                        <a:gd name="connsiteY0" fmla="*/ 3103 h 17285"/>
                        <a:gd name="connsiteX1" fmla="*/ 74659 w 77070"/>
                        <a:gd name="connsiteY1" fmla="*/ 2842 h 17285"/>
                        <a:gd name="connsiteX2" fmla="*/ 70930 w 77070"/>
                        <a:gd name="connsiteY2" fmla="*/ 6522 h 17285"/>
                        <a:gd name="connsiteX3" fmla="*/ 64813 w 77070"/>
                        <a:gd name="connsiteY3" fmla="*/ 6658 h 17285"/>
                        <a:gd name="connsiteX4" fmla="*/ 53268 w 77070"/>
                        <a:gd name="connsiteY4" fmla="*/ 6106 h 17285"/>
                        <a:gd name="connsiteX5" fmla="*/ 45655 w 77070"/>
                        <a:gd name="connsiteY5" fmla="*/ 12498 h 17285"/>
                        <a:gd name="connsiteX6" fmla="*/ 36744 w 77070"/>
                        <a:gd name="connsiteY6" fmla="*/ 1800 h 17285"/>
                        <a:gd name="connsiteX7" fmla="*/ 32235 w 77070"/>
                        <a:gd name="connsiteY7" fmla="*/ 2067 h 17285"/>
                        <a:gd name="connsiteX8" fmla="*/ 18113 w 77070"/>
                        <a:gd name="connsiteY8" fmla="*/ 3171 h 17285"/>
                        <a:gd name="connsiteX9" fmla="*/ 13236 w 77070"/>
                        <a:gd name="connsiteY9" fmla="*/ 4028 h 17285"/>
                        <a:gd name="connsiteX10" fmla="*/ 9643 w 77070"/>
                        <a:gd name="connsiteY10" fmla="*/ 8484 h 17285"/>
                        <a:gd name="connsiteX11" fmla="*/ 3459 w 77070"/>
                        <a:gd name="connsiteY11" fmla="*/ 4624 h 17285"/>
                        <a:gd name="connsiteX12" fmla="*/ 1 w 77070"/>
                        <a:gd name="connsiteY12" fmla="*/ 5360 h 17285"/>
                        <a:gd name="connsiteX13" fmla="*/ 10050 w 77070"/>
                        <a:gd name="connsiteY13" fmla="*/ 13452 h 17285"/>
                        <a:gd name="connsiteX14" fmla="*/ 16409 w 77070"/>
                        <a:gd name="connsiteY14" fmla="*/ 9346 h 17285"/>
                        <a:gd name="connsiteX15" fmla="*/ 33693 w 77070"/>
                        <a:gd name="connsiteY15" fmla="*/ 8750 h 17285"/>
                        <a:gd name="connsiteX16" fmla="*/ 39393 w 77070"/>
                        <a:gd name="connsiteY16" fmla="*/ 16116 h 17285"/>
                        <a:gd name="connsiteX17" fmla="*/ 46425 w 77070"/>
                        <a:gd name="connsiteY17" fmla="*/ 16828 h 17285"/>
                        <a:gd name="connsiteX18" fmla="*/ 52614 w 77070"/>
                        <a:gd name="connsiteY18" fmla="*/ 10861 h 17285"/>
                        <a:gd name="connsiteX19" fmla="*/ 70111 w 77070"/>
                        <a:gd name="connsiteY19" fmla="*/ 10537 h 17285"/>
                        <a:gd name="connsiteX20" fmla="*/ 76707 w 77070"/>
                        <a:gd name="connsiteY20" fmla="*/ 3103 h 1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7070" h="17285">
                          <a:moveTo>
                            <a:pt x="76707" y="3103"/>
                          </a:moveTo>
                          <a:cubicBezTo>
                            <a:pt x="76378" y="2318"/>
                            <a:pt x="75158" y="2057"/>
                            <a:pt x="74659" y="2842"/>
                          </a:cubicBezTo>
                          <a:cubicBezTo>
                            <a:pt x="73613" y="4483"/>
                            <a:pt x="72881" y="5825"/>
                            <a:pt x="70930" y="6522"/>
                          </a:cubicBezTo>
                          <a:cubicBezTo>
                            <a:pt x="68978" y="7219"/>
                            <a:pt x="66799" y="7045"/>
                            <a:pt x="64813" y="6658"/>
                          </a:cubicBezTo>
                          <a:cubicBezTo>
                            <a:pt x="61012" y="5912"/>
                            <a:pt x="57079" y="4701"/>
                            <a:pt x="53268" y="6106"/>
                          </a:cubicBezTo>
                          <a:cubicBezTo>
                            <a:pt x="49897" y="7345"/>
                            <a:pt x="48648" y="10890"/>
                            <a:pt x="45655" y="12498"/>
                          </a:cubicBezTo>
                          <a:cubicBezTo>
                            <a:pt x="39456" y="15825"/>
                            <a:pt x="37315" y="5597"/>
                            <a:pt x="36744" y="1800"/>
                          </a:cubicBezTo>
                          <a:cubicBezTo>
                            <a:pt x="36327" y="-955"/>
                            <a:pt x="32690" y="-292"/>
                            <a:pt x="32235" y="2067"/>
                          </a:cubicBezTo>
                          <a:cubicBezTo>
                            <a:pt x="30782" y="9602"/>
                            <a:pt x="20772" y="10193"/>
                            <a:pt x="18113" y="3171"/>
                          </a:cubicBezTo>
                          <a:cubicBezTo>
                            <a:pt x="17077" y="435"/>
                            <a:pt x="13396" y="1224"/>
                            <a:pt x="13236" y="4028"/>
                          </a:cubicBezTo>
                          <a:cubicBezTo>
                            <a:pt x="13120" y="6038"/>
                            <a:pt x="11658" y="8009"/>
                            <a:pt x="9643" y="8484"/>
                          </a:cubicBezTo>
                          <a:cubicBezTo>
                            <a:pt x="6907" y="9128"/>
                            <a:pt x="4669" y="6750"/>
                            <a:pt x="3459" y="4624"/>
                          </a:cubicBezTo>
                          <a:cubicBezTo>
                            <a:pt x="2621" y="3151"/>
                            <a:pt x="-53" y="3413"/>
                            <a:pt x="1" y="5360"/>
                          </a:cubicBezTo>
                          <a:cubicBezTo>
                            <a:pt x="131" y="10503"/>
                            <a:pt x="4960" y="14140"/>
                            <a:pt x="10050" y="13452"/>
                          </a:cubicBezTo>
                          <a:cubicBezTo>
                            <a:pt x="12834" y="13075"/>
                            <a:pt x="14994" y="11491"/>
                            <a:pt x="16409" y="9346"/>
                          </a:cubicBezTo>
                          <a:cubicBezTo>
                            <a:pt x="21300" y="14140"/>
                            <a:pt x="29223" y="13680"/>
                            <a:pt x="33693" y="8750"/>
                          </a:cubicBezTo>
                          <a:cubicBezTo>
                            <a:pt x="34729" y="11782"/>
                            <a:pt x="36381" y="14503"/>
                            <a:pt x="39393" y="16116"/>
                          </a:cubicBezTo>
                          <a:cubicBezTo>
                            <a:pt x="41543" y="17269"/>
                            <a:pt x="44091" y="17690"/>
                            <a:pt x="46425" y="16828"/>
                          </a:cubicBezTo>
                          <a:cubicBezTo>
                            <a:pt x="49485" y="15699"/>
                            <a:pt x="50425" y="13026"/>
                            <a:pt x="52614" y="10861"/>
                          </a:cubicBezTo>
                          <a:cubicBezTo>
                            <a:pt x="57287" y="6241"/>
                            <a:pt x="64363" y="11515"/>
                            <a:pt x="70111" y="10537"/>
                          </a:cubicBezTo>
                          <a:cubicBezTo>
                            <a:pt x="73511" y="9956"/>
                            <a:pt x="78456" y="7253"/>
                            <a:pt x="76707" y="3103"/>
                          </a:cubicBezTo>
                          <a:close/>
                        </a:path>
                      </a:pathLst>
                    </a:custGeom>
                    <a:solidFill>
                      <a:srgbClr val="8A578C"/>
                    </a:solidFill>
                    <a:ln w="4839" cap="flat">
                      <a:noFill/>
                      <a:prstDash val="solid"/>
                      <a:miter/>
                    </a:ln>
                  </p:spPr>
                  <p:txBody>
                    <a:bodyPr rtlCol="0" anchor="ctr"/>
                    <a:lstStyle/>
                    <a:p>
                      <a:endParaRPr lang="vi-VN"/>
                    </a:p>
                  </p:txBody>
                </p:sp>
                <p:sp>
                  <p:nvSpPr>
                    <p:cNvPr id="1225" name="Freeform: Shape 1224">
                      <a:extLst>
                        <a:ext uri="{FF2B5EF4-FFF2-40B4-BE49-F238E27FC236}">
                          <a16:creationId xmlns:a16="http://schemas.microsoft.com/office/drawing/2014/main" id="{13C93B4D-348C-5E5A-A9A9-24504EA88327}"/>
                        </a:ext>
                      </a:extLst>
                    </p:cNvPr>
                    <p:cNvSpPr/>
                    <p:nvPr/>
                  </p:nvSpPr>
                  <p:spPr>
                    <a:xfrm>
                      <a:off x="2382402" y="4057561"/>
                      <a:ext cx="61736" cy="13945"/>
                    </a:xfrm>
                    <a:custGeom>
                      <a:avLst/>
                      <a:gdLst>
                        <a:gd name="connsiteX0" fmla="*/ 59581 w 61736"/>
                        <a:gd name="connsiteY0" fmla="*/ 8409 h 13945"/>
                        <a:gd name="connsiteX1" fmla="*/ 44800 w 61736"/>
                        <a:gd name="connsiteY1" fmla="*/ 6317 h 13945"/>
                        <a:gd name="connsiteX2" fmla="*/ 38534 w 61736"/>
                        <a:gd name="connsiteY2" fmla="*/ 8986 h 13945"/>
                        <a:gd name="connsiteX3" fmla="*/ 30998 w 61736"/>
                        <a:gd name="connsiteY3" fmla="*/ 7693 h 13945"/>
                        <a:gd name="connsiteX4" fmla="*/ 17782 w 61736"/>
                        <a:gd name="connsiteY4" fmla="*/ 3968 h 13945"/>
                        <a:gd name="connsiteX5" fmla="*/ 3190 w 61736"/>
                        <a:gd name="connsiteY5" fmla="*/ 1407 h 13945"/>
                        <a:gd name="connsiteX6" fmla="*/ 3 w 61736"/>
                        <a:gd name="connsiteY6" fmla="*/ 1692 h 13945"/>
                        <a:gd name="connsiteX7" fmla="*/ 10663 w 61736"/>
                        <a:gd name="connsiteY7" fmla="*/ 8894 h 13945"/>
                        <a:gd name="connsiteX8" fmla="*/ 22276 w 61736"/>
                        <a:gd name="connsiteY8" fmla="*/ 6806 h 13945"/>
                        <a:gd name="connsiteX9" fmla="*/ 31104 w 61736"/>
                        <a:gd name="connsiteY9" fmla="*/ 12419 h 13945"/>
                        <a:gd name="connsiteX10" fmla="*/ 38272 w 61736"/>
                        <a:gd name="connsiteY10" fmla="*/ 13402 h 13945"/>
                        <a:gd name="connsiteX11" fmla="*/ 42321 w 61736"/>
                        <a:gd name="connsiteY11" fmla="*/ 11015 h 13945"/>
                        <a:gd name="connsiteX12" fmla="*/ 48563 w 61736"/>
                        <a:gd name="connsiteY12" fmla="*/ 11233 h 13945"/>
                        <a:gd name="connsiteX13" fmla="*/ 56801 w 61736"/>
                        <a:gd name="connsiteY13" fmla="*/ 13751 h 13945"/>
                        <a:gd name="connsiteX14" fmla="*/ 61736 w 61736"/>
                        <a:gd name="connsiteY14" fmla="*/ 9480 h 13945"/>
                        <a:gd name="connsiteX15" fmla="*/ 59581 w 61736"/>
                        <a:gd name="connsiteY15" fmla="*/ 8409 h 13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736" h="13945">
                          <a:moveTo>
                            <a:pt x="59581" y="8409"/>
                          </a:moveTo>
                          <a:cubicBezTo>
                            <a:pt x="55096" y="12855"/>
                            <a:pt x="49803" y="6235"/>
                            <a:pt x="44800" y="6317"/>
                          </a:cubicBezTo>
                          <a:cubicBezTo>
                            <a:pt x="42369" y="6356"/>
                            <a:pt x="40490" y="7727"/>
                            <a:pt x="38534" y="8986"/>
                          </a:cubicBezTo>
                          <a:cubicBezTo>
                            <a:pt x="35362" y="11025"/>
                            <a:pt x="33599" y="10114"/>
                            <a:pt x="30998" y="7693"/>
                          </a:cubicBezTo>
                          <a:cubicBezTo>
                            <a:pt x="26998" y="3973"/>
                            <a:pt x="23230" y="2733"/>
                            <a:pt x="17782" y="3968"/>
                          </a:cubicBezTo>
                          <a:cubicBezTo>
                            <a:pt x="14242" y="4768"/>
                            <a:pt x="3655" y="8187"/>
                            <a:pt x="3190" y="1407"/>
                          </a:cubicBezTo>
                          <a:cubicBezTo>
                            <a:pt x="3050" y="-652"/>
                            <a:pt x="-118" y="-361"/>
                            <a:pt x="3" y="1692"/>
                          </a:cubicBezTo>
                          <a:cubicBezTo>
                            <a:pt x="318" y="7024"/>
                            <a:pt x="6013" y="9092"/>
                            <a:pt x="10663" y="8894"/>
                          </a:cubicBezTo>
                          <a:cubicBezTo>
                            <a:pt x="14600" y="8729"/>
                            <a:pt x="18295" y="6642"/>
                            <a:pt x="22276" y="6806"/>
                          </a:cubicBezTo>
                          <a:cubicBezTo>
                            <a:pt x="26339" y="6971"/>
                            <a:pt x="28107" y="10303"/>
                            <a:pt x="31104" y="12419"/>
                          </a:cubicBezTo>
                          <a:cubicBezTo>
                            <a:pt x="33303" y="13969"/>
                            <a:pt x="35744" y="14415"/>
                            <a:pt x="38272" y="13402"/>
                          </a:cubicBezTo>
                          <a:cubicBezTo>
                            <a:pt x="39754" y="12807"/>
                            <a:pt x="40945" y="11795"/>
                            <a:pt x="42321" y="11015"/>
                          </a:cubicBezTo>
                          <a:cubicBezTo>
                            <a:pt x="44597" y="9731"/>
                            <a:pt x="46306" y="10143"/>
                            <a:pt x="48563" y="11233"/>
                          </a:cubicBezTo>
                          <a:cubicBezTo>
                            <a:pt x="51266" y="12540"/>
                            <a:pt x="53682" y="13979"/>
                            <a:pt x="56801" y="13751"/>
                          </a:cubicBezTo>
                          <a:cubicBezTo>
                            <a:pt x="59193" y="13572"/>
                            <a:pt x="61663" y="12071"/>
                            <a:pt x="61736" y="9480"/>
                          </a:cubicBezTo>
                          <a:cubicBezTo>
                            <a:pt x="61765" y="8419"/>
                            <a:pt x="60419" y="7576"/>
                            <a:pt x="59581" y="8409"/>
                          </a:cubicBezTo>
                          <a:close/>
                        </a:path>
                      </a:pathLst>
                    </a:custGeom>
                    <a:solidFill>
                      <a:srgbClr val="8A578C"/>
                    </a:solidFill>
                    <a:ln w="4839" cap="flat">
                      <a:noFill/>
                      <a:prstDash val="solid"/>
                      <a:miter/>
                    </a:ln>
                  </p:spPr>
                  <p:txBody>
                    <a:bodyPr rtlCol="0" anchor="ctr"/>
                    <a:lstStyle/>
                    <a:p>
                      <a:endParaRPr lang="vi-VN"/>
                    </a:p>
                  </p:txBody>
                </p:sp>
                <p:sp>
                  <p:nvSpPr>
                    <p:cNvPr id="1226" name="Freeform: Shape 1225">
                      <a:extLst>
                        <a:ext uri="{FF2B5EF4-FFF2-40B4-BE49-F238E27FC236}">
                          <a16:creationId xmlns:a16="http://schemas.microsoft.com/office/drawing/2014/main" id="{2EB32546-8AA4-7B23-F73C-D062AF313F6E}"/>
                        </a:ext>
                      </a:extLst>
                    </p:cNvPr>
                    <p:cNvSpPr/>
                    <p:nvPr/>
                  </p:nvSpPr>
                  <p:spPr>
                    <a:xfrm>
                      <a:off x="2388251" y="4084430"/>
                      <a:ext cx="43736" cy="15843"/>
                    </a:xfrm>
                    <a:custGeom>
                      <a:avLst/>
                      <a:gdLst>
                        <a:gd name="connsiteX0" fmla="*/ 41115 w 43736"/>
                        <a:gd name="connsiteY0" fmla="*/ 7465 h 15843"/>
                        <a:gd name="connsiteX1" fmla="*/ 32747 w 43736"/>
                        <a:gd name="connsiteY1" fmla="*/ 12516 h 15843"/>
                        <a:gd name="connsiteX2" fmla="*/ 23100 w 43736"/>
                        <a:gd name="connsiteY2" fmla="*/ 8152 h 15843"/>
                        <a:gd name="connsiteX3" fmla="*/ 11859 w 43736"/>
                        <a:gd name="connsiteY3" fmla="*/ 5900 h 15843"/>
                        <a:gd name="connsiteX4" fmla="*/ 5685 w 43736"/>
                        <a:gd name="connsiteY4" fmla="*/ 5992 h 15843"/>
                        <a:gd name="connsiteX5" fmla="*/ 3510 w 43736"/>
                        <a:gd name="connsiteY5" fmla="*/ 2079 h 15843"/>
                        <a:gd name="connsiteX6" fmla="*/ 827 w 43736"/>
                        <a:gd name="connsiteY6" fmla="*/ 699 h 15843"/>
                        <a:gd name="connsiteX7" fmla="*/ 5956 w 43736"/>
                        <a:gd name="connsiteY7" fmla="*/ 9392 h 15843"/>
                        <a:gd name="connsiteX8" fmla="*/ 13864 w 43736"/>
                        <a:gd name="connsiteY8" fmla="*/ 8777 h 15843"/>
                        <a:gd name="connsiteX9" fmla="*/ 18596 w 43736"/>
                        <a:gd name="connsiteY9" fmla="*/ 8961 h 15843"/>
                        <a:gd name="connsiteX10" fmla="*/ 22102 w 43736"/>
                        <a:gd name="connsiteY10" fmla="*/ 11872 h 15843"/>
                        <a:gd name="connsiteX11" fmla="*/ 43576 w 43736"/>
                        <a:gd name="connsiteY11" fmla="*/ 8869 h 15843"/>
                        <a:gd name="connsiteX12" fmla="*/ 41115 w 43736"/>
                        <a:gd name="connsiteY12" fmla="*/ 7465 h 15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736" h="15843">
                          <a:moveTo>
                            <a:pt x="41115" y="7465"/>
                          </a:moveTo>
                          <a:cubicBezTo>
                            <a:pt x="39357" y="10375"/>
                            <a:pt x="36093" y="12172"/>
                            <a:pt x="32747" y="12516"/>
                          </a:cubicBezTo>
                          <a:cubicBezTo>
                            <a:pt x="28533" y="12947"/>
                            <a:pt x="25981" y="10913"/>
                            <a:pt x="23100" y="8152"/>
                          </a:cubicBezTo>
                          <a:cubicBezTo>
                            <a:pt x="19792" y="4985"/>
                            <a:pt x="16111" y="5033"/>
                            <a:pt x="11859" y="5900"/>
                          </a:cubicBezTo>
                          <a:cubicBezTo>
                            <a:pt x="9806" y="6322"/>
                            <a:pt x="7680" y="6908"/>
                            <a:pt x="5685" y="5992"/>
                          </a:cubicBezTo>
                          <a:cubicBezTo>
                            <a:pt x="4159" y="5295"/>
                            <a:pt x="2333" y="3818"/>
                            <a:pt x="3510" y="2079"/>
                          </a:cubicBezTo>
                          <a:cubicBezTo>
                            <a:pt x="4600" y="471"/>
                            <a:pt x="1917" y="-870"/>
                            <a:pt x="827" y="699"/>
                          </a:cubicBezTo>
                          <a:cubicBezTo>
                            <a:pt x="-1817" y="4496"/>
                            <a:pt x="2416" y="8462"/>
                            <a:pt x="5956" y="9392"/>
                          </a:cubicBezTo>
                          <a:cubicBezTo>
                            <a:pt x="8586" y="10085"/>
                            <a:pt x="11264" y="9189"/>
                            <a:pt x="13864" y="8777"/>
                          </a:cubicBezTo>
                          <a:cubicBezTo>
                            <a:pt x="15433" y="8530"/>
                            <a:pt x="17090" y="8327"/>
                            <a:pt x="18596" y="8961"/>
                          </a:cubicBezTo>
                          <a:cubicBezTo>
                            <a:pt x="20015" y="9562"/>
                            <a:pt x="21037" y="10801"/>
                            <a:pt x="22102" y="11872"/>
                          </a:cubicBezTo>
                          <a:cubicBezTo>
                            <a:pt x="28214" y="18017"/>
                            <a:pt x="39619" y="17044"/>
                            <a:pt x="43576" y="8869"/>
                          </a:cubicBezTo>
                          <a:cubicBezTo>
                            <a:pt x="44360" y="7256"/>
                            <a:pt x="42074" y="5886"/>
                            <a:pt x="41115" y="7465"/>
                          </a:cubicBezTo>
                          <a:close/>
                        </a:path>
                      </a:pathLst>
                    </a:custGeom>
                    <a:solidFill>
                      <a:srgbClr val="8A578C"/>
                    </a:solidFill>
                    <a:ln w="4839" cap="flat">
                      <a:noFill/>
                      <a:prstDash val="solid"/>
                      <a:miter/>
                    </a:ln>
                  </p:spPr>
                  <p:txBody>
                    <a:bodyPr rtlCol="0" anchor="ctr"/>
                    <a:lstStyle/>
                    <a:p>
                      <a:endParaRPr lang="vi-VN"/>
                    </a:p>
                  </p:txBody>
                </p:sp>
              </p:grpSp>
              <p:sp>
                <p:nvSpPr>
                  <p:cNvPr id="1222" name="Freeform: Shape 1221">
                    <a:extLst>
                      <a:ext uri="{FF2B5EF4-FFF2-40B4-BE49-F238E27FC236}">
                        <a16:creationId xmlns:a16="http://schemas.microsoft.com/office/drawing/2014/main" id="{C8BFDC96-8EA7-AB56-4BC0-D5676D884736}"/>
                      </a:ext>
                    </a:extLst>
                  </p:cNvPr>
                  <p:cNvSpPr/>
                  <p:nvPr/>
                </p:nvSpPr>
                <p:spPr>
                  <a:xfrm>
                    <a:off x="2401903" y="3994121"/>
                    <a:ext cx="16427" cy="23149"/>
                  </a:xfrm>
                  <a:custGeom>
                    <a:avLst/>
                    <a:gdLst>
                      <a:gd name="connsiteX0" fmla="*/ 0 w 16427"/>
                      <a:gd name="connsiteY0" fmla="*/ 0 h 23149"/>
                      <a:gd name="connsiteX1" fmla="*/ 16427 w 16427"/>
                      <a:gd name="connsiteY1" fmla="*/ 0 h 23149"/>
                      <a:gd name="connsiteX2" fmla="*/ 16427 w 16427"/>
                      <a:gd name="connsiteY2" fmla="*/ 23149 h 23149"/>
                      <a:gd name="connsiteX3" fmla="*/ 0 w 16427"/>
                      <a:gd name="connsiteY3" fmla="*/ 23149 h 23149"/>
                    </a:gdLst>
                    <a:ahLst/>
                    <a:cxnLst>
                      <a:cxn ang="0">
                        <a:pos x="connsiteX0" y="connsiteY0"/>
                      </a:cxn>
                      <a:cxn ang="0">
                        <a:pos x="connsiteX1" y="connsiteY1"/>
                      </a:cxn>
                      <a:cxn ang="0">
                        <a:pos x="connsiteX2" y="connsiteY2"/>
                      </a:cxn>
                      <a:cxn ang="0">
                        <a:pos x="connsiteX3" y="connsiteY3"/>
                      </a:cxn>
                    </a:cxnLst>
                    <a:rect l="l" t="t" r="r" b="b"/>
                    <a:pathLst>
                      <a:path w="16427" h="23149">
                        <a:moveTo>
                          <a:pt x="0" y="0"/>
                        </a:moveTo>
                        <a:lnTo>
                          <a:pt x="16427" y="0"/>
                        </a:lnTo>
                        <a:lnTo>
                          <a:pt x="16427" y="23149"/>
                        </a:lnTo>
                        <a:lnTo>
                          <a:pt x="0" y="23149"/>
                        </a:lnTo>
                        <a:close/>
                      </a:path>
                    </a:pathLst>
                  </a:custGeom>
                  <a:solidFill>
                    <a:srgbClr val="FFFFFF">
                      <a:alpha val="63000"/>
                    </a:srgbClr>
                  </a:solidFill>
                  <a:ln w="4839" cap="flat">
                    <a:noFill/>
                    <a:prstDash val="solid"/>
                    <a:miter/>
                  </a:ln>
                </p:spPr>
                <p:txBody>
                  <a:bodyPr rtlCol="0" anchor="ctr"/>
                  <a:lstStyle/>
                  <a:p>
                    <a:endParaRPr lang="vi-VN"/>
                  </a:p>
                </p:txBody>
              </p:sp>
            </p:grpSp>
            <p:grpSp>
              <p:nvGrpSpPr>
                <p:cNvPr id="1207" name="Graphic 1991">
                  <a:extLst>
                    <a:ext uri="{FF2B5EF4-FFF2-40B4-BE49-F238E27FC236}">
                      <a16:creationId xmlns:a16="http://schemas.microsoft.com/office/drawing/2014/main" id="{48B6B107-7363-B3D5-9241-30F82B9D32D1}"/>
                    </a:ext>
                  </a:extLst>
                </p:cNvPr>
                <p:cNvGrpSpPr/>
                <p:nvPr/>
              </p:nvGrpSpPr>
              <p:grpSpPr>
                <a:xfrm>
                  <a:off x="2448443" y="4186757"/>
                  <a:ext cx="138245" cy="241796"/>
                  <a:chOff x="2448443" y="4186757"/>
                  <a:chExt cx="138245" cy="241796"/>
                </a:xfrm>
              </p:grpSpPr>
              <p:grpSp>
                <p:nvGrpSpPr>
                  <p:cNvPr id="1213" name="Graphic 1991">
                    <a:extLst>
                      <a:ext uri="{FF2B5EF4-FFF2-40B4-BE49-F238E27FC236}">
                        <a16:creationId xmlns:a16="http://schemas.microsoft.com/office/drawing/2014/main" id="{4E5F6E85-BEAE-B711-6515-757084F86DDD}"/>
                      </a:ext>
                    </a:extLst>
                  </p:cNvPr>
                  <p:cNvGrpSpPr/>
                  <p:nvPr/>
                </p:nvGrpSpPr>
                <p:grpSpPr>
                  <a:xfrm>
                    <a:off x="2448443" y="4187677"/>
                    <a:ext cx="138245" cy="240876"/>
                    <a:chOff x="2448443" y="4187677"/>
                    <a:chExt cx="138245" cy="240876"/>
                  </a:xfrm>
                </p:grpSpPr>
                <p:sp>
                  <p:nvSpPr>
                    <p:cNvPr id="1215" name="Freeform: Shape 1214">
                      <a:extLst>
                        <a:ext uri="{FF2B5EF4-FFF2-40B4-BE49-F238E27FC236}">
                          <a16:creationId xmlns:a16="http://schemas.microsoft.com/office/drawing/2014/main" id="{DCC8F143-2302-421E-CD59-491E3A535B6C}"/>
                        </a:ext>
                      </a:extLst>
                    </p:cNvPr>
                    <p:cNvSpPr/>
                    <p:nvPr/>
                  </p:nvSpPr>
                  <p:spPr>
                    <a:xfrm>
                      <a:off x="2448443" y="4187677"/>
                      <a:ext cx="138245" cy="240876"/>
                    </a:xfrm>
                    <a:custGeom>
                      <a:avLst/>
                      <a:gdLst>
                        <a:gd name="connsiteX0" fmla="*/ 0 w 138245"/>
                        <a:gd name="connsiteY0" fmla="*/ 0 h 240876"/>
                        <a:gd name="connsiteX1" fmla="*/ 0 w 138245"/>
                        <a:gd name="connsiteY1" fmla="*/ 226507 h 240876"/>
                        <a:gd name="connsiteX2" fmla="*/ 121474 w 138245"/>
                        <a:gd name="connsiteY2" fmla="*/ 240876 h 240876"/>
                        <a:gd name="connsiteX3" fmla="*/ 138245 w 138245"/>
                        <a:gd name="connsiteY3" fmla="*/ 34283 h 240876"/>
                      </a:gdLst>
                      <a:ahLst/>
                      <a:cxnLst>
                        <a:cxn ang="0">
                          <a:pos x="connsiteX0" y="connsiteY0"/>
                        </a:cxn>
                        <a:cxn ang="0">
                          <a:pos x="connsiteX1" y="connsiteY1"/>
                        </a:cxn>
                        <a:cxn ang="0">
                          <a:pos x="connsiteX2" y="connsiteY2"/>
                        </a:cxn>
                        <a:cxn ang="0">
                          <a:pos x="connsiteX3" y="connsiteY3"/>
                        </a:cxn>
                      </a:cxnLst>
                      <a:rect l="l" t="t" r="r" b="b"/>
                      <a:pathLst>
                        <a:path w="138245" h="240876">
                          <a:moveTo>
                            <a:pt x="0" y="0"/>
                          </a:moveTo>
                          <a:lnTo>
                            <a:pt x="0" y="226507"/>
                          </a:lnTo>
                          <a:lnTo>
                            <a:pt x="121474" y="240876"/>
                          </a:lnTo>
                          <a:lnTo>
                            <a:pt x="138245" y="34283"/>
                          </a:lnTo>
                          <a:close/>
                        </a:path>
                      </a:pathLst>
                    </a:custGeom>
                    <a:solidFill>
                      <a:srgbClr val="E8B3E8"/>
                    </a:solidFill>
                    <a:ln w="4839" cap="flat">
                      <a:noFill/>
                      <a:prstDash val="solid"/>
                      <a:miter/>
                    </a:ln>
                  </p:spPr>
                  <p:txBody>
                    <a:bodyPr rtlCol="0" anchor="ctr"/>
                    <a:lstStyle/>
                    <a:p>
                      <a:endParaRPr lang="vi-VN"/>
                    </a:p>
                  </p:txBody>
                </p:sp>
                <p:sp>
                  <p:nvSpPr>
                    <p:cNvPr id="1216" name="Freeform: Shape 1215">
                      <a:extLst>
                        <a:ext uri="{FF2B5EF4-FFF2-40B4-BE49-F238E27FC236}">
                          <a16:creationId xmlns:a16="http://schemas.microsoft.com/office/drawing/2014/main" id="{010BA129-9BF9-4E2B-6EA1-439DA7B283B4}"/>
                        </a:ext>
                      </a:extLst>
                    </p:cNvPr>
                    <p:cNvSpPr/>
                    <p:nvPr/>
                  </p:nvSpPr>
                  <p:spPr>
                    <a:xfrm>
                      <a:off x="2485187" y="4236276"/>
                      <a:ext cx="64200" cy="12594"/>
                    </a:xfrm>
                    <a:custGeom>
                      <a:avLst/>
                      <a:gdLst>
                        <a:gd name="connsiteX0" fmla="*/ 63974 w 64200"/>
                        <a:gd name="connsiteY0" fmla="*/ 5400 h 12594"/>
                        <a:gd name="connsiteX1" fmla="*/ 48303 w 64200"/>
                        <a:gd name="connsiteY1" fmla="*/ 3884 h 12594"/>
                        <a:gd name="connsiteX2" fmla="*/ 30810 w 64200"/>
                        <a:gd name="connsiteY2" fmla="*/ 9008 h 12594"/>
                        <a:gd name="connsiteX3" fmla="*/ 23623 w 64200"/>
                        <a:gd name="connsiteY3" fmla="*/ 5066 h 12594"/>
                        <a:gd name="connsiteX4" fmla="*/ 16088 w 64200"/>
                        <a:gd name="connsiteY4" fmla="*/ 2916 h 12594"/>
                        <a:gd name="connsiteX5" fmla="*/ 9777 w 64200"/>
                        <a:gd name="connsiteY5" fmla="*/ 8306 h 12594"/>
                        <a:gd name="connsiteX6" fmla="*/ 3917 w 64200"/>
                        <a:gd name="connsiteY6" fmla="*/ 2373 h 12594"/>
                        <a:gd name="connsiteX7" fmla="*/ 760 w 64200"/>
                        <a:gd name="connsiteY7" fmla="*/ 790 h 12594"/>
                        <a:gd name="connsiteX8" fmla="*/ 9845 w 64200"/>
                        <a:gd name="connsiteY8" fmla="*/ 12316 h 12594"/>
                        <a:gd name="connsiteX9" fmla="*/ 14214 w 64200"/>
                        <a:gd name="connsiteY9" fmla="*/ 9081 h 12594"/>
                        <a:gd name="connsiteX10" fmla="*/ 17700 w 64200"/>
                        <a:gd name="connsiteY10" fmla="*/ 5139 h 12594"/>
                        <a:gd name="connsiteX11" fmla="*/ 22422 w 64200"/>
                        <a:gd name="connsiteY11" fmla="*/ 7894 h 12594"/>
                        <a:gd name="connsiteX12" fmla="*/ 25972 w 64200"/>
                        <a:gd name="connsiteY12" fmla="*/ 11037 h 12594"/>
                        <a:gd name="connsiteX13" fmla="*/ 42975 w 64200"/>
                        <a:gd name="connsiteY13" fmla="*/ 9614 h 12594"/>
                        <a:gd name="connsiteX14" fmla="*/ 52811 w 64200"/>
                        <a:gd name="connsiteY14" fmla="*/ 6403 h 12594"/>
                        <a:gd name="connsiteX15" fmla="*/ 57189 w 64200"/>
                        <a:gd name="connsiteY15" fmla="*/ 6064 h 12594"/>
                        <a:gd name="connsiteX16" fmla="*/ 62371 w 64200"/>
                        <a:gd name="connsiteY16" fmla="*/ 7672 h 12594"/>
                        <a:gd name="connsiteX17" fmla="*/ 63974 w 64200"/>
                        <a:gd name="connsiteY17" fmla="*/ 5400 h 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200" h="12594">
                          <a:moveTo>
                            <a:pt x="63974" y="5400"/>
                          </a:moveTo>
                          <a:cubicBezTo>
                            <a:pt x="60889" y="572"/>
                            <a:pt x="52666" y="2461"/>
                            <a:pt x="48303" y="3884"/>
                          </a:cubicBezTo>
                          <a:cubicBezTo>
                            <a:pt x="42699" y="5715"/>
                            <a:pt x="36859" y="9149"/>
                            <a:pt x="30810" y="9008"/>
                          </a:cubicBezTo>
                          <a:cubicBezTo>
                            <a:pt x="27560" y="8931"/>
                            <a:pt x="25827" y="7221"/>
                            <a:pt x="23623" y="5066"/>
                          </a:cubicBezTo>
                          <a:cubicBezTo>
                            <a:pt x="21594" y="3085"/>
                            <a:pt x="18955" y="1754"/>
                            <a:pt x="16088" y="2916"/>
                          </a:cubicBezTo>
                          <a:cubicBezTo>
                            <a:pt x="13439" y="3991"/>
                            <a:pt x="12247" y="7061"/>
                            <a:pt x="9777" y="8306"/>
                          </a:cubicBezTo>
                          <a:cubicBezTo>
                            <a:pt x="6281" y="10069"/>
                            <a:pt x="2310" y="5730"/>
                            <a:pt x="3917" y="2373"/>
                          </a:cubicBezTo>
                          <a:cubicBezTo>
                            <a:pt x="4775" y="582"/>
                            <a:pt x="1670" y="-1007"/>
                            <a:pt x="760" y="790"/>
                          </a:cubicBezTo>
                          <a:cubicBezTo>
                            <a:pt x="-2059" y="6359"/>
                            <a:pt x="3409" y="14171"/>
                            <a:pt x="9845" y="12316"/>
                          </a:cubicBezTo>
                          <a:cubicBezTo>
                            <a:pt x="11661" y="11793"/>
                            <a:pt x="13012" y="10471"/>
                            <a:pt x="14214" y="9081"/>
                          </a:cubicBezTo>
                          <a:cubicBezTo>
                            <a:pt x="15260" y="7875"/>
                            <a:pt x="16233" y="5894"/>
                            <a:pt x="17700" y="5139"/>
                          </a:cubicBezTo>
                          <a:cubicBezTo>
                            <a:pt x="19904" y="4005"/>
                            <a:pt x="21173" y="6354"/>
                            <a:pt x="22422" y="7894"/>
                          </a:cubicBezTo>
                          <a:cubicBezTo>
                            <a:pt x="23439" y="9149"/>
                            <a:pt x="24558" y="10243"/>
                            <a:pt x="25972" y="11037"/>
                          </a:cubicBezTo>
                          <a:cubicBezTo>
                            <a:pt x="31319" y="14035"/>
                            <a:pt x="37721" y="11560"/>
                            <a:pt x="42975" y="9614"/>
                          </a:cubicBezTo>
                          <a:cubicBezTo>
                            <a:pt x="46206" y="8417"/>
                            <a:pt x="49421" y="7086"/>
                            <a:pt x="52811" y="6403"/>
                          </a:cubicBezTo>
                          <a:cubicBezTo>
                            <a:pt x="54250" y="6112"/>
                            <a:pt x="55717" y="5928"/>
                            <a:pt x="57189" y="6064"/>
                          </a:cubicBezTo>
                          <a:cubicBezTo>
                            <a:pt x="59093" y="6238"/>
                            <a:pt x="60565" y="7274"/>
                            <a:pt x="62371" y="7672"/>
                          </a:cubicBezTo>
                          <a:cubicBezTo>
                            <a:pt x="63630" y="7952"/>
                            <a:pt x="64676" y="6495"/>
                            <a:pt x="63974" y="5400"/>
                          </a:cubicBezTo>
                          <a:close/>
                        </a:path>
                      </a:pathLst>
                    </a:custGeom>
                    <a:solidFill>
                      <a:srgbClr val="8A578C"/>
                    </a:solidFill>
                    <a:ln w="4839" cap="flat">
                      <a:noFill/>
                      <a:prstDash val="solid"/>
                      <a:miter/>
                    </a:ln>
                  </p:spPr>
                  <p:txBody>
                    <a:bodyPr rtlCol="0" anchor="ctr"/>
                    <a:lstStyle/>
                    <a:p>
                      <a:endParaRPr lang="vi-VN"/>
                    </a:p>
                  </p:txBody>
                </p:sp>
                <p:sp>
                  <p:nvSpPr>
                    <p:cNvPr id="1217" name="Freeform: Shape 1216">
                      <a:extLst>
                        <a:ext uri="{FF2B5EF4-FFF2-40B4-BE49-F238E27FC236}">
                          <a16:creationId xmlns:a16="http://schemas.microsoft.com/office/drawing/2014/main" id="{0A63FBB1-1FAC-B201-FCBF-44F883FADB66}"/>
                        </a:ext>
                      </a:extLst>
                    </p:cNvPr>
                    <p:cNvSpPr/>
                    <p:nvPr/>
                  </p:nvSpPr>
                  <p:spPr>
                    <a:xfrm>
                      <a:off x="2486669" y="4273570"/>
                      <a:ext cx="61260" cy="11459"/>
                    </a:xfrm>
                    <a:custGeom>
                      <a:avLst/>
                      <a:gdLst>
                        <a:gd name="connsiteX0" fmla="*/ 60812 w 61260"/>
                        <a:gd name="connsiteY0" fmla="*/ 5077 h 11459"/>
                        <a:gd name="connsiteX1" fmla="*/ 48060 w 61260"/>
                        <a:gd name="connsiteY1" fmla="*/ 5329 h 11459"/>
                        <a:gd name="connsiteX2" fmla="*/ 33561 w 61260"/>
                        <a:gd name="connsiteY2" fmla="*/ 8205 h 11459"/>
                        <a:gd name="connsiteX3" fmla="*/ 26243 w 61260"/>
                        <a:gd name="connsiteY3" fmla="*/ 3624 h 11459"/>
                        <a:gd name="connsiteX4" fmla="*/ 18659 w 61260"/>
                        <a:gd name="connsiteY4" fmla="*/ 3203 h 11459"/>
                        <a:gd name="connsiteX5" fmla="*/ 3535 w 61260"/>
                        <a:gd name="connsiteY5" fmla="*/ 1406 h 11459"/>
                        <a:gd name="connsiteX6" fmla="*/ 28 w 61260"/>
                        <a:gd name="connsiteY6" fmla="*/ 2065 h 11459"/>
                        <a:gd name="connsiteX7" fmla="*/ 10252 w 61260"/>
                        <a:gd name="connsiteY7" fmla="*/ 8515 h 11459"/>
                        <a:gd name="connsiteX8" fmla="*/ 18930 w 61260"/>
                        <a:gd name="connsiteY8" fmla="*/ 6273 h 11459"/>
                        <a:gd name="connsiteX9" fmla="*/ 25313 w 61260"/>
                        <a:gd name="connsiteY9" fmla="*/ 6360 h 11459"/>
                        <a:gd name="connsiteX10" fmla="*/ 29788 w 61260"/>
                        <a:gd name="connsiteY10" fmla="*/ 9557 h 11459"/>
                        <a:gd name="connsiteX11" fmla="*/ 43997 w 61260"/>
                        <a:gd name="connsiteY11" fmla="*/ 10002 h 11459"/>
                        <a:gd name="connsiteX12" fmla="*/ 51600 w 61260"/>
                        <a:gd name="connsiteY12" fmla="*/ 7566 h 11459"/>
                        <a:gd name="connsiteX13" fmla="*/ 59814 w 61260"/>
                        <a:gd name="connsiteY13" fmla="*/ 7590 h 11459"/>
                        <a:gd name="connsiteX14" fmla="*/ 60812 w 61260"/>
                        <a:gd name="connsiteY14" fmla="*/ 5077 h 1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60" h="11459">
                          <a:moveTo>
                            <a:pt x="60812" y="5077"/>
                          </a:moveTo>
                          <a:cubicBezTo>
                            <a:pt x="57567" y="2210"/>
                            <a:pt x="51654" y="4137"/>
                            <a:pt x="48060" y="5329"/>
                          </a:cubicBezTo>
                          <a:cubicBezTo>
                            <a:pt x="43634" y="6796"/>
                            <a:pt x="38326" y="9673"/>
                            <a:pt x="33561" y="8205"/>
                          </a:cubicBezTo>
                          <a:cubicBezTo>
                            <a:pt x="30737" y="7338"/>
                            <a:pt x="28936" y="4752"/>
                            <a:pt x="26243" y="3624"/>
                          </a:cubicBezTo>
                          <a:cubicBezTo>
                            <a:pt x="23826" y="2612"/>
                            <a:pt x="21187" y="2743"/>
                            <a:pt x="18659" y="3203"/>
                          </a:cubicBezTo>
                          <a:cubicBezTo>
                            <a:pt x="15041" y="3861"/>
                            <a:pt x="4600" y="7866"/>
                            <a:pt x="3535" y="1406"/>
                          </a:cubicBezTo>
                          <a:cubicBezTo>
                            <a:pt x="3162" y="-861"/>
                            <a:pt x="-349" y="-202"/>
                            <a:pt x="28" y="2065"/>
                          </a:cubicBezTo>
                          <a:cubicBezTo>
                            <a:pt x="847" y="6912"/>
                            <a:pt x="5840" y="8709"/>
                            <a:pt x="10252" y="8515"/>
                          </a:cubicBezTo>
                          <a:cubicBezTo>
                            <a:pt x="13303" y="8380"/>
                            <a:pt x="16029" y="7082"/>
                            <a:pt x="18930" y="6273"/>
                          </a:cubicBezTo>
                          <a:cubicBezTo>
                            <a:pt x="21090" y="5673"/>
                            <a:pt x="23211" y="5396"/>
                            <a:pt x="25313" y="6360"/>
                          </a:cubicBezTo>
                          <a:cubicBezTo>
                            <a:pt x="27003" y="7135"/>
                            <a:pt x="28263" y="8530"/>
                            <a:pt x="29788" y="9557"/>
                          </a:cubicBezTo>
                          <a:cubicBezTo>
                            <a:pt x="34171" y="12501"/>
                            <a:pt x="39285" y="11523"/>
                            <a:pt x="43997" y="10002"/>
                          </a:cubicBezTo>
                          <a:cubicBezTo>
                            <a:pt x="46530" y="9184"/>
                            <a:pt x="49014" y="8196"/>
                            <a:pt x="51600" y="7566"/>
                          </a:cubicBezTo>
                          <a:cubicBezTo>
                            <a:pt x="54530" y="6854"/>
                            <a:pt x="56966" y="7687"/>
                            <a:pt x="59814" y="7590"/>
                          </a:cubicBezTo>
                          <a:cubicBezTo>
                            <a:pt x="61039" y="7547"/>
                            <a:pt x="61790" y="5939"/>
                            <a:pt x="60812" y="5077"/>
                          </a:cubicBezTo>
                          <a:close/>
                        </a:path>
                      </a:pathLst>
                    </a:custGeom>
                    <a:solidFill>
                      <a:srgbClr val="8A578C"/>
                    </a:solidFill>
                    <a:ln w="4839" cap="flat">
                      <a:noFill/>
                      <a:prstDash val="solid"/>
                      <a:miter/>
                    </a:ln>
                  </p:spPr>
                  <p:txBody>
                    <a:bodyPr rtlCol="0" anchor="ctr"/>
                    <a:lstStyle/>
                    <a:p>
                      <a:endParaRPr lang="vi-VN"/>
                    </a:p>
                  </p:txBody>
                </p:sp>
                <p:sp>
                  <p:nvSpPr>
                    <p:cNvPr id="1218" name="Freeform: Shape 1217">
                      <a:extLst>
                        <a:ext uri="{FF2B5EF4-FFF2-40B4-BE49-F238E27FC236}">
                          <a16:creationId xmlns:a16="http://schemas.microsoft.com/office/drawing/2014/main" id="{2D586547-2D82-4D5F-FA53-16DE979F1147}"/>
                        </a:ext>
                      </a:extLst>
                    </p:cNvPr>
                    <p:cNvSpPr/>
                    <p:nvPr/>
                  </p:nvSpPr>
                  <p:spPr>
                    <a:xfrm>
                      <a:off x="2478732" y="4311576"/>
                      <a:ext cx="66915" cy="14343"/>
                    </a:xfrm>
                    <a:custGeom>
                      <a:avLst/>
                      <a:gdLst>
                        <a:gd name="connsiteX0" fmla="*/ 66526 w 66915"/>
                        <a:gd name="connsiteY0" fmla="*/ 9737 h 14343"/>
                        <a:gd name="connsiteX1" fmla="*/ 55145 w 66915"/>
                        <a:gd name="connsiteY1" fmla="*/ 4816 h 14343"/>
                        <a:gd name="connsiteX2" fmla="*/ 42403 w 66915"/>
                        <a:gd name="connsiteY2" fmla="*/ 6937 h 14343"/>
                        <a:gd name="connsiteX3" fmla="*/ 28935 w 66915"/>
                        <a:gd name="connsiteY3" fmla="*/ 9330 h 14343"/>
                        <a:gd name="connsiteX4" fmla="*/ 21458 w 66915"/>
                        <a:gd name="connsiteY4" fmla="*/ 1838 h 14343"/>
                        <a:gd name="connsiteX5" fmla="*/ 18029 w 66915"/>
                        <a:gd name="connsiteY5" fmla="*/ 1111 h 14343"/>
                        <a:gd name="connsiteX6" fmla="*/ 11704 w 66915"/>
                        <a:gd name="connsiteY6" fmla="*/ 9228 h 14343"/>
                        <a:gd name="connsiteX7" fmla="*/ 3922 w 66915"/>
                        <a:gd name="connsiteY7" fmla="*/ 7049 h 14343"/>
                        <a:gd name="connsiteX8" fmla="*/ 57 w 66915"/>
                        <a:gd name="connsiteY8" fmla="*/ 8318 h 14343"/>
                        <a:gd name="connsiteX9" fmla="*/ 10140 w 66915"/>
                        <a:gd name="connsiteY9" fmla="*/ 14226 h 14343"/>
                        <a:gd name="connsiteX10" fmla="*/ 19065 w 66915"/>
                        <a:gd name="connsiteY10" fmla="*/ 6758 h 14343"/>
                        <a:gd name="connsiteX11" fmla="*/ 33502 w 66915"/>
                        <a:gd name="connsiteY11" fmla="*/ 13194 h 14343"/>
                        <a:gd name="connsiteX12" fmla="*/ 48714 w 66915"/>
                        <a:gd name="connsiteY12" fmla="*/ 9306 h 14343"/>
                        <a:gd name="connsiteX13" fmla="*/ 57896 w 66915"/>
                        <a:gd name="connsiteY13" fmla="*/ 10061 h 14343"/>
                        <a:gd name="connsiteX14" fmla="*/ 64569 w 66915"/>
                        <a:gd name="connsiteY14" fmla="*/ 12516 h 14343"/>
                        <a:gd name="connsiteX15" fmla="*/ 66526 w 66915"/>
                        <a:gd name="connsiteY15" fmla="*/ 9737 h 1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915" h="14343">
                          <a:moveTo>
                            <a:pt x="66526" y="9737"/>
                          </a:moveTo>
                          <a:cubicBezTo>
                            <a:pt x="64138" y="6453"/>
                            <a:pt x="59014" y="5005"/>
                            <a:pt x="55145" y="4816"/>
                          </a:cubicBezTo>
                          <a:cubicBezTo>
                            <a:pt x="50806" y="4603"/>
                            <a:pt x="46500" y="5620"/>
                            <a:pt x="42403" y="6937"/>
                          </a:cubicBezTo>
                          <a:cubicBezTo>
                            <a:pt x="38137" y="8308"/>
                            <a:pt x="33488" y="10264"/>
                            <a:pt x="28935" y="9330"/>
                          </a:cubicBezTo>
                          <a:cubicBezTo>
                            <a:pt x="25235" y="8574"/>
                            <a:pt x="21230" y="6041"/>
                            <a:pt x="21458" y="1838"/>
                          </a:cubicBezTo>
                          <a:cubicBezTo>
                            <a:pt x="21574" y="-269"/>
                            <a:pt x="18877" y="-637"/>
                            <a:pt x="18029" y="1111"/>
                          </a:cubicBezTo>
                          <a:cubicBezTo>
                            <a:pt x="16615" y="4032"/>
                            <a:pt x="14542" y="7494"/>
                            <a:pt x="11704" y="9228"/>
                          </a:cubicBezTo>
                          <a:cubicBezTo>
                            <a:pt x="9065" y="10841"/>
                            <a:pt x="4725" y="10478"/>
                            <a:pt x="3922" y="7049"/>
                          </a:cubicBezTo>
                          <a:cubicBezTo>
                            <a:pt x="3321" y="4492"/>
                            <a:pt x="-510" y="5790"/>
                            <a:pt x="57" y="8318"/>
                          </a:cubicBezTo>
                          <a:cubicBezTo>
                            <a:pt x="1059" y="12792"/>
                            <a:pt x="5878" y="14880"/>
                            <a:pt x="10140" y="14226"/>
                          </a:cubicBezTo>
                          <a:cubicBezTo>
                            <a:pt x="14518" y="13553"/>
                            <a:pt x="17070" y="10332"/>
                            <a:pt x="19065" y="6758"/>
                          </a:cubicBezTo>
                          <a:cubicBezTo>
                            <a:pt x="21647" y="11480"/>
                            <a:pt x="28131" y="13780"/>
                            <a:pt x="33502" y="13194"/>
                          </a:cubicBezTo>
                          <a:cubicBezTo>
                            <a:pt x="38752" y="12623"/>
                            <a:pt x="43546" y="10235"/>
                            <a:pt x="48714" y="9306"/>
                          </a:cubicBezTo>
                          <a:cubicBezTo>
                            <a:pt x="51842" y="8744"/>
                            <a:pt x="54854" y="9194"/>
                            <a:pt x="57896" y="10061"/>
                          </a:cubicBezTo>
                          <a:cubicBezTo>
                            <a:pt x="60177" y="10710"/>
                            <a:pt x="62274" y="12013"/>
                            <a:pt x="64569" y="12516"/>
                          </a:cubicBezTo>
                          <a:cubicBezTo>
                            <a:pt x="66245" y="12880"/>
                            <a:pt x="67615" y="11238"/>
                            <a:pt x="66526" y="9737"/>
                          </a:cubicBezTo>
                          <a:close/>
                        </a:path>
                      </a:pathLst>
                    </a:custGeom>
                    <a:solidFill>
                      <a:srgbClr val="8A578C"/>
                    </a:solidFill>
                    <a:ln w="4839" cap="flat">
                      <a:noFill/>
                      <a:prstDash val="solid"/>
                      <a:miter/>
                    </a:ln>
                  </p:spPr>
                  <p:txBody>
                    <a:bodyPr rtlCol="0" anchor="ctr"/>
                    <a:lstStyle/>
                    <a:p>
                      <a:endParaRPr lang="vi-VN"/>
                    </a:p>
                  </p:txBody>
                </p:sp>
                <p:sp>
                  <p:nvSpPr>
                    <p:cNvPr id="1219" name="Freeform: Shape 1218">
                      <a:extLst>
                        <a:ext uri="{FF2B5EF4-FFF2-40B4-BE49-F238E27FC236}">
                          <a16:creationId xmlns:a16="http://schemas.microsoft.com/office/drawing/2014/main" id="{84AB9535-BE1F-106F-D889-E0FFBDC7962D}"/>
                        </a:ext>
                      </a:extLst>
                    </p:cNvPr>
                    <p:cNvSpPr/>
                    <p:nvPr/>
                  </p:nvSpPr>
                  <p:spPr>
                    <a:xfrm>
                      <a:off x="2485349" y="4343044"/>
                      <a:ext cx="58931" cy="14107"/>
                    </a:xfrm>
                    <a:custGeom>
                      <a:avLst/>
                      <a:gdLst>
                        <a:gd name="connsiteX0" fmla="*/ 57337 w 58931"/>
                        <a:gd name="connsiteY0" fmla="*/ 1998 h 14107"/>
                        <a:gd name="connsiteX1" fmla="*/ 43099 w 58931"/>
                        <a:gd name="connsiteY1" fmla="*/ 2841 h 14107"/>
                        <a:gd name="connsiteX2" fmla="*/ 30687 w 58931"/>
                        <a:gd name="connsiteY2" fmla="*/ 51 h 14107"/>
                        <a:gd name="connsiteX3" fmla="*/ 28352 w 58931"/>
                        <a:gd name="connsiteY3" fmla="*/ 1364 h 14107"/>
                        <a:gd name="connsiteX4" fmla="*/ 20972 w 58931"/>
                        <a:gd name="connsiteY4" fmla="*/ 3296 h 14107"/>
                        <a:gd name="connsiteX5" fmla="*/ 12836 w 58931"/>
                        <a:gd name="connsiteY5" fmla="*/ 4361 h 14107"/>
                        <a:gd name="connsiteX6" fmla="*/ 8283 w 58931"/>
                        <a:gd name="connsiteY6" fmla="*/ 10105 h 14107"/>
                        <a:gd name="connsiteX7" fmla="*/ 3605 w 58931"/>
                        <a:gd name="connsiteY7" fmla="*/ 3887 h 14107"/>
                        <a:gd name="connsiteX8" fmla="*/ 31 w 58931"/>
                        <a:gd name="connsiteY8" fmla="*/ 4647 h 14107"/>
                        <a:gd name="connsiteX9" fmla="*/ 4603 w 58931"/>
                        <a:gd name="connsiteY9" fmla="*/ 13243 h 14107"/>
                        <a:gd name="connsiteX10" fmla="*/ 12836 w 58931"/>
                        <a:gd name="connsiteY10" fmla="*/ 10696 h 14107"/>
                        <a:gd name="connsiteX11" fmla="*/ 17112 w 58931"/>
                        <a:gd name="connsiteY11" fmla="*/ 6458 h 14107"/>
                        <a:gd name="connsiteX12" fmla="*/ 24149 w 58931"/>
                        <a:gd name="connsiteY12" fmla="*/ 7340 h 14107"/>
                        <a:gd name="connsiteX13" fmla="*/ 31210 w 58931"/>
                        <a:gd name="connsiteY13" fmla="*/ 4158 h 14107"/>
                        <a:gd name="connsiteX14" fmla="*/ 43821 w 58931"/>
                        <a:gd name="connsiteY14" fmla="*/ 5587 h 14107"/>
                        <a:gd name="connsiteX15" fmla="*/ 50480 w 58931"/>
                        <a:gd name="connsiteY15" fmla="*/ 6119 h 14107"/>
                        <a:gd name="connsiteX16" fmla="*/ 57536 w 58931"/>
                        <a:gd name="connsiteY16" fmla="*/ 5529 h 14107"/>
                        <a:gd name="connsiteX17" fmla="*/ 57337 w 58931"/>
                        <a:gd name="connsiteY17" fmla="*/ 1998 h 1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931" h="14107">
                          <a:moveTo>
                            <a:pt x="57337" y="1998"/>
                          </a:moveTo>
                          <a:cubicBezTo>
                            <a:pt x="52780" y="2221"/>
                            <a:pt x="47467" y="4119"/>
                            <a:pt x="43099" y="2841"/>
                          </a:cubicBezTo>
                          <a:cubicBezTo>
                            <a:pt x="39045" y="1654"/>
                            <a:pt x="34803" y="1049"/>
                            <a:pt x="30687" y="51"/>
                          </a:cubicBezTo>
                          <a:cubicBezTo>
                            <a:pt x="29786" y="-167"/>
                            <a:pt x="28512" y="318"/>
                            <a:pt x="28352" y="1364"/>
                          </a:cubicBezTo>
                          <a:cubicBezTo>
                            <a:pt x="27853" y="4623"/>
                            <a:pt x="23209" y="3659"/>
                            <a:pt x="20972" y="3296"/>
                          </a:cubicBezTo>
                          <a:cubicBezTo>
                            <a:pt x="18245" y="2855"/>
                            <a:pt x="15228" y="2720"/>
                            <a:pt x="12836" y="4361"/>
                          </a:cubicBezTo>
                          <a:cubicBezTo>
                            <a:pt x="10899" y="5688"/>
                            <a:pt x="10303" y="9156"/>
                            <a:pt x="8283" y="10105"/>
                          </a:cubicBezTo>
                          <a:cubicBezTo>
                            <a:pt x="5382" y="11466"/>
                            <a:pt x="3944" y="5717"/>
                            <a:pt x="3605" y="3887"/>
                          </a:cubicBezTo>
                          <a:cubicBezTo>
                            <a:pt x="3179" y="1562"/>
                            <a:pt x="-366" y="2332"/>
                            <a:pt x="31" y="4647"/>
                          </a:cubicBezTo>
                          <a:cubicBezTo>
                            <a:pt x="559" y="7747"/>
                            <a:pt x="1803" y="11466"/>
                            <a:pt x="4603" y="13243"/>
                          </a:cubicBezTo>
                          <a:cubicBezTo>
                            <a:pt x="7770" y="15253"/>
                            <a:pt x="10961" y="13490"/>
                            <a:pt x="12836" y="10696"/>
                          </a:cubicBezTo>
                          <a:cubicBezTo>
                            <a:pt x="14042" y="8899"/>
                            <a:pt x="14715" y="6807"/>
                            <a:pt x="17112" y="6458"/>
                          </a:cubicBezTo>
                          <a:cubicBezTo>
                            <a:pt x="19446" y="6119"/>
                            <a:pt x="21824" y="7282"/>
                            <a:pt x="24149" y="7340"/>
                          </a:cubicBezTo>
                          <a:cubicBezTo>
                            <a:pt x="26856" y="7412"/>
                            <a:pt x="29805" y="6444"/>
                            <a:pt x="31210" y="4158"/>
                          </a:cubicBezTo>
                          <a:cubicBezTo>
                            <a:pt x="35321" y="5408"/>
                            <a:pt x="39525" y="6134"/>
                            <a:pt x="43821" y="5587"/>
                          </a:cubicBezTo>
                          <a:cubicBezTo>
                            <a:pt x="46140" y="5291"/>
                            <a:pt x="48169" y="6013"/>
                            <a:pt x="50480" y="6119"/>
                          </a:cubicBezTo>
                          <a:cubicBezTo>
                            <a:pt x="52794" y="6226"/>
                            <a:pt x="55274" y="6066"/>
                            <a:pt x="57536" y="5529"/>
                          </a:cubicBezTo>
                          <a:cubicBezTo>
                            <a:pt x="59395" y="5088"/>
                            <a:pt x="59463" y="1892"/>
                            <a:pt x="57337" y="1998"/>
                          </a:cubicBezTo>
                          <a:close/>
                        </a:path>
                      </a:pathLst>
                    </a:custGeom>
                    <a:solidFill>
                      <a:srgbClr val="8A578C"/>
                    </a:solidFill>
                    <a:ln w="4839" cap="flat">
                      <a:noFill/>
                      <a:prstDash val="solid"/>
                      <a:miter/>
                    </a:ln>
                  </p:spPr>
                  <p:txBody>
                    <a:bodyPr rtlCol="0" anchor="ctr"/>
                    <a:lstStyle/>
                    <a:p>
                      <a:endParaRPr lang="vi-VN"/>
                    </a:p>
                  </p:txBody>
                </p:sp>
                <p:sp>
                  <p:nvSpPr>
                    <p:cNvPr id="1220" name="Freeform: Shape 1219">
                      <a:extLst>
                        <a:ext uri="{FF2B5EF4-FFF2-40B4-BE49-F238E27FC236}">
                          <a16:creationId xmlns:a16="http://schemas.microsoft.com/office/drawing/2014/main" id="{DB9B8A9F-255B-2114-22F5-2C3EDDD7C129}"/>
                        </a:ext>
                      </a:extLst>
                    </p:cNvPr>
                    <p:cNvSpPr/>
                    <p:nvPr/>
                  </p:nvSpPr>
                  <p:spPr>
                    <a:xfrm>
                      <a:off x="2481097" y="4386533"/>
                      <a:ext cx="38394" cy="8617"/>
                    </a:xfrm>
                    <a:custGeom>
                      <a:avLst/>
                      <a:gdLst>
                        <a:gd name="connsiteX0" fmla="*/ 38043 w 38394"/>
                        <a:gd name="connsiteY0" fmla="*/ 6444 h 8617"/>
                        <a:gd name="connsiteX1" fmla="*/ 30120 w 38394"/>
                        <a:gd name="connsiteY1" fmla="*/ 2134 h 8617"/>
                        <a:gd name="connsiteX2" fmla="*/ 20352 w 38394"/>
                        <a:gd name="connsiteY2" fmla="*/ 323 h 8617"/>
                        <a:gd name="connsiteX3" fmla="*/ 10835 w 38394"/>
                        <a:gd name="connsiteY3" fmla="*/ 236 h 8617"/>
                        <a:gd name="connsiteX4" fmla="*/ 1029 w 38394"/>
                        <a:gd name="connsiteY4" fmla="*/ 2836 h 8617"/>
                        <a:gd name="connsiteX5" fmla="*/ 2554 w 38394"/>
                        <a:gd name="connsiteY5" fmla="*/ 6057 h 8617"/>
                        <a:gd name="connsiteX6" fmla="*/ 10966 w 38394"/>
                        <a:gd name="connsiteY6" fmla="*/ 3839 h 8617"/>
                        <a:gd name="connsiteX7" fmla="*/ 19451 w 38394"/>
                        <a:gd name="connsiteY7" fmla="*/ 3292 h 8617"/>
                        <a:gd name="connsiteX8" fmla="*/ 28134 w 38394"/>
                        <a:gd name="connsiteY8" fmla="*/ 5200 h 8617"/>
                        <a:gd name="connsiteX9" fmla="*/ 36653 w 38394"/>
                        <a:gd name="connsiteY9" fmla="*/ 8585 h 8617"/>
                        <a:gd name="connsiteX10" fmla="*/ 38043 w 38394"/>
                        <a:gd name="connsiteY10" fmla="*/ 6444 h 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394" h="8617">
                          <a:moveTo>
                            <a:pt x="38043" y="6444"/>
                          </a:moveTo>
                          <a:cubicBezTo>
                            <a:pt x="35936" y="4086"/>
                            <a:pt x="33118" y="2991"/>
                            <a:pt x="30120" y="2134"/>
                          </a:cubicBezTo>
                          <a:cubicBezTo>
                            <a:pt x="26953" y="1224"/>
                            <a:pt x="23635" y="613"/>
                            <a:pt x="20352" y="323"/>
                          </a:cubicBezTo>
                          <a:cubicBezTo>
                            <a:pt x="17126" y="37"/>
                            <a:pt x="14066" y="-190"/>
                            <a:pt x="10835" y="236"/>
                          </a:cubicBezTo>
                          <a:cubicBezTo>
                            <a:pt x="7465" y="681"/>
                            <a:pt x="4186" y="1587"/>
                            <a:pt x="1029" y="2836"/>
                          </a:cubicBezTo>
                          <a:cubicBezTo>
                            <a:pt x="-1112" y="3684"/>
                            <a:pt x="428" y="6890"/>
                            <a:pt x="2554" y="6057"/>
                          </a:cubicBezTo>
                          <a:cubicBezTo>
                            <a:pt x="5266" y="4991"/>
                            <a:pt x="8080" y="4255"/>
                            <a:pt x="10966" y="3839"/>
                          </a:cubicBezTo>
                          <a:cubicBezTo>
                            <a:pt x="13683" y="3447"/>
                            <a:pt x="16705" y="3083"/>
                            <a:pt x="19451" y="3292"/>
                          </a:cubicBezTo>
                          <a:cubicBezTo>
                            <a:pt x="22444" y="3514"/>
                            <a:pt x="25321" y="4154"/>
                            <a:pt x="28134" y="5200"/>
                          </a:cubicBezTo>
                          <a:cubicBezTo>
                            <a:pt x="31011" y="6265"/>
                            <a:pt x="33641" y="7950"/>
                            <a:pt x="36653" y="8585"/>
                          </a:cubicBezTo>
                          <a:cubicBezTo>
                            <a:pt x="37873" y="8846"/>
                            <a:pt x="38982" y="7495"/>
                            <a:pt x="38043" y="6444"/>
                          </a:cubicBezTo>
                          <a:close/>
                        </a:path>
                      </a:pathLst>
                    </a:custGeom>
                    <a:solidFill>
                      <a:srgbClr val="8A578C"/>
                    </a:solidFill>
                    <a:ln w="4839" cap="flat">
                      <a:noFill/>
                      <a:prstDash val="solid"/>
                      <a:miter/>
                    </a:ln>
                  </p:spPr>
                  <p:txBody>
                    <a:bodyPr rtlCol="0" anchor="ctr"/>
                    <a:lstStyle/>
                    <a:p>
                      <a:endParaRPr lang="vi-VN"/>
                    </a:p>
                  </p:txBody>
                </p:sp>
              </p:grpSp>
              <p:sp>
                <p:nvSpPr>
                  <p:cNvPr id="1214" name="Freeform: Shape 1213">
                    <a:extLst>
                      <a:ext uri="{FF2B5EF4-FFF2-40B4-BE49-F238E27FC236}">
                        <a16:creationId xmlns:a16="http://schemas.microsoft.com/office/drawing/2014/main" id="{4D640AE4-BEE8-A544-E321-36D5B2EFAC68}"/>
                      </a:ext>
                    </a:extLst>
                  </p:cNvPr>
                  <p:cNvSpPr/>
                  <p:nvPr/>
                </p:nvSpPr>
                <p:spPr>
                  <a:xfrm>
                    <a:off x="2506601" y="4186757"/>
                    <a:ext cx="16427" cy="23149"/>
                  </a:xfrm>
                  <a:custGeom>
                    <a:avLst/>
                    <a:gdLst>
                      <a:gd name="connsiteX0" fmla="*/ 0 w 16427"/>
                      <a:gd name="connsiteY0" fmla="*/ 0 h 23149"/>
                      <a:gd name="connsiteX1" fmla="*/ 16427 w 16427"/>
                      <a:gd name="connsiteY1" fmla="*/ 0 h 23149"/>
                      <a:gd name="connsiteX2" fmla="*/ 16427 w 16427"/>
                      <a:gd name="connsiteY2" fmla="*/ 23149 h 23149"/>
                      <a:gd name="connsiteX3" fmla="*/ 0 w 16427"/>
                      <a:gd name="connsiteY3" fmla="*/ 23149 h 23149"/>
                    </a:gdLst>
                    <a:ahLst/>
                    <a:cxnLst>
                      <a:cxn ang="0">
                        <a:pos x="connsiteX0" y="connsiteY0"/>
                      </a:cxn>
                      <a:cxn ang="0">
                        <a:pos x="connsiteX1" y="connsiteY1"/>
                      </a:cxn>
                      <a:cxn ang="0">
                        <a:pos x="connsiteX2" y="connsiteY2"/>
                      </a:cxn>
                      <a:cxn ang="0">
                        <a:pos x="connsiteX3" y="connsiteY3"/>
                      </a:cxn>
                    </a:cxnLst>
                    <a:rect l="l" t="t" r="r" b="b"/>
                    <a:pathLst>
                      <a:path w="16427" h="23149">
                        <a:moveTo>
                          <a:pt x="0" y="0"/>
                        </a:moveTo>
                        <a:lnTo>
                          <a:pt x="16427" y="0"/>
                        </a:lnTo>
                        <a:lnTo>
                          <a:pt x="16427" y="23149"/>
                        </a:lnTo>
                        <a:lnTo>
                          <a:pt x="0" y="23149"/>
                        </a:lnTo>
                        <a:close/>
                      </a:path>
                    </a:pathLst>
                  </a:custGeom>
                  <a:solidFill>
                    <a:srgbClr val="FFFFFF">
                      <a:alpha val="63000"/>
                    </a:srgbClr>
                  </a:solidFill>
                  <a:ln w="4839" cap="flat">
                    <a:noFill/>
                    <a:prstDash val="solid"/>
                    <a:miter/>
                  </a:ln>
                </p:spPr>
                <p:txBody>
                  <a:bodyPr rtlCol="0" anchor="ctr"/>
                  <a:lstStyle/>
                  <a:p>
                    <a:endParaRPr lang="vi-VN"/>
                  </a:p>
                </p:txBody>
              </p:sp>
            </p:grpSp>
            <p:grpSp>
              <p:nvGrpSpPr>
                <p:cNvPr id="1208" name="Graphic 1991">
                  <a:extLst>
                    <a:ext uri="{FF2B5EF4-FFF2-40B4-BE49-F238E27FC236}">
                      <a16:creationId xmlns:a16="http://schemas.microsoft.com/office/drawing/2014/main" id="{5870EBAE-B513-8356-A5D1-1E5A49982475}"/>
                    </a:ext>
                  </a:extLst>
                </p:cNvPr>
                <p:cNvGrpSpPr/>
                <p:nvPr/>
              </p:nvGrpSpPr>
              <p:grpSpPr>
                <a:xfrm>
                  <a:off x="2500296" y="3997182"/>
                  <a:ext cx="96116" cy="97869"/>
                  <a:chOff x="2500296" y="3997182"/>
                  <a:chExt cx="96116" cy="97869"/>
                </a:xfrm>
              </p:grpSpPr>
              <p:sp>
                <p:nvSpPr>
                  <p:cNvPr id="1210" name="Freeform: Shape 1209">
                    <a:extLst>
                      <a:ext uri="{FF2B5EF4-FFF2-40B4-BE49-F238E27FC236}">
                        <a16:creationId xmlns:a16="http://schemas.microsoft.com/office/drawing/2014/main" id="{24958B28-9D8E-275C-AFBB-3F767036165A}"/>
                      </a:ext>
                    </a:extLst>
                  </p:cNvPr>
                  <p:cNvSpPr/>
                  <p:nvPr/>
                </p:nvSpPr>
                <p:spPr>
                  <a:xfrm>
                    <a:off x="2500296" y="3997182"/>
                    <a:ext cx="96116" cy="97869"/>
                  </a:xfrm>
                  <a:custGeom>
                    <a:avLst/>
                    <a:gdLst>
                      <a:gd name="connsiteX0" fmla="*/ 4262 w 96116"/>
                      <a:gd name="connsiteY0" fmla="*/ 2988 h 97869"/>
                      <a:gd name="connsiteX1" fmla="*/ 0 w 96116"/>
                      <a:gd name="connsiteY1" fmla="*/ 89197 h 97869"/>
                      <a:gd name="connsiteX2" fmla="*/ 96117 w 96116"/>
                      <a:gd name="connsiteY2" fmla="*/ 97119 h 97869"/>
                      <a:gd name="connsiteX3" fmla="*/ 96117 w 96116"/>
                      <a:gd name="connsiteY3" fmla="*/ 0 h 97869"/>
                      <a:gd name="connsiteX4" fmla="*/ 4262 w 96116"/>
                      <a:gd name="connsiteY4" fmla="*/ 2988 h 97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16" h="97869">
                        <a:moveTo>
                          <a:pt x="4262" y="2988"/>
                        </a:moveTo>
                        <a:lnTo>
                          <a:pt x="0" y="89197"/>
                        </a:lnTo>
                        <a:cubicBezTo>
                          <a:pt x="0" y="89197"/>
                          <a:pt x="96117" y="100892"/>
                          <a:pt x="96117" y="97119"/>
                        </a:cubicBezTo>
                        <a:cubicBezTo>
                          <a:pt x="96117" y="93347"/>
                          <a:pt x="96117" y="0"/>
                          <a:pt x="96117" y="0"/>
                        </a:cubicBezTo>
                        <a:lnTo>
                          <a:pt x="4262" y="2988"/>
                        </a:lnTo>
                        <a:close/>
                      </a:path>
                    </a:pathLst>
                  </a:custGeom>
                  <a:solidFill>
                    <a:srgbClr val="8A578C"/>
                  </a:solidFill>
                  <a:ln w="4839" cap="flat">
                    <a:noFill/>
                    <a:prstDash val="solid"/>
                    <a:miter/>
                  </a:ln>
                </p:spPr>
                <p:txBody>
                  <a:bodyPr rtlCol="0" anchor="ctr"/>
                  <a:lstStyle/>
                  <a:p>
                    <a:endParaRPr lang="vi-VN"/>
                  </a:p>
                </p:txBody>
              </p:sp>
              <p:sp>
                <p:nvSpPr>
                  <p:cNvPr id="1211" name="Freeform: Shape 1210">
                    <a:extLst>
                      <a:ext uri="{FF2B5EF4-FFF2-40B4-BE49-F238E27FC236}">
                        <a16:creationId xmlns:a16="http://schemas.microsoft.com/office/drawing/2014/main" id="{1FDE5C25-159F-29E0-541F-5CE83E57E59E}"/>
                      </a:ext>
                    </a:extLst>
                  </p:cNvPr>
                  <p:cNvSpPr/>
                  <p:nvPr/>
                </p:nvSpPr>
                <p:spPr>
                  <a:xfrm>
                    <a:off x="2518809" y="4018902"/>
                    <a:ext cx="38948" cy="18593"/>
                  </a:xfrm>
                  <a:custGeom>
                    <a:avLst/>
                    <a:gdLst>
                      <a:gd name="connsiteX0" fmla="*/ 38425 w 38948"/>
                      <a:gd name="connsiteY0" fmla="*/ 7037 h 18593"/>
                      <a:gd name="connsiteX1" fmla="*/ 31979 w 38948"/>
                      <a:gd name="connsiteY1" fmla="*/ 8442 h 18593"/>
                      <a:gd name="connsiteX2" fmla="*/ 28022 w 38948"/>
                      <a:gd name="connsiteY2" fmla="*/ 7497 h 18593"/>
                      <a:gd name="connsiteX3" fmla="*/ 24225 w 38948"/>
                      <a:gd name="connsiteY3" fmla="*/ 6170 h 18593"/>
                      <a:gd name="connsiteX4" fmla="*/ 21848 w 38948"/>
                      <a:gd name="connsiteY4" fmla="*/ 11343 h 18593"/>
                      <a:gd name="connsiteX5" fmla="*/ 20356 w 38948"/>
                      <a:gd name="connsiteY5" fmla="*/ 13866 h 18593"/>
                      <a:gd name="connsiteX6" fmla="*/ 20220 w 38948"/>
                      <a:gd name="connsiteY6" fmla="*/ 14050 h 18593"/>
                      <a:gd name="connsiteX7" fmla="*/ 19644 w 38948"/>
                      <a:gd name="connsiteY7" fmla="*/ 13139 h 18593"/>
                      <a:gd name="connsiteX8" fmla="*/ 15605 w 38948"/>
                      <a:gd name="connsiteY8" fmla="*/ 1851 h 18593"/>
                      <a:gd name="connsiteX9" fmla="*/ 11978 w 38948"/>
                      <a:gd name="connsiteY9" fmla="*/ 495 h 18593"/>
                      <a:gd name="connsiteX10" fmla="*/ 9314 w 38948"/>
                      <a:gd name="connsiteY10" fmla="*/ 5507 h 18593"/>
                      <a:gd name="connsiteX11" fmla="*/ 7890 w 38948"/>
                      <a:gd name="connsiteY11" fmla="*/ 9628 h 18593"/>
                      <a:gd name="connsiteX12" fmla="*/ 4263 w 38948"/>
                      <a:gd name="connsiteY12" fmla="*/ 6509 h 18593"/>
                      <a:gd name="connsiteX13" fmla="*/ 1507 w 38948"/>
                      <a:gd name="connsiteY13" fmla="*/ 2456 h 18593"/>
                      <a:gd name="connsiteX14" fmla="*/ 1352 w 38948"/>
                      <a:gd name="connsiteY14" fmla="*/ 10548 h 18593"/>
                      <a:gd name="connsiteX15" fmla="*/ 7731 w 38948"/>
                      <a:gd name="connsiteY15" fmla="*/ 14089 h 18593"/>
                      <a:gd name="connsiteX16" fmla="*/ 12762 w 38948"/>
                      <a:gd name="connsiteY16" fmla="*/ 9837 h 18593"/>
                      <a:gd name="connsiteX17" fmla="*/ 13019 w 38948"/>
                      <a:gd name="connsiteY17" fmla="*/ 8839 h 18593"/>
                      <a:gd name="connsiteX18" fmla="*/ 14031 w 38948"/>
                      <a:gd name="connsiteY18" fmla="*/ 11512 h 18593"/>
                      <a:gd name="connsiteX19" fmla="*/ 18734 w 38948"/>
                      <a:gd name="connsiteY19" fmla="*/ 18263 h 18593"/>
                      <a:gd name="connsiteX20" fmla="*/ 24535 w 38948"/>
                      <a:gd name="connsiteY20" fmla="*/ 15377 h 18593"/>
                      <a:gd name="connsiteX21" fmla="*/ 26540 w 38948"/>
                      <a:gd name="connsiteY21" fmla="*/ 11648 h 18593"/>
                      <a:gd name="connsiteX22" fmla="*/ 29533 w 38948"/>
                      <a:gd name="connsiteY22" fmla="*/ 12737 h 18593"/>
                      <a:gd name="connsiteX23" fmla="*/ 38827 w 38948"/>
                      <a:gd name="connsiteY23" fmla="*/ 8369 h 18593"/>
                      <a:gd name="connsiteX24" fmla="*/ 38425 w 38948"/>
                      <a:gd name="connsiteY24" fmla="*/ 7037 h 18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948" h="18593">
                        <a:moveTo>
                          <a:pt x="38425" y="7037"/>
                        </a:moveTo>
                        <a:cubicBezTo>
                          <a:pt x="36134" y="6088"/>
                          <a:pt x="34037" y="7633"/>
                          <a:pt x="31979" y="8442"/>
                        </a:cubicBezTo>
                        <a:cubicBezTo>
                          <a:pt x="31238" y="8732"/>
                          <a:pt x="27557" y="9299"/>
                          <a:pt x="28022" y="7497"/>
                        </a:cubicBezTo>
                        <a:cubicBezTo>
                          <a:pt x="28589" y="5294"/>
                          <a:pt x="25184" y="4093"/>
                          <a:pt x="24225" y="6170"/>
                        </a:cubicBezTo>
                        <a:cubicBezTo>
                          <a:pt x="23431" y="7895"/>
                          <a:pt x="22724" y="9653"/>
                          <a:pt x="21848" y="11343"/>
                        </a:cubicBezTo>
                        <a:cubicBezTo>
                          <a:pt x="21417" y="12176"/>
                          <a:pt x="20700" y="13009"/>
                          <a:pt x="20356" y="13866"/>
                        </a:cubicBezTo>
                        <a:cubicBezTo>
                          <a:pt x="20298" y="14011"/>
                          <a:pt x="20264" y="14011"/>
                          <a:pt x="20220" y="14050"/>
                        </a:cubicBezTo>
                        <a:cubicBezTo>
                          <a:pt x="19988" y="13803"/>
                          <a:pt x="19760" y="13338"/>
                          <a:pt x="19644" y="13139"/>
                        </a:cubicBezTo>
                        <a:cubicBezTo>
                          <a:pt x="17566" y="9662"/>
                          <a:pt x="16288" y="5827"/>
                          <a:pt x="15605" y="1851"/>
                        </a:cubicBezTo>
                        <a:cubicBezTo>
                          <a:pt x="15319" y="199"/>
                          <a:pt x="13276" y="-581"/>
                          <a:pt x="11978" y="495"/>
                        </a:cubicBezTo>
                        <a:cubicBezTo>
                          <a:pt x="10399" y="1802"/>
                          <a:pt x="9750" y="3560"/>
                          <a:pt x="9314" y="5507"/>
                        </a:cubicBezTo>
                        <a:cubicBezTo>
                          <a:pt x="9053" y="6679"/>
                          <a:pt x="8995" y="8878"/>
                          <a:pt x="7890" y="9628"/>
                        </a:cubicBezTo>
                        <a:cubicBezTo>
                          <a:pt x="6011" y="10907"/>
                          <a:pt x="4486" y="7885"/>
                          <a:pt x="4263" y="6509"/>
                        </a:cubicBezTo>
                        <a:cubicBezTo>
                          <a:pt x="4031" y="5047"/>
                          <a:pt x="4152" y="1328"/>
                          <a:pt x="1507" y="2456"/>
                        </a:cubicBezTo>
                        <a:cubicBezTo>
                          <a:pt x="-1142" y="3589"/>
                          <a:pt x="292" y="8689"/>
                          <a:pt x="1352" y="10548"/>
                        </a:cubicBezTo>
                        <a:cubicBezTo>
                          <a:pt x="2626" y="12776"/>
                          <a:pt x="5125" y="14292"/>
                          <a:pt x="7731" y="14089"/>
                        </a:cubicBezTo>
                        <a:cubicBezTo>
                          <a:pt x="10186" y="13895"/>
                          <a:pt x="11963" y="12064"/>
                          <a:pt x="12762" y="9837"/>
                        </a:cubicBezTo>
                        <a:cubicBezTo>
                          <a:pt x="12869" y="9536"/>
                          <a:pt x="12941" y="9183"/>
                          <a:pt x="13019" y="8839"/>
                        </a:cubicBezTo>
                        <a:cubicBezTo>
                          <a:pt x="13343" y="9735"/>
                          <a:pt x="13644" y="10640"/>
                          <a:pt x="14031" y="11512"/>
                        </a:cubicBezTo>
                        <a:cubicBezTo>
                          <a:pt x="15014" y="13750"/>
                          <a:pt x="16317" y="17212"/>
                          <a:pt x="18734" y="18263"/>
                        </a:cubicBezTo>
                        <a:cubicBezTo>
                          <a:pt x="21334" y="19392"/>
                          <a:pt x="23286" y="17425"/>
                          <a:pt x="24535" y="15377"/>
                        </a:cubicBezTo>
                        <a:cubicBezTo>
                          <a:pt x="25276" y="14166"/>
                          <a:pt x="25954" y="12926"/>
                          <a:pt x="26540" y="11648"/>
                        </a:cubicBezTo>
                        <a:cubicBezTo>
                          <a:pt x="27402" y="12205"/>
                          <a:pt x="28376" y="12636"/>
                          <a:pt x="29533" y="12737"/>
                        </a:cubicBezTo>
                        <a:cubicBezTo>
                          <a:pt x="32604" y="13013"/>
                          <a:pt x="37088" y="10897"/>
                          <a:pt x="38827" y="8369"/>
                        </a:cubicBezTo>
                        <a:cubicBezTo>
                          <a:pt x="39108" y="7958"/>
                          <a:pt x="38875" y="7226"/>
                          <a:pt x="38425" y="7037"/>
                        </a:cubicBezTo>
                        <a:close/>
                      </a:path>
                    </a:pathLst>
                  </a:custGeom>
                  <a:solidFill>
                    <a:srgbClr val="FFFFFF"/>
                  </a:solidFill>
                  <a:ln w="4839" cap="flat">
                    <a:noFill/>
                    <a:prstDash val="solid"/>
                    <a:miter/>
                  </a:ln>
                </p:spPr>
                <p:txBody>
                  <a:bodyPr rtlCol="0" anchor="ctr"/>
                  <a:lstStyle/>
                  <a:p>
                    <a:endParaRPr lang="vi-VN"/>
                  </a:p>
                </p:txBody>
              </p:sp>
              <p:sp>
                <p:nvSpPr>
                  <p:cNvPr id="1212" name="Freeform: Shape 1211">
                    <a:extLst>
                      <a:ext uri="{FF2B5EF4-FFF2-40B4-BE49-F238E27FC236}">
                        <a16:creationId xmlns:a16="http://schemas.microsoft.com/office/drawing/2014/main" id="{431C2D03-8A9D-158D-E4BC-69244BA30496}"/>
                      </a:ext>
                    </a:extLst>
                  </p:cNvPr>
                  <p:cNvSpPr/>
                  <p:nvPr/>
                </p:nvSpPr>
                <p:spPr>
                  <a:xfrm>
                    <a:off x="2516613" y="4053111"/>
                    <a:ext cx="58506" cy="12373"/>
                  </a:xfrm>
                  <a:custGeom>
                    <a:avLst/>
                    <a:gdLst>
                      <a:gd name="connsiteX0" fmla="*/ 57571 w 58506"/>
                      <a:gd name="connsiteY0" fmla="*/ 4995 h 12373"/>
                      <a:gd name="connsiteX1" fmla="*/ 54660 w 58506"/>
                      <a:gd name="connsiteY1" fmla="*/ 5464 h 12373"/>
                      <a:gd name="connsiteX2" fmla="*/ 53580 w 58506"/>
                      <a:gd name="connsiteY2" fmla="*/ 6215 h 12373"/>
                      <a:gd name="connsiteX3" fmla="*/ 52829 w 58506"/>
                      <a:gd name="connsiteY3" fmla="*/ 6767 h 12373"/>
                      <a:gd name="connsiteX4" fmla="*/ 52689 w 58506"/>
                      <a:gd name="connsiteY4" fmla="*/ 4099 h 12373"/>
                      <a:gd name="connsiteX5" fmla="*/ 50471 w 58506"/>
                      <a:gd name="connsiteY5" fmla="*/ 2239 h 12373"/>
                      <a:gd name="connsiteX6" fmla="*/ 44921 w 58506"/>
                      <a:gd name="connsiteY6" fmla="*/ 3828 h 12373"/>
                      <a:gd name="connsiteX7" fmla="*/ 41904 w 58506"/>
                      <a:gd name="connsiteY7" fmla="*/ 6724 h 12373"/>
                      <a:gd name="connsiteX8" fmla="*/ 38722 w 58506"/>
                      <a:gd name="connsiteY8" fmla="*/ 2903 h 12373"/>
                      <a:gd name="connsiteX9" fmla="*/ 34988 w 58506"/>
                      <a:gd name="connsiteY9" fmla="*/ 2399 h 12373"/>
                      <a:gd name="connsiteX10" fmla="*/ 30518 w 58506"/>
                      <a:gd name="connsiteY10" fmla="*/ 7116 h 12373"/>
                      <a:gd name="connsiteX11" fmla="*/ 30509 w 58506"/>
                      <a:gd name="connsiteY11" fmla="*/ 4234 h 12373"/>
                      <a:gd name="connsiteX12" fmla="*/ 29889 w 58506"/>
                      <a:gd name="connsiteY12" fmla="*/ 1508 h 12373"/>
                      <a:gd name="connsiteX13" fmla="*/ 27075 w 58506"/>
                      <a:gd name="connsiteY13" fmla="*/ 312 h 12373"/>
                      <a:gd name="connsiteX14" fmla="*/ 23699 w 58506"/>
                      <a:gd name="connsiteY14" fmla="*/ 3246 h 12373"/>
                      <a:gd name="connsiteX15" fmla="*/ 20978 w 58506"/>
                      <a:gd name="connsiteY15" fmla="*/ 6554 h 12373"/>
                      <a:gd name="connsiteX16" fmla="*/ 15341 w 58506"/>
                      <a:gd name="connsiteY16" fmla="*/ 1314 h 12373"/>
                      <a:gd name="connsiteX17" fmla="*/ 8415 w 58506"/>
                      <a:gd name="connsiteY17" fmla="*/ 2820 h 12373"/>
                      <a:gd name="connsiteX18" fmla="*/ 6638 w 58506"/>
                      <a:gd name="connsiteY18" fmla="*/ 6520 h 12373"/>
                      <a:gd name="connsiteX19" fmla="*/ 4555 w 58506"/>
                      <a:gd name="connsiteY19" fmla="*/ 7876 h 12373"/>
                      <a:gd name="connsiteX20" fmla="*/ 4434 w 58506"/>
                      <a:gd name="connsiteY20" fmla="*/ 2346 h 12373"/>
                      <a:gd name="connsiteX21" fmla="*/ 725 w 58506"/>
                      <a:gd name="connsiteY21" fmla="*/ 1363 h 12373"/>
                      <a:gd name="connsiteX22" fmla="*/ 4521 w 58506"/>
                      <a:gd name="connsiteY22" fmla="*/ 12298 h 12373"/>
                      <a:gd name="connsiteX23" fmla="*/ 9229 w 58506"/>
                      <a:gd name="connsiteY23" fmla="*/ 10520 h 12373"/>
                      <a:gd name="connsiteX24" fmla="*/ 12391 w 58506"/>
                      <a:gd name="connsiteY24" fmla="*/ 4888 h 12373"/>
                      <a:gd name="connsiteX25" fmla="*/ 14968 w 58506"/>
                      <a:gd name="connsiteY25" fmla="*/ 9092 h 12373"/>
                      <a:gd name="connsiteX26" fmla="*/ 19680 w 58506"/>
                      <a:gd name="connsiteY26" fmla="*/ 10971 h 12373"/>
                      <a:gd name="connsiteX27" fmla="*/ 24610 w 58506"/>
                      <a:gd name="connsiteY27" fmla="*/ 9319 h 12373"/>
                      <a:gd name="connsiteX28" fmla="*/ 26223 w 58506"/>
                      <a:gd name="connsiteY28" fmla="*/ 7116 h 12373"/>
                      <a:gd name="connsiteX29" fmla="*/ 26513 w 58506"/>
                      <a:gd name="connsiteY29" fmla="*/ 8753 h 12373"/>
                      <a:gd name="connsiteX30" fmla="*/ 29613 w 58506"/>
                      <a:gd name="connsiteY30" fmla="*/ 11663 h 12373"/>
                      <a:gd name="connsiteX31" fmla="*/ 36368 w 58506"/>
                      <a:gd name="connsiteY31" fmla="*/ 7479 h 12373"/>
                      <a:gd name="connsiteX32" fmla="*/ 40751 w 58506"/>
                      <a:gd name="connsiteY32" fmla="*/ 10918 h 12373"/>
                      <a:gd name="connsiteX33" fmla="*/ 48205 w 58506"/>
                      <a:gd name="connsiteY33" fmla="*/ 6782 h 12373"/>
                      <a:gd name="connsiteX34" fmla="*/ 48529 w 58506"/>
                      <a:gd name="connsiteY34" fmla="*/ 7300 h 12373"/>
                      <a:gd name="connsiteX35" fmla="*/ 48747 w 58506"/>
                      <a:gd name="connsiteY35" fmla="*/ 9082 h 12373"/>
                      <a:gd name="connsiteX36" fmla="*/ 51362 w 58506"/>
                      <a:gd name="connsiteY36" fmla="*/ 11174 h 12373"/>
                      <a:gd name="connsiteX37" fmla="*/ 58234 w 58506"/>
                      <a:gd name="connsiteY37" fmla="*/ 6782 h 12373"/>
                      <a:gd name="connsiteX38" fmla="*/ 57571 w 58506"/>
                      <a:gd name="connsiteY38" fmla="*/ 4995 h 1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8506" h="12373">
                        <a:moveTo>
                          <a:pt x="57571" y="4995"/>
                        </a:moveTo>
                        <a:cubicBezTo>
                          <a:pt x="56500" y="4714"/>
                          <a:pt x="55619" y="4927"/>
                          <a:pt x="54660" y="5464"/>
                        </a:cubicBezTo>
                        <a:cubicBezTo>
                          <a:pt x="54277" y="5678"/>
                          <a:pt x="53934" y="5968"/>
                          <a:pt x="53580" y="6215"/>
                        </a:cubicBezTo>
                        <a:cubicBezTo>
                          <a:pt x="53352" y="6433"/>
                          <a:pt x="53101" y="6607"/>
                          <a:pt x="52829" y="6767"/>
                        </a:cubicBezTo>
                        <a:cubicBezTo>
                          <a:pt x="52825" y="5876"/>
                          <a:pt x="53149" y="5072"/>
                          <a:pt x="52689" y="4099"/>
                        </a:cubicBezTo>
                        <a:cubicBezTo>
                          <a:pt x="52258" y="3188"/>
                          <a:pt x="51415" y="2535"/>
                          <a:pt x="50471" y="2239"/>
                        </a:cubicBezTo>
                        <a:cubicBezTo>
                          <a:pt x="48481" y="1614"/>
                          <a:pt x="46345" y="2389"/>
                          <a:pt x="44921" y="3828"/>
                        </a:cubicBezTo>
                        <a:cubicBezTo>
                          <a:pt x="44190" y="4569"/>
                          <a:pt x="43105" y="6743"/>
                          <a:pt x="41904" y="6724"/>
                        </a:cubicBezTo>
                        <a:cubicBezTo>
                          <a:pt x="40432" y="6699"/>
                          <a:pt x="39202" y="3929"/>
                          <a:pt x="38722" y="2903"/>
                        </a:cubicBezTo>
                        <a:cubicBezTo>
                          <a:pt x="37986" y="1314"/>
                          <a:pt x="36126" y="1212"/>
                          <a:pt x="34988" y="2399"/>
                        </a:cubicBezTo>
                        <a:cubicBezTo>
                          <a:pt x="34707" y="2690"/>
                          <a:pt x="30765" y="7227"/>
                          <a:pt x="30518" y="7116"/>
                        </a:cubicBezTo>
                        <a:cubicBezTo>
                          <a:pt x="30305" y="7019"/>
                          <a:pt x="30518" y="4501"/>
                          <a:pt x="30509" y="4234"/>
                        </a:cubicBezTo>
                        <a:cubicBezTo>
                          <a:pt x="30475" y="3213"/>
                          <a:pt x="30300" y="2438"/>
                          <a:pt x="29889" y="1508"/>
                        </a:cubicBezTo>
                        <a:cubicBezTo>
                          <a:pt x="29424" y="462"/>
                          <a:pt x="28179" y="-163"/>
                          <a:pt x="27075" y="312"/>
                        </a:cubicBezTo>
                        <a:cubicBezTo>
                          <a:pt x="25583" y="961"/>
                          <a:pt x="24600" y="1895"/>
                          <a:pt x="23699" y="3246"/>
                        </a:cubicBezTo>
                        <a:cubicBezTo>
                          <a:pt x="22944" y="4385"/>
                          <a:pt x="22363" y="6041"/>
                          <a:pt x="20978" y="6554"/>
                        </a:cubicBezTo>
                        <a:cubicBezTo>
                          <a:pt x="17118" y="7978"/>
                          <a:pt x="17268" y="2966"/>
                          <a:pt x="15341" y="1314"/>
                        </a:cubicBezTo>
                        <a:cubicBezTo>
                          <a:pt x="13084" y="-613"/>
                          <a:pt x="10018" y="781"/>
                          <a:pt x="8415" y="2820"/>
                        </a:cubicBezTo>
                        <a:cubicBezTo>
                          <a:pt x="7539" y="3929"/>
                          <a:pt x="7200" y="5256"/>
                          <a:pt x="6638" y="6520"/>
                        </a:cubicBezTo>
                        <a:cubicBezTo>
                          <a:pt x="6260" y="7368"/>
                          <a:pt x="5742" y="8409"/>
                          <a:pt x="4555" y="7876"/>
                        </a:cubicBezTo>
                        <a:cubicBezTo>
                          <a:pt x="2894" y="7126"/>
                          <a:pt x="4105" y="3556"/>
                          <a:pt x="4434" y="2346"/>
                        </a:cubicBezTo>
                        <a:cubicBezTo>
                          <a:pt x="5088" y="-42"/>
                          <a:pt x="1441" y="-1001"/>
                          <a:pt x="725" y="1363"/>
                        </a:cubicBezTo>
                        <a:cubicBezTo>
                          <a:pt x="-457" y="5247"/>
                          <a:pt x="-796" y="11349"/>
                          <a:pt x="4521" y="12298"/>
                        </a:cubicBezTo>
                        <a:cubicBezTo>
                          <a:pt x="6313" y="12617"/>
                          <a:pt x="8067" y="11910"/>
                          <a:pt x="9229" y="10520"/>
                        </a:cubicBezTo>
                        <a:cubicBezTo>
                          <a:pt x="9887" y="9741"/>
                          <a:pt x="11403" y="4908"/>
                          <a:pt x="12391" y="4888"/>
                        </a:cubicBezTo>
                        <a:cubicBezTo>
                          <a:pt x="12614" y="4883"/>
                          <a:pt x="14372" y="8569"/>
                          <a:pt x="14968" y="9092"/>
                        </a:cubicBezTo>
                        <a:cubicBezTo>
                          <a:pt x="16261" y="10230"/>
                          <a:pt x="17961" y="10879"/>
                          <a:pt x="19680" y="10971"/>
                        </a:cubicBezTo>
                        <a:cubicBezTo>
                          <a:pt x="21481" y="11063"/>
                          <a:pt x="23249" y="10506"/>
                          <a:pt x="24610" y="9319"/>
                        </a:cubicBezTo>
                        <a:cubicBezTo>
                          <a:pt x="25264" y="8753"/>
                          <a:pt x="25743" y="7934"/>
                          <a:pt x="26223" y="7116"/>
                        </a:cubicBezTo>
                        <a:cubicBezTo>
                          <a:pt x="26242" y="7668"/>
                          <a:pt x="26305" y="8220"/>
                          <a:pt x="26513" y="8753"/>
                        </a:cubicBezTo>
                        <a:cubicBezTo>
                          <a:pt x="27051" y="10133"/>
                          <a:pt x="28121" y="11339"/>
                          <a:pt x="29613" y="11663"/>
                        </a:cubicBezTo>
                        <a:cubicBezTo>
                          <a:pt x="32082" y="12206"/>
                          <a:pt x="34465" y="9721"/>
                          <a:pt x="36368" y="7479"/>
                        </a:cubicBezTo>
                        <a:cubicBezTo>
                          <a:pt x="37463" y="9077"/>
                          <a:pt x="38843" y="10467"/>
                          <a:pt x="40751" y="10918"/>
                        </a:cubicBezTo>
                        <a:cubicBezTo>
                          <a:pt x="44461" y="11794"/>
                          <a:pt x="45894" y="8932"/>
                          <a:pt x="48205" y="6782"/>
                        </a:cubicBezTo>
                        <a:cubicBezTo>
                          <a:pt x="49270" y="5789"/>
                          <a:pt x="48708" y="6477"/>
                          <a:pt x="48529" y="7300"/>
                        </a:cubicBezTo>
                        <a:cubicBezTo>
                          <a:pt x="48408" y="7833"/>
                          <a:pt x="48553" y="8588"/>
                          <a:pt x="48747" y="9082"/>
                        </a:cubicBezTo>
                        <a:cubicBezTo>
                          <a:pt x="49188" y="10206"/>
                          <a:pt x="50209" y="10937"/>
                          <a:pt x="51362" y="11174"/>
                        </a:cubicBezTo>
                        <a:cubicBezTo>
                          <a:pt x="54747" y="11872"/>
                          <a:pt x="56215" y="8719"/>
                          <a:pt x="58234" y="6782"/>
                        </a:cubicBezTo>
                        <a:cubicBezTo>
                          <a:pt x="58873" y="6147"/>
                          <a:pt x="58278" y="5179"/>
                          <a:pt x="57571" y="4995"/>
                        </a:cubicBezTo>
                        <a:close/>
                      </a:path>
                    </a:pathLst>
                  </a:custGeom>
                  <a:solidFill>
                    <a:srgbClr val="FFFFFF"/>
                  </a:solidFill>
                  <a:ln w="4839" cap="flat">
                    <a:noFill/>
                    <a:prstDash val="solid"/>
                    <a:miter/>
                  </a:ln>
                </p:spPr>
                <p:txBody>
                  <a:bodyPr rtlCol="0" anchor="ctr"/>
                  <a:lstStyle/>
                  <a:p>
                    <a:endParaRPr lang="vi-VN"/>
                  </a:p>
                </p:txBody>
              </p:sp>
            </p:grpSp>
            <p:sp>
              <p:nvSpPr>
                <p:cNvPr id="1209" name="Freeform: Shape 1208">
                  <a:extLst>
                    <a:ext uri="{FF2B5EF4-FFF2-40B4-BE49-F238E27FC236}">
                      <a16:creationId xmlns:a16="http://schemas.microsoft.com/office/drawing/2014/main" id="{8BBF59C1-4C8F-6F71-5F4F-4A638ED4900B}"/>
                    </a:ext>
                  </a:extLst>
                </p:cNvPr>
                <p:cNvSpPr/>
                <p:nvPr/>
              </p:nvSpPr>
              <p:spPr>
                <a:xfrm>
                  <a:off x="2312401" y="3946458"/>
                  <a:ext cx="322018" cy="546855"/>
                </a:xfrm>
                <a:custGeom>
                  <a:avLst/>
                  <a:gdLst>
                    <a:gd name="connsiteX0" fmla="*/ 0 w 322018"/>
                    <a:gd name="connsiteY0" fmla="*/ 0 h 546855"/>
                    <a:gd name="connsiteX1" fmla="*/ 322019 w 322018"/>
                    <a:gd name="connsiteY1" fmla="*/ 546855 h 546855"/>
                    <a:gd name="connsiteX2" fmla="*/ 31057 w 322018"/>
                    <a:gd name="connsiteY2" fmla="*/ 522481 h 546855"/>
                  </a:gdLst>
                  <a:ahLst/>
                  <a:cxnLst>
                    <a:cxn ang="0">
                      <a:pos x="connsiteX0" y="connsiteY0"/>
                    </a:cxn>
                    <a:cxn ang="0">
                      <a:pos x="connsiteX1" y="connsiteY1"/>
                    </a:cxn>
                    <a:cxn ang="0">
                      <a:pos x="connsiteX2" y="connsiteY2"/>
                    </a:cxn>
                  </a:cxnLst>
                  <a:rect l="l" t="t" r="r" b="b"/>
                  <a:pathLst>
                    <a:path w="322018" h="546855">
                      <a:moveTo>
                        <a:pt x="0" y="0"/>
                      </a:moveTo>
                      <a:lnTo>
                        <a:pt x="322019" y="546855"/>
                      </a:lnTo>
                      <a:lnTo>
                        <a:pt x="31057" y="522481"/>
                      </a:lnTo>
                      <a:close/>
                    </a:path>
                  </a:pathLst>
                </a:custGeom>
                <a:solidFill>
                  <a:srgbClr val="8A578C">
                    <a:alpha val="10000"/>
                  </a:srgbClr>
                </a:solidFill>
                <a:ln w="4839" cap="flat">
                  <a:noFill/>
                  <a:prstDash val="solid"/>
                  <a:miter/>
                </a:ln>
              </p:spPr>
              <p:txBody>
                <a:bodyPr rtlCol="0" anchor="ctr"/>
                <a:lstStyle/>
                <a:p>
                  <a:endParaRPr lang="vi-VN"/>
                </a:p>
              </p:txBody>
            </p:sp>
          </p:grpSp>
        </p:grpSp>
        <p:grpSp>
          <p:nvGrpSpPr>
            <p:cNvPr id="933" name="Graphic 1991">
              <a:extLst>
                <a:ext uri="{FF2B5EF4-FFF2-40B4-BE49-F238E27FC236}">
                  <a16:creationId xmlns:a16="http://schemas.microsoft.com/office/drawing/2014/main" id="{3CB02430-EAEE-6779-3F99-427056DB5EAB}"/>
                </a:ext>
              </a:extLst>
            </p:cNvPr>
            <p:cNvGrpSpPr/>
            <p:nvPr/>
          </p:nvGrpSpPr>
          <p:grpSpPr>
            <a:xfrm>
              <a:off x="1156779" y="4145897"/>
              <a:ext cx="2770585" cy="1815927"/>
              <a:chOff x="1156779" y="4145897"/>
              <a:chExt cx="2770585" cy="1815927"/>
            </a:xfrm>
          </p:grpSpPr>
          <p:grpSp>
            <p:nvGrpSpPr>
              <p:cNvPr id="952" name="Graphic 1991">
                <a:extLst>
                  <a:ext uri="{FF2B5EF4-FFF2-40B4-BE49-F238E27FC236}">
                    <a16:creationId xmlns:a16="http://schemas.microsoft.com/office/drawing/2014/main" id="{8295318E-8FC0-6ECB-2D0A-8422310ABD31}"/>
                  </a:ext>
                </a:extLst>
              </p:cNvPr>
              <p:cNvGrpSpPr/>
              <p:nvPr/>
            </p:nvGrpSpPr>
            <p:grpSpPr>
              <a:xfrm>
                <a:off x="2942863" y="4145897"/>
                <a:ext cx="984501" cy="1815927"/>
                <a:chOff x="2942863" y="4145897"/>
                <a:chExt cx="984501" cy="1815927"/>
              </a:xfrm>
            </p:grpSpPr>
            <p:grpSp>
              <p:nvGrpSpPr>
                <p:cNvPr id="1138" name="Graphic 1991">
                  <a:extLst>
                    <a:ext uri="{FF2B5EF4-FFF2-40B4-BE49-F238E27FC236}">
                      <a16:creationId xmlns:a16="http://schemas.microsoft.com/office/drawing/2014/main" id="{DC9420C1-D7B7-31EC-F898-A5CD823E4487}"/>
                    </a:ext>
                  </a:extLst>
                </p:cNvPr>
                <p:cNvGrpSpPr/>
                <p:nvPr/>
              </p:nvGrpSpPr>
              <p:grpSpPr>
                <a:xfrm>
                  <a:off x="2942863" y="4145897"/>
                  <a:ext cx="950203" cy="1347019"/>
                  <a:chOff x="2942863" y="4145897"/>
                  <a:chExt cx="950203" cy="1347019"/>
                </a:xfrm>
              </p:grpSpPr>
              <p:grpSp>
                <p:nvGrpSpPr>
                  <p:cNvPr id="1150" name="Graphic 1991">
                    <a:extLst>
                      <a:ext uri="{FF2B5EF4-FFF2-40B4-BE49-F238E27FC236}">
                        <a16:creationId xmlns:a16="http://schemas.microsoft.com/office/drawing/2014/main" id="{0C8150E6-603A-C6BC-B803-302908F75C32}"/>
                      </a:ext>
                    </a:extLst>
                  </p:cNvPr>
                  <p:cNvGrpSpPr/>
                  <p:nvPr/>
                </p:nvGrpSpPr>
                <p:grpSpPr>
                  <a:xfrm>
                    <a:off x="3208997" y="4695269"/>
                    <a:ext cx="275574" cy="754237"/>
                    <a:chOff x="3208997" y="4695269"/>
                    <a:chExt cx="275574" cy="754237"/>
                  </a:xfrm>
                </p:grpSpPr>
                <p:grpSp>
                  <p:nvGrpSpPr>
                    <p:cNvPr id="1192" name="Graphic 1991">
                      <a:extLst>
                        <a:ext uri="{FF2B5EF4-FFF2-40B4-BE49-F238E27FC236}">
                          <a16:creationId xmlns:a16="http://schemas.microsoft.com/office/drawing/2014/main" id="{00E6DB1B-F34D-0B45-25AA-96AD4CDCFC0B}"/>
                        </a:ext>
                      </a:extLst>
                    </p:cNvPr>
                    <p:cNvGrpSpPr/>
                    <p:nvPr/>
                  </p:nvGrpSpPr>
                  <p:grpSpPr>
                    <a:xfrm>
                      <a:off x="3300628" y="5149671"/>
                      <a:ext cx="183943" cy="299835"/>
                      <a:chOff x="3300628" y="5149671"/>
                      <a:chExt cx="183943" cy="299835"/>
                    </a:xfrm>
                  </p:grpSpPr>
                  <p:sp>
                    <p:nvSpPr>
                      <p:cNvPr id="1197" name="Freeform: Shape 1196">
                        <a:extLst>
                          <a:ext uri="{FF2B5EF4-FFF2-40B4-BE49-F238E27FC236}">
                            <a16:creationId xmlns:a16="http://schemas.microsoft.com/office/drawing/2014/main" id="{D580DD14-1B4A-80A4-FD06-AEC826400CFA}"/>
                          </a:ext>
                        </a:extLst>
                      </p:cNvPr>
                      <p:cNvSpPr/>
                      <p:nvPr/>
                    </p:nvSpPr>
                    <p:spPr>
                      <a:xfrm>
                        <a:off x="3300633" y="5149675"/>
                        <a:ext cx="183938" cy="299831"/>
                      </a:xfrm>
                      <a:custGeom>
                        <a:avLst/>
                        <a:gdLst>
                          <a:gd name="connsiteX0" fmla="*/ 8538 w 183938"/>
                          <a:gd name="connsiteY0" fmla="*/ 57664 h 299831"/>
                          <a:gd name="connsiteX1" fmla="*/ 69389 w 183938"/>
                          <a:gd name="connsiteY1" fmla="*/ 193585 h 299831"/>
                          <a:gd name="connsiteX2" fmla="*/ 34961 w 183938"/>
                          <a:gd name="connsiteY2" fmla="*/ 236799 h 299831"/>
                          <a:gd name="connsiteX3" fmla="*/ 48511 w 183938"/>
                          <a:gd name="connsiteY3" fmla="*/ 287693 h 299831"/>
                          <a:gd name="connsiteX4" fmla="*/ 72532 w 183938"/>
                          <a:gd name="connsiteY4" fmla="*/ 287693 h 299831"/>
                          <a:gd name="connsiteX5" fmla="*/ 102093 w 183938"/>
                          <a:gd name="connsiteY5" fmla="*/ 298894 h 299831"/>
                          <a:gd name="connsiteX6" fmla="*/ 115028 w 183938"/>
                          <a:gd name="connsiteY6" fmla="*/ 287693 h 299831"/>
                          <a:gd name="connsiteX7" fmla="*/ 131460 w 183938"/>
                          <a:gd name="connsiteY7" fmla="*/ 282268 h 299831"/>
                          <a:gd name="connsiteX8" fmla="*/ 135354 w 183938"/>
                          <a:gd name="connsiteY8" fmla="*/ 268718 h 299831"/>
                          <a:gd name="connsiteX9" fmla="*/ 145142 w 183938"/>
                          <a:gd name="connsiteY9" fmla="*/ 257018 h 299831"/>
                          <a:gd name="connsiteX10" fmla="*/ 145142 w 183938"/>
                          <a:gd name="connsiteY10" fmla="*/ 204792 h 299831"/>
                          <a:gd name="connsiteX11" fmla="*/ 183396 w 183938"/>
                          <a:gd name="connsiteY11" fmla="*/ 191115 h 299831"/>
                          <a:gd name="connsiteX12" fmla="*/ 142129 w 183938"/>
                          <a:gd name="connsiteY12" fmla="*/ 174054 h 299831"/>
                          <a:gd name="connsiteX13" fmla="*/ 123654 w 183938"/>
                          <a:gd name="connsiteY13" fmla="*/ 134453 h 299831"/>
                          <a:gd name="connsiteX14" fmla="*/ 76353 w 183938"/>
                          <a:gd name="connsiteY14" fmla="*/ 8984 h 299831"/>
                          <a:gd name="connsiteX15" fmla="*/ 28806 w 183938"/>
                          <a:gd name="connsiteY15" fmla="*/ 3269 h 299831"/>
                          <a:gd name="connsiteX16" fmla="*/ 0 w 183938"/>
                          <a:gd name="connsiteY16" fmla="*/ 31600 h 299831"/>
                          <a:gd name="connsiteX17" fmla="*/ 8538 w 183938"/>
                          <a:gd name="connsiteY17" fmla="*/ 57664 h 299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3938" h="299831">
                            <a:moveTo>
                              <a:pt x="8538" y="57664"/>
                            </a:moveTo>
                            <a:cubicBezTo>
                              <a:pt x="8538" y="57664"/>
                              <a:pt x="73636" y="193590"/>
                              <a:pt x="69389" y="193585"/>
                            </a:cubicBezTo>
                            <a:cubicBezTo>
                              <a:pt x="65142" y="193580"/>
                              <a:pt x="34961" y="211039"/>
                              <a:pt x="34961" y="236799"/>
                            </a:cubicBezTo>
                            <a:cubicBezTo>
                              <a:pt x="34961" y="262558"/>
                              <a:pt x="35576" y="286346"/>
                              <a:pt x="48511" y="287693"/>
                            </a:cubicBezTo>
                            <a:cubicBezTo>
                              <a:pt x="61447" y="289044"/>
                              <a:pt x="72532" y="287693"/>
                              <a:pt x="72532" y="287693"/>
                            </a:cubicBezTo>
                            <a:cubicBezTo>
                              <a:pt x="72532" y="287693"/>
                              <a:pt x="90393" y="303824"/>
                              <a:pt x="102093" y="298894"/>
                            </a:cubicBezTo>
                            <a:cubicBezTo>
                              <a:pt x="113794" y="293969"/>
                              <a:pt x="115028" y="287693"/>
                              <a:pt x="115028" y="287693"/>
                            </a:cubicBezTo>
                            <a:cubicBezTo>
                              <a:pt x="115028" y="287693"/>
                              <a:pt x="123872" y="291504"/>
                              <a:pt x="131460" y="282268"/>
                            </a:cubicBezTo>
                            <a:cubicBezTo>
                              <a:pt x="139049" y="273028"/>
                              <a:pt x="135354" y="268718"/>
                              <a:pt x="135354" y="268718"/>
                            </a:cubicBezTo>
                            <a:cubicBezTo>
                              <a:pt x="135354" y="268718"/>
                              <a:pt x="140764" y="266253"/>
                              <a:pt x="145142" y="257018"/>
                            </a:cubicBezTo>
                            <a:cubicBezTo>
                              <a:pt x="149519" y="247777"/>
                              <a:pt x="124748" y="206148"/>
                              <a:pt x="145142" y="204792"/>
                            </a:cubicBezTo>
                            <a:cubicBezTo>
                              <a:pt x="165535" y="203436"/>
                              <a:pt x="187706" y="200356"/>
                              <a:pt x="183396" y="191115"/>
                            </a:cubicBezTo>
                            <a:cubicBezTo>
                              <a:pt x="179086" y="181875"/>
                              <a:pt x="142129" y="174054"/>
                              <a:pt x="142129" y="174054"/>
                            </a:cubicBezTo>
                            <a:lnTo>
                              <a:pt x="123654" y="134453"/>
                            </a:lnTo>
                            <a:lnTo>
                              <a:pt x="76353" y="8984"/>
                            </a:lnTo>
                            <a:cubicBezTo>
                              <a:pt x="76353" y="8984"/>
                              <a:pt x="48516" y="-6586"/>
                              <a:pt x="28806" y="3269"/>
                            </a:cubicBezTo>
                            <a:cubicBezTo>
                              <a:pt x="9095" y="13124"/>
                              <a:pt x="0" y="31600"/>
                              <a:pt x="0" y="31600"/>
                            </a:cubicBezTo>
                            <a:lnTo>
                              <a:pt x="8538" y="57664"/>
                            </a:lnTo>
                            <a:close/>
                          </a:path>
                        </a:pathLst>
                      </a:custGeom>
                      <a:solidFill>
                        <a:srgbClr val="E27E79"/>
                      </a:solidFill>
                      <a:ln w="4839" cap="flat">
                        <a:noFill/>
                        <a:prstDash val="solid"/>
                        <a:miter/>
                      </a:ln>
                    </p:spPr>
                    <p:txBody>
                      <a:bodyPr rtlCol="0" anchor="ctr"/>
                      <a:lstStyle/>
                      <a:p>
                        <a:endParaRPr lang="vi-VN"/>
                      </a:p>
                    </p:txBody>
                  </p:sp>
                  <p:grpSp>
                    <p:nvGrpSpPr>
                      <p:cNvPr id="1198" name="Graphic 1991">
                        <a:extLst>
                          <a:ext uri="{FF2B5EF4-FFF2-40B4-BE49-F238E27FC236}">
                            <a16:creationId xmlns:a16="http://schemas.microsoft.com/office/drawing/2014/main" id="{D1610982-6F33-C90A-FBB0-6DABF48F3C84}"/>
                          </a:ext>
                        </a:extLst>
                      </p:cNvPr>
                      <p:cNvGrpSpPr/>
                      <p:nvPr/>
                    </p:nvGrpSpPr>
                    <p:grpSpPr>
                      <a:xfrm>
                        <a:off x="3349796" y="5367412"/>
                        <a:ext cx="86059" cy="71614"/>
                        <a:chOff x="3349796" y="5367412"/>
                        <a:chExt cx="86059" cy="71614"/>
                      </a:xfrm>
                      <a:solidFill>
                        <a:srgbClr val="BA514F"/>
                      </a:solidFill>
                    </p:grpSpPr>
                    <p:sp>
                      <p:nvSpPr>
                        <p:cNvPr id="1200" name="Freeform: Shape 1199">
                          <a:extLst>
                            <a:ext uri="{FF2B5EF4-FFF2-40B4-BE49-F238E27FC236}">
                              <a16:creationId xmlns:a16="http://schemas.microsoft.com/office/drawing/2014/main" id="{56E96429-A03A-5DF2-352A-E289FB3F4B91}"/>
                            </a:ext>
                          </a:extLst>
                        </p:cNvPr>
                        <p:cNvSpPr/>
                        <p:nvPr/>
                      </p:nvSpPr>
                      <p:spPr>
                        <a:xfrm>
                          <a:off x="3349796" y="5387478"/>
                          <a:ext cx="24752" cy="51547"/>
                        </a:xfrm>
                        <a:custGeom>
                          <a:avLst/>
                          <a:gdLst>
                            <a:gd name="connsiteX0" fmla="*/ 24420 w 24752"/>
                            <a:gd name="connsiteY0" fmla="*/ 49473 h 51547"/>
                            <a:gd name="connsiteX1" fmla="*/ 15645 w 24752"/>
                            <a:gd name="connsiteY1" fmla="*/ 39468 h 51547"/>
                            <a:gd name="connsiteX2" fmla="*/ 9034 w 24752"/>
                            <a:gd name="connsiteY2" fmla="*/ 27467 h 51547"/>
                            <a:gd name="connsiteX3" fmla="*/ 4574 w 24752"/>
                            <a:gd name="connsiteY3" fmla="*/ 15287 h 51547"/>
                            <a:gd name="connsiteX4" fmla="*/ 5155 w 24752"/>
                            <a:gd name="connsiteY4" fmla="*/ 1456 h 51547"/>
                            <a:gd name="connsiteX5" fmla="*/ 4414 w 24752"/>
                            <a:gd name="connsiteY5" fmla="*/ 27 h 51547"/>
                            <a:gd name="connsiteX6" fmla="*/ 457 w 24752"/>
                            <a:gd name="connsiteY6" fmla="*/ 10822 h 51547"/>
                            <a:gd name="connsiteX7" fmla="*/ 5542 w 24752"/>
                            <a:gd name="connsiteY7" fmla="*/ 25835 h 51547"/>
                            <a:gd name="connsiteX8" fmla="*/ 22725 w 24752"/>
                            <a:gd name="connsiteY8" fmla="*/ 51207 h 51547"/>
                            <a:gd name="connsiteX9" fmla="*/ 24420 w 24752"/>
                            <a:gd name="connsiteY9" fmla="*/ 49473 h 51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52" h="51547">
                              <a:moveTo>
                                <a:pt x="24420" y="49473"/>
                              </a:moveTo>
                              <a:cubicBezTo>
                                <a:pt x="21500" y="46103"/>
                                <a:pt x="18255" y="43114"/>
                                <a:pt x="15645" y="39468"/>
                              </a:cubicBezTo>
                              <a:cubicBezTo>
                                <a:pt x="12976" y="35744"/>
                                <a:pt x="10840" y="31676"/>
                                <a:pt x="9034" y="27467"/>
                              </a:cubicBezTo>
                              <a:cubicBezTo>
                                <a:pt x="7330" y="23491"/>
                                <a:pt x="5906" y="19399"/>
                                <a:pt x="4574" y="15287"/>
                              </a:cubicBezTo>
                              <a:cubicBezTo>
                                <a:pt x="3058" y="10609"/>
                                <a:pt x="927" y="5330"/>
                                <a:pt x="5155" y="1456"/>
                              </a:cubicBezTo>
                              <a:cubicBezTo>
                                <a:pt x="5751" y="909"/>
                                <a:pt x="5228" y="-186"/>
                                <a:pt x="4414" y="27"/>
                              </a:cubicBezTo>
                              <a:cubicBezTo>
                                <a:pt x="-322" y="1252"/>
                                <a:pt x="-487" y="6991"/>
                                <a:pt x="457" y="10822"/>
                              </a:cubicBezTo>
                              <a:cubicBezTo>
                                <a:pt x="1712" y="15907"/>
                                <a:pt x="3605" y="20978"/>
                                <a:pt x="5542" y="25835"/>
                              </a:cubicBezTo>
                              <a:cubicBezTo>
                                <a:pt x="9363" y="35409"/>
                                <a:pt x="14913" y="44349"/>
                                <a:pt x="22725" y="51207"/>
                              </a:cubicBezTo>
                              <a:cubicBezTo>
                                <a:pt x="23907" y="52258"/>
                                <a:pt x="25437" y="50650"/>
                                <a:pt x="24420" y="49473"/>
                              </a:cubicBezTo>
                              <a:close/>
                            </a:path>
                          </a:pathLst>
                        </a:custGeom>
                        <a:solidFill>
                          <a:srgbClr val="BA514F"/>
                        </a:solidFill>
                        <a:ln w="4839" cap="flat">
                          <a:noFill/>
                          <a:prstDash val="solid"/>
                          <a:miter/>
                        </a:ln>
                      </p:spPr>
                      <p:txBody>
                        <a:bodyPr rtlCol="0" anchor="ctr"/>
                        <a:lstStyle/>
                        <a:p>
                          <a:endParaRPr lang="vi-VN"/>
                        </a:p>
                      </p:txBody>
                    </p:sp>
                    <p:sp>
                      <p:nvSpPr>
                        <p:cNvPr id="1201" name="Freeform: Shape 1200">
                          <a:extLst>
                            <a:ext uri="{FF2B5EF4-FFF2-40B4-BE49-F238E27FC236}">
                              <a16:creationId xmlns:a16="http://schemas.microsoft.com/office/drawing/2014/main" id="{5DD0C048-2E6B-8C98-D1D6-D64DC15E598A}"/>
                            </a:ext>
                          </a:extLst>
                        </p:cNvPr>
                        <p:cNvSpPr/>
                        <p:nvPr/>
                      </p:nvSpPr>
                      <p:spPr>
                        <a:xfrm>
                          <a:off x="3380070" y="5382729"/>
                          <a:ext cx="36140" cy="55916"/>
                        </a:xfrm>
                        <a:custGeom>
                          <a:avLst/>
                          <a:gdLst>
                            <a:gd name="connsiteX0" fmla="*/ 34115 w 36140"/>
                            <a:gd name="connsiteY0" fmla="*/ 50493 h 55916"/>
                            <a:gd name="connsiteX1" fmla="*/ 27108 w 36140"/>
                            <a:gd name="connsiteY1" fmla="*/ 43999 h 55916"/>
                            <a:gd name="connsiteX2" fmla="*/ 12947 w 36140"/>
                            <a:gd name="connsiteY2" fmla="*/ 30972 h 55916"/>
                            <a:gd name="connsiteX3" fmla="*/ 4884 w 36140"/>
                            <a:gd name="connsiteY3" fmla="*/ 15993 h 55916"/>
                            <a:gd name="connsiteX4" fmla="*/ 3087 w 36140"/>
                            <a:gd name="connsiteY4" fmla="*/ 7542 h 55916"/>
                            <a:gd name="connsiteX5" fmla="*/ 1368 w 36140"/>
                            <a:gd name="connsiteY5" fmla="*/ 287 h 55916"/>
                            <a:gd name="connsiteX6" fmla="*/ 259 w 36140"/>
                            <a:gd name="connsiteY6" fmla="*/ 461 h 55916"/>
                            <a:gd name="connsiteX7" fmla="*/ 738 w 36140"/>
                            <a:gd name="connsiteY7" fmla="*/ 8835 h 55916"/>
                            <a:gd name="connsiteX8" fmla="*/ 2288 w 36140"/>
                            <a:gd name="connsiteY8" fmla="*/ 16084 h 55916"/>
                            <a:gd name="connsiteX9" fmla="*/ 8734 w 36140"/>
                            <a:gd name="connsiteY9" fmla="*/ 29906 h 55916"/>
                            <a:gd name="connsiteX10" fmla="*/ 20841 w 36140"/>
                            <a:gd name="connsiteY10" fmla="*/ 41684 h 55916"/>
                            <a:gd name="connsiteX11" fmla="*/ 28028 w 36140"/>
                            <a:gd name="connsiteY11" fmla="*/ 48125 h 55916"/>
                            <a:gd name="connsiteX12" fmla="*/ 34314 w 36140"/>
                            <a:gd name="connsiteY12" fmla="*/ 55273 h 55916"/>
                            <a:gd name="connsiteX13" fmla="*/ 36062 w 36140"/>
                            <a:gd name="connsiteY13" fmla="*/ 55244 h 55916"/>
                            <a:gd name="connsiteX14" fmla="*/ 34115 w 36140"/>
                            <a:gd name="connsiteY14" fmla="*/ 50493 h 55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140" h="55916">
                              <a:moveTo>
                                <a:pt x="34115" y="50493"/>
                              </a:moveTo>
                              <a:cubicBezTo>
                                <a:pt x="31878" y="48241"/>
                                <a:pt x="29452" y="46144"/>
                                <a:pt x="27108" y="43999"/>
                              </a:cubicBezTo>
                              <a:cubicBezTo>
                                <a:pt x="22395" y="39684"/>
                                <a:pt x="17359" y="35601"/>
                                <a:pt x="12947" y="30972"/>
                              </a:cubicBezTo>
                              <a:cubicBezTo>
                                <a:pt x="8932" y="26763"/>
                                <a:pt x="6448" y="21552"/>
                                <a:pt x="4884" y="15993"/>
                              </a:cubicBezTo>
                              <a:cubicBezTo>
                                <a:pt x="4104" y="13218"/>
                                <a:pt x="3542" y="10385"/>
                                <a:pt x="3087" y="7542"/>
                              </a:cubicBezTo>
                              <a:cubicBezTo>
                                <a:pt x="2695" y="5086"/>
                                <a:pt x="2515" y="2529"/>
                                <a:pt x="1368" y="287"/>
                              </a:cubicBezTo>
                              <a:cubicBezTo>
                                <a:pt x="1121" y="-192"/>
                                <a:pt x="370" y="-28"/>
                                <a:pt x="259" y="461"/>
                              </a:cubicBezTo>
                              <a:cubicBezTo>
                                <a:pt x="-361" y="3212"/>
                                <a:pt x="268" y="6103"/>
                                <a:pt x="738" y="8835"/>
                              </a:cubicBezTo>
                              <a:cubicBezTo>
                                <a:pt x="1154" y="11271"/>
                                <a:pt x="1648" y="13697"/>
                                <a:pt x="2288" y="16084"/>
                              </a:cubicBezTo>
                              <a:cubicBezTo>
                                <a:pt x="3610" y="21010"/>
                                <a:pt x="5610" y="25838"/>
                                <a:pt x="8734" y="29906"/>
                              </a:cubicBezTo>
                              <a:cubicBezTo>
                                <a:pt x="12153" y="34362"/>
                                <a:pt x="16695" y="37940"/>
                                <a:pt x="20841" y="41684"/>
                              </a:cubicBezTo>
                              <a:cubicBezTo>
                                <a:pt x="23228" y="43839"/>
                                <a:pt x="25616" y="45994"/>
                                <a:pt x="28028" y="48125"/>
                              </a:cubicBezTo>
                              <a:cubicBezTo>
                                <a:pt x="30163" y="50014"/>
                                <a:pt x="33854" y="52242"/>
                                <a:pt x="34314" y="55273"/>
                              </a:cubicBezTo>
                              <a:cubicBezTo>
                                <a:pt x="34454" y="56179"/>
                                <a:pt x="35907" y="56092"/>
                                <a:pt x="36062" y="55244"/>
                              </a:cubicBezTo>
                              <a:cubicBezTo>
                                <a:pt x="36430" y="53293"/>
                                <a:pt x="35462" y="51844"/>
                                <a:pt x="34115" y="50493"/>
                              </a:cubicBezTo>
                              <a:close/>
                            </a:path>
                          </a:pathLst>
                        </a:custGeom>
                        <a:solidFill>
                          <a:srgbClr val="BA514F"/>
                        </a:solidFill>
                        <a:ln w="4839" cap="flat">
                          <a:noFill/>
                          <a:prstDash val="solid"/>
                          <a:miter/>
                        </a:ln>
                      </p:spPr>
                      <p:txBody>
                        <a:bodyPr rtlCol="0" anchor="ctr"/>
                        <a:lstStyle/>
                        <a:p>
                          <a:endParaRPr lang="vi-VN"/>
                        </a:p>
                      </p:txBody>
                    </p:sp>
                    <p:sp>
                      <p:nvSpPr>
                        <p:cNvPr id="1202" name="Freeform: Shape 1201">
                          <a:extLst>
                            <a:ext uri="{FF2B5EF4-FFF2-40B4-BE49-F238E27FC236}">
                              <a16:creationId xmlns:a16="http://schemas.microsoft.com/office/drawing/2014/main" id="{E639CCD2-CE94-3070-1A7E-FE921D89BFA7}"/>
                            </a:ext>
                          </a:extLst>
                        </p:cNvPr>
                        <p:cNvSpPr/>
                        <p:nvPr/>
                      </p:nvSpPr>
                      <p:spPr>
                        <a:xfrm>
                          <a:off x="3405013" y="5367412"/>
                          <a:ext cx="30842" cy="53152"/>
                        </a:xfrm>
                        <a:custGeom>
                          <a:avLst/>
                          <a:gdLst>
                            <a:gd name="connsiteX0" fmla="*/ 30272 w 30842"/>
                            <a:gd name="connsiteY0" fmla="*/ 50875 h 53152"/>
                            <a:gd name="connsiteX1" fmla="*/ 20015 w 30842"/>
                            <a:gd name="connsiteY1" fmla="*/ 40628 h 53152"/>
                            <a:gd name="connsiteX2" fmla="*/ 11506 w 30842"/>
                            <a:gd name="connsiteY2" fmla="*/ 28051 h 53152"/>
                            <a:gd name="connsiteX3" fmla="*/ 5195 w 30842"/>
                            <a:gd name="connsiteY3" fmla="*/ 15164 h 53152"/>
                            <a:gd name="connsiteX4" fmla="*/ 3021 w 30842"/>
                            <a:gd name="connsiteY4" fmla="*/ 8737 h 53152"/>
                            <a:gd name="connsiteX5" fmla="*/ 2803 w 30842"/>
                            <a:gd name="connsiteY5" fmla="*/ 5168 h 53152"/>
                            <a:gd name="connsiteX6" fmla="*/ 4275 w 30842"/>
                            <a:gd name="connsiteY6" fmla="*/ 1478 h 53152"/>
                            <a:gd name="connsiteX7" fmla="*/ 2759 w 30842"/>
                            <a:gd name="connsiteY7" fmla="*/ 122 h 53152"/>
                            <a:gd name="connsiteX8" fmla="*/ 1219 w 30842"/>
                            <a:gd name="connsiteY8" fmla="*/ 12413 h 53152"/>
                            <a:gd name="connsiteX9" fmla="*/ 8406 w 30842"/>
                            <a:gd name="connsiteY9" fmla="*/ 28152 h 53152"/>
                            <a:gd name="connsiteX10" fmla="*/ 17617 w 30842"/>
                            <a:gd name="connsiteY10" fmla="*/ 42013 h 53152"/>
                            <a:gd name="connsiteX11" fmla="*/ 29381 w 30842"/>
                            <a:gd name="connsiteY11" fmla="*/ 53079 h 53152"/>
                            <a:gd name="connsiteX12" fmla="*/ 30272 w 30842"/>
                            <a:gd name="connsiteY12" fmla="*/ 50875 h 53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842" h="53152">
                              <a:moveTo>
                                <a:pt x="30272" y="50875"/>
                              </a:moveTo>
                              <a:cubicBezTo>
                                <a:pt x="26030" y="48483"/>
                                <a:pt x="22964" y="44415"/>
                                <a:pt x="20015" y="40628"/>
                              </a:cubicBezTo>
                              <a:cubicBezTo>
                                <a:pt x="16901" y="36632"/>
                                <a:pt x="14034" y="32438"/>
                                <a:pt x="11506" y="28051"/>
                              </a:cubicBezTo>
                              <a:cubicBezTo>
                                <a:pt x="9118" y="23900"/>
                                <a:pt x="7002" y="19595"/>
                                <a:pt x="5195" y="15164"/>
                              </a:cubicBezTo>
                              <a:cubicBezTo>
                                <a:pt x="4343" y="13076"/>
                                <a:pt x="3457" y="10960"/>
                                <a:pt x="3021" y="8737"/>
                              </a:cubicBezTo>
                              <a:cubicBezTo>
                                <a:pt x="2793" y="7575"/>
                                <a:pt x="2648" y="6355"/>
                                <a:pt x="2803" y="5168"/>
                              </a:cubicBezTo>
                              <a:cubicBezTo>
                                <a:pt x="2987" y="3783"/>
                                <a:pt x="3733" y="2732"/>
                                <a:pt x="4275" y="1478"/>
                              </a:cubicBezTo>
                              <a:cubicBezTo>
                                <a:pt x="4639" y="635"/>
                                <a:pt x="3563" y="-348"/>
                                <a:pt x="2759" y="122"/>
                              </a:cubicBezTo>
                              <a:cubicBezTo>
                                <a:pt x="-1318" y="2519"/>
                                <a:pt x="-6" y="8776"/>
                                <a:pt x="1219" y="12413"/>
                              </a:cubicBezTo>
                              <a:cubicBezTo>
                                <a:pt x="3055" y="17861"/>
                                <a:pt x="5607" y="23140"/>
                                <a:pt x="8406" y="28152"/>
                              </a:cubicBezTo>
                              <a:cubicBezTo>
                                <a:pt x="11113" y="32995"/>
                                <a:pt x="14174" y="37659"/>
                                <a:pt x="17617" y="42013"/>
                              </a:cubicBezTo>
                              <a:cubicBezTo>
                                <a:pt x="20770" y="46008"/>
                                <a:pt x="24436" y="51253"/>
                                <a:pt x="29381" y="53079"/>
                              </a:cubicBezTo>
                              <a:cubicBezTo>
                                <a:pt x="30679" y="53563"/>
                                <a:pt x="31425" y="51529"/>
                                <a:pt x="30272" y="50875"/>
                              </a:cubicBezTo>
                              <a:close/>
                            </a:path>
                          </a:pathLst>
                        </a:custGeom>
                        <a:solidFill>
                          <a:srgbClr val="BA514F"/>
                        </a:solidFill>
                        <a:ln w="4839" cap="flat">
                          <a:noFill/>
                          <a:prstDash val="solid"/>
                          <a:miter/>
                        </a:ln>
                      </p:spPr>
                      <p:txBody>
                        <a:bodyPr rtlCol="0" anchor="ctr"/>
                        <a:lstStyle/>
                        <a:p>
                          <a:endParaRPr lang="vi-VN"/>
                        </a:p>
                      </p:txBody>
                    </p:sp>
                  </p:grpSp>
                  <p:sp>
                    <p:nvSpPr>
                      <p:cNvPr id="1199" name="Freeform: Shape 1198">
                        <a:extLst>
                          <a:ext uri="{FF2B5EF4-FFF2-40B4-BE49-F238E27FC236}">
                            <a16:creationId xmlns:a16="http://schemas.microsoft.com/office/drawing/2014/main" id="{30CBCC45-3380-0D95-970B-4FA8C00479DC}"/>
                          </a:ext>
                        </a:extLst>
                      </p:cNvPr>
                      <p:cNvSpPr/>
                      <p:nvPr/>
                    </p:nvSpPr>
                    <p:spPr>
                      <a:xfrm>
                        <a:off x="3300628" y="5149671"/>
                        <a:ext cx="92853" cy="77326"/>
                      </a:xfrm>
                      <a:custGeom>
                        <a:avLst/>
                        <a:gdLst>
                          <a:gd name="connsiteX0" fmla="*/ 76353 w 92853"/>
                          <a:gd name="connsiteY0" fmla="*/ 8984 h 77326"/>
                          <a:gd name="connsiteX1" fmla="*/ 28806 w 92853"/>
                          <a:gd name="connsiteY1" fmla="*/ 3269 h 77326"/>
                          <a:gd name="connsiteX2" fmla="*/ 0 w 92853"/>
                          <a:gd name="connsiteY2" fmla="*/ 31600 h 77326"/>
                          <a:gd name="connsiteX3" fmla="*/ 8548 w 92853"/>
                          <a:gd name="connsiteY3" fmla="*/ 57669 h 77326"/>
                          <a:gd name="connsiteX4" fmla="*/ 17904 w 92853"/>
                          <a:gd name="connsiteY4" fmla="*/ 77327 h 77326"/>
                          <a:gd name="connsiteX5" fmla="*/ 49170 w 92853"/>
                          <a:gd name="connsiteY5" fmla="*/ 59316 h 77326"/>
                          <a:gd name="connsiteX6" fmla="*/ 42976 w 92853"/>
                          <a:gd name="connsiteY6" fmla="*/ 48231 h 77326"/>
                          <a:gd name="connsiteX7" fmla="*/ 57897 w 92853"/>
                          <a:gd name="connsiteY7" fmla="*/ 56856 h 77326"/>
                          <a:gd name="connsiteX8" fmla="*/ 92853 w 92853"/>
                          <a:gd name="connsiteY8" fmla="*/ 52744 h 77326"/>
                          <a:gd name="connsiteX9" fmla="*/ 76353 w 92853"/>
                          <a:gd name="connsiteY9" fmla="*/ 8984 h 7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2853" h="77326">
                            <a:moveTo>
                              <a:pt x="76353" y="8984"/>
                            </a:moveTo>
                            <a:cubicBezTo>
                              <a:pt x="76353" y="8984"/>
                              <a:pt x="48516" y="-6586"/>
                              <a:pt x="28806" y="3269"/>
                            </a:cubicBezTo>
                            <a:cubicBezTo>
                              <a:pt x="9095" y="13124"/>
                              <a:pt x="0" y="31600"/>
                              <a:pt x="0" y="31600"/>
                            </a:cubicBezTo>
                            <a:lnTo>
                              <a:pt x="8548" y="57669"/>
                            </a:lnTo>
                            <a:cubicBezTo>
                              <a:pt x="8548" y="57669"/>
                              <a:pt x="12296" y="65495"/>
                              <a:pt x="17904" y="77327"/>
                            </a:cubicBezTo>
                            <a:cubicBezTo>
                              <a:pt x="29266" y="71418"/>
                              <a:pt x="51553" y="61205"/>
                              <a:pt x="49170" y="59316"/>
                            </a:cubicBezTo>
                            <a:cubicBezTo>
                              <a:pt x="46056" y="56851"/>
                              <a:pt x="42976" y="48231"/>
                              <a:pt x="42976" y="48231"/>
                            </a:cubicBezTo>
                            <a:lnTo>
                              <a:pt x="57897" y="56856"/>
                            </a:lnTo>
                            <a:lnTo>
                              <a:pt x="92853" y="52744"/>
                            </a:lnTo>
                            <a:lnTo>
                              <a:pt x="76353" y="8984"/>
                            </a:lnTo>
                            <a:close/>
                          </a:path>
                        </a:pathLst>
                      </a:custGeom>
                      <a:solidFill>
                        <a:srgbClr val="BA514F"/>
                      </a:solidFill>
                      <a:ln w="4839" cap="flat">
                        <a:noFill/>
                        <a:prstDash val="solid"/>
                        <a:miter/>
                      </a:ln>
                    </p:spPr>
                    <p:txBody>
                      <a:bodyPr rtlCol="0" anchor="ctr"/>
                      <a:lstStyle/>
                      <a:p>
                        <a:endParaRPr lang="vi-VN"/>
                      </a:p>
                    </p:txBody>
                  </p:sp>
                </p:grpSp>
                <p:sp>
                  <p:nvSpPr>
                    <p:cNvPr id="1193" name="Freeform: Shape 1192">
                      <a:extLst>
                        <a:ext uri="{FF2B5EF4-FFF2-40B4-BE49-F238E27FC236}">
                          <a16:creationId xmlns:a16="http://schemas.microsoft.com/office/drawing/2014/main" id="{BFFB34A9-ABD7-BC2D-E72D-C0940789B412}"/>
                        </a:ext>
                      </a:extLst>
                    </p:cNvPr>
                    <p:cNvSpPr/>
                    <p:nvPr/>
                  </p:nvSpPr>
                  <p:spPr>
                    <a:xfrm>
                      <a:off x="3208997" y="4695269"/>
                      <a:ext cx="183249" cy="516798"/>
                    </a:xfrm>
                    <a:custGeom>
                      <a:avLst/>
                      <a:gdLst>
                        <a:gd name="connsiteX0" fmla="*/ 13269 w 183249"/>
                        <a:gd name="connsiteY0" fmla="*/ 1901 h 516798"/>
                        <a:gd name="connsiteX1" fmla="*/ 2184 w 183249"/>
                        <a:gd name="connsiteY1" fmla="*/ 120315 h 516798"/>
                        <a:gd name="connsiteX2" fmla="*/ 42815 w 183249"/>
                        <a:gd name="connsiteY2" fmla="*/ 410865 h 516798"/>
                        <a:gd name="connsiteX3" fmla="*/ 61490 w 183249"/>
                        <a:gd name="connsiteY3" fmla="*/ 478612 h 516798"/>
                        <a:gd name="connsiteX4" fmla="*/ 75980 w 183249"/>
                        <a:gd name="connsiteY4" fmla="*/ 478612 h 516798"/>
                        <a:gd name="connsiteX5" fmla="*/ 91371 w 183249"/>
                        <a:gd name="connsiteY5" fmla="*/ 516798 h 516798"/>
                        <a:gd name="connsiteX6" fmla="*/ 123488 w 183249"/>
                        <a:gd name="connsiteY6" fmla="*/ 499553 h 516798"/>
                        <a:gd name="connsiteX7" fmla="*/ 116733 w 183249"/>
                        <a:gd name="connsiteY7" fmla="*/ 478612 h 516798"/>
                        <a:gd name="connsiteX8" fmla="*/ 131513 w 183249"/>
                        <a:gd name="connsiteY8" fmla="*/ 492404 h 516798"/>
                        <a:gd name="connsiteX9" fmla="*/ 183250 w 183249"/>
                        <a:gd name="connsiteY9" fmla="*/ 487232 h 516798"/>
                        <a:gd name="connsiteX10" fmla="*/ 167975 w 183249"/>
                        <a:gd name="connsiteY10" fmla="*/ 451511 h 516798"/>
                        <a:gd name="connsiteX11" fmla="*/ 177821 w 183249"/>
                        <a:gd name="connsiteY11" fmla="*/ 394050 h 516798"/>
                        <a:gd name="connsiteX12" fmla="*/ 149514 w 183249"/>
                        <a:gd name="connsiteY12" fmla="*/ 324632 h 516798"/>
                        <a:gd name="connsiteX13" fmla="*/ 13269 w 183249"/>
                        <a:gd name="connsiteY13" fmla="*/ 1901 h 51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3249" h="516798">
                          <a:moveTo>
                            <a:pt x="13269" y="1901"/>
                          </a:moveTo>
                          <a:cubicBezTo>
                            <a:pt x="13269" y="1901"/>
                            <a:pt x="-6442" y="71198"/>
                            <a:pt x="2184" y="120315"/>
                          </a:cubicBezTo>
                          <a:cubicBezTo>
                            <a:pt x="10804" y="169427"/>
                            <a:pt x="30481" y="378834"/>
                            <a:pt x="42815" y="410865"/>
                          </a:cubicBezTo>
                          <a:cubicBezTo>
                            <a:pt x="55150" y="442891"/>
                            <a:pt x="50588" y="474917"/>
                            <a:pt x="61490" y="478612"/>
                          </a:cubicBezTo>
                          <a:cubicBezTo>
                            <a:pt x="72391" y="482307"/>
                            <a:pt x="75980" y="478612"/>
                            <a:pt x="75980" y="478612"/>
                          </a:cubicBezTo>
                          <a:lnTo>
                            <a:pt x="91371" y="516798"/>
                          </a:lnTo>
                          <a:lnTo>
                            <a:pt x="123488" y="499553"/>
                          </a:lnTo>
                          <a:lnTo>
                            <a:pt x="116733" y="478612"/>
                          </a:lnTo>
                          <a:lnTo>
                            <a:pt x="131513" y="492404"/>
                          </a:lnTo>
                          <a:lnTo>
                            <a:pt x="183250" y="487232"/>
                          </a:lnTo>
                          <a:lnTo>
                            <a:pt x="167975" y="451511"/>
                          </a:lnTo>
                          <a:cubicBezTo>
                            <a:pt x="167975" y="451511"/>
                            <a:pt x="181012" y="420357"/>
                            <a:pt x="177821" y="394050"/>
                          </a:cubicBezTo>
                          <a:cubicBezTo>
                            <a:pt x="174629" y="367743"/>
                            <a:pt x="149514" y="324632"/>
                            <a:pt x="149514" y="324632"/>
                          </a:cubicBezTo>
                          <a:cubicBezTo>
                            <a:pt x="149514" y="324632"/>
                            <a:pt x="164784" y="-28895"/>
                            <a:pt x="13269" y="1901"/>
                          </a:cubicBezTo>
                          <a:close/>
                        </a:path>
                      </a:pathLst>
                    </a:custGeom>
                    <a:solidFill>
                      <a:srgbClr val="D18BCF"/>
                    </a:solidFill>
                    <a:ln w="4839" cap="flat">
                      <a:noFill/>
                      <a:prstDash val="solid"/>
                      <a:miter/>
                    </a:ln>
                  </p:spPr>
                  <p:txBody>
                    <a:bodyPr rtlCol="0" anchor="ctr"/>
                    <a:lstStyle/>
                    <a:p>
                      <a:endParaRPr lang="vi-VN"/>
                    </a:p>
                  </p:txBody>
                </p:sp>
                <p:sp>
                  <p:nvSpPr>
                    <p:cNvPr id="1194" name="Freeform: Shape 1193">
                      <a:extLst>
                        <a:ext uri="{FF2B5EF4-FFF2-40B4-BE49-F238E27FC236}">
                          <a16:creationId xmlns:a16="http://schemas.microsoft.com/office/drawing/2014/main" id="{B8DA14B7-F11E-C142-5DD6-C398EE0176AB}"/>
                        </a:ext>
                      </a:extLst>
                    </p:cNvPr>
                    <p:cNvSpPr/>
                    <p:nvPr/>
                  </p:nvSpPr>
                  <p:spPr>
                    <a:xfrm>
                      <a:off x="3247705" y="4914882"/>
                      <a:ext cx="144550" cy="297184"/>
                    </a:xfrm>
                    <a:custGeom>
                      <a:avLst/>
                      <a:gdLst>
                        <a:gd name="connsiteX0" fmla="*/ 144551 w 144550"/>
                        <a:gd name="connsiteY0" fmla="*/ 267619 h 297184"/>
                        <a:gd name="connsiteX1" fmla="*/ 129276 w 144550"/>
                        <a:gd name="connsiteY1" fmla="*/ 231897 h 297184"/>
                        <a:gd name="connsiteX2" fmla="*/ 139122 w 144550"/>
                        <a:gd name="connsiteY2" fmla="*/ 174436 h 297184"/>
                        <a:gd name="connsiteX3" fmla="*/ 110815 w 144550"/>
                        <a:gd name="connsiteY3" fmla="*/ 105018 h 297184"/>
                        <a:gd name="connsiteX4" fmla="*/ 110747 w 144550"/>
                        <a:gd name="connsiteY4" fmla="*/ 47591 h 297184"/>
                        <a:gd name="connsiteX5" fmla="*/ 68793 w 144550"/>
                        <a:gd name="connsiteY5" fmla="*/ 13778 h 297184"/>
                        <a:gd name="connsiteX6" fmla="*/ 16107 w 144550"/>
                        <a:gd name="connsiteY6" fmla="*/ 0 h 297184"/>
                        <a:gd name="connsiteX7" fmla="*/ 0 w 144550"/>
                        <a:gd name="connsiteY7" fmla="*/ 44012 h 297184"/>
                        <a:gd name="connsiteX8" fmla="*/ 10359 w 144550"/>
                        <a:gd name="connsiteY8" fmla="*/ 105023 h 297184"/>
                        <a:gd name="connsiteX9" fmla="*/ 6693 w 144550"/>
                        <a:gd name="connsiteY9" fmla="*/ 135320 h 297184"/>
                        <a:gd name="connsiteX10" fmla="*/ 31222 w 144550"/>
                        <a:gd name="connsiteY10" fmla="*/ 143820 h 297184"/>
                        <a:gd name="connsiteX11" fmla="*/ 46003 w 144550"/>
                        <a:gd name="connsiteY11" fmla="*/ 229142 h 297184"/>
                        <a:gd name="connsiteX12" fmla="*/ 63931 w 144550"/>
                        <a:gd name="connsiteY12" fmla="*/ 238241 h 297184"/>
                        <a:gd name="connsiteX13" fmla="*/ 37155 w 144550"/>
                        <a:gd name="connsiteY13" fmla="*/ 258030 h 297184"/>
                        <a:gd name="connsiteX14" fmla="*/ 36651 w 144550"/>
                        <a:gd name="connsiteY14" fmla="*/ 259444 h 297184"/>
                        <a:gd name="connsiteX15" fmla="*/ 37271 w 144550"/>
                        <a:gd name="connsiteY15" fmla="*/ 258998 h 297184"/>
                        <a:gd name="connsiteX16" fmla="*/ 52662 w 144550"/>
                        <a:gd name="connsiteY16" fmla="*/ 297184 h 297184"/>
                        <a:gd name="connsiteX17" fmla="*/ 84780 w 144550"/>
                        <a:gd name="connsiteY17" fmla="*/ 279939 h 297184"/>
                        <a:gd name="connsiteX18" fmla="*/ 78024 w 144550"/>
                        <a:gd name="connsiteY18" fmla="*/ 258998 h 297184"/>
                        <a:gd name="connsiteX19" fmla="*/ 92805 w 144550"/>
                        <a:gd name="connsiteY19" fmla="*/ 272791 h 297184"/>
                        <a:gd name="connsiteX20" fmla="*/ 144551 w 144550"/>
                        <a:gd name="connsiteY20" fmla="*/ 267619 h 29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4550" h="297184">
                          <a:moveTo>
                            <a:pt x="144551" y="267619"/>
                          </a:moveTo>
                          <a:lnTo>
                            <a:pt x="129276" y="231897"/>
                          </a:lnTo>
                          <a:cubicBezTo>
                            <a:pt x="129276" y="231897"/>
                            <a:pt x="142313" y="200743"/>
                            <a:pt x="139122" y="174436"/>
                          </a:cubicBezTo>
                          <a:cubicBezTo>
                            <a:pt x="135930" y="148135"/>
                            <a:pt x="110815" y="105018"/>
                            <a:pt x="110815" y="105018"/>
                          </a:cubicBezTo>
                          <a:cubicBezTo>
                            <a:pt x="110815" y="105018"/>
                            <a:pt x="111813" y="81695"/>
                            <a:pt x="110747" y="47591"/>
                          </a:cubicBezTo>
                          <a:lnTo>
                            <a:pt x="68793" y="13778"/>
                          </a:lnTo>
                          <a:lnTo>
                            <a:pt x="16107" y="0"/>
                          </a:lnTo>
                          <a:lnTo>
                            <a:pt x="0" y="44012"/>
                          </a:lnTo>
                          <a:cubicBezTo>
                            <a:pt x="426" y="46516"/>
                            <a:pt x="-1177" y="88480"/>
                            <a:pt x="10359" y="105023"/>
                          </a:cubicBezTo>
                          <a:cubicBezTo>
                            <a:pt x="21895" y="121571"/>
                            <a:pt x="7415" y="118191"/>
                            <a:pt x="6693" y="135320"/>
                          </a:cubicBezTo>
                          <a:cubicBezTo>
                            <a:pt x="5971" y="152450"/>
                            <a:pt x="13977" y="108709"/>
                            <a:pt x="31222" y="143820"/>
                          </a:cubicBezTo>
                          <a:cubicBezTo>
                            <a:pt x="48468" y="178931"/>
                            <a:pt x="35934" y="218076"/>
                            <a:pt x="46003" y="229142"/>
                          </a:cubicBezTo>
                          <a:cubicBezTo>
                            <a:pt x="56076" y="240213"/>
                            <a:pt x="63931" y="238241"/>
                            <a:pt x="63931" y="238241"/>
                          </a:cubicBezTo>
                          <a:cubicBezTo>
                            <a:pt x="63931" y="238241"/>
                            <a:pt x="41242" y="247821"/>
                            <a:pt x="37155" y="258030"/>
                          </a:cubicBezTo>
                          <a:cubicBezTo>
                            <a:pt x="36985" y="258451"/>
                            <a:pt x="36821" y="258955"/>
                            <a:pt x="36651" y="259444"/>
                          </a:cubicBezTo>
                          <a:cubicBezTo>
                            <a:pt x="37058" y="259197"/>
                            <a:pt x="37271" y="258998"/>
                            <a:pt x="37271" y="258998"/>
                          </a:cubicBezTo>
                          <a:lnTo>
                            <a:pt x="52662" y="297184"/>
                          </a:lnTo>
                          <a:lnTo>
                            <a:pt x="84780" y="279939"/>
                          </a:lnTo>
                          <a:lnTo>
                            <a:pt x="78024" y="258998"/>
                          </a:lnTo>
                          <a:lnTo>
                            <a:pt x="92805" y="272791"/>
                          </a:lnTo>
                          <a:lnTo>
                            <a:pt x="144551" y="267619"/>
                          </a:lnTo>
                          <a:close/>
                        </a:path>
                      </a:pathLst>
                    </a:custGeom>
                    <a:solidFill>
                      <a:srgbClr val="D18BCF">
                        <a:alpha val="31000"/>
                      </a:srgbClr>
                    </a:solidFill>
                    <a:ln w="4839" cap="flat">
                      <a:noFill/>
                      <a:prstDash val="solid"/>
                      <a:miter/>
                    </a:ln>
                  </p:spPr>
                  <p:txBody>
                    <a:bodyPr rtlCol="0" anchor="ctr"/>
                    <a:lstStyle/>
                    <a:p>
                      <a:endParaRPr lang="vi-VN"/>
                    </a:p>
                  </p:txBody>
                </p:sp>
                <p:sp>
                  <p:nvSpPr>
                    <p:cNvPr id="1195" name="Freeform: Shape 1194">
                      <a:extLst>
                        <a:ext uri="{FF2B5EF4-FFF2-40B4-BE49-F238E27FC236}">
                          <a16:creationId xmlns:a16="http://schemas.microsoft.com/office/drawing/2014/main" id="{951F1D32-6DFE-66C5-79EB-C83C1974B852}"/>
                        </a:ext>
                      </a:extLst>
                    </p:cNvPr>
                    <p:cNvSpPr/>
                    <p:nvPr/>
                  </p:nvSpPr>
                  <p:spPr>
                    <a:xfrm>
                      <a:off x="3283101" y="5144024"/>
                      <a:ext cx="79299" cy="29258"/>
                    </a:xfrm>
                    <a:custGeom>
                      <a:avLst/>
                      <a:gdLst>
                        <a:gd name="connsiteX0" fmla="*/ 78543 w 79299"/>
                        <a:gd name="connsiteY0" fmla="*/ 378 h 29258"/>
                        <a:gd name="connsiteX1" fmla="*/ 34259 w 79299"/>
                        <a:gd name="connsiteY1" fmla="*/ 6141 h 29258"/>
                        <a:gd name="connsiteX2" fmla="*/ 103 w 79299"/>
                        <a:gd name="connsiteY2" fmla="*/ 27842 h 29258"/>
                        <a:gd name="connsiteX3" fmla="*/ 1763 w 79299"/>
                        <a:gd name="connsiteY3" fmla="*/ 28888 h 29258"/>
                        <a:gd name="connsiteX4" fmla="*/ 35330 w 79299"/>
                        <a:gd name="connsiteY4" fmla="*/ 8644 h 29258"/>
                        <a:gd name="connsiteX5" fmla="*/ 78422 w 79299"/>
                        <a:gd name="connsiteY5" fmla="*/ 2281 h 29258"/>
                        <a:gd name="connsiteX6" fmla="*/ 78543 w 79299"/>
                        <a:gd name="connsiteY6" fmla="*/ 378 h 2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299" h="29258">
                          <a:moveTo>
                            <a:pt x="78543" y="378"/>
                          </a:moveTo>
                          <a:cubicBezTo>
                            <a:pt x="63777" y="-1046"/>
                            <a:pt x="48323" y="1705"/>
                            <a:pt x="34259" y="6141"/>
                          </a:cubicBezTo>
                          <a:cubicBezTo>
                            <a:pt x="21799" y="10073"/>
                            <a:pt x="6573" y="15575"/>
                            <a:pt x="103" y="27842"/>
                          </a:cubicBezTo>
                          <a:cubicBezTo>
                            <a:pt x="-411" y="28810"/>
                            <a:pt x="1139" y="29823"/>
                            <a:pt x="1763" y="28888"/>
                          </a:cubicBezTo>
                          <a:cubicBezTo>
                            <a:pt x="9178" y="17720"/>
                            <a:pt x="23063" y="12485"/>
                            <a:pt x="35330" y="8644"/>
                          </a:cubicBezTo>
                          <a:cubicBezTo>
                            <a:pt x="49408" y="4237"/>
                            <a:pt x="63758" y="2843"/>
                            <a:pt x="78422" y="2281"/>
                          </a:cubicBezTo>
                          <a:cubicBezTo>
                            <a:pt x="79487" y="2237"/>
                            <a:pt x="79647" y="484"/>
                            <a:pt x="78543" y="378"/>
                          </a:cubicBezTo>
                          <a:close/>
                        </a:path>
                      </a:pathLst>
                    </a:custGeom>
                    <a:solidFill>
                      <a:srgbClr val="B25F90"/>
                    </a:solidFill>
                    <a:ln w="4839" cap="flat">
                      <a:noFill/>
                      <a:prstDash val="solid"/>
                      <a:miter/>
                    </a:ln>
                  </p:spPr>
                  <p:txBody>
                    <a:bodyPr rtlCol="0" anchor="ctr"/>
                    <a:lstStyle/>
                    <a:p>
                      <a:endParaRPr lang="vi-VN"/>
                    </a:p>
                  </p:txBody>
                </p:sp>
                <p:sp>
                  <p:nvSpPr>
                    <p:cNvPr id="1196" name="Freeform: Shape 1195">
                      <a:extLst>
                        <a:ext uri="{FF2B5EF4-FFF2-40B4-BE49-F238E27FC236}">
                          <a16:creationId xmlns:a16="http://schemas.microsoft.com/office/drawing/2014/main" id="{91987D94-63F2-83EB-6BD2-4900DB9EA300}"/>
                        </a:ext>
                      </a:extLst>
                    </p:cNvPr>
                    <p:cNvSpPr/>
                    <p:nvPr/>
                  </p:nvSpPr>
                  <p:spPr>
                    <a:xfrm>
                      <a:off x="3252868" y="5035910"/>
                      <a:ext cx="21892" cy="22782"/>
                    </a:xfrm>
                    <a:custGeom>
                      <a:avLst/>
                      <a:gdLst>
                        <a:gd name="connsiteX0" fmla="*/ 21139 w 21892"/>
                        <a:gd name="connsiteY0" fmla="*/ 1 h 22782"/>
                        <a:gd name="connsiteX1" fmla="*/ 16732 w 21892"/>
                        <a:gd name="connsiteY1" fmla="*/ 538 h 22782"/>
                        <a:gd name="connsiteX2" fmla="*/ 12804 w 21892"/>
                        <a:gd name="connsiteY2" fmla="*/ 2107 h 22782"/>
                        <a:gd name="connsiteX3" fmla="*/ 6116 w 21892"/>
                        <a:gd name="connsiteY3" fmla="*/ 7226 h 22782"/>
                        <a:gd name="connsiteX4" fmla="*/ 1530 w 21892"/>
                        <a:gd name="connsiteY4" fmla="*/ 14282 h 22782"/>
                        <a:gd name="connsiteX5" fmla="*/ 363 w 21892"/>
                        <a:gd name="connsiteY5" fmla="*/ 22346 h 22782"/>
                        <a:gd name="connsiteX6" fmla="*/ 1540 w 21892"/>
                        <a:gd name="connsiteY6" fmla="*/ 22443 h 22782"/>
                        <a:gd name="connsiteX7" fmla="*/ 2663 w 21892"/>
                        <a:gd name="connsiteY7" fmla="*/ 18452 h 22782"/>
                        <a:gd name="connsiteX8" fmla="*/ 3898 w 21892"/>
                        <a:gd name="connsiteY8" fmla="*/ 14907 h 22782"/>
                        <a:gd name="connsiteX9" fmla="*/ 7937 w 21892"/>
                        <a:gd name="connsiteY9" fmla="*/ 8815 h 22782"/>
                        <a:gd name="connsiteX10" fmla="*/ 21260 w 21892"/>
                        <a:gd name="connsiteY10" fmla="*/ 1618 h 22782"/>
                        <a:gd name="connsiteX11" fmla="*/ 21139 w 21892"/>
                        <a:gd name="connsiteY11" fmla="*/ 1 h 22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892" h="22782">
                          <a:moveTo>
                            <a:pt x="21139" y="1"/>
                          </a:moveTo>
                          <a:cubicBezTo>
                            <a:pt x="19575" y="-9"/>
                            <a:pt x="18238" y="88"/>
                            <a:pt x="16732" y="538"/>
                          </a:cubicBezTo>
                          <a:cubicBezTo>
                            <a:pt x="15381" y="940"/>
                            <a:pt x="14058" y="1468"/>
                            <a:pt x="12804" y="2107"/>
                          </a:cubicBezTo>
                          <a:cubicBezTo>
                            <a:pt x="10295" y="3386"/>
                            <a:pt x="8019" y="5163"/>
                            <a:pt x="6116" y="7226"/>
                          </a:cubicBezTo>
                          <a:cubicBezTo>
                            <a:pt x="4213" y="9294"/>
                            <a:pt x="2620" y="11687"/>
                            <a:pt x="1530" y="14282"/>
                          </a:cubicBezTo>
                          <a:cubicBezTo>
                            <a:pt x="566" y="16578"/>
                            <a:pt x="-606" y="19876"/>
                            <a:pt x="363" y="22346"/>
                          </a:cubicBezTo>
                          <a:cubicBezTo>
                            <a:pt x="556" y="22840"/>
                            <a:pt x="1283" y="22971"/>
                            <a:pt x="1540" y="22443"/>
                          </a:cubicBezTo>
                          <a:cubicBezTo>
                            <a:pt x="2126" y="21217"/>
                            <a:pt x="2329" y="19765"/>
                            <a:pt x="2663" y="18452"/>
                          </a:cubicBezTo>
                          <a:cubicBezTo>
                            <a:pt x="2973" y="17241"/>
                            <a:pt x="3385" y="16050"/>
                            <a:pt x="3898" y="14907"/>
                          </a:cubicBezTo>
                          <a:cubicBezTo>
                            <a:pt x="4905" y="12670"/>
                            <a:pt x="6266" y="10611"/>
                            <a:pt x="7937" y="8815"/>
                          </a:cubicBezTo>
                          <a:cubicBezTo>
                            <a:pt x="11487" y="4994"/>
                            <a:pt x="16189" y="2664"/>
                            <a:pt x="21260" y="1618"/>
                          </a:cubicBezTo>
                          <a:cubicBezTo>
                            <a:pt x="22151" y="1439"/>
                            <a:pt x="22093" y="10"/>
                            <a:pt x="21139" y="1"/>
                          </a:cubicBezTo>
                          <a:close/>
                        </a:path>
                      </a:pathLst>
                    </a:custGeom>
                    <a:solidFill>
                      <a:srgbClr val="B25F90"/>
                    </a:solidFill>
                    <a:ln w="4839" cap="flat">
                      <a:noFill/>
                      <a:prstDash val="solid"/>
                      <a:miter/>
                    </a:ln>
                  </p:spPr>
                  <p:txBody>
                    <a:bodyPr rtlCol="0" anchor="ctr"/>
                    <a:lstStyle/>
                    <a:p>
                      <a:endParaRPr lang="vi-VN"/>
                    </a:p>
                  </p:txBody>
                </p:sp>
              </p:grpSp>
              <p:grpSp>
                <p:nvGrpSpPr>
                  <p:cNvPr id="1151" name="Graphic 1991">
                    <a:extLst>
                      <a:ext uri="{FF2B5EF4-FFF2-40B4-BE49-F238E27FC236}">
                        <a16:creationId xmlns:a16="http://schemas.microsoft.com/office/drawing/2014/main" id="{7A102F20-2E1A-6B06-3160-8BA3142466AE}"/>
                      </a:ext>
                    </a:extLst>
                  </p:cNvPr>
                  <p:cNvGrpSpPr/>
                  <p:nvPr/>
                </p:nvGrpSpPr>
                <p:grpSpPr>
                  <a:xfrm>
                    <a:off x="2942863" y="4145897"/>
                    <a:ext cx="950203" cy="1347019"/>
                    <a:chOff x="2942863" y="4145897"/>
                    <a:chExt cx="950203" cy="1347019"/>
                  </a:xfrm>
                </p:grpSpPr>
                <p:grpSp>
                  <p:nvGrpSpPr>
                    <p:cNvPr id="1152" name="Graphic 1991">
                      <a:extLst>
                        <a:ext uri="{FF2B5EF4-FFF2-40B4-BE49-F238E27FC236}">
                          <a16:creationId xmlns:a16="http://schemas.microsoft.com/office/drawing/2014/main" id="{67619C09-7FB0-683A-61BD-618811C8C607}"/>
                        </a:ext>
                      </a:extLst>
                    </p:cNvPr>
                    <p:cNvGrpSpPr/>
                    <p:nvPr/>
                  </p:nvGrpSpPr>
                  <p:grpSpPr>
                    <a:xfrm>
                      <a:off x="3222266" y="4447165"/>
                      <a:ext cx="670800" cy="1045750"/>
                      <a:chOff x="3222266" y="4447165"/>
                      <a:chExt cx="670800" cy="1045750"/>
                    </a:xfrm>
                  </p:grpSpPr>
                  <p:grpSp>
                    <p:nvGrpSpPr>
                      <p:cNvPr id="1176" name="Graphic 1991">
                        <a:extLst>
                          <a:ext uri="{FF2B5EF4-FFF2-40B4-BE49-F238E27FC236}">
                            <a16:creationId xmlns:a16="http://schemas.microsoft.com/office/drawing/2014/main" id="{6941D0FC-5AFC-3DB5-3424-AF3D04D1EA8B}"/>
                          </a:ext>
                        </a:extLst>
                      </p:cNvPr>
                      <p:cNvGrpSpPr/>
                      <p:nvPr/>
                    </p:nvGrpSpPr>
                    <p:grpSpPr>
                      <a:xfrm>
                        <a:off x="3222266" y="4536407"/>
                        <a:ext cx="670800" cy="956508"/>
                        <a:chOff x="3222266" y="4536407"/>
                        <a:chExt cx="670800" cy="956508"/>
                      </a:xfrm>
                    </p:grpSpPr>
                    <p:sp>
                      <p:nvSpPr>
                        <p:cNvPr id="1190" name="Freeform: Shape 1189">
                          <a:extLst>
                            <a:ext uri="{FF2B5EF4-FFF2-40B4-BE49-F238E27FC236}">
                              <a16:creationId xmlns:a16="http://schemas.microsoft.com/office/drawing/2014/main" id="{0E7B986C-04DD-FEFF-E4B1-902573424EEA}"/>
                            </a:ext>
                          </a:extLst>
                        </p:cNvPr>
                        <p:cNvSpPr/>
                        <p:nvPr/>
                      </p:nvSpPr>
                      <p:spPr>
                        <a:xfrm>
                          <a:off x="3222266" y="4536407"/>
                          <a:ext cx="670800" cy="956508"/>
                        </a:xfrm>
                        <a:custGeom>
                          <a:avLst/>
                          <a:gdLst>
                            <a:gd name="connsiteX0" fmla="*/ 180713 w 670800"/>
                            <a:gd name="connsiteY0" fmla="*/ 1204 h 956508"/>
                            <a:gd name="connsiteX1" fmla="*/ 452075 w 670800"/>
                            <a:gd name="connsiteY1" fmla="*/ 124223 h 956508"/>
                            <a:gd name="connsiteX2" fmla="*/ 553083 w 670800"/>
                            <a:gd name="connsiteY2" fmla="*/ 460093 h 956508"/>
                            <a:gd name="connsiteX3" fmla="*/ 637534 w 670800"/>
                            <a:gd name="connsiteY3" fmla="*/ 708083 h 956508"/>
                            <a:gd name="connsiteX4" fmla="*/ 660247 w 670800"/>
                            <a:gd name="connsiteY4" fmla="*/ 805396 h 956508"/>
                            <a:gd name="connsiteX5" fmla="*/ 386793 w 670800"/>
                            <a:gd name="connsiteY5" fmla="*/ 956509 h 956508"/>
                            <a:gd name="connsiteX6" fmla="*/ 167220 w 670800"/>
                            <a:gd name="connsiteY6" fmla="*/ 932333 h 956508"/>
                            <a:gd name="connsiteX7" fmla="*/ 169991 w 670800"/>
                            <a:gd name="connsiteY7" fmla="*/ 655949 h 956508"/>
                            <a:gd name="connsiteX8" fmla="*/ 29546 w 670800"/>
                            <a:gd name="connsiteY8" fmla="*/ 447772 h 956508"/>
                            <a:gd name="connsiteX9" fmla="*/ 0 w 670800"/>
                            <a:gd name="connsiteY9" fmla="*/ 160763 h 956508"/>
                            <a:gd name="connsiteX10" fmla="*/ 60711 w 670800"/>
                            <a:gd name="connsiteY10" fmla="*/ 49168 h 956508"/>
                            <a:gd name="connsiteX11" fmla="*/ 180713 w 670800"/>
                            <a:gd name="connsiteY11" fmla="*/ 1204 h 956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0800" h="956508">
                              <a:moveTo>
                                <a:pt x="180713" y="1204"/>
                              </a:moveTo>
                              <a:cubicBezTo>
                                <a:pt x="180713" y="1204"/>
                                <a:pt x="388023" y="26091"/>
                                <a:pt x="452075" y="124223"/>
                              </a:cubicBezTo>
                              <a:cubicBezTo>
                                <a:pt x="516127" y="222355"/>
                                <a:pt x="518592" y="287637"/>
                                <a:pt x="553083" y="460093"/>
                              </a:cubicBezTo>
                              <a:cubicBezTo>
                                <a:pt x="587574" y="632543"/>
                                <a:pt x="637534" y="708083"/>
                                <a:pt x="637534" y="708083"/>
                              </a:cubicBezTo>
                              <a:cubicBezTo>
                                <a:pt x="637534" y="708083"/>
                                <a:pt x="693503" y="772135"/>
                                <a:pt x="660247" y="805396"/>
                              </a:cubicBezTo>
                              <a:cubicBezTo>
                                <a:pt x="626991" y="838657"/>
                                <a:pt x="532148" y="956509"/>
                                <a:pt x="386793" y="956509"/>
                              </a:cubicBezTo>
                              <a:cubicBezTo>
                                <a:pt x="241438" y="956509"/>
                                <a:pt x="167220" y="932333"/>
                                <a:pt x="167220" y="932333"/>
                              </a:cubicBezTo>
                              <a:cubicBezTo>
                                <a:pt x="167220" y="932333"/>
                                <a:pt x="194626" y="699061"/>
                                <a:pt x="169991" y="655949"/>
                              </a:cubicBezTo>
                              <a:cubicBezTo>
                                <a:pt x="145355" y="612838"/>
                                <a:pt x="56628" y="515524"/>
                                <a:pt x="29546" y="447772"/>
                              </a:cubicBezTo>
                              <a:cubicBezTo>
                                <a:pt x="2465" y="380025"/>
                                <a:pt x="0" y="160763"/>
                                <a:pt x="0" y="160763"/>
                              </a:cubicBezTo>
                              <a:cubicBezTo>
                                <a:pt x="0" y="160763"/>
                                <a:pt x="28694" y="78138"/>
                                <a:pt x="60711" y="49168"/>
                              </a:cubicBezTo>
                              <a:cubicBezTo>
                                <a:pt x="92732" y="20193"/>
                                <a:pt x="138294" y="-5988"/>
                                <a:pt x="180713" y="1204"/>
                              </a:cubicBezTo>
                              <a:close/>
                            </a:path>
                          </a:pathLst>
                        </a:custGeom>
                        <a:solidFill>
                          <a:srgbClr val="A54C85"/>
                        </a:solidFill>
                        <a:ln w="4839" cap="flat">
                          <a:noFill/>
                          <a:prstDash val="solid"/>
                          <a:miter/>
                        </a:ln>
                      </p:spPr>
                      <p:txBody>
                        <a:bodyPr rtlCol="0" anchor="ctr"/>
                        <a:lstStyle/>
                        <a:p>
                          <a:endParaRPr lang="vi-VN"/>
                        </a:p>
                      </p:txBody>
                    </p:sp>
                    <p:sp>
                      <p:nvSpPr>
                        <p:cNvPr id="1191" name="Freeform: Shape 1190">
                          <a:extLst>
                            <a:ext uri="{FF2B5EF4-FFF2-40B4-BE49-F238E27FC236}">
                              <a16:creationId xmlns:a16="http://schemas.microsoft.com/office/drawing/2014/main" id="{2FD14B3C-A822-C887-D47D-3F268FB69705}"/>
                            </a:ext>
                          </a:extLst>
                        </p:cNvPr>
                        <p:cNvSpPr/>
                        <p:nvPr/>
                      </p:nvSpPr>
                      <p:spPr>
                        <a:xfrm>
                          <a:off x="3222266" y="4558522"/>
                          <a:ext cx="670797" cy="934393"/>
                        </a:xfrm>
                        <a:custGeom>
                          <a:avLst/>
                          <a:gdLst>
                            <a:gd name="connsiteX0" fmla="*/ 660242 w 670797"/>
                            <a:gd name="connsiteY0" fmla="*/ 783281 h 934393"/>
                            <a:gd name="connsiteX1" fmla="*/ 642347 w 670797"/>
                            <a:gd name="connsiteY1" fmla="*/ 691929 h 934393"/>
                            <a:gd name="connsiteX2" fmla="*/ 247632 w 670797"/>
                            <a:gd name="connsiteY2" fmla="*/ 567496 h 934393"/>
                            <a:gd name="connsiteX3" fmla="*/ 65520 w 670797"/>
                            <a:gd name="connsiteY3" fmla="*/ 231132 h 934393"/>
                            <a:gd name="connsiteX4" fmla="*/ 96945 w 670797"/>
                            <a:gd name="connsiteY4" fmla="*/ 0 h 934393"/>
                            <a:gd name="connsiteX5" fmla="*/ 60711 w 670797"/>
                            <a:gd name="connsiteY5" fmla="*/ 27052 h 934393"/>
                            <a:gd name="connsiteX6" fmla="*/ 0 w 670797"/>
                            <a:gd name="connsiteY6" fmla="*/ 138647 h 934393"/>
                            <a:gd name="connsiteX7" fmla="*/ 29546 w 670797"/>
                            <a:gd name="connsiteY7" fmla="*/ 425657 h 934393"/>
                            <a:gd name="connsiteX8" fmla="*/ 169991 w 670797"/>
                            <a:gd name="connsiteY8" fmla="*/ 633834 h 934393"/>
                            <a:gd name="connsiteX9" fmla="*/ 167220 w 670797"/>
                            <a:gd name="connsiteY9" fmla="*/ 910218 h 934393"/>
                            <a:gd name="connsiteX10" fmla="*/ 386793 w 670797"/>
                            <a:gd name="connsiteY10" fmla="*/ 934394 h 934393"/>
                            <a:gd name="connsiteX11" fmla="*/ 660242 w 670797"/>
                            <a:gd name="connsiteY11" fmla="*/ 783281 h 934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0797" h="934393">
                              <a:moveTo>
                                <a:pt x="660242" y="783281"/>
                              </a:moveTo>
                              <a:cubicBezTo>
                                <a:pt x="687362" y="756160"/>
                                <a:pt x="655157" y="708574"/>
                                <a:pt x="642347" y="691929"/>
                              </a:cubicBezTo>
                              <a:cubicBezTo>
                                <a:pt x="515502" y="780230"/>
                                <a:pt x="390076" y="653070"/>
                                <a:pt x="247632" y="567496"/>
                              </a:cubicBezTo>
                              <a:cubicBezTo>
                                <a:pt x="94553" y="475534"/>
                                <a:pt x="65520" y="231132"/>
                                <a:pt x="65520" y="231132"/>
                              </a:cubicBezTo>
                              <a:lnTo>
                                <a:pt x="96945" y="0"/>
                              </a:lnTo>
                              <a:cubicBezTo>
                                <a:pt x="83768" y="7942"/>
                                <a:pt x="71467" y="17323"/>
                                <a:pt x="60711" y="27052"/>
                              </a:cubicBezTo>
                              <a:cubicBezTo>
                                <a:pt x="28694" y="56023"/>
                                <a:pt x="0" y="138647"/>
                                <a:pt x="0" y="138647"/>
                              </a:cubicBezTo>
                              <a:cubicBezTo>
                                <a:pt x="0" y="138647"/>
                                <a:pt x="2465" y="357910"/>
                                <a:pt x="29546" y="425657"/>
                              </a:cubicBezTo>
                              <a:cubicBezTo>
                                <a:pt x="56628" y="493409"/>
                                <a:pt x="145355" y="590717"/>
                                <a:pt x="169991" y="633834"/>
                              </a:cubicBezTo>
                              <a:cubicBezTo>
                                <a:pt x="194626" y="676945"/>
                                <a:pt x="167220" y="910218"/>
                                <a:pt x="167220" y="910218"/>
                              </a:cubicBezTo>
                              <a:cubicBezTo>
                                <a:pt x="167220" y="910218"/>
                                <a:pt x="241438" y="934394"/>
                                <a:pt x="386793" y="934394"/>
                              </a:cubicBezTo>
                              <a:cubicBezTo>
                                <a:pt x="532142" y="934394"/>
                                <a:pt x="626986" y="816537"/>
                                <a:pt x="660242" y="783281"/>
                              </a:cubicBezTo>
                              <a:close/>
                            </a:path>
                          </a:pathLst>
                        </a:custGeom>
                        <a:solidFill>
                          <a:srgbClr val="A54C85">
                            <a:alpha val="22000"/>
                          </a:srgbClr>
                        </a:solidFill>
                        <a:ln w="4839" cap="flat">
                          <a:noFill/>
                          <a:prstDash val="solid"/>
                          <a:miter/>
                        </a:ln>
                      </p:spPr>
                      <p:txBody>
                        <a:bodyPr rtlCol="0" anchor="ctr"/>
                        <a:lstStyle/>
                        <a:p>
                          <a:endParaRPr lang="vi-VN"/>
                        </a:p>
                      </p:txBody>
                    </p:sp>
                  </p:grpSp>
                  <p:grpSp>
                    <p:nvGrpSpPr>
                      <p:cNvPr id="1177" name="Graphic 1991">
                        <a:extLst>
                          <a:ext uri="{FF2B5EF4-FFF2-40B4-BE49-F238E27FC236}">
                            <a16:creationId xmlns:a16="http://schemas.microsoft.com/office/drawing/2014/main" id="{42BF1FA6-6AD5-3227-3D55-BBB4784EFE00}"/>
                          </a:ext>
                        </a:extLst>
                      </p:cNvPr>
                      <p:cNvGrpSpPr/>
                      <p:nvPr/>
                    </p:nvGrpSpPr>
                    <p:grpSpPr>
                      <a:xfrm>
                        <a:off x="3247706" y="4447165"/>
                        <a:ext cx="207354" cy="740504"/>
                        <a:chOff x="3247706" y="4447165"/>
                        <a:chExt cx="207354" cy="740504"/>
                      </a:xfrm>
                    </p:grpSpPr>
                    <p:grpSp>
                      <p:nvGrpSpPr>
                        <p:cNvPr id="1178" name="Graphic 1991">
                          <a:extLst>
                            <a:ext uri="{FF2B5EF4-FFF2-40B4-BE49-F238E27FC236}">
                              <a16:creationId xmlns:a16="http://schemas.microsoft.com/office/drawing/2014/main" id="{31F46EF1-F14D-1810-D50D-3E96C0BBC234}"/>
                            </a:ext>
                          </a:extLst>
                        </p:cNvPr>
                        <p:cNvGrpSpPr/>
                        <p:nvPr/>
                      </p:nvGrpSpPr>
                      <p:grpSpPr>
                        <a:xfrm>
                          <a:off x="3284980" y="4714161"/>
                          <a:ext cx="170081" cy="473509"/>
                          <a:chOff x="3284980" y="4714161"/>
                          <a:chExt cx="170081" cy="473509"/>
                        </a:xfrm>
                        <a:solidFill>
                          <a:srgbClr val="D18BCF"/>
                        </a:solidFill>
                      </p:grpSpPr>
                      <p:sp>
                        <p:nvSpPr>
                          <p:cNvPr id="1184" name="Freeform: Shape 1183">
                            <a:extLst>
                              <a:ext uri="{FF2B5EF4-FFF2-40B4-BE49-F238E27FC236}">
                                <a16:creationId xmlns:a16="http://schemas.microsoft.com/office/drawing/2014/main" id="{E1925162-D71D-C904-ACEF-17EF2E253CA3}"/>
                              </a:ext>
                            </a:extLst>
                          </p:cNvPr>
                          <p:cNvSpPr/>
                          <p:nvPr/>
                        </p:nvSpPr>
                        <p:spPr>
                          <a:xfrm>
                            <a:off x="3284980" y="4778237"/>
                            <a:ext cx="170081" cy="409433"/>
                          </a:xfrm>
                          <a:custGeom>
                            <a:avLst/>
                            <a:gdLst>
                              <a:gd name="connsiteX0" fmla="*/ 169900 w 170081"/>
                              <a:gd name="connsiteY0" fmla="*/ 406700 h 409433"/>
                              <a:gd name="connsiteX1" fmla="*/ 118430 w 170081"/>
                              <a:gd name="connsiteY1" fmla="*/ 328550 h 409433"/>
                              <a:gd name="connsiteX2" fmla="*/ 84922 w 170081"/>
                              <a:gd name="connsiteY2" fmla="*/ 292907 h 409433"/>
                              <a:gd name="connsiteX3" fmla="*/ 59051 w 170081"/>
                              <a:gd name="connsiteY3" fmla="*/ 258459 h 409433"/>
                              <a:gd name="connsiteX4" fmla="*/ 24502 w 170081"/>
                              <a:gd name="connsiteY4" fmla="*/ 182023 h 409433"/>
                              <a:gd name="connsiteX5" fmla="*/ 7479 w 170081"/>
                              <a:gd name="connsiteY5" fmla="*/ 97839 h 409433"/>
                              <a:gd name="connsiteX6" fmla="*/ 2806 w 170081"/>
                              <a:gd name="connsiteY6" fmla="*/ 11418 h 409433"/>
                              <a:gd name="connsiteX7" fmla="*/ 2684 w 170081"/>
                              <a:gd name="connsiteY7" fmla="*/ 865 h 409433"/>
                              <a:gd name="connsiteX8" fmla="*/ 767 w 170081"/>
                              <a:gd name="connsiteY8" fmla="*/ 991 h 409433"/>
                              <a:gd name="connsiteX9" fmla="*/ 2820 w 170081"/>
                              <a:gd name="connsiteY9" fmla="*/ 88003 h 409433"/>
                              <a:gd name="connsiteX10" fmla="*/ 17722 w 170081"/>
                              <a:gd name="connsiteY10" fmla="*/ 172144 h 409433"/>
                              <a:gd name="connsiteX11" fmla="*/ 49321 w 170081"/>
                              <a:gd name="connsiteY11" fmla="*/ 249722 h 409433"/>
                              <a:gd name="connsiteX12" fmla="*/ 72989 w 170081"/>
                              <a:gd name="connsiteY12" fmla="*/ 284775 h 409433"/>
                              <a:gd name="connsiteX13" fmla="*/ 105586 w 170081"/>
                              <a:gd name="connsiteY13" fmla="*/ 320661 h 409433"/>
                              <a:gd name="connsiteX14" fmla="*/ 136891 w 170081"/>
                              <a:gd name="connsiteY14" fmla="*/ 357085 h 409433"/>
                              <a:gd name="connsiteX15" fmla="*/ 161401 w 170081"/>
                              <a:gd name="connsiteY15" fmla="*/ 397750 h 409433"/>
                              <a:gd name="connsiteX16" fmla="*/ 166278 w 170081"/>
                              <a:gd name="connsiteY16" fmla="*/ 408288 h 409433"/>
                              <a:gd name="connsiteX17" fmla="*/ 169900 w 170081"/>
                              <a:gd name="connsiteY17" fmla="*/ 406700 h 409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0081" h="409433">
                                <a:moveTo>
                                  <a:pt x="169900" y="406700"/>
                                </a:moveTo>
                                <a:cubicBezTo>
                                  <a:pt x="157255" y="377870"/>
                                  <a:pt x="139719" y="351694"/>
                                  <a:pt x="118430" y="328550"/>
                                </a:cubicBezTo>
                                <a:cubicBezTo>
                                  <a:pt x="107388" y="316549"/>
                                  <a:pt x="95717" y="305140"/>
                                  <a:pt x="84922" y="292907"/>
                                </a:cubicBezTo>
                                <a:cubicBezTo>
                                  <a:pt x="75406" y="282121"/>
                                  <a:pt x="66746" y="270615"/>
                                  <a:pt x="59051" y="258459"/>
                                </a:cubicBezTo>
                                <a:cubicBezTo>
                                  <a:pt x="44038" y="234743"/>
                                  <a:pt x="32764" y="208809"/>
                                  <a:pt x="24502" y="182023"/>
                                </a:cubicBezTo>
                                <a:cubicBezTo>
                                  <a:pt x="16051" y="154613"/>
                                  <a:pt x="10699" y="126316"/>
                                  <a:pt x="7479" y="97839"/>
                                </a:cubicBezTo>
                                <a:cubicBezTo>
                                  <a:pt x="4239" y="69184"/>
                                  <a:pt x="3086" y="40243"/>
                                  <a:pt x="2806" y="11418"/>
                                </a:cubicBezTo>
                                <a:cubicBezTo>
                                  <a:pt x="2772" y="7902"/>
                                  <a:pt x="2733" y="4386"/>
                                  <a:pt x="2684" y="865"/>
                                </a:cubicBezTo>
                                <a:cubicBezTo>
                                  <a:pt x="2670" y="-399"/>
                                  <a:pt x="830" y="-210"/>
                                  <a:pt x="767" y="991"/>
                                </a:cubicBezTo>
                                <a:cubicBezTo>
                                  <a:pt x="-798" y="29995"/>
                                  <a:pt x="103" y="59096"/>
                                  <a:pt x="2820" y="88003"/>
                                </a:cubicBezTo>
                                <a:cubicBezTo>
                                  <a:pt x="5489" y="116378"/>
                                  <a:pt x="10157" y="144646"/>
                                  <a:pt x="17722" y="172144"/>
                                </a:cubicBezTo>
                                <a:cubicBezTo>
                                  <a:pt x="25146" y="199138"/>
                                  <a:pt x="35452" y="225372"/>
                                  <a:pt x="49321" y="249722"/>
                                </a:cubicBezTo>
                                <a:cubicBezTo>
                                  <a:pt x="56305" y="261985"/>
                                  <a:pt x="64199" y="273733"/>
                                  <a:pt x="72989" y="284775"/>
                                </a:cubicBezTo>
                                <a:cubicBezTo>
                                  <a:pt x="83067" y="297435"/>
                                  <a:pt x="94409" y="308985"/>
                                  <a:pt x="105586" y="320661"/>
                                </a:cubicBezTo>
                                <a:cubicBezTo>
                                  <a:pt x="116677" y="332250"/>
                                  <a:pt x="127423" y="344110"/>
                                  <a:pt x="136891" y="357085"/>
                                </a:cubicBezTo>
                                <a:cubicBezTo>
                                  <a:pt x="146233" y="369894"/>
                                  <a:pt x="154441" y="383507"/>
                                  <a:pt x="161401" y="397750"/>
                                </a:cubicBezTo>
                                <a:cubicBezTo>
                                  <a:pt x="163101" y="401227"/>
                                  <a:pt x="164723" y="404744"/>
                                  <a:pt x="166278" y="408288"/>
                                </a:cubicBezTo>
                                <a:cubicBezTo>
                                  <a:pt x="167295" y="410618"/>
                                  <a:pt x="170927" y="409039"/>
                                  <a:pt x="169900" y="406700"/>
                                </a:cubicBezTo>
                                <a:close/>
                              </a:path>
                            </a:pathLst>
                          </a:custGeom>
                          <a:solidFill>
                            <a:srgbClr val="D18BCF"/>
                          </a:solidFill>
                          <a:ln w="4839" cap="flat">
                            <a:noFill/>
                            <a:prstDash val="solid"/>
                            <a:miter/>
                          </a:ln>
                        </p:spPr>
                        <p:txBody>
                          <a:bodyPr rtlCol="0" anchor="ctr"/>
                          <a:lstStyle/>
                          <a:p>
                            <a:endParaRPr lang="vi-VN"/>
                          </a:p>
                        </p:txBody>
                      </p:sp>
                      <p:sp>
                        <p:nvSpPr>
                          <p:cNvPr id="1185" name="Freeform: Shape 1184">
                            <a:extLst>
                              <a:ext uri="{FF2B5EF4-FFF2-40B4-BE49-F238E27FC236}">
                                <a16:creationId xmlns:a16="http://schemas.microsoft.com/office/drawing/2014/main" id="{BCBA244A-E325-B914-4B4F-BEB9AA8391E8}"/>
                              </a:ext>
                            </a:extLst>
                          </p:cNvPr>
                          <p:cNvSpPr/>
                          <p:nvPr/>
                        </p:nvSpPr>
                        <p:spPr>
                          <a:xfrm>
                            <a:off x="3304140" y="4815583"/>
                            <a:ext cx="15022" cy="14480"/>
                          </a:xfrm>
                          <a:custGeom>
                            <a:avLst/>
                            <a:gdLst>
                              <a:gd name="connsiteX0" fmla="*/ 14810 w 15022"/>
                              <a:gd name="connsiteY0" fmla="*/ 5565 h 14480"/>
                              <a:gd name="connsiteX1" fmla="*/ 14141 w 15022"/>
                              <a:gd name="connsiteY1" fmla="*/ 3850 h 14480"/>
                              <a:gd name="connsiteX2" fmla="*/ 12369 w 15022"/>
                              <a:gd name="connsiteY2" fmla="*/ 1806 h 14480"/>
                              <a:gd name="connsiteX3" fmla="*/ 9991 w 15022"/>
                              <a:gd name="connsiteY3" fmla="*/ 470 h 14480"/>
                              <a:gd name="connsiteX4" fmla="*/ 9482 w 15022"/>
                              <a:gd name="connsiteY4" fmla="*/ 310 h 14480"/>
                              <a:gd name="connsiteX5" fmla="*/ 7259 w 15022"/>
                              <a:gd name="connsiteY5" fmla="*/ 0 h 14480"/>
                              <a:gd name="connsiteX6" fmla="*/ 5347 w 15022"/>
                              <a:gd name="connsiteY6" fmla="*/ 237 h 14480"/>
                              <a:gd name="connsiteX7" fmla="*/ 2891 w 15022"/>
                              <a:gd name="connsiteY7" fmla="*/ 1496 h 14480"/>
                              <a:gd name="connsiteX8" fmla="*/ 1588 w 15022"/>
                              <a:gd name="connsiteY8" fmla="*/ 2770 h 14480"/>
                              <a:gd name="connsiteX9" fmla="*/ 276 w 15022"/>
                              <a:gd name="connsiteY9" fmla="*/ 5196 h 14480"/>
                              <a:gd name="connsiteX10" fmla="*/ 0 w 15022"/>
                              <a:gd name="connsiteY10" fmla="*/ 7105 h 14480"/>
                              <a:gd name="connsiteX11" fmla="*/ 237 w 15022"/>
                              <a:gd name="connsiteY11" fmla="*/ 9017 h 14480"/>
                              <a:gd name="connsiteX12" fmla="*/ 1496 w 15022"/>
                              <a:gd name="connsiteY12" fmla="*/ 11478 h 14480"/>
                              <a:gd name="connsiteX13" fmla="*/ 3492 w 15022"/>
                              <a:gd name="connsiteY13" fmla="*/ 13352 h 14480"/>
                              <a:gd name="connsiteX14" fmla="*/ 5395 w 15022"/>
                              <a:gd name="connsiteY14" fmla="*/ 14180 h 14480"/>
                              <a:gd name="connsiteX15" fmla="*/ 5506 w 15022"/>
                              <a:gd name="connsiteY15" fmla="*/ 14219 h 14480"/>
                              <a:gd name="connsiteX16" fmla="*/ 7429 w 15022"/>
                              <a:gd name="connsiteY16" fmla="*/ 14475 h 14480"/>
                              <a:gd name="connsiteX17" fmla="*/ 9618 w 15022"/>
                              <a:gd name="connsiteY17" fmla="*/ 14170 h 14480"/>
                              <a:gd name="connsiteX18" fmla="*/ 11332 w 15022"/>
                              <a:gd name="connsiteY18" fmla="*/ 13502 h 14480"/>
                              <a:gd name="connsiteX19" fmla="*/ 13376 w 15022"/>
                              <a:gd name="connsiteY19" fmla="*/ 11730 h 14480"/>
                              <a:gd name="connsiteX20" fmla="*/ 14335 w 15022"/>
                              <a:gd name="connsiteY20" fmla="*/ 10189 h 14480"/>
                              <a:gd name="connsiteX21" fmla="*/ 15023 w 15022"/>
                              <a:gd name="connsiteY21" fmla="*/ 7473 h 14480"/>
                              <a:gd name="connsiteX22" fmla="*/ 14810 w 15022"/>
                              <a:gd name="connsiteY22" fmla="*/ 5565 h 1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022" h="14480">
                                <a:moveTo>
                                  <a:pt x="14810" y="5565"/>
                                </a:moveTo>
                                <a:cubicBezTo>
                                  <a:pt x="14587" y="4993"/>
                                  <a:pt x="14364" y="4422"/>
                                  <a:pt x="14141" y="3850"/>
                                </a:cubicBezTo>
                                <a:cubicBezTo>
                                  <a:pt x="13720" y="3007"/>
                                  <a:pt x="13129" y="2329"/>
                                  <a:pt x="12369" y="1806"/>
                                </a:cubicBezTo>
                                <a:cubicBezTo>
                                  <a:pt x="11700" y="1162"/>
                                  <a:pt x="10906" y="712"/>
                                  <a:pt x="9991" y="470"/>
                                </a:cubicBezTo>
                                <a:cubicBezTo>
                                  <a:pt x="9816" y="426"/>
                                  <a:pt x="9647" y="373"/>
                                  <a:pt x="9482" y="310"/>
                                </a:cubicBezTo>
                                <a:cubicBezTo>
                                  <a:pt x="8775" y="48"/>
                                  <a:pt x="8005" y="34"/>
                                  <a:pt x="7259" y="0"/>
                                </a:cubicBezTo>
                                <a:cubicBezTo>
                                  <a:pt x="6620" y="78"/>
                                  <a:pt x="5986" y="155"/>
                                  <a:pt x="5347" y="237"/>
                                </a:cubicBezTo>
                                <a:cubicBezTo>
                                  <a:pt x="4407" y="450"/>
                                  <a:pt x="3588" y="867"/>
                                  <a:pt x="2891" y="1496"/>
                                </a:cubicBezTo>
                                <a:cubicBezTo>
                                  <a:pt x="2349" y="1811"/>
                                  <a:pt x="1913" y="2233"/>
                                  <a:pt x="1588" y="2770"/>
                                </a:cubicBezTo>
                                <a:cubicBezTo>
                                  <a:pt x="944" y="3458"/>
                                  <a:pt x="508" y="4267"/>
                                  <a:pt x="276" y="5196"/>
                                </a:cubicBezTo>
                                <a:cubicBezTo>
                                  <a:pt x="184" y="5831"/>
                                  <a:pt x="92" y="6465"/>
                                  <a:pt x="0" y="7105"/>
                                </a:cubicBezTo>
                                <a:cubicBezTo>
                                  <a:pt x="77" y="7744"/>
                                  <a:pt x="155" y="8378"/>
                                  <a:pt x="237" y="9017"/>
                                </a:cubicBezTo>
                                <a:cubicBezTo>
                                  <a:pt x="450" y="9957"/>
                                  <a:pt x="867" y="10775"/>
                                  <a:pt x="1496" y="11478"/>
                                </a:cubicBezTo>
                                <a:cubicBezTo>
                                  <a:pt x="1995" y="12267"/>
                                  <a:pt x="2659" y="12892"/>
                                  <a:pt x="3492" y="13352"/>
                                </a:cubicBezTo>
                                <a:cubicBezTo>
                                  <a:pt x="4102" y="13676"/>
                                  <a:pt x="4751" y="13923"/>
                                  <a:pt x="5395" y="14180"/>
                                </a:cubicBezTo>
                                <a:cubicBezTo>
                                  <a:pt x="5429" y="14195"/>
                                  <a:pt x="5467" y="14209"/>
                                  <a:pt x="5506" y="14219"/>
                                </a:cubicBezTo>
                                <a:cubicBezTo>
                                  <a:pt x="6146" y="14306"/>
                                  <a:pt x="6790" y="14393"/>
                                  <a:pt x="7429" y="14475"/>
                                </a:cubicBezTo>
                                <a:cubicBezTo>
                                  <a:pt x="8189" y="14505"/>
                                  <a:pt x="8916" y="14403"/>
                                  <a:pt x="9618" y="14170"/>
                                </a:cubicBezTo>
                                <a:cubicBezTo>
                                  <a:pt x="10189" y="13948"/>
                                  <a:pt x="10761" y="13725"/>
                                  <a:pt x="11332" y="13502"/>
                                </a:cubicBezTo>
                                <a:cubicBezTo>
                                  <a:pt x="12170" y="13081"/>
                                  <a:pt x="12853" y="12485"/>
                                  <a:pt x="13376" y="11730"/>
                                </a:cubicBezTo>
                                <a:cubicBezTo>
                                  <a:pt x="13826" y="11299"/>
                                  <a:pt x="14146" y="10785"/>
                                  <a:pt x="14335" y="10189"/>
                                </a:cubicBezTo>
                                <a:cubicBezTo>
                                  <a:pt x="14805" y="9357"/>
                                  <a:pt x="15032" y="8451"/>
                                  <a:pt x="15023" y="7473"/>
                                </a:cubicBezTo>
                                <a:cubicBezTo>
                                  <a:pt x="14945" y="6829"/>
                                  <a:pt x="14877" y="6194"/>
                                  <a:pt x="14810" y="5565"/>
                                </a:cubicBezTo>
                                <a:close/>
                              </a:path>
                            </a:pathLst>
                          </a:custGeom>
                          <a:solidFill>
                            <a:srgbClr val="D18BCF"/>
                          </a:solidFill>
                          <a:ln w="4839" cap="flat">
                            <a:noFill/>
                            <a:prstDash val="solid"/>
                            <a:miter/>
                          </a:ln>
                        </p:spPr>
                        <p:txBody>
                          <a:bodyPr rtlCol="0" anchor="ctr"/>
                          <a:lstStyle/>
                          <a:p>
                            <a:endParaRPr lang="vi-VN"/>
                          </a:p>
                        </p:txBody>
                      </p:sp>
                      <p:sp>
                        <p:nvSpPr>
                          <p:cNvPr id="1186" name="Freeform: Shape 1185">
                            <a:extLst>
                              <a:ext uri="{FF2B5EF4-FFF2-40B4-BE49-F238E27FC236}">
                                <a16:creationId xmlns:a16="http://schemas.microsoft.com/office/drawing/2014/main" id="{382E8162-EE64-729C-F6A0-E998CD90ECB1}"/>
                              </a:ext>
                            </a:extLst>
                          </p:cNvPr>
                          <p:cNvSpPr/>
                          <p:nvPr/>
                        </p:nvSpPr>
                        <p:spPr>
                          <a:xfrm>
                            <a:off x="3313937" y="4714161"/>
                            <a:ext cx="11763" cy="11887"/>
                          </a:xfrm>
                          <a:custGeom>
                            <a:avLst/>
                            <a:gdLst>
                              <a:gd name="connsiteX0" fmla="*/ 11763 w 11763"/>
                              <a:gd name="connsiteY0" fmla="*/ 6013 h 11887"/>
                              <a:gd name="connsiteX1" fmla="*/ 11754 w 11763"/>
                              <a:gd name="connsiteY1" fmla="*/ 5906 h 11887"/>
                              <a:gd name="connsiteX2" fmla="*/ 11599 w 11763"/>
                              <a:gd name="connsiteY2" fmla="*/ 4497 h 11887"/>
                              <a:gd name="connsiteX3" fmla="*/ 11681 w 11763"/>
                              <a:gd name="connsiteY3" fmla="*/ 5238 h 11887"/>
                              <a:gd name="connsiteX4" fmla="*/ 11056 w 11763"/>
                              <a:gd name="connsiteY4" fmla="*/ 3088 h 11887"/>
                              <a:gd name="connsiteX5" fmla="*/ 10170 w 11763"/>
                              <a:gd name="connsiteY5" fmla="*/ 1862 h 11887"/>
                              <a:gd name="connsiteX6" fmla="*/ 8271 w 11763"/>
                              <a:gd name="connsiteY6" fmla="*/ 574 h 11887"/>
                              <a:gd name="connsiteX7" fmla="*/ 5995 w 11763"/>
                              <a:gd name="connsiteY7" fmla="*/ 8 h 11887"/>
                              <a:gd name="connsiteX8" fmla="*/ 3777 w 11763"/>
                              <a:gd name="connsiteY8" fmla="*/ 448 h 11887"/>
                              <a:gd name="connsiteX9" fmla="*/ 1855 w 11763"/>
                              <a:gd name="connsiteY9" fmla="*/ 1601 h 11887"/>
                              <a:gd name="connsiteX10" fmla="*/ 886 w 11763"/>
                              <a:gd name="connsiteY10" fmla="*/ 2778 h 11887"/>
                              <a:gd name="connsiteX11" fmla="*/ 0 w 11763"/>
                              <a:gd name="connsiteY11" fmla="*/ 5775 h 11887"/>
                              <a:gd name="connsiteX12" fmla="*/ 169 w 11763"/>
                              <a:gd name="connsiteY12" fmla="*/ 7291 h 11887"/>
                              <a:gd name="connsiteX13" fmla="*/ 1593 w 11763"/>
                              <a:gd name="connsiteY13" fmla="*/ 9911 h 11887"/>
                              <a:gd name="connsiteX14" fmla="*/ 2494 w 11763"/>
                              <a:gd name="connsiteY14" fmla="*/ 10701 h 11887"/>
                              <a:gd name="connsiteX15" fmla="*/ 4121 w 11763"/>
                              <a:gd name="connsiteY15" fmla="*/ 11601 h 11887"/>
                              <a:gd name="connsiteX16" fmla="*/ 6368 w 11763"/>
                              <a:gd name="connsiteY16" fmla="*/ 11829 h 11887"/>
                              <a:gd name="connsiteX17" fmla="*/ 8490 w 11763"/>
                              <a:gd name="connsiteY17" fmla="*/ 11292 h 11887"/>
                              <a:gd name="connsiteX18" fmla="*/ 10683 w 11763"/>
                              <a:gd name="connsiteY18" fmla="*/ 9364 h 11887"/>
                              <a:gd name="connsiteX19" fmla="*/ 10703 w 11763"/>
                              <a:gd name="connsiteY19" fmla="*/ 9340 h 11887"/>
                              <a:gd name="connsiteX20" fmla="*/ 10741 w 11763"/>
                              <a:gd name="connsiteY20" fmla="*/ 9287 h 11887"/>
                              <a:gd name="connsiteX21" fmla="*/ 10756 w 11763"/>
                              <a:gd name="connsiteY21" fmla="*/ 9262 h 11887"/>
                              <a:gd name="connsiteX22" fmla="*/ 11424 w 11763"/>
                              <a:gd name="connsiteY22" fmla="*/ 7858 h 11887"/>
                              <a:gd name="connsiteX23" fmla="*/ 11429 w 11763"/>
                              <a:gd name="connsiteY23" fmla="*/ 7843 h 11887"/>
                              <a:gd name="connsiteX24" fmla="*/ 11458 w 11763"/>
                              <a:gd name="connsiteY24" fmla="*/ 7780 h 11887"/>
                              <a:gd name="connsiteX25" fmla="*/ 11478 w 11763"/>
                              <a:gd name="connsiteY25" fmla="*/ 7722 h 11887"/>
                              <a:gd name="connsiteX26" fmla="*/ 11487 w 11763"/>
                              <a:gd name="connsiteY26" fmla="*/ 7693 h 11887"/>
                              <a:gd name="connsiteX27" fmla="*/ 11618 w 11763"/>
                              <a:gd name="connsiteY27" fmla="*/ 6904 h 11887"/>
                              <a:gd name="connsiteX28" fmla="*/ 11749 w 11763"/>
                              <a:gd name="connsiteY28" fmla="*/ 6119 h 11887"/>
                              <a:gd name="connsiteX29" fmla="*/ 11754 w 11763"/>
                              <a:gd name="connsiteY29" fmla="*/ 6061 h 11887"/>
                              <a:gd name="connsiteX30" fmla="*/ 11754 w 11763"/>
                              <a:gd name="connsiteY30" fmla="*/ 6032 h 11887"/>
                              <a:gd name="connsiteX31" fmla="*/ 11754 w 11763"/>
                              <a:gd name="connsiteY31" fmla="*/ 6018 h 11887"/>
                              <a:gd name="connsiteX32" fmla="*/ 11744 w 11763"/>
                              <a:gd name="connsiteY32" fmla="*/ 5906 h 11887"/>
                              <a:gd name="connsiteX33" fmla="*/ 11763 w 11763"/>
                              <a:gd name="connsiteY33" fmla="*/ 6013 h 11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763" h="11887">
                                <a:moveTo>
                                  <a:pt x="11763" y="6013"/>
                                </a:moveTo>
                                <a:cubicBezTo>
                                  <a:pt x="11763" y="5979"/>
                                  <a:pt x="11754" y="5940"/>
                                  <a:pt x="11754" y="5906"/>
                                </a:cubicBezTo>
                                <a:cubicBezTo>
                                  <a:pt x="11724" y="5616"/>
                                  <a:pt x="11599" y="4531"/>
                                  <a:pt x="11599" y="4497"/>
                                </a:cubicBezTo>
                                <a:cubicBezTo>
                                  <a:pt x="11628" y="4744"/>
                                  <a:pt x="11652" y="4991"/>
                                  <a:pt x="11681" y="5238"/>
                                </a:cubicBezTo>
                                <a:cubicBezTo>
                                  <a:pt x="11657" y="4473"/>
                                  <a:pt x="11453" y="3756"/>
                                  <a:pt x="11056" y="3088"/>
                                </a:cubicBezTo>
                                <a:cubicBezTo>
                                  <a:pt x="11022" y="3030"/>
                                  <a:pt x="10209" y="1911"/>
                                  <a:pt x="10170" y="1862"/>
                                </a:cubicBezTo>
                                <a:cubicBezTo>
                                  <a:pt x="9647" y="1257"/>
                                  <a:pt x="9012" y="831"/>
                                  <a:pt x="8271" y="574"/>
                                </a:cubicBezTo>
                                <a:cubicBezTo>
                                  <a:pt x="7569" y="187"/>
                                  <a:pt x="6814" y="-2"/>
                                  <a:pt x="5995" y="8"/>
                                </a:cubicBezTo>
                                <a:cubicBezTo>
                                  <a:pt x="5211" y="-36"/>
                                  <a:pt x="4470" y="109"/>
                                  <a:pt x="3777" y="448"/>
                                </a:cubicBezTo>
                                <a:cubicBezTo>
                                  <a:pt x="3046" y="661"/>
                                  <a:pt x="2407" y="1049"/>
                                  <a:pt x="1855" y="1601"/>
                                </a:cubicBezTo>
                                <a:cubicBezTo>
                                  <a:pt x="1530" y="1993"/>
                                  <a:pt x="1211" y="2385"/>
                                  <a:pt x="886" y="2778"/>
                                </a:cubicBezTo>
                                <a:cubicBezTo>
                                  <a:pt x="320" y="3698"/>
                                  <a:pt x="24" y="4695"/>
                                  <a:pt x="0" y="5775"/>
                                </a:cubicBezTo>
                                <a:cubicBezTo>
                                  <a:pt x="58" y="6279"/>
                                  <a:pt x="111" y="6783"/>
                                  <a:pt x="169" y="7291"/>
                                </a:cubicBezTo>
                                <a:cubicBezTo>
                                  <a:pt x="421" y="8289"/>
                                  <a:pt x="896" y="9161"/>
                                  <a:pt x="1593" y="9911"/>
                                </a:cubicBezTo>
                                <a:cubicBezTo>
                                  <a:pt x="1864" y="10260"/>
                                  <a:pt x="2174" y="10497"/>
                                  <a:pt x="2494" y="10701"/>
                                </a:cubicBezTo>
                                <a:cubicBezTo>
                                  <a:pt x="2988" y="11074"/>
                                  <a:pt x="3516" y="11393"/>
                                  <a:pt x="4121" y="11601"/>
                                </a:cubicBezTo>
                                <a:cubicBezTo>
                                  <a:pt x="4857" y="11878"/>
                                  <a:pt x="5608" y="11955"/>
                                  <a:pt x="6368" y="11829"/>
                                </a:cubicBezTo>
                                <a:cubicBezTo>
                                  <a:pt x="7114" y="11834"/>
                                  <a:pt x="7821" y="11655"/>
                                  <a:pt x="8490" y="11292"/>
                                </a:cubicBezTo>
                                <a:cubicBezTo>
                                  <a:pt x="9385" y="10841"/>
                                  <a:pt x="10117" y="10197"/>
                                  <a:pt x="10683" y="9364"/>
                                </a:cubicBezTo>
                                <a:cubicBezTo>
                                  <a:pt x="10688" y="9354"/>
                                  <a:pt x="10698" y="9349"/>
                                  <a:pt x="10703" y="9340"/>
                                </a:cubicBezTo>
                                <a:cubicBezTo>
                                  <a:pt x="10717" y="9325"/>
                                  <a:pt x="10727" y="9306"/>
                                  <a:pt x="10741" y="9287"/>
                                </a:cubicBezTo>
                                <a:cubicBezTo>
                                  <a:pt x="10746" y="9277"/>
                                  <a:pt x="10751" y="9267"/>
                                  <a:pt x="10756" y="9262"/>
                                </a:cubicBezTo>
                                <a:cubicBezTo>
                                  <a:pt x="10790" y="9214"/>
                                  <a:pt x="11400" y="7916"/>
                                  <a:pt x="11424" y="7858"/>
                                </a:cubicBezTo>
                                <a:cubicBezTo>
                                  <a:pt x="11429" y="7853"/>
                                  <a:pt x="11429" y="7848"/>
                                  <a:pt x="11429" y="7843"/>
                                </a:cubicBezTo>
                                <a:cubicBezTo>
                                  <a:pt x="11439" y="7824"/>
                                  <a:pt x="11448" y="7800"/>
                                  <a:pt x="11458" y="7780"/>
                                </a:cubicBezTo>
                                <a:cubicBezTo>
                                  <a:pt x="11468" y="7761"/>
                                  <a:pt x="11473" y="7742"/>
                                  <a:pt x="11478" y="7722"/>
                                </a:cubicBezTo>
                                <a:cubicBezTo>
                                  <a:pt x="11482" y="7713"/>
                                  <a:pt x="11482" y="7703"/>
                                  <a:pt x="11487" y="7693"/>
                                </a:cubicBezTo>
                                <a:cubicBezTo>
                                  <a:pt x="11565" y="7441"/>
                                  <a:pt x="11589" y="7083"/>
                                  <a:pt x="11618" y="6904"/>
                                </a:cubicBezTo>
                                <a:cubicBezTo>
                                  <a:pt x="11652" y="6710"/>
                                  <a:pt x="11710" y="6381"/>
                                  <a:pt x="11749" y="6119"/>
                                </a:cubicBezTo>
                                <a:cubicBezTo>
                                  <a:pt x="11754" y="6100"/>
                                  <a:pt x="11754" y="6081"/>
                                  <a:pt x="11754" y="6061"/>
                                </a:cubicBezTo>
                                <a:cubicBezTo>
                                  <a:pt x="11754" y="6051"/>
                                  <a:pt x="11754" y="6042"/>
                                  <a:pt x="11754" y="6032"/>
                                </a:cubicBezTo>
                                <a:cubicBezTo>
                                  <a:pt x="11754" y="6027"/>
                                  <a:pt x="11754" y="6022"/>
                                  <a:pt x="11754" y="6018"/>
                                </a:cubicBezTo>
                                <a:cubicBezTo>
                                  <a:pt x="11754" y="6018"/>
                                  <a:pt x="11744" y="5940"/>
                                  <a:pt x="11744" y="5906"/>
                                </a:cubicBezTo>
                                <a:cubicBezTo>
                                  <a:pt x="11754" y="5950"/>
                                  <a:pt x="11758" y="5984"/>
                                  <a:pt x="11763" y="6013"/>
                                </a:cubicBezTo>
                                <a:close/>
                              </a:path>
                            </a:pathLst>
                          </a:custGeom>
                          <a:solidFill>
                            <a:srgbClr val="D18BCF"/>
                          </a:solidFill>
                          <a:ln w="4839" cap="flat">
                            <a:noFill/>
                            <a:prstDash val="solid"/>
                            <a:miter/>
                          </a:ln>
                        </p:spPr>
                        <p:txBody>
                          <a:bodyPr rtlCol="0" anchor="ctr"/>
                          <a:lstStyle/>
                          <a:p>
                            <a:endParaRPr lang="vi-VN"/>
                          </a:p>
                        </p:txBody>
                      </p:sp>
                      <p:sp>
                        <p:nvSpPr>
                          <p:cNvPr id="1187" name="Freeform: Shape 1186">
                            <a:extLst>
                              <a:ext uri="{FF2B5EF4-FFF2-40B4-BE49-F238E27FC236}">
                                <a16:creationId xmlns:a16="http://schemas.microsoft.com/office/drawing/2014/main" id="{F3555EA3-060E-ABD7-1345-16D8937F7EF6}"/>
                              </a:ext>
                            </a:extLst>
                          </p:cNvPr>
                          <p:cNvSpPr/>
                          <p:nvPr/>
                        </p:nvSpPr>
                        <p:spPr>
                          <a:xfrm>
                            <a:off x="3318983" y="4944582"/>
                            <a:ext cx="13501" cy="13607"/>
                          </a:xfrm>
                          <a:custGeom>
                            <a:avLst/>
                            <a:gdLst>
                              <a:gd name="connsiteX0" fmla="*/ 13439 w 13501"/>
                              <a:gd name="connsiteY0" fmla="*/ 5634 h 13607"/>
                              <a:gd name="connsiteX1" fmla="*/ 11991 w 13501"/>
                              <a:gd name="connsiteY1" fmla="*/ 2486 h 13607"/>
                              <a:gd name="connsiteX2" fmla="*/ 10727 w 13501"/>
                              <a:gd name="connsiteY2" fmla="*/ 1300 h 13607"/>
                              <a:gd name="connsiteX3" fmla="*/ 7409 w 13501"/>
                              <a:gd name="connsiteY3" fmla="*/ 50 h 13607"/>
                              <a:gd name="connsiteX4" fmla="*/ 4751 w 13501"/>
                              <a:gd name="connsiteY4" fmla="*/ 380 h 13607"/>
                              <a:gd name="connsiteX5" fmla="*/ 2441 w 13501"/>
                              <a:gd name="connsiteY5" fmla="*/ 1566 h 13607"/>
                              <a:gd name="connsiteX6" fmla="*/ 833 w 13501"/>
                              <a:gd name="connsiteY6" fmla="*/ 3605 h 13607"/>
                              <a:gd name="connsiteX7" fmla="*/ 0 w 13501"/>
                              <a:gd name="connsiteY7" fmla="*/ 6152 h 13607"/>
                              <a:gd name="connsiteX8" fmla="*/ 68 w 13501"/>
                              <a:gd name="connsiteY8" fmla="*/ 7973 h 13607"/>
                              <a:gd name="connsiteX9" fmla="*/ 1516 w 13501"/>
                              <a:gd name="connsiteY9" fmla="*/ 11121 h 13607"/>
                              <a:gd name="connsiteX10" fmla="*/ 2780 w 13501"/>
                              <a:gd name="connsiteY10" fmla="*/ 12308 h 13607"/>
                              <a:gd name="connsiteX11" fmla="*/ 6097 w 13501"/>
                              <a:gd name="connsiteY11" fmla="*/ 13557 h 13607"/>
                              <a:gd name="connsiteX12" fmla="*/ 8756 w 13501"/>
                              <a:gd name="connsiteY12" fmla="*/ 13228 h 13607"/>
                              <a:gd name="connsiteX13" fmla="*/ 11066 w 13501"/>
                              <a:gd name="connsiteY13" fmla="*/ 12041 h 13607"/>
                              <a:gd name="connsiteX14" fmla="*/ 12669 w 13501"/>
                              <a:gd name="connsiteY14" fmla="*/ 10002 h 13607"/>
                              <a:gd name="connsiteX15" fmla="*/ 13502 w 13501"/>
                              <a:gd name="connsiteY15" fmla="*/ 7455 h 13607"/>
                              <a:gd name="connsiteX16" fmla="*/ 13439 w 13501"/>
                              <a:gd name="connsiteY16" fmla="*/ 5634 h 13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501" h="13607">
                                <a:moveTo>
                                  <a:pt x="13439" y="5634"/>
                                </a:moveTo>
                                <a:cubicBezTo>
                                  <a:pt x="13226" y="4457"/>
                                  <a:pt x="12746" y="3411"/>
                                  <a:pt x="11991" y="2486"/>
                                </a:cubicBezTo>
                                <a:cubicBezTo>
                                  <a:pt x="11570" y="2089"/>
                                  <a:pt x="11148" y="1697"/>
                                  <a:pt x="10727" y="1300"/>
                                </a:cubicBezTo>
                                <a:cubicBezTo>
                                  <a:pt x="9734" y="588"/>
                                  <a:pt x="8625" y="171"/>
                                  <a:pt x="7409" y="50"/>
                                </a:cubicBezTo>
                                <a:cubicBezTo>
                                  <a:pt x="6485" y="-76"/>
                                  <a:pt x="5598" y="36"/>
                                  <a:pt x="4751" y="380"/>
                                </a:cubicBezTo>
                                <a:cubicBezTo>
                                  <a:pt x="3889" y="573"/>
                                  <a:pt x="3119" y="966"/>
                                  <a:pt x="2441" y="1566"/>
                                </a:cubicBezTo>
                                <a:cubicBezTo>
                                  <a:pt x="1724" y="2113"/>
                                  <a:pt x="1186" y="2796"/>
                                  <a:pt x="833" y="3605"/>
                                </a:cubicBezTo>
                                <a:cubicBezTo>
                                  <a:pt x="334" y="4370"/>
                                  <a:pt x="53" y="5218"/>
                                  <a:pt x="0" y="6152"/>
                                </a:cubicBezTo>
                                <a:cubicBezTo>
                                  <a:pt x="24" y="6758"/>
                                  <a:pt x="43" y="7363"/>
                                  <a:pt x="68" y="7973"/>
                                </a:cubicBezTo>
                                <a:cubicBezTo>
                                  <a:pt x="276" y="9150"/>
                                  <a:pt x="760" y="10196"/>
                                  <a:pt x="1516" y="11121"/>
                                </a:cubicBezTo>
                                <a:cubicBezTo>
                                  <a:pt x="1937" y="11518"/>
                                  <a:pt x="2358" y="11910"/>
                                  <a:pt x="2780" y="12308"/>
                                </a:cubicBezTo>
                                <a:cubicBezTo>
                                  <a:pt x="3773" y="13020"/>
                                  <a:pt x="4882" y="13436"/>
                                  <a:pt x="6097" y="13557"/>
                                </a:cubicBezTo>
                                <a:cubicBezTo>
                                  <a:pt x="7022" y="13683"/>
                                  <a:pt x="7908" y="13572"/>
                                  <a:pt x="8756" y="13228"/>
                                </a:cubicBezTo>
                                <a:cubicBezTo>
                                  <a:pt x="9618" y="13034"/>
                                  <a:pt x="10388" y="12642"/>
                                  <a:pt x="11066" y="12041"/>
                                </a:cubicBezTo>
                                <a:cubicBezTo>
                                  <a:pt x="11783" y="11494"/>
                                  <a:pt x="12320" y="10811"/>
                                  <a:pt x="12669" y="10002"/>
                                </a:cubicBezTo>
                                <a:cubicBezTo>
                                  <a:pt x="13168" y="9237"/>
                                  <a:pt x="13449" y="8390"/>
                                  <a:pt x="13502" y="7455"/>
                                </a:cubicBezTo>
                                <a:cubicBezTo>
                                  <a:pt x="13487" y="6845"/>
                                  <a:pt x="13463" y="6239"/>
                                  <a:pt x="13439" y="5634"/>
                                </a:cubicBezTo>
                                <a:close/>
                              </a:path>
                            </a:pathLst>
                          </a:custGeom>
                          <a:solidFill>
                            <a:srgbClr val="D18BCF"/>
                          </a:solidFill>
                          <a:ln w="4839" cap="flat">
                            <a:noFill/>
                            <a:prstDash val="solid"/>
                            <a:miter/>
                          </a:ln>
                        </p:spPr>
                        <p:txBody>
                          <a:bodyPr rtlCol="0" anchor="ctr"/>
                          <a:lstStyle/>
                          <a:p>
                            <a:endParaRPr lang="vi-VN"/>
                          </a:p>
                        </p:txBody>
                      </p:sp>
                      <p:sp>
                        <p:nvSpPr>
                          <p:cNvPr id="1188" name="Freeform: Shape 1187">
                            <a:extLst>
                              <a:ext uri="{FF2B5EF4-FFF2-40B4-BE49-F238E27FC236}">
                                <a16:creationId xmlns:a16="http://schemas.microsoft.com/office/drawing/2014/main" id="{7966434E-1866-6511-781B-9CC084229049}"/>
                              </a:ext>
                            </a:extLst>
                          </p:cNvPr>
                          <p:cNvSpPr/>
                          <p:nvPr/>
                        </p:nvSpPr>
                        <p:spPr>
                          <a:xfrm>
                            <a:off x="3370460" y="5044057"/>
                            <a:ext cx="13041" cy="13003"/>
                          </a:xfrm>
                          <a:custGeom>
                            <a:avLst/>
                            <a:gdLst>
                              <a:gd name="connsiteX0" fmla="*/ 12982 w 13041"/>
                              <a:gd name="connsiteY0" fmla="*/ 5773 h 13003"/>
                              <a:gd name="connsiteX1" fmla="*/ 12575 w 13041"/>
                              <a:gd name="connsiteY1" fmla="*/ 4136 h 13003"/>
                              <a:gd name="connsiteX2" fmla="*/ 10633 w 13041"/>
                              <a:gd name="connsiteY2" fmla="*/ 1468 h 13003"/>
                              <a:gd name="connsiteX3" fmla="*/ 9200 w 13041"/>
                              <a:gd name="connsiteY3" fmla="*/ 577 h 13003"/>
                              <a:gd name="connsiteX4" fmla="*/ 5786 w 13041"/>
                              <a:gd name="connsiteY4" fmla="*/ 39 h 13003"/>
                              <a:gd name="connsiteX5" fmla="*/ 3422 w 13041"/>
                              <a:gd name="connsiteY5" fmla="*/ 843 h 13003"/>
                              <a:gd name="connsiteX6" fmla="*/ 1485 w 13041"/>
                              <a:gd name="connsiteY6" fmla="*/ 2383 h 13003"/>
                              <a:gd name="connsiteX7" fmla="*/ 347 w 13041"/>
                              <a:gd name="connsiteY7" fmla="*/ 4649 h 13003"/>
                              <a:gd name="connsiteX8" fmla="*/ 56 w 13041"/>
                              <a:gd name="connsiteY8" fmla="*/ 7231 h 13003"/>
                              <a:gd name="connsiteX9" fmla="*/ 463 w 13041"/>
                              <a:gd name="connsiteY9" fmla="*/ 8868 h 13003"/>
                              <a:gd name="connsiteX10" fmla="*/ 2405 w 13041"/>
                              <a:gd name="connsiteY10" fmla="*/ 11536 h 13003"/>
                              <a:gd name="connsiteX11" fmla="*/ 3839 w 13041"/>
                              <a:gd name="connsiteY11" fmla="*/ 12427 h 13003"/>
                              <a:gd name="connsiteX12" fmla="*/ 7253 w 13041"/>
                              <a:gd name="connsiteY12" fmla="*/ 12965 h 13003"/>
                              <a:gd name="connsiteX13" fmla="*/ 9616 w 13041"/>
                              <a:gd name="connsiteY13" fmla="*/ 12161 h 13003"/>
                              <a:gd name="connsiteX14" fmla="*/ 11553 w 13041"/>
                              <a:gd name="connsiteY14" fmla="*/ 10621 h 13003"/>
                              <a:gd name="connsiteX15" fmla="*/ 12692 w 13041"/>
                              <a:gd name="connsiteY15" fmla="*/ 8354 h 13003"/>
                              <a:gd name="connsiteX16" fmla="*/ 12982 w 13041"/>
                              <a:gd name="connsiteY16" fmla="*/ 5773 h 1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041" h="13003">
                                <a:moveTo>
                                  <a:pt x="12982" y="5773"/>
                                </a:moveTo>
                                <a:cubicBezTo>
                                  <a:pt x="12846" y="5231"/>
                                  <a:pt x="12711" y="4683"/>
                                  <a:pt x="12575" y="4136"/>
                                </a:cubicBezTo>
                                <a:cubicBezTo>
                                  <a:pt x="12154" y="3080"/>
                                  <a:pt x="11510" y="2194"/>
                                  <a:pt x="10633" y="1468"/>
                                </a:cubicBezTo>
                                <a:cubicBezTo>
                                  <a:pt x="10154" y="1172"/>
                                  <a:pt x="9679" y="877"/>
                                  <a:pt x="9200" y="577"/>
                                </a:cubicBezTo>
                                <a:cubicBezTo>
                                  <a:pt x="8110" y="92"/>
                                  <a:pt x="6972" y="-87"/>
                                  <a:pt x="5786" y="39"/>
                                </a:cubicBezTo>
                                <a:cubicBezTo>
                                  <a:pt x="4919" y="107"/>
                                  <a:pt x="4129" y="373"/>
                                  <a:pt x="3422" y="843"/>
                                </a:cubicBezTo>
                                <a:cubicBezTo>
                                  <a:pt x="2652" y="1187"/>
                                  <a:pt x="2008" y="1700"/>
                                  <a:pt x="1485" y="2383"/>
                                </a:cubicBezTo>
                                <a:cubicBezTo>
                                  <a:pt x="899" y="3046"/>
                                  <a:pt x="521" y="3802"/>
                                  <a:pt x="347" y="4649"/>
                                </a:cubicBezTo>
                                <a:cubicBezTo>
                                  <a:pt x="22" y="5473"/>
                                  <a:pt x="-75" y="6335"/>
                                  <a:pt x="56" y="7231"/>
                                </a:cubicBezTo>
                                <a:cubicBezTo>
                                  <a:pt x="192" y="7778"/>
                                  <a:pt x="327" y="8320"/>
                                  <a:pt x="463" y="8868"/>
                                </a:cubicBezTo>
                                <a:cubicBezTo>
                                  <a:pt x="885" y="9923"/>
                                  <a:pt x="1529" y="10810"/>
                                  <a:pt x="2405" y="11536"/>
                                </a:cubicBezTo>
                                <a:cubicBezTo>
                                  <a:pt x="2885" y="11831"/>
                                  <a:pt x="3359" y="12127"/>
                                  <a:pt x="3839" y="12427"/>
                                </a:cubicBezTo>
                                <a:cubicBezTo>
                                  <a:pt x="4928" y="12911"/>
                                  <a:pt x="6066" y="13091"/>
                                  <a:pt x="7253" y="12965"/>
                                </a:cubicBezTo>
                                <a:cubicBezTo>
                                  <a:pt x="8120" y="12897"/>
                                  <a:pt x="8909" y="12631"/>
                                  <a:pt x="9616" y="12161"/>
                                </a:cubicBezTo>
                                <a:cubicBezTo>
                                  <a:pt x="10386" y="11817"/>
                                  <a:pt x="11030" y="11304"/>
                                  <a:pt x="11553" y="10621"/>
                                </a:cubicBezTo>
                                <a:cubicBezTo>
                                  <a:pt x="12139" y="9957"/>
                                  <a:pt x="12517" y="9202"/>
                                  <a:pt x="12692" y="8354"/>
                                </a:cubicBezTo>
                                <a:cubicBezTo>
                                  <a:pt x="13021" y="7531"/>
                                  <a:pt x="13118" y="6669"/>
                                  <a:pt x="12982" y="5773"/>
                                </a:cubicBezTo>
                                <a:close/>
                              </a:path>
                            </a:pathLst>
                          </a:custGeom>
                          <a:solidFill>
                            <a:srgbClr val="D18BCF"/>
                          </a:solidFill>
                          <a:ln w="4839" cap="flat">
                            <a:noFill/>
                            <a:prstDash val="solid"/>
                            <a:miter/>
                          </a:ln>
                        </p:spPr>
                        <p:txBody>
                          <a:bodyPr rtlCol="0" anchor="ctr"/>
                          <a:lstStyle/>
                          <a:p>
                            <a:endParaRPr lang="vi-VN"/>
                          </a:p>
                        </p:txBody>
                      </p:sp>
                      <p:sp>
                        <p:nvSpPr>
                          <p:cNvPr id="1189" name="Freeform: Shape 1188">
                            <a:extLst>
                              <a:ext uri="{FF2B5EF4-FFF2-40B4-BE49-F238E27FC236}">
                                <a16:creationId xmlns:a16="http://schemas.microsoft.com/office/drawing/2014/main" id="{6FD30C3A-D0E8-43AC-8497-A00B0E63EECC}"/>
                              </a:ext>
                            </a:extLst>
                          </p:cNvPr>
                          <p:cNvSpPr/>
                          <p:nvPr/>
                        </p:nvSpPr>
                        <p:spPr>
                          <a:xfrm>
                            <a:off x="3432089" y="5122037"/>
                            <a:ext cx="13684" cy="14028"/>
                          </a:xfrm>
                          <a:custGeom>
                            <a:avLst/>
                            <a:gdLst>
                              <a:gd name="connsiteX0" fmla="*/ 13570 w 13684"/>
                              <a:gd name="connsiteY0" fmla="*/ 5952 h 14028"/>
                              <a:gd name="connsiteX1" fmla="*/ 13551 w 13684"/>
                              <a:gd name="connsiteY1" fmla="*/ 5773 h 14028"/>
                              <a:gd name="connsiteX2" fmla="*/ 13527 w 13684"/>
                              <a:gd name="connsiteY2" fmla="*/ 5594 h 14028"/>
                              <a:gd name="connsiteX3" fmla="*/ 12539 w 13684"/>
                              <a:gd name="connsiteY3" fmla="*/ 3182 h 14028"/>
                              <a:gd name="connsiteX4" fmla="*/ 10810 w 13684"/>
                              <a:gd name="connsiteY4" fmla="*/ 1260 h 14028"/>
                              <a:gd name="connsiteX5" fmla="*/ 9260 w 13684"/>
                              <a:gd name="connsiteY5" fmla="*/ 422 h 14028"/>
                              <a:gd name="connsiteX6" fmla="*/ 6582 w 13684"/>
                              <a:gd name="connsiteY6" fmla="*/ 39 h 14028"/>
                              <a:gd name="connsiteX7" fmla="*/ 4834 w 13684"/>
                              <a:gd name="connsiteY7" fmla="*/ 334 h 14028"/>
                              <a:gd name="connsiteX8" fmla="*/ 2524 w 13684"/>
                              <a:gd name="connsiteY8" fmla="*/ 1521 h 14028"/>
                              <a:gd name="connsiteX9" fmla="*/ 1337 w 13684"/>
                              <a:gd name="connsiteY9" fmla="*/ 2785 h 14028"/>
                              <a:gd name="connsiteX10" fmla="*/ 88 w 13684"/>
                              <a:gd name="connsiteY10" fmla="*/ 6102 h 14028"/>
                              <a:gd name="connsiteX11" fmla="*/ 25 w 13684"/>
                              <a:gd name="connsiteY11" fmla="*/ 6635 h 14028"/>
                              <a:gd name="connsiteX12" fmla="*/ 664 w 13684"/>
                              <a:gd name="connsiteY12" fmla="*/ 10156 h 14028"/>
                              <a:gd name="connsiteX13" fmla="*/ 1613 w 13684"/>
                              <a:gd name="connsiteY13" fmla="*/ 11623 h 14028"/>
                              <a:gd name="connsiteX14" fmla="*/ 4475 w 13684"/>
                              <a:gd name="connsiteY14" fmla="*/ 13628 h 14028"/>
                              <a:gd name="connsiteX15" fmla="*/ 7182 w 13684"/>
                              <a:gd name="connsiteY15" fmla="*/ 13977 h 14028"/>
                              <a:gd name="connsiteX16" fmla="*/ 9783 w 13684"/>
                              <a:gd name="connsiteY16" fmla="*/ 13381 h 14028"/>
                              <a:gd name="connsiteX17" fmla="*/ 11841 w 13684"/>
                              <a:gd name="connsiteY17" fmla="*/ 11788 h 14028"/>
                              <a:gd name="connsiteX18" fmla="*/ 13255 w 13684"/>
                              <a:gd name="connsiteY18" fmla="*/ 9575 h 14028"/>
                              <a:gd name="connsiteX19" fmla="*/ 13570 w 13684"/>
                              <a:gd name="connsiteY19" fmla="*/ 5952 h 1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684" h="14028">
                                <a:moveTo>
                                  <a:pt x="13570" y="5952"/>
                                </a:moveTo>
                                <a:cubicBezTo>
                                  <a:pt x="13565" y="5889"/>
                                  <a:pt x="13556" y="5831"/>
                                  <a:pt x="13551" y="5773"/>
                                </a:cubicBezTo>
                                <a:cubicBezTo>
                                  <a:pt x="13546" y="5715"/>
                                  <a:pt x="13541" y="5652"/>
                                  <a:pt x="13527" y="5594"/>
                                </a:cubicBezTo>
                                <a:cubicBezTo>
                                  <a:pt x="13401" y="4693"/>
                                  <a:pt x="13071" y="3889"/>
                                  <a:pt x="12539" y="3182"/>
                                </a:cubicBezTo>
                                <a:cubicBezTo>
                                  <a:pt x="12132" y="2402"/>
                                  <a:pt x="11555" y="1758"/>
                                  <a:pt x="10810" y="1260"/>
                                </a:cubicBezTo>
                                <a:cubicBezTo>
                                  <a:pt x="10292" y="979"/>
                                  <a:pt x="9778" y="703"/>
                                  <a:pt x="9260" y="422"/>
                                </a:cubicBezTo>
                                <a:cubicBezTo>
                                  <a:pt x="8388" y="54"/>
                                  <a:pt x="7497" y="-72"/>
                                  <a:pt x="6582" y="39"/>
                                </a:cubicBezTo>
                                <a:cubicBezTo>
                                  <a:pt x="5972" y="-19"/>
                                  <a:pt x="5390" y="83"/>
                                  <a:pt x="4834" y="334"/>
                                </a:cubicBezTo>
                                <a:cubicBezTo>
                                  <a:pt x="3972" y="528"/>
                                  <a:pt x="3202" y="920"/>
                                  <a:pt x="2524" y="1521"/>
                                </a:cubicBezTo>
                                <a:cubicBezTo>
                                  <a:pt x="2127" y="1942"/>
                                  <a:pt x="1729" y="2364"/>
                                  <a:pt x="1337" y="2785"/>
                                </a:cubicBezTo>
                                <a:cubicBezTo>
                                  <a:pt x="625" y="3778"/>
                                  <a:pt x="209" y="4887"/>
                                  <a:pt x="88" y="6102"/>
                                </a:cubicBezTo>
                                <a:cubicBezTo>
                                  <a:pt x="54" y="6277"/>
                                  <a:pt x="44" y="6456"/>
                                  <a:pt x="25" y="6635"/>
                                </a:cubicBezTo>
                                <a:cubicBezTo>
                                  <a:pt x="-77" y="7865"/>
                                  <a:pt x="136" y="9037"/>
                                  <a:pt x="664" y="10156"/>
                                </a:cubicBezTo>
                                <a:cubicBezTo>
                                  <a:pt x="979" y="10645"/>
                                  <a:pt x="1298" y="11134"/>
                                  <a:pt x="1613" y="11623"/>
                                </a:cubicBezTo>
                                <a:cubicBezTo>
                                  <a:pt x="2393" y="12539"/>
                                  <a:pt x="3347" y="13207"/>
                                  <a:pt x="4475" y="13628"/>
                                </a:cubicBezTo>
                                <a:cubicBezTo>
                                  <a:pt x="5357" y="13987"/>
                                  <a:pt x="6262" y="14108"/>
                                  <a:pt x="7182" y="13977"/>
                                </a:cubicBezTo>
                                <a:cubicBezTo>
                                  <a:pt x="8093" y="14011"/>
                                  <a:pt x="8960" y="13812"/>
                                  <a:pt x="9783" y="13381"/>
                                </a:cubicBezTo>
                                <a:cubicBezTo>
                                  <a:pt x="10616" y="13018"/>
                                  <a:pt x="11299" y="12490"/>
                                  <a:pt x="11841" y="11788"/>
                                </a:cubicBezTo>
                                <a:cubicBezTo>
                                  <a:pt x="12500" y="11183"/>
                                  <a:pt x="12970" y="10442"/>
                                  <a:pt x="13255" y="9575"/>
                                </a:cubicBezTo>
                                <a:cubicBezTo>
                                  <a:pt x="13691" y="8393"/>
                                  <a:pt x="13793" y="7187"/>
                                  <a:pt x="13570" y="5952"/>
                                </a:cubicBezTo>
                                <a:close/>
                              </a:path>
                            </a:pathLst>
                          </a:custGeom>
                          <a:solidFill>
                            <a:srgbClr val="D18BCF"/>
                          </a:solidFill>
                          <a:ln w="4839" cap="flat">
                            <a:noFill/>
                            <a:prstDash val="solid"/>
                            <a:miter/>
                          </a:ln>
                        </p:spPr>
                        <p:txBody>
                          <a:bodyPr rtlCol="0" anchor="ctr"/>
                          <a:lstStyle/>
                          <a:p>
                            <a:endParaRPr lang="vi-VN"/>
                          </a:p>
                        </p:txBody>
                      </p:sp>
                    </p:grpSp>
                    <p:grpSp>
                      <p:nvGrpSpPr>
                        <p:cNvPr id="1179" name="Graphic 1991">
                          <a:extLst>
                            <a:ext uri="{FF2B5EF4-FFF2-40B4-BE49-F238E27FC236}">
                              <a16:creationId xmlns:a16="http://schemas.microsoft.com/office/drawing/2014/main" id="{9B0FE64A-6084-B18A-476A-699BFDACBF31}"/>
                            </a:ext>
                          </a:extLst>
                        </p:cNvPr>
                        <p:cNvGrpSpPr/>
                        <p:nvPr/>
                      </p:nvGrpSpPr>
                      <p:grpSpPr>
                        <a:xfrm>
                          <a:off x="3247706" y="4447165"/>
                          <a:ext cx="186995" cy="342910"/>
                          <a:chOff x="3247706" y="4447165"/>
                          <a:chExt cx="186995" cy="342910"/>
                        </a:xfrm>
                      </p:grpSpPr>
                      <p:sp>
                        <p:nvSpPr>
                          <p:cNvPr id="1180" name="Freeform: Shape 1179">
                            <a:extLst>
                              <a:ext uri="{FF2B5EF4-FFF2-40B4-BE49-F238E27FC236}">
                                <a16:creationId xmlns:a16="http://schemas.microsoft.com/office/drawing/2014/main" id="{427F4BB1-5633-E706-E23E-0896E96BF4ED}"/>
                              </a:ext>
                            </a:extLst>
                          </p:cNvPr>
                          <p:cNvSpPr/>
                          <p:nvPr/>
                        </p:nvSpPr>
                        <p:spPr>
                          <a:xfrm>
                            <a:off x="3247706" y="4519441"/>
                            <a:ext cx="186995" cy="270634"/>
                          </a:xfrm>
                          <a:custGeom>
                            <a:avLst/>
                            <a:gdLst>
                              <a:gd name="connsiteX0" fmla="*/ 44772 w 186995"/>
                              <a:gd name="connsiteY0" fmla="*/ 257849 h 270634"/>
                              <a:gd name="connsiteX1" fmla="*/ 81728 w 186995"/>
                              <a:gd name="connsiteY1" fmla="*/ 142526 h 270634"/>
                              <a:gd name="connsiteX2" fmla="*/ 163026 w 186995"/>
                              <a:gd name="connsiteY2" fmla="*/ 206578 h 270634"/>
                              <a:gd name="connsiteX3" fmla="*/ 145770 w 186995"/>
                              <a:gd name="connsiteY3" fmla="*/ 474 h 270634"/>
                              <a:gd name="connsiteX4" fmla="*/ 4106 w 186995"/>
                              <a:gd name="connsiteY4" fmla="*/ 215203 h 270634"/>
                              <a:gd name="connsiteX5" fmla="*/ 22780 w 186995"/>
                              <a:gd name="connsiteY5" fmla="*/ 197957 h 270634"/>
                              <a:gd name="connsiteX6" fmla="*/ 36146 w 186995"/>
                              <a:gd name="connsiteY6" fmla="*/ 270635 h 270634"/>
                              <a:gd name="connsiteX7" fmla="*/ 44772 w 186995"/>
                              <a:gd name="connsiteY7" fmla="*/ 257849 h 270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6995" h="270634">
                                <a:moveTo>
                                  <a:pt x="44772" y="257849"/>
                                </a:moveTo>
                                <a:cubicBezTo>
                                  <a:pt x="44772" y="257849"/>
                                  <a:pt x="55857" y="149916"/>
                                  <a:pt x="81728" y="142526"/>
                                </a:cubicBezTo>
                                <a:cubicBezTo>
                                  <a:pt x="107594" y="135135"/>
                                  <a:pt x="163026" y="206578"/>
                                  <a:pt x="163026" y="206578"/>
                                </a:cubicBezTo>
                                <a:cubicBezTo>
                                  <a:pt x="163026" y="206578"/>
                                  <a:pt x="227078" y="10096"/>
                                  <a:pt x="145770" y="474"/>
                                </a:cubicBezTo>
                                <a:cubicBezTo>
                                  <a:pt x="80643" y="-7231"/>
                                  <a:pt x="-21780" y="79703"/>
                                  <a:pt x="4106" y="215203"/>
                                </a:cubicBezTo>
                                <a:cubicBezTo>
                                  <a:pt x="4106" y="215203"/>
                                  <a:pt x="19269" y="165931"/>
                                  <a:pt x="22780" y="197957"/>
                                </a:cubicBezTo>
                                <a:cubicBezTo>
                                  <a:pt x="26291" y="229983"/>
                                  <a:pt x="32451" y="270635"/>
                                  <a:pt x="36146" y="270635"/>
                                </a:cubicBezTo>
                                <a:cubicBezTo>
                                  <a:pt x="39847" y="270635"/>
                                  <a:pt x="44772" y="257849"/>
                                  <a:pt x="44772" y="257849"/>
                                </a:cubicBezTo>
                                <a:close/>
                              </a:path>
                            </a:pathLst>
                          </a:custGeom>
                          <a:solidFill>
                            <a:srgbClr val="D18BCF"/>
                          </a:solidFill>
                          <a:ln w="4839" cap="flat">
                            <a:noFill/>
                            <a:prstDash val="solid"/>
                            <a:miter/>
                          </a:ln>
                        </p:spPr>
                        <p:txBody>
                          <a:bodyPr rtlCol="0" anchor="ctr"/>
                          <a:lstStyle/>
                          <a:p>
                            <a:endParaRPr lang="vi-VN"/>
                          </a:p>
                        </p:txBody>
                      </p:sp>
                      <p:grpSp>
                        <p:nvGrpSpPr>
                          <p:cNvPr id="1181" name="Graphic 1991">
                            <a:extLst>
                              <a:ext uri="{FF2B5EF4-FFF2-40B4-BE49-F238E27FC236}">
                                <a16:creationId xmlns:a16="http://schemas.microsoft.com/office/drawing/2014/main" id="{83D55A8B-7B31-AB19-474F-72AEDCC80D34}"/>
                              </a:ext>
                            </a:extLst>
                          </p:cNvPr>
                          <p:cNvGrpSpPr/>
                          <p:nvPr/>
                        </p:nvGrpSpPr>
                        <p:grpSpPr>
                          <a:xfrm>
                            <a:off x="3258064" y="4447165"/>
                            <a:ext cx="127939" cy="301769"/>
                            <a:chOff x="3258064" y="4447165"/>
                            <a:chExt cx="127939" cy="301769"/>
                          </a:xfrm>
                        </p:grpSpPr>
                        <p:sp>
                          <p:nvSpPr>
                            <p:cNvPr id="1182" name="Freeform: Shape 1181">
                              <a:extLst>
                                <a:ext uri="{FF2B5EF4-FFF2-40B4-BE49-F238E27FC236}">
                                  <a16:creationId xmlns:a16="http://schemas.microsoft.com/office/drawing/2014/main" id="{6DD5F006-C7B8-7637-080B-9E56BA0C7C2B}"/>
                                </a:ext>
                              </a:extLst>
                            </p:cNvPr>
                            <p:cNvSpPr/>
                            <p:nvPr/>
                          </p:nvSpPr>
                          <p:spPr>
                            <a:xfrm>
                              <a:off x="3258064" y="4447165"/>
                              <a:ext cx="127939" cy="301769"/>
                            </a:xfrm>
                            <a:custGeom>
                              <a:avLst/>
                              <a:gdLst>
                                <a:gd name="connsiteX0" fmla="*/ 0 w 127939"/>
                                <a:gd name="connsiteY0" fmla="*/ 136782 h 301769"/>
                                <a:gd name="connsiteX1" fmla="*/ 24520 w 127939"/>
                                <a:gd name="connsiteY1" fmla="*/ 206389 h 301769"/>
                                <a:gd name="connsiteX2" fmla="*/ 30312 w 127939"/>
                                <a:gd name="connsiteY2" fmla="*/ 301770 h 301769"/>
                                <a:gd name="connsiteX3" fmla="*/ 80809 w 127939"/>
                                <a:gd name="connsiteY3" fmla="*/ 154769 h 301769"/>
                                <a:gd name="connsiteX4" fmla="*/ 127940 w 127939"/>
                                <a:gd name="connsiteY4" fmla="*/ 93051 h 301769"/>
                                <a:gd name="connsiteX5" fmla="*/ 66038 w 127939"/>
                                <a:gd name="connsiteY5" fmla="*/ 11133 h 301769"/>
                                <a:gd name="connsiteX6" fmla="*/ 0 w 127939"/>
                                <a:gd name="connsiteY6" fmla="*/ 136782 h 30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939" h="301769">
                                  <a:moveTo>
                                    <a:pt x="0" y="136782"/>
                                  </a:moveTo>
                                  <a:cubicBezTo>
                                    <a:pt x="0" y="136782"/>
                                    <a:pt x="33581" y="160323"/>
                                    <a:pt x="24520" y="206389"/>
                                  </a:cubicBezTo>
                                  <a:cubicBezTo>
                                    <a:pt x="17013" y="244541"/>
                                    <a:pt x="30312" y="301770"/>
                                    <a:pt x="30312" y="301770"/>
                                  </a:cubicBezTo>
                                  <a:cubicBezTo>
                                    <a:pt x="30312" y="301770"/>
                                    <a:pt x="38167" y="196287"/>
                                    <a:pt x="80809" y="154769"/>
                                  </a:cubicBezTo>
                                  <a:cubicBezTo>
                                    <a:pt x="123450" y="113250"/>
                                    <a:pt x="127940" y="93051"/>
                                    <a:pt x="127940" y="93051"/>
                                  </a:cubicBezTo>
                                  <a:cubicBezTo>
                                    <a:pt x="127940" y="93051"/>
                                    <a:pt x="89981" y="68512"/>
                                    <a:pt x="66038" y="11133"/>
                                  </a:cubicBezTo>
                                  <a:cubicBezTo>
                                    <a:pt x="42094" y="-46236"/>
                                    <a:pt x="0" y="136782"/>
                                    <a:pt x="0" y="136782"/>
                                  </a:cubicBezTo>
                                  <a:close/>
                                </a:path>
                              </a:pathLst>
                            </a:custGeom>
                            <a:solidFill>
                              <a:srgbClr val="F4B69D"/>
                            </a:solidFill>
                            <a:ln w="4839" cap="flat">
                              <a:noFill/>
                              <a:prstDash val="solid"/>
                              <a:miter/>
                            </a:ln>
                          </p:spPr>
                          <p:txBody>
                            <a:bodyPr rtlCol="0" anchor="ctr"/>
                            <a:lstStyle/>
                            <a:p>
                              <a:endParaRPr lang="vi-VN"/>
                            </a:p>
                          </p:txBody>
                        </p:sp>
                        <p:sp>
                          <p:nvSpPr>
                            <p:cNvPr id="1183" name="Freeform: Shape 1182">
                              <a:extLst>
                                <a:ext uri="{FF2B5EF4-FFF2-40B4-BE49-F238E27FC236}">
                                  <a16:creationId xmlns:a16="http://schemas.microsoft.com/office/drawing/2014/main" id="{0483FBD6-37BA-C317-CBC2-238D41852F9D}"/>
                                </a:ext>
                              </a:extLst>
                            </p:cNvPr>
                            <p:cNvSpPr/>
                            <p:nvPr/>
                          </p:nvSpPr>
                          <p:spPr>
                            <a:xfrm>
                              <a:off x="3258064" y="4447172"/>
                              <a:ext cx="77994" cy="183538"/>
                            </a:xfrm>
                            <a:custGeom>
                              <a:avLst/>
                              <a:gdLst>
                                <a:gd name="connsiteX0" fmla="*/ 0 w 77994"/>
                                <a:gd name="connsiteY0" fmla="*/ 136776 h 183538"/>
                                <a:gd name="connsiteX1" fmla="*/ 25682 w 77994"/>
                                <a:gd name="connsiteY1" fmla="*/ 183539 h 183538"/>
                                <a:gd name="connsiteX2" fmla="*/ 73413 w 77994"/>
                                <a:gd name="connsiteY2" fmla="*/ 27012 h 183538"/>
                                <a:gd name="connsiteX3" fmla="*/ 73413 w 77994"/>
                                <a:gd name="connsiteY3" fmla="*/ 27012 h 183538"/>
                                <a:gd name="connsiteX4" fmla="*/ 66038 w 77994"/>
                                <a:gd name="connsiteY4" fmla="*/ 11137 h 183538"/>
                                <a:gd name="connsiteX5" fmla="*/ 0 w 77994"/>
                                <a:gd name="connsiteY5" fmla="*/ 136776 h 18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994" h="183538">
                                  <a:moveTo>
                                    <a:pt x="0" y="136776"/>
                                  </a:moveTo>
                                  <a:cubicBezTo>
                                    <a:pt x="0" y="136776"/>
                                    <a:pt x="22481" y="152554"/>
                                    <a:pt x="25682" y="183539"/>
                                  </a:cubicBezTo>
                                  <a:cubicBezTo>
                                    <a:pt x="99856" y="133662"/>
                                    <a:pt x="73413" y="27012"/>
                                    <a:pt x="73413" y="27012"/>
                                  </a:cubicBezTo>
                                  <a:lnTo>
                                    <a:pt x="73413" y="27012"/>
                                  </a:lnTo>
                                  <a:cubicBezTo>
                                    <a:pt x="70857" y="22023"/>
                                    <a:pt x="68377" y="16745"/>
                                    <a:pt x="66038" y="11137"/>
                                  </a:cubicBezTo>
                                  <a:cubicBezTo>
                                    <a:pt x="42094" y="-46242"/>
                                    <a:pt x="0" y="136776"/>
                                    <a:pt x="0" y="136776"/>
                                  </a:cubicBezTo>
                                  <a:close/>
                                </a:path>
                              </a:pathLst>
                            </a:custGeom>
                            <a:solidFill>
                              <a:srgbClr val="D87D68">
                                <a:alpha val="30000"/>
                              </a:srgbClr>
                            </a:solidFill>
                            <a:ln w="4839" cap="flat">
                              <a:noFill/>
                              <a:prstDash val="solid"/>
                              <a:miter/>
                            </a:ln>
                          </p:spPr>
                          <p:txBody>
                            <a:bodyPr rtlCol="0" anchor="ctr"/>
                            <a:lstStyle/>
                            <a:p>
                              <a:endParaRPr lang="vi-VN"/>
                            </a:p>
                          </p:txBody>
                        </p:sp>
                      </p:grpSp>
                    </p:grpSp>
                  </p:grpSp>
                </p:grpSp>
                <p:grpSp>
                  <p:nvGrpSpPr>
                    <p:cNvPr id="1153" name="Graphic 1991">
                      <a:extLst>
                        <a:ext uri="{FF2B5EF4-FFF2-40B4-BE49-F238E27FC236}">
                          <a16:creationId xmlns:a16="http://schemas.microsoft.com/office/drawing/2014/main" id="{2C80A4C1-DF18-FEA8-6312-3450361390AA}"/>
                        </a:ext>
                      </a:extLst>
                    </p:cNvPr>
                    <p:cNvGrpSpPr/>
                    <p:nvPr/>
                  </p:nvGrpSpPr>
                  <p:grpSpPr>
                    <a:xfrm>
                      <a:off x="2942863" y="4145897"/>
                      <a:ext cx="632738" cy="487596"/>
                      <a:chOff x="2942863" y="4145897"/>
                      <a:chExt cx="632738" cy="487596"/>
                    </a:xfrm>
                  </p:grpSpPr>
                  <p:grpSp>
                    <p:nvGrpSpPr>
                      <p:cNvPr id="1154" name="Graphic 1991">
                        <a:extLst>
                          <a:ext uri="{FF2B5EF4-FFF2-40B4-BE49-F238E27FC236}">
                            <a16:creationId xmlns:a16="http://schemas.microsoft.com/office/drawing/2014/main" id="{C7658B43-AB40-2DDC-F36D-B7006D342DDA}"/>
                          </a:ext>
                        </a:extLst>
                      </p:cNvPr>
                      <p:cNvGrpSpPr/>
                      <p:nvPr/>
                    </p:nvGrpSpPr>
                    <p:grpSpPr>
                      <a:xfrm>
                        <a:off x="2993177" y="4186864"/>
                        <a:ext cx="365623" cy="446629"/>
                        <a:chOff x="2993177" y="4186864"/>
                        <a:chExt cx="365623" cy="446629"/>
                      </a:xfrm>
                    </p:grpSpPr>
                    <p:sp>
                      <p:nvSpPr>
                        <p:cNvPr id="1165" name="Freeform: Shape 1164">
                          <a:extLst>
                            <a:ext uri="{FF2B5EF4-FFF2-40B4-BE49-F238E27FC236}">
                              <a16:creationId xmlns:a16="http://schemas.microsoft.com/office/drawing/2014/main" id="{F085FA6C-49B5-1459-2FF1-6C53D267FD7E}"/>
                            </a:ext>
                          </a:extLst>
                        </p:cNvPr>
                        <p:cNvSpPr/>
                        <p:nvPr/>
                      </p:nvSpPr>
                      <p:spPr>
                        <a:xfrm>
                          <a:off x="2993177" y="4186864"/>
                          <a:ext cx="365623" cy="446629"/>
                        </a:xfrm>
                        <a:custGeom>
                          <a:avLst/>
                          <a:gdLst>
                            <a:gd name="connsiteX0" fmla="*/ 11938 w 365623"/>
                            <a:gd name="connsiteY0" fmla="*/ 266548 h 446629"/>
                            <a:gd name="connsiteX1" fmla="*/ 235249 w 365623"/>
                            <a:gd name="connsiteY1" fmla="*/ 440209 h 446629"/>
                            <a:gd name="connsiteX2" fmla="*/ 339313 w 365623"/>
                            <a:gd name="connsiteY2" fmla="*/ 252329 h 446629"/>
                            <a:gd name="connsiteX3" fmla="*/ 351963 w 365623"/>
                            <a:gd name="connsiteY3" fmla="*/ 92901 h 446629"/>
                            <a:gd name="connsiteX4" fmla="*/ 72058 w 365623"/>
                            <a:gd name="connsiteY4" fmla="*/ 49572 h 446629"/>
                            <a:gd name="connsiteX5" fmla="*/ 11938 w 365623"/>
                            <a:gd name="connsiteY5" fmla="*/ 266548 h 44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5623" h="446629">
                              <a:moveTo>
                                <a:pt x="11938" y="266548"/>
                              </a:moveTo>
                              <a:cubicBezTo>
                                <a:pt x="11938" y="266548"/>
                                <a:pt x="74925" y="486580"/>
                                <a:pt x="235249" y="440209"/>
                              </a:cubicBezTo>
                              <a:cubicBezTo>
                                <a:pt x="349144" y="407268"/>
                                <a:pt x="339313" y="252329"/>
                                <a:pt x="339313" y="252329"/>
                              </a:cubicBezTo>
                              <a:cubicBezTo>
                                <a:pt x="339313" y="252329"/>
                                <a:pt x="388866" y="189512"/>
                                <a:pt x="351963" y="92901"/>
                              </a:cubicBezTo>
                              <a:cubicBezTo>
                                <a:pt x="315060" y="-3710"/>
                                <a:pt x="163647" y="-36075"/>
                                <a:pt x="72058" y="49572"/>
                              </a:cubicBezTo>
                              <a:cubicBezTo>
                                <a:pt x="-19526" y="135218"/>
                                <a:pt x="-3545" y="238653"/>
                                <a:pt x="11938" y="266548"/>
                              </a:cubicBezTo>
                              <a:close/>
                            </a:path>
                          </a:pathLst>
                        </a:custGeom>
                        <a:solidFill>
                          <a:srgbClr val="F4B69D"/>
                        </a:solidFill>
                        <a:ln w="4839" cap="flat">
                          <a:noFill/>
                          <a:prstDash val="solid"/>
                          <a:miter/>
                        </a:ln>
                      </p:spPr>
                      <p:txBody>
                        <a:bodyPr rtlCol="0" anchor="ctr"/>
                        <a:lstStyle/>
                        <a:p>
                          <a:endParaRPr lang="vi-VN"/>
                        </a:p>
                      </p:txBody>
                    </p:sp>
                    <p:grpSp>
                      <p:nvGrpSpPr>
                        <p:cNvPr id="1166" name="Graphic 1991">
                          <a:extLst>
                            <a:ext uri="{FF2B5EF4-FFF2-40B4-BE49-F238E27FC236}">
                              <a16:creationId xmlns:a16="http://schemas.microsoft.com/office/drawing/2014/main" id="{9B685F65-7A63-D89B-63FD-C6853B1F643E}"/>
                            </a:ext>
                          </a:extLst>
                        </p:cNvPr>
                        <p:cNvGrpSpPr/>
                        <p:nvPr/>
                      </p:nvGrpSpPr>
                      <p:grpSpPr>
                        <a:xfrm>
                          <a:off x="3028108" y="4393033"/>
                          <a:ext cx="180500" cy="195207"/>
                          <a:chOff x="3028108" y="4393033"/>
                          <a:chExt cx="180500" cy="195207"/>
                        </a:xfrm>
                      </p:grpSpPr>
                      <p:sp>
                        <p:nvSpPr>
                          <p:cNvPr id="1167" name="Freeform: Shape 1166">
                            <a:extLst>
                              <a:ext uri="{FF2B5EF4-FFF2-40B4-BE49-F238E27FC236}">
                                <a16:creationId xmlns:a16="http://schemas.microsoft.com/office/drawing/2014/main" id="{A991D841-E9AB-3002-F5E7-DEE620913958}"/>
                              </a:ext>
                            </a:extLst>
                          </p:cNvPr>
                          <p:cNvSpPr/>
                          <p:nvPr/>
                        </p:nvSpPr>
                        <p:spPr>
                          <a:xfrm>
                            <a:off x="3094105" y="4478785"/>
                            <a:ext cx="32615" cy="73091"/>
                          </a:xfrm>
                          <a:custGeom>
                            <a:avLst/>
                            <a:gdLst>
                              <a:gd name="connsiteX0" fmla="*/ 18425 w 32615"/>
                              <a:gd name="connsiteY0" fmla="*/ 63044 h 73091"/>
                              <a:gd name="connsiteX1" fmla="*/ 9417 w 32615"/>
                              <a:gd name="connsiteY1" fmla="*/ 62114 h 73091"/>
                              <a:gd name="connsiteX2" fmla="*/ 10279 w 32615"/>
                              <a:gd name="connsiteY2" fmla="*/ 53237 h 73091"/>
                              <a:gd name="connsiteX3" fmla="*/ 12037 w 32615"/>
                              <a:gd name="connsiteY3" fmla="*/ 41348 h 73091"/>
                              <a:gd name="connsiteX4" fmla="*/ 3698 w 32615"/>
                              <a:gd name="connsiteY4" fmla="*/ 880 h 73091"/>
                              <a:gd name="connsiteX5" fmla="*/ 439 w 32615"/>
                              <a:gd name="connsiteY5" fmla="*/ 2740 h 73091"/>
                              <a:gd name="connsiteX6" fmla="*/ 1790 w 32615"/>
                              <a:gd name="connsiteY6" fmla="*/ 50089 h 73091"/>
                              <a:gd name="connsiteX7" fmla="*/ 7824 w 32615"/>
                              <a:gd name="connsiteY7" fmla="*/ 72424 h 73091"/>
                              <a:gd name="connsiteX8" fmla="*/ 19801 w 32615"/>
                              <a:gd name="connsiteY8" fmla="*/ 72705 h 73091"/>
                              <a:gd name="connsiteX9" fmla="*/ 31884 w 32615"/>
                              <a:gd name="connsiteY9" fmla="*/ 67833 h 73091"/>
                              <a:gd name="connsiteX10" fmla="*/ 30576 w 32615"/>
                              <a:gd name="connsiteY10" fmla="*/ 63271 h 73091"/>
                              <a:gd name="connsiteX11" fmla="*/ 18425 w 32615"/>
                              <a:gd name="connsiteY11" fmla="*/ 63044 h 73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615" h="73091">
                                <a:moveTo>
                                  <a:pt x="18425" y="63044"/>
                                </a:moveTo>
                                <a:cubicBezTo>
                                  <a:pt x="16372" y="63199"/>
                                  <a:pt x="10652" y="64211"/>
                                  <a:pt x="9417" y="62114"/>
                                </a:cubicBezTo>
                                <a:cubicBezTo>
                                  <a:pt x="8124" y="59920"/>
                                  <a:pt x="9776" y="55479"/>
                                  <a:pt x="10279" y="53237"/>
                                </a:cubicBezTo>
                                <a:cubicBezTo>
                                  <a:pt x="11161" y="49314"/>
                                  <a:pt x="11747" y="45357"/>
                                  <a:pt x="12037" y="41348"/>
                                </a:cubicBezTo>
                                <a:cubicBezTo>
                                  <a:pt x="13069" y="27289"/>
                                  <a:pt x="11863" y="12818"/>
                                  <a:pt x="3698" y="880"/>
                                </a:cubicBezTo>
                                <a:cubicBezTo>
                                  <a:pt x="2347" y="-1096"/>
                                  <a:pt x="-714" y="575"/>
                                  <a:pt x="439" y="2740"/>
                                </a:cubicBezTo>
                                <a:cubicBezTo>
                                  <a:pt x="8429" y="17782"/>
                                  <a:pt x="5858" y="34340"/>
                                  <a:pt x="1790" y="50089"/>
                                </a:cubicBezTo>
                                <a:cubicBezTo>
                                  <a:pt x="-254" y="57997"/>
                                  <a:pt x="-2675" y="69465"/>
                                  <a:pt x="7824" y="72424"/>
                                </a:cubicBezTo>
                                <a:cubicBezTo>
                                  <a:pt x="11597" y="73485"/>
                                  <a:pt x="15960" y="73044"/>
                                  <a:pt x="19801" y="72705"/>
                                </a:cubicBezTo>
                                <a:cubicBezTo>
                                  <a:pt x="24392" y="72303"/>
                                  <a:pt x="28823" y="71524"/>
                                  <a:pt x="31884" y="67833"/>
                                </a:cubicBezTo>
                                <a:cubicBezTo>
                                  <a:pt x="33303" y="66124"/>
                                  <a:pt x="32547" y="64037"/>
                                  <a:pt x="30576" y="63271"/>
                                </a:cubicBezTo>
                                <a:cubicBezTo>
                                  <a:pt x="26532" y="61707"/>
                                  <a:pt x="22619" y="62729"/>
                                  <a:pt x="18425" y="63044"/>
                                </a:cubicBezTo>
                                <a:close/>
                              </a:path>
                            </a:pathLst>
                          </a:custGeom>
                          <a:solidFill>
                            <a:srgbClr val="2D2929"/>
                          </a:solidFill>
                          <a:ln w="4839" cap="flat">
                            <a:noFill/>
                            <a:prstDash val="solid"/>
                            <a:miter/>
                          </a:ln>
                        </p:spPr>
                        <p:txBody>
                          <a:bodyPr rtlCol="0" anchor="ctr"/>
                          <a:lstStyle/>
                          <a:p>
                            <a:endParaRPr lang="vi-VN"/>
                          </a:p>
                        </p:txBody>
                      </p:sp>
                      <p:grpSp>
                        <p:nvGrpSpPr>
                          <p:cNvPr id="1168" name="Graphic 1991">
                            <a:extLst>
                              <a:ext uri="{FF2B5EF4-FFF2-40B4-BE49-F238E27FC236}">
                                <a16:creationId xmlns:a16="http://schemas.microsoft.com/office/drawing/2014/main" id="{647A4E0F-4E07-8AE9-F8E9-FBEE31920F5D}"/>
                              </a:ext>
                            </a:extLst>
                          </p:cNvPr>
                          <p:cNvGrpSpPr/>
                          <p:nvPr/>
                        </p:nvGrpSpPr>
                        <p:grpSpPr>
                          <a:xfrm>
                            <a:off x="3028108" y="4393033"/>
                            <a:ext cx="180500" cy="195207"/>
                            <a:chOff x="3028108" y="4393033"/>
                            <a:chExt cx="180500" cy="195207"/>
                          </a:xfrm>
                        </p:grpSpPr>
                        <p:sp>
                          <p:nvSpPr>
                            <p:cNvPr id="1169" name="Freeform: Shape 1168">
                              <a:extLst>
                                <a:ext uri="{FF2B5EF4-FFF2-40B4-BE49-F238E27FC236}">
                                  <a16:creationId xmlns:a16="http://schemas.microsoft.com/office/drawing/2014/main" id="{2774A57D-961A-5A33-ED06-F3CD736F738E}"/>
                                </a:ext>
                              </a:extLst>
                            </p:cNvPr>
                            <p:cNvSpPr/>
                            <p:nvPr/>
                          </p:nvSpPr>
                          <p:spPr>
                            <a:xfrm>
                              <a:off x="3148314" y="4557901"/>
                              <a:ext cx="60294" cy="30339"/>
                            </a:xfrm>
                            <a:custGeom>
                              <a:avLst/>
                              <a:gdLst>
                                <a:gd name="connsiteX0" fmla="*/ 57960 w 60294"/>
                                <a:gd name="connsiteY0" fmla="*/ 166 h 30339"/>
                                <a:gd name="connsiteX1" fmla="*/ 29886 w 60294"/>
                                <a:gd name="connsiteY1" fmla="*/ 14617 h 30339"/>
                                <a:gd name="connsiteX2" fmla="*/ 16088 w 60294"/>
                                <a:gd name="connsiteY2" fmla="*/ 20545 h 30339"/>
                                <a:gd name="connsiteX3" fmla="*/ 1206 w 60294"/>
                                <a:gd name="connsiteY3" fmla="*/ 25906 h 30339"/>
                                <a:gd name="connsiteX4" fmla="*/ 2194 w 60294"/>
                                <a:gd name="connsiteY4" fmla="*/ 30332 h 30339"/>
                                <a:gd name="connsiteX5" fmla="*/ 17357 w 60294"/>
                                <a:gd name="connsiteY5" fmla="*/ 26095 h 30339"/>
                                <a:gd name="connsiteX6" fmla="*/ 32457 w 60294"/>
                                <a:gd name="connsiteY6" fmla="*/ 20017 h 30339"/>
                                <a:gd name="connsiteX7" fmla="*/ 59796 w 60294"/>
                                <a:gd name="connsiteY7" fmla="*/ 2752 h 30339"/>
                                <a:gd name="connsiteX8" fmla="*/ 57960 w 60294"/>
                                <a:gd name="connsiteY8" fmla="*/ 166 h 3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94" h="30339">
                                  <a:moveTo>
                                    <a:pt x="57960" y="166"/>
                                  </a:moveTo>
                                  <a:cubicBezTo>
                                    <a:pt x="48453" y="4689"/>
                                    <a:pt x="39388" y="10074"/>
                                    <a:pt x="29886" y="14617"/>
                                  </a:cubicBezTo>
                                  <a:cubicBezTo>
                                    <a:pt x="25367" y="16777"/>
                                    <a:pt x="20767" y="18753"/>
                                    <a:pt x="16088" y="20545"/>
                                  </a:cubicBezTo>
                                  <a:cubicBezTo>
                                    <a:pt x="11187" y="22419"/>
                                    <a:pt x="5923" y="23649"/>
                                    <a:pt x="1206" y="25906"/>
                                  </a:cubicBezTo>
                                  <a:cubicBezTo>
                                    <a:pt x="-794" y="26865"/>
                                    <a:pt x="-198" y="30526"/>
                                    <a:pt x="2194" y="30332"/>
                                  </a:cubicBezTo>
                                  <a:cubicBezTo>
                                    <a:pt x="7342" y="29921"/>
                                    <a:pt x="12505" y="27809"/>
                                    <a:pt x="17357" y="26095"/>
                                  </a:cubicBezTo>
                                  <a:cubicBezTo>
                                    <a:pt x="22471" y="24283"/>
                                    <a:pt x="27513" y="22254"/>
                                    <a:pt x="32457" y="20017"/>
                                  </a:cubicBezTo>
                                  <a:cubicBezTo>
                                    <a:pt x="42230" y="15590"/>
                                    <a:pt x="51998" y="10210"/>
                                    <a:pt x="59796" y="2752"/>
                                  </a:cubicBezTo>
                                  <a:cubicBezTo>
                                    <a:pt x="61113" y="1488"/>
                                    <a:pt x="59582" y="-604"/>
                                    <a:pt x="57960" y="166"/>
                                  </a:cubicBezTo>
                                  <a:close/>
                                </a:path>
                              </a:pathLst>
                            </a:custGeom>
                            <a:solidFill>
                              <a:srgbClr val="2D2929"/>
                            </a:solidFill>
                            <a:ln w="4839" cap="flat">
                              <a:noFill/>
                              <a:prstDash val="solid"/>
                              <a:miter/>
                            </a:ln>
                          </p:spPr>
                          <p:txBody>
                            <a:bodyPr rtlCol="0" anchor="ctr"/>
                            <a:lstStyle/>
                            <a:p>
                              <a:endParaRPr lang="vi-VN"/>
                            </a:p>
                          </p:txBody>
                        </p:sp>
                        <p:sp>
                          <p:nvSpPr>
                            <p:cNvPr id="1170" name="Freeform: Shape 1169">
                              <a:extLst>
                                <a:ext uri="{FF2B5EF4-FFF2-40B4-BE49-F238E27FC236}">
                                  <a16:creationId xmlns:a16="http://schemas.microsoft.com/office/drawing/2014/main" id="{FCC44068-2BC3-37C7-E219-8F17D99A2C52}"/>
                                </a:ext>
                              </a:extLst>
                            </p:cNvPr>
                            <p:cNvSpPr/>
                            <p:nvPr/>
                          </p:nvSpPr>
                          <p:spPr>
                            <a:xfrm>
                              <a:off x="3165270" y="4439564"/>
                              <a:ext cx="17408" cy="38567"/>
                            </a:xfrm>
                            <a:custGeom>
                              <a:avLst/>
                              <a:gdLst>
                                <a:gd name="connsiteX0" fmla="*/ 15709 w 17408"/>
                                <a:gd name="connsiteY0" fmla="*/ 17397 h 38567"/>
                                <a:gd name="connsiteX1" fmla="*/ 13869 w 17408"/>
                                <a:gd name="connsiteY1" fmla="*/ 38474 h 38567"/>
                                <a:gd name="connsiteX2" fmla="*/ 1699 w 17408"/>
                                <a:gd name="connsiteY2" fmla="*/ 21170 h 38567"/>
                                <a:gd name="connsiteX3" fmla="*/ 3539 w 17408"/>
                                <a:gd name="connsiteY3" fmla="*/ 94 h 38567"/>
                                <a:gd name="connsiteX4" fmla="*/ 15709 w 17408"/>
                                <a:gd name="connsiteY4" fmla="*/ 17397 h 385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08" h="38567">
                                  <a:moveTo>
                                    <a:pt x="15709" y="17397"/>
                                  </a:moveTo>
                                  <a:cubicBezTo>
                                    <a:pt x="18562" y="27994"/>
                                    <a:pt x="17739" y="37433"/>
                                    <a:pt x="13869" y="38474"/>
                                  </a:cubicBezTo>
                                  <a:cubicBezTo>
                                    <a:pt x="10000" y="39515"/>
                                    <a:pt x="4551" y="31766"/>
                                    <a:pt x="1699" y="21170"/>
                                  </a:cubicBezTo>
                                  <a:cubicBezTo>
                                    <a:pt x="-1154" y="10574"/>
                                    <a:pt x="-330" y="1135"/>
                                    <a:pt x="3539" y="94"/>
                                  </a:cubicBezTo>
                                  <a:cubicBezTo>
                                    <a:pt x="7409" y="-947"/>
                                    <a:pt x="12857" y="6796"/>
                                    <a:pt x="15709" y="17397"/>
                                  </a:cubicBezTo>
                                  <a:close/>
                                </a:path>
                              </a:pathLst>
                            </a:custGeom>
                            <a:solidFill>
                              <a:srgbClr val="2D2929"/>
                            </a:solidFill>
                            <a:ln w="4839" cap="flat">
                              <a:noFill/>
                              <a:prstDash val="solid"/>
                              <a:miter/>
                            </a:ln>
                          </p:spPr>
                          <p:txBody>
                            <a:bodyPr rtlCol="0" anchor="ctr"/>
                            <a:lstStyle/>
                            <a:p>
                              <a:endParaRPr lang="vi-VN"/>
                            </a:p>
                          </p:txBody>
                        </p:sp>
                        <p:sp>
                          <p:nvSpPr>
                            <p:cNvPr id="1171" name="Freeform: Shape 1170">
                              <a:extLst>
                                <a:ext uri="{FF2B5EF4-FFF2-40B4-BE49-F238E27FC236}">
                                  <a16:creationId xmlns:a16="http://schemas.microsoft.com/office/drawing/2014/main" id="{4DFF1D00-D116-A266-BF45-C7AF13F33F7A}"/>
                                </a:ext>
                              </a:extLst>
                            </p:cNvPr>
                            <p:cNvSpPr/>
                            <p:nvPr/>
                          </p:nvSpPr>
                          <p:spPr>
                            <a:xfrm>
                              <a:off x="3054305" y="4481283"/>
                              <a:ext cx="16226" cy="35948"/>
                            </a:xfrm>
                            <a:custGeom>
                              <a:avLst/>
                              <a:gdLst>
                                <a:gd name="connsiteX0" fmla="*/ 14644 w 16226"/>
                                <a:gd name="connsiteY0" fmla="*/ 16219 h 35948"/>
                                <a:gd name="connsiteX1" fmla="*/ 12925 w 16226"/>
                                <a:gd name="connsiteY1" fmla="*/ 35862 h 35948"/>
                                <a:gd name="connsiteX2" fmla="*/ 1583 w 16226"/>
                                <a:gd name="connsiteY2" fmla="*/ 19730 h 35948"/>
                                <a:gd name="connsiteX3" fmla="*/ 3297 w 16226"/>
                                <a:gd name="connsiteY3" fmla="*/ 87 h 35948"/>
                                <a:gd name="connsiteX4" fmla="*/ 14644 w 16226"/>
                                <a:gd name="connsiteY4" fmla="*/ 16219 h 35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6" h="35948">
                                  <a:moveTo>
                                    <a:pt x="14644" y="16219"/>
                                  </a:moveTo>
                                  <a:cubicBezTo>
                                    <a:pt x="17303" y="26098"/>
                                    <a:pt x="16533" y="34893"/>
                                    <a:pt x="12925" y="35862"/>
                                  </a:cubicBezTo>
                                  <a:cubicBezTo>
                                    <a:pt x="9317" y="36830"/>
                                    <a:pt x="4242" y="29609"/>
                                    <a:pt x="1583" y="19730"/>
                                  </a:cubicBezTo>
                                  <a:cubicBezTo>
                                    <a:pt x="-1076" y="9850"/>
                                    <a:pt x="-306" y="1056"/>
                                    <a:pt x="3297" y="87"/>
                                  </a:cubicBezTo>
                                  <a:cubicBezTo>
                                    <a:pt x="6905" y="-882"/>
                                    <a:pt x="11985" y="6339"/>
                                    <a:pt x="14644" y="16219"/>
                                  </a:cubicBezTo>
                                  <a:close/>
                                </a:path>
                              </a:pathLst>
                            </a:custGeom>
                            <a:solidFill>
                              <a:srgbClr val="2D2929"/>
                            </a:solidFill>
                            <a:ln w="4839" cap="flat">
                              <a:noFill/>
                              <a:prstDash val="solid"/>
                              <a:miter/>
                            </a:ln>
                          </p:spPr>
                          <p:txBody>
                            <a:bodyPr rtlCol="0" anchor="ctr"/>
                            <a:lstStyle/>
                            <a:p>
                              <a:endParaRPr lang="vi-VN"/>
                            </a:p>
                          </p:txBody>
                        </p:sp>
                        <p:sp>
                          <p:nvSpPr>
                            <p:cNvPr id="1172" name="Freeform: Shape 1171">
                              <a:extLst>
                                <a:ext uri="{FF2B5EF4-FFF2-40B4-BE49-F238E27FC236}">
                                  <a16:creationId xmlns:a16="http://schemas.microsoft.com/office/drawing/2014/main" id="{7930B29E-78F1-FF69-F8ED-0325DF340DD1}"/>
                                </a:ext>
                              </a:extLst>
                            </p:cNvPr>
                            <p:cNvSpPr/>
                            <p:nvPr/>
                          </p:nvSpPr>
                          <p:spPr>
                            <a:xfrm>
                              <a:off x="3135547" y="4393033"/>
                              <a:ext cx="65179" cy="30388"/>
                            </a:xfrm>
                            <a:custGeom>
                              <a:avLst/>
                              <a:gdLst>
                                <a:gd name="connsiteX0" fmla="*/ 62204 w 65179"/>
                                <a:gd name="connsiteY0" fmla="*/ 4627 h 30388"/>
                                <a:gd name="connsiteX1" fmla="*/ 27824 w 65179"/>
                                <a:gd name="connsiteY1" fmla="*/ 2041 h 30388"/>
                                <a:gd name="connsiteX2" fmla="*/ 13673 w 65179"/>
                                <a:gd name="connsiteY2" fmla="*/ 8066 h 30388"/>
                                <a:gd name="connsiteX3" fmla="*/ 462 w 65179"/>
                                <a:gd name="connsiteY3" fmla="*/ 21447 h 30388"/>
                                <a:gd name="connsiteX4" fmla="*/ 2636 w 65179"/>
                                <a:gd name="connsiteY4" fmla="*/ 29127 h 30388"/>
                                <a:gd name="connsiteX5" fmla="*/ 10622 w 65179"/>
                                <a:gd name="connsiteY5" fmla="*/ 29074 h 30388"/>
                                <a:gd name="connsiteX6" fmla="*/ 16177 w 65179"/>
                                <a:gd name="connsiteY6" fmla="*/ 24633 h 30388"/>
                                <a:gd name="connsiteX7" fmla="*/ 17000 w 65179"/>
                                <a:gd name="connsiteY7" fmla="*/ 24047 h 30388"/>
                                <a:gd name="connsiteX8" fmla="*/ 18269 w 65179"/>
                                <a:gd name="connsiteY8" fmla="*/ 23195 h 30388"/>
                                <a:gd name="connsiteX9" fmla="*/ 21054 w 65179"/>
                                <a:gd name="connsiteY9" fmla="*/ 21389 h 30388"/>
                                <a:gd name="connsiteX10" fmla="*/ 23897 w 65179"/>
                                <a:gd name="connsiteY10" fmla="*/ 19766 h 30388"/>
                                <a:gd name="connsiteX11" fmla="*/ 25524 w 65179"/>
                                <a:gd name="connsiteY11" fmla="*/ 18948 h 30388"/>
                                <a:gd name="connsiteX12" fmla="*/ 25742 w 65179"/>
                                <a:gd name="connsiteY12" fmla="*/ 18851 h 30388"/>
                                <a:gd name="connsiteX13" fmla="*/ 32284 w 65179"/>
                                <a:gd name="connsiteY13" fmla="*/ 16599 h 30388"/>
                                <a:gd name="connsiteX14" fmla="*/ 35481 w 65179"/>
                                <a:gd name="connsiteY14" fmla="*/ 15853 h 30388"/>
                                <a:gd name="connsiteX15" fmla="*/ 35786 w 65179"/>
                                <a:gd name="connsiteY15" fmla="*/ 15795 h 30388"/>
                                <a:gd name="connsiteX16" fmla="*/ 37525 w 65179"/>
                                <a:gd name="connsiteY16" fmla="*/ 15563 h 30388"/>
                                <a:gd name="connsiteX17" fmla="*/ 44067 w 65179"/>
                                <a:gd name="connsiteY17" fmla="*/ 15257 h 30388"/>
                                <a:gd name="connsiteX18" fmla="*/ 45520 w 65179"/>
                                <a:gd name="connsiteY18" fmla="*/ 15311 h 30388"/>
                                <a:gd name="connsiteX19" fmla="*/ 46358 w 65179"/>
                                <a:gd name="connsiteY19" fmla="*/ 15374 h 30388"/>
                                <a:gd name="connsiteX20" fmla="*/ 49327 w 65179"/>
                                <a:gd name="connsiteY20" fmla="*/ 15800 h 30388"/>
                                <a:gd name="connsiteX21" fmla="*/ 57903 w 65179"/>
                                <a:gd name="connsiteY21" fmla="*/ 17287 h 30388"/>
                                <a:gd name="connsiteX22" fmla="*/ 62204 w 65179"/>
                                <a:gd name="connsiteY22" fmla="*/ 4627 h 3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5179" h="30388">
                                  <a:moveTo>
                                    <a:pt x="62204" y="4627"/>
                                  </a:moveTo>
                                  <a:cubicBezTo>
                                    <a:pt x="51719" y="-1039"/>
                                    <a:pt x="39147" y="-995"/>
                                    <a:pt x="27824" y="2041"/>
                                  </a:cubicBezTo>
                                  <a:cubicBezTo>
                                    <a:pt x="22889" y="3363"/>
                                    <a:pt x="18056" y="5446"/>
                                    <a:pt x="13673" y="8066"/>
                                  </a:cubicBezTo>
                                  <a:cubicBezTo>
                                    <a:pt x="8511" y="11151"/>
                                    <a:pt x="2888" y="15814"/>
                                    <a:pt x="462" y="21447"/>
                                  </a:cubicBezTo>
                                  <a:cubicBezTo>
                                    <a:pt x="-676" y="24091"/>
                                    <a:pt x="380" y="27433"/>
                                    <a:pt x="2636" y="29127"/>
                                  </a:cubicBezTo>
                                  <a:cubicBezTo>
                                    <a:pt x="5087" y="30968"/>
                                    <a:pt x="8157" y="30658"/>
                                    <a:pt x="10622" y="29074"/>
                                  </a:cubicBezTo>
                                  <a:cubicBezTo>
                                    <a:pt x="12642" y="27776"/>
                                    <a:pt x="14293" y="26115"/>
                                    <a:pt x="16177" y="24633"/>
                                  </a:cubicBezTo>
                                  <a:cubicBezTo>
                                    <a:pt x="16308" y="24546"/>
                                    <a:pt x="16821" y="24168"/>
                                    <a:pt x="17000" y="24047"/>
                                  </a:cubicBezTo>
                                  <a:cubicBezTo>
                                    <a:pt x="17422" y="23757"/>
                                    <a:pt x="17843" y="23476"/>
                                    <a:pt x="18269" y="23195"/>
                                  </a:cubicBezTo>
                                  <a:cubicBezTo>
                                    <a:pt x="19194" y="22590"/>
                                    <a:pt x="20114" y="21970"/>
                                    <a:pt x="21054" y="21389"/>
                                  </a:cubicBezTo>
                                  <a:cubicBezTo>
                                    <a:pt x="21979" y="20812"/>
                                    <a:pt x="22928" y="20275"/>
                                    <a:pt x="23897" y="19766"/>
                                  </a:cubicBezTo>
                                  <a:cubicBezTo>
                                    <a:pt x="24434" y="19485"/>
                                    <a:pt x="24977" y="19214"/>
                                    <a:pt x="25524" y="18948"/>
                                  </a:cubicBezTo>
                                  <a:cubicBezTo>
                                    <a:pt x="24807" y="19296"/>
                                    <a:pt x="25311" y="19030"/>
                                    <a:pt x="25742" y="18851"/>
                                  </a:cubicBezTo>
                                  <a:cubicBezTo>
                                    <a:pt x="27873" y="17960"/>
                                    <a:pt x="30052" y="17195"/>
                                    <a:pt x="32284" y="16599"/>
                                  </a:cubicBezTo>
                                  <a:cubicBezTo>
                                    <a:pt x="33340" y="16318"/>
                                    <a:pt x="34411" y="16076"/>
                                    <a:pt x="35481" y="15853"/>
                                  </a:cubicBezTo>
                                  <a:cubicBezTo>
                                    <a:pt x="35583" y="15834"/>
                                    <a:pt x="35689" y="15814"/>
                                    <a:pt x="35786" y="15795"/>
                                  </a:cubicBezTo>
                                  <a:cubicBezTo>
                                    <a:pt x="36367" y="15708"/>
                                    <a:pt x="36943" y="15630"/>
                                    <a:pt x="37525" y="15563"/>
                                  </a:cubicBezTo>
                                  <a:cubicBezTo>
                                    <a:pt x="39694" y="15316"/>
                                    <a:pt x="41883" y="15209"/>
                                    <a:pt x="44067" y="15257"/>
                                  </a:cubicBezTo>
                                  <a:cubicBezTo>
                                    <a:pt x="44552" y="15267"/>
                                    <a:pt x="45036" y="15287"/>
                                    <a:pt x="45520" y="15311"/>
                                  </a:cubicBezTo>
                                  <a:cubicBezTo>
                                    <a:pt x="45748" y="15325"/>
                                    <a:pt x="46135" y="15359"/>
                                    <a:pt x="46358" y="15374"/>
                                  </a:cubicBezTo>
                                  <a:cubicBezTo>
                                    <a:pt x="47351" y="15490"/>
                                    <a:pt x="48344" y="15626"/>
                                    <a:pt x="49327" y="15800"/>
                                  </a:cubicBezTo>
                                  <a:cubicBezTo>
                                    <a:pt x="52184" y="16318"/>
                                    <a:pt x="55046" y="16725"/>
                                    <a:pt x="57903" y="17287"/>
                                  </a:cubicBezTo>
                                  <a:cubicBezTo>
                                    <a:pt x="64567" y="18580"/>
                                    <a:pt x="68054" y="7790"/>
                                    <a:pt x="62204" y="4627"/>
                                  </a:cubicBezTo>
                                  <a:close/>
                                </a:path>
                              </a:pathLst>
                            </a:custGeom>
                            <a:solidFill>
                              <a:srgbClr val="5B151A"/>
                            </a:solidFill>
                            <a:ln w="4839" cap="flat">
                              <a:noFill/>
                              <a:prstDash val="solid"/>
                              <a:miter/>
                            </a:ln>
                          </p:spPr>
                          <p:txBody>
                            <a:bodyPr rtlCol="0" anchor="ctr"/>
                            <a:lstStyle/>
                            <a:p>
                              <a:endParaRPr lang="vi-VN"/>
                            </a:p>
                          </p:txBody>
                        </p:sp>
                        <p:grpSp>
                          <p:nvGrpSpPr>
                            <p:cNvPr id="1173" name="Graphic 1991">
                              <a:extLst>
                                <a:ext uri="{FF2B5EF4-FFF2-40B4-BE49-F238E27FC236}">
                                  <a16:creationId xmlns:a16="http://schemas.microsoft.com/office/drawing/2014/main" id="{4D6A6A08-F013-5461-7231-544C6C4559BF}"/>
                                </a:ext>
                              </a:extLst>
                            </p:cNvPr>
                            <p:cNvGrpSpPr/>
                            <p:nvPr/>
                          </p:nvGrpSpPr>
                          <p:grpSpPr>
                            <a:xfrm>
                              <a:off x="3028108" y="4439030"/>
                              <a:ext cx="47075" cy="26105"/>
                              <a:chOff x="3028108" y="4439030"/>
                              <a:chExt cx="47075" cy="26105"/>
                            </a:xfrm>
                          </p:grpSpPr>
                          <p:sp>
                            <p:nvSpPr>
                              <p:cNvPr id="1174" name="Freeform: Shape 1173">
                                <a:extLst>
                                  <a:ext uri="{FF2B5EF4-FFF2-40B4-BE49-F238E27FC236}">
                                    <a16:creationId xmlns:a16="http://schemas.microsoft.com/office/drawing/2014/main" id="{2739B52C-8D0D-5B58-A4FF-106B093A4C08}"/>
                                  </a:ext>
                                </a:extLst>
                              </p:cNvPr>
                              <p:cNvSpPr/>
                              <p:nvPr/>
                            </p:nvSpPr>
                            <p:spPr>
                              <a:xfrm>
                                <a:off x="3038163" y="4462476"/>
                                <a:ext cx="310" cy="214"/>
                              </a:xfrm>
                              <a:custGeom>
                                <a:avLst/>
                                <a:gdLst>
                                  <a:gd name="connsiteX0" fmla="*/ 218 w 310"/>
                                  <a:gd name="connsiteY0" fmla="*/ 45 h 214"/>
                                  <a:gd name="connsiteX1" fmla="*/ 0 w 310"/>
                                  <a:gd name="connsiteY1" fmla="*/ 215 h 214"/>
                                  <a:gd name="connsiteX2" fmla="*/ 218 w 310"/>
                                  <a:gd name="connsiteY2" fmla="*/ 45 h 214"/>
                                </a:gdLst>
                                <a:ahLst/>
                                <a:cxnLst>
                                  <a:cxn ang="0">
                                    <a:pos x="connsiteX0" y="connsiteY0"/>
                                  </a:cxn>
                                  <a:cxn ang="0">
                                    <a:pos x="connsiteX1" y="connsiteY1"/>
                                  </a:cxn>
                                  <a:cxn ang="0">
                                    <a:pos x="connsiteX2" y="connsiteY2"/>
                                  </a:cxn>
                                </a:cxnLst>
                                <a:rect l="l" t="t" r="r" b="b"/>
                                <a:pathLst>
                                  <a:path w="310" h="214">
                                    <a:moveTo>
                                      <a:pt x="218" y="45"/>
                                    </a:moveTo>
                                    <a:cubicBezTo>
                                      <a:pt x="140" y="99"/>
                                      <a:pt x="77" y="167"/>
                                      <a:pt x="0" y="215"/>
                                    </a:cubicBezTo>
                                    <a:cubicBezTo>
                                      <a:pt x="363" y="-22"/>
                                      <a:pt x="368" y="-37"/>
                                      <a:pt x="218" y="45"/>
                                    </a:cubicBezTo>
                                    <a:close/>
                                  </a:path>
                                </a:pathLst>
                              </a:custGeom>
                              <a:solidFill>
                                <a:srgbClr val="2D2929"/>
                              </a:solidFill>
                              <a:ln w="4839" cap="flat">
                                <a:noFill/>
                                <a:prstDash val="solid"/>
                                <a:miter/>
                              </a:ln>
                            </p:spPr>
                            <p:txBody>
                              <a:bodyPr rtlCol="0" anchor="ctr"/>
                              <a:lstStyle/>
                              <a:p>
                                <a:endParaRPr lang="vi-VN"/>
                              </a:p>
                            </p:txBody>
                          </p:sp>
                          <p:sp>
                            <p:nvSpPr>
                              <p:cNvPr id="1175" name="Freeform: Shape 1174">
                                <a:extLst>
                                  <a:ext uri="{FF2B5EF4-FFF2-40B4-BE49-F238E27FC236}">
                                    <a16:creationId xmlns:a16="http://schemas.microsoft.com/office/drawing/2014/main" id="{B98091E1-587D-0BFD-5FD5-F977E0AD10EF}"/>
                                  </a:ext>
                                </a:extLst>
                              </p:cNvPr>
                              <p:cNvSpPr/>
                              <p:nvPr/>
                            </p:nvSpPr>
                            <p:spPr>
                              <a:xfrm>
                                <a:off x="3028108" y="4439030"/>
                                <a:ext cx="47075" cy="26105"/>
                              </a:xfrm>
                              <a:custGeom>
                                <a:avLst/>
                                <a:gdLst>
                                  <a:gd name="connsiteX0" fmla="*/ 43805 w 47075"/>
                                  <a:gd name="connsiteY0" fmla="*/ 1946 h 26105"/>
                                  <a:gd name="connsiteX1" fmla="*/ 35436 w 47075"/>
                                  <a:gd name="connsiteY1" fmla="*/ 33 h 26105"/>
                                  <a:gd name="connsiteX2" fmla="*/ 31204 w 47075"/>
                                  <a:gd name="connsiteY2" fmla="*/ 91 h 26105"/>
                                  <a:gd name="connsiteX3" fmla="*/ 22113 w 47075"/>
                                  <a:gd name="connsiteY3" fmla="*/ 1703 h 26105"/>
                                  <a:gd name="connsiteX4" fmla="*/ 7202 w 47075"/>
                                  <a:gd name="connsiteY4" fmla="*/ 9656 h 26105"/>
                                  <a:gd name="connsiteX5" fmla="*/ 403 w 47075"/>
                                  <a:gd name="connsiteY5" fmla="*/ 18363 h 26105"/>
                                  <a:gd name="connsiteX6" fmla="*/ 3347 w 47075"/>
                                  <a:gd name="connsiteY6" fmla="*/ 25933 h 26105"/>
                                  <a:gd name="connsiteX7" fmla="*/ 7391 w 47075"/>
                                  <a:gd name="connsiteY7" fmla="*/ 25245 h 26105"/>
                                  <a:gd name="connsiteX8" fmla="*/ 10273 w 47075"/>
                                  <a:gd name="connsiteY8" fmla="*/ 23492 h 26105"/>
                                  <a:gd name="connsiteX9" fmla="*/ 11648 w 47075"/>
                                  <a:gd name="connsiteY9" fmla="*/ 22402 h 26105"/>
                                  <a:gd name="connsiteX10" fmla="*/ 13358 w 47075"/>
                                  <a:gd name="connsiteY10" fmla="*/ 20726 h 26105"/>
                                  <a:gd name="connsiteX11" fmla="*/ 13914 w 47075"/>
                                  <a:gd name="connsiteY11" fmla="*/ 20194 h 26105"/>
                                  <a:gd name="connsiteX12" fmla="*/ 14045 w 47075"/>
                                  <a:gd name="connsiteY12" fmla="*/ 20087 h 26105"/>
                                  <a:gd name="connsiteX13" fmla="*/ 17372 w 47075"/>
                                  <a:gd name="connsiteY13" fmla="*/ 17574 h 26105"/>
                                  <a:gd name="connsiteX14" fmla="*/ 20084 w 47075"/>
                                  <a:gd name="connsiteY14" fmla="*/ 15937 h 26105"/>
                                  <a:gd name="connsiteX15" fmla="*/ 21387 w 47075"/>
                                  <a:gd name="connsiteY15" fmla="*/ 15268 h 26105"/>
                                  <a:gd name="connsiteX16" fmla="*/ 23237 w 47075"/>
                                  <a:gd name="connsiteY16" fmla="*/ 14421 h 26105"/>
                                  <a:gd name="connsiteX17" fmla="*/ 27305 w 47075"/>
                                  <a:gd name="connsiteY17" fmla="*/ 12968 h 26105"/>
                                  <a:gd name="connsiteX18" fmla="*/ 29518 w 47075"/>
                                  <a:gd name="connsiteY18" fmla="*/ 12397 h 26105"/>
                                  <a:gd name="connsiteX19" fmla="*/ 30264 w 47075"/>
                                  <a:gd name="connsiteY19" fmla="*/ 12242 h 26105"/>
                                  <a:gd name="connsiteX20" fmla="*/ 30497 w 47075"/>
                                  <a:gd name="connsiteY20" fmla="*/ 12203 h 26105"/>
                                  <a:gd name="connsiteX21" fmla="*/ 35049 w 47075"/>
                                  <a:gd name="connsiteY21" fmla="*/ 11791 h 26105"/>
                                  <a:gd name="connsiteX22" fmla="*/ 37078 w 47075"/>
                                  <a:gd name="connsiteY22" fmla="*/ 11806 h 26105"/>
                                  <a:gd name="connsiteX23" fmla="*/ 42846 w 47075"/>
                                  <a:gd name="connsiteY23" fmla="*/ 11622 h 26105"/>
                                  <a:gd name="connsiteX24" fmla="*/ 47050 w 47075"/>
                                  <a:gd name="connsiteY24" fmla="*/ 7157 h 26105"/>
                                  <a:gd name="connsiteX25" fmla="*/ 43805 w 47075"/>
                                  <a:gd name="connsiteY25" fmla="*/ 1946 h 26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075" h="26105">
                                    <a:moveTo>
                                      <a:pt x="43805" y="1946"/>
                                    </a:moveTo>
                                    <a:cubicBezTo>
                                      <a:pt x="40860" y="628"/>
                                      <a:pt x="38512" y="163"/>
                                      <a:pt x="35436" y="33"/>
                                    </a:cubicBezTo>
                                    <a:cubicBezTo>
                                      <a:pt x="34022" y="-25"/>
                                      <a:pt x="32613" y="-6"/>
                                      <a:pt x="31204" y="91"/>
                                    </a:cubicBezTo>
                                    <a:cubicBezTo>
                                      <a:pt x="28138" y="309"/>
                                      <a:pt x="25073" y="875"/>
                                      <a:pt x="22113" y="1703"/>
                                    </a:cubicBezTo>
                                    <a:cubicBezTo>
                                      <a:pt x="16680" y="3229"/>
                                      <a:pt x="11488" y="5980"/>
                                      <a:pt x="7202" y="9656"/>
                                    </a:cubicBezTo>
                                    <a:cubicBezTo>
                                      <a:pt x="4379" y="12077"/>
                                      <a:pt x="1536" y="14687"/>
                                      <a:pt x="403" y="18363"/>
                                    </a:cubicBezTo>
                                    <a:cubicBezTo>
                                      <a:pt x="-493" y="21264"/>
                                      <a:pt x="-53" y="25012"/>
                                      <a:pt x="3347" y="25933"/>
                                    </a:cubicBezTo>
                                    <a:cubicBezTo>
                                      <a:pt x="4824" y="26334"/>
                                      <a:pt x="6083" y="26005"/>
                                      <a:pt x="7391" y="25245"/>
                                    </a:cubicBezTo>
                                    <a:cubicBezTo>
                                      <a:pt x="6970" y="25487"/>
                                      <a:pt x="9750" y="23777"/>
                                      <a:pt x="10273" y="23492"/>
                                    </a:cubicBezTo>
                                    <a:cubicBezTo>
                                      <a:pt x="10752" y="23157"/>
                                      <a:pt x="11212" y="22799"/>
                                      <a:pt x="11648" y="22402"/>
                                    </a:cubicBezTo>
                                    <a:cubicBezTo>
                                      <a:pt x="12244" y="21864"/>
                                      <a:pt x="12786" y="21288"/>
                                      <a:pt x="13358" y="20726"/>
                                    </a:cubicBezTo>
                                    <a:cubicBezTo>
                                      <a:pt x="13542" y="20547"/>
                                      <a:pt x="13730" y="20368"/>
                                      <a:pt x="13914" y="20194"/>
                                    </a:cubicBezTo>
                                    <a:cubicBezTo>
                                      <a:pt x="13968" y="20150"/>
                                      <a:pt x="13973" y="20150"/>
                                      <a:pt x="14045" y="20087"/>
                                    </a:cubicBezTo>
                                    <a:cubicBezTo>
                                      <a:pt x="15120" y="19201"/>
                                      <a:pt x="16215" y="18349"/>
                                      <a:pt x="17372" y="17574"/>
                                    </a:cubicBezTo>
                                    <a:cubicBezTo>
                                      <a:pt x="18254" y="16983"/>
                                      <a:pt x="19169" y="16465"/>
                                      <a:pt x="20084" y="15937"/>
                                    </a:cubicBezTo>
                                    <a:cubicBezTo>
                                      <a:pt x="20109" y="15942"/>
                                      <a:pt x="21189" y="15360"/>
                                      <a:pt x="21387" y="15268"/>
                                    </a:cubicBezTo>
                                    <a:cubicBezTo>
                                      <a:pt x="21997" y="14973"/>
                                      <a:pt x="22612" y="14687"/>
                                      <a:pt x="23237" y="14421"/>
                                    </a:cubicBezTo>
                                    <a:cubicBezTo>
                                      <a:pt x="24564" y="13854"/>
                                      <a:pt x="25925" y="13370"/>
                                      <a:pt x="27305" y="12968"/>
                                    </a:cubicBezTo>
                                    <a:cubicBezTo>
                                      <a:pt x="28036" y="12755"/>
                                      <a:pt x="28772" y="12561"/>
                                      <a:pt x="29518" y="12397"/>
                                    </a:cubicBezTo>
                                    <a:cubicBezTo>
                                      <a:pt x="29765" y="12338"/>
                                      <a:pt x="30017" y="12290"/>
                                      <a:pt x="30264" y="12242"/>
                                    </a:cubicBezTo>
                                    <a:cubicBezTo>
                                      <a:pt x="30332" y="12232"/>
                                      <a:pt x="30337" y="12227"/>
                                      <a:pt x="30497" y="12203"/>
                                    </a:cubicBezTo>
                                    <a:cubicBezTo>
                                      <a:pt x="32007" y="11985"/>
                                      <a:pt x="33519" y="11830"/>
                                      <a:pt x="35049" y="11791"/>
                                    </a:cubicBezTo>
                                    <a:cubicBezTo>
                                      <a:pt x="35722" y="11777"/>
                                      <a:pt x="36400" y="11777"/>
                                      <a:pt x="37078" y="11806"/>
                                    </a:cubicBezTo>
                                    <a:cubicBezTo>
                                      <a:pt x="39064" y="11878"/>
                                      <a:pt x="40739" y="11690"/>
                                      <a:pt x="42846" y="11622"/>
                                    </a:cubicBezTo>
                                    <a:cubicBezTo>
                                      <a:pt x="45035" y="11549"/>
                                      <a:pt x="46851" y="9176"/>
                                      <a:pt x="47050" y="7157"/>
                                    </a:cubicBezTo>
                                    <a:cubicBezTo>
                                      <a:pt x="47287" y="4837"/>
                                      <a:pt x="45853" y="2866"/>
                                      <a:pt x="43805" y="1946"/>
                                    </a:cubicBezTo>
                                    <a:close/>
                                  </a:path>
                                </a:pathLst>
                              </a:custGeom>
                              <a:solidFill>
                                <a:srgbClr val="5B151A"/>
                              </a:solidFill>
                              <a:ln w="4839" cap="flat">
                                <a:noFill/>
                                <a:prstDash val="solid"/>
                                <a:miter/>
                              </a:ln>
                            </p:spPr>
                            <p:txBody>
                              <a:bodyPr rtlCol="0" anchor="ctr"/>
                              <a:lstStyle/>
                              <a:p>
                                <a:endParaRPr lang="vi-VN"/>
                              </a:p>
                            </p:txBody>
                          </p:sp>
                        </p:grpSp>
                      </p:grpSp>
                    </p:grpSp>
                  </p:grpSp>
                  <p:grpSp>
                    <p:nvGrpSpPr>
                      <p:cNvPr id="1155" name="Graphic 1991">
                        <a:extLst>
                          <a:ext uri="{FF2B5EF4-FFF2-40B4-BE49-F238E27FC236}">
                            <a16:creationId xmlns:a16="http://schemas.microsoft.com/office/drawing/2014/main" id="{26F42490-08D1-930D-9040-144C0F92C998}"/>
                          </a:ext>
                        </a:extLst>
                      </p:cNvPr>
                      <p:cNvGrpSpPr/>
                      <p:nvPr/>
                    </p:nvGrpSpPr>
                    <p:grpSpPr>
                      <a:xfrm>
                        <a:off x="2942863" y="4145897"/>
                        <a:ext cx="632738" cy="383639"/>
                        <a:chOff x="2942863" y="4145897"/>
                        <a:chExt cx="632738" cy="383639"/>
                      </a:xfrm>
                    </p:grpSpPr>
                    <p:sp>
                      <p:nvSpPr>
                        <p:cNvPr id="1156" name="Freeform: Shape 1155">
                          <a:extLst>
                            <a:ext uri="{FF2B5EF4-FFF2-40B4-BE49-F238E27FC236}">
                              <a16:creationId xmlns:a16="http://schemas.microsoft.com/office/drawing/2014/main" id="{0FCCEE92-80C7-6262-611A-42534AA6C651}"/>
                            </a:ext>
                          </a:extLst>
                        </p:cNvPr>
                        <p:cNvSpPr/>
                        <p:nvPr/>
                      </p:nvSpPr>
                      <p:spPr>
                        <a:xfrm>
                          <a:off x="2991841" y="4221492"/>
                          <a:ext cx="295586" cy="211637"/>
                        </a:xfrm>
                        <a:custGeom>
                          <a:avLst/>
                          <a:gdLst>
                            <a:gd name="connsiteX0" fmla="*/ 254509 w 295586"/>
                            <a:gd name="connsiteY0" fmla="*/ 1039 h 211637"/>
                            <a:gd name="connsiteX1" fmla="*/ 204123 w 295586"/>
                            <a:gd name="connsiteY1" fmla="*/ 1039 h 211637"/>
                            <a:gd name="connsiteX2" fmla="*/ 140376 w 295586"/>
                            <a:gd name="connsiteY2" fmla="*/ 12653 h 211637"/>
                            <a:gd name="connsiteX3" fmla="*/ 54410 w 295586"/>
                            <a:gd name="connsiteY3" fmla="*/ 57871 h 211637"/>
                            <a:gd name="connsiteX4" fmla="*/ 15967 w 295586"/>
                            <a:gd name="connsiteY4" fmla="*/ 92168 h 211637"/>
                            <a:gd name="connsiteX5" fmla="*/ 4954 w 295586"/>
                            <a:gd name="connsiteY5" fmla="*/ 211638 h 211637"/>
                            <a:gd name="connsiteX6" fmla="*/ 205043 w 295586"/>
                            <a:gd name="connsiteY6" fmla="*/ 129982 h 211637"/>
                            <a:gd name="connsiteX7" fmla="*/ 210588 w 295586"/>
                            <a:gd name="connsiteY7" fmla="*/ 69930 h 211637"/>
                            <a:gd name="connsiteX8" fmla="*/ 287000 w 295586"/>
                            <a:gd name="connsiteY8" fmla="*/ 173592 h 211637"/>
                            <a:gd name="connsiteX9" fmla="*/ 295586 w 295586"/>
                            <a:gd name="connsiteY9" fmla="*/ 96522 h 211637"/>
                            <a:gd name="connsiteX10" fmla="*/ 254509 w 295586"/>
                            <a:gd name="connsiteY10" fmla="*/ 1039 h 2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5586" h="211637">
                              <a:moveTo>
                                <a:pt x="254509" y="1039"/>
                              </a:moveTo>
                              <a:cubicBezTo>
                                <a:pt x="243849" y="-278"/>
                                <a:pt x="213363" y="-413"/>
                                <a:pt x="204123" y="1039"/>
                              </a:cubicBezTo>
                              <a:cubicBezTo>
                                <a:pt x="194883" y="2492"/>
                                <a:pt x="148691" y="11733"/>
                                <a:pt x="140376" y="12653"/>
                              </a:cubicBezTo>
                              <a:cubicBezTo>
                                <a:pt x="132061" y="13578"/>
                                <a:pt x="54410" y="57871"/>
                                <a:pt x="54410" y="57871"/>
                              </a:cubicBezTo>
                              <a:lnTo>
                                <a:pt x="15967" y="92168"/>
                              </a:lnTo>
                              <a:cubicBezTo>
                                <a:pt x="-4141" y="139953"/>
                                <a:pt x="-2068" y="184760"/>
                                <a:pt x="4954" y="211638"/>
                              </a:cubicBezTo>
                              <a:cubicBezTo>
                                <a:pt x="4591" y="210136"/>
                                <a:pt x="205043" y="132752"/>
                                <a:pt x="205043" y="129982"/>
                              </a:cubicBezTo>
                              <a:cubicBezTo>
                                <a:pt x="205043" y="127211"/>
                                <a:pt x="189338" y="85635"/>
                                <a:pt x="210588" y="69930"/>
                              </a:cubicBezTo>
                              <a:cubicBezTo>
                                <a:pt x="210588" y="69930"/>
                                <a:pt x="204138" y="154288"/>
                                <a:pt x="287000" y="173592"/>
                              </a:cubicBezTo>
                              <a:cubicBezTo>
                                <a:pt x="287000" y="173592"/>
                                <a:pt x="295586" y="103714"/>
                                <a:pt x="295586" y="96522"/>
                              </a:cubicBezTo>
                              <a:cubicBezTo>
                                <a:pt x="295586" y="89330"/>
                                <a:pt x="265168" y="2357"/>
                                <a:pt x="254509" y="1039"/>
                              </a:cubicBezTo>
                              <a:close/>
                            </a:path>
                          </a:pathLst>
                        </a:custGeom>
                        <a:solidFill>
                          <a:srgbClr val="D87D68">
                            <a:alpha val="30000"/>
                          </a:srgbClr>
                        </a:solidFill>
                        <a:ln w="4839" cap="flat">
                          <a:noFill/>
                          <a:prstDash val="solid"/>
                          <a:miter/>
                        </a:ln>
                      </p:spPr>
                      <p:txBody>
                        <a:bodyPr rtlCol="0" anchor="ctr"/>
                        <a:lstStyle/>
                        <a:p>
                          <a:endParaRPr lang="vi-VN"/>
                        </a:p>
                      </p:txBody>
                    </p:sp>
                    <p:grpSp>
                      <p:nvGrpSpPr>
                        <p:cNvPr id="1157" name="Graphic 1991">
                          <a:extLst>
                            <a:ext uri="{FF2B5EF4-FFF2-40B4-BE49-F238E27FC236}">
                              <a16:creationId xmlns:a16="http://schemas.microsoft.com/office/drawing/2014/main" id="{250D2C13-C06D-8F8D-7D4B-FB508AEC83DF}"/>
                            </a:ext>
                          </a:extLst>
                        </p:cNvPr>
                        <p:cNvGrpSpPr/>
                        <p:nvPr/>
                      </p:nvGrpSpPr>
                      <p:grpSpPr>
                        <a:xfrm>
                          <a:off x="3363116" y="4224243"/>
                          <a:ext cx="212484" cy="305293"/>
                          <a:chOff x="3363116" y="4224243"/>
                          <a:chExt cx="212484" cy="305293"/>
                        </a:xfrm>
                      </p:grpSpPr>
                      <p:sp>
                        <p:nvSpPr>
                          <p:cNvPr id="1163" name="Freeform: Shape 1162">
                            <a:extLst>
                              <a:ext uri="{FF2B5EF4-FFF2-40B4-BE49-F238E27FC236}">
                                <a16:creationId xmlns:a16="http://schemas.microsoft.com/office/drawing/2014/main" id="{817E8D73-C35C-3574-58D2-735DAAFA0EAD}"/>
                              </a:ext>
                            </a:extLst>
                          </p:cNvPr>
                          <p:cNvSpPr/>
                          <p:nvPr/>
                        </p:nvSpPr>
                        <p:spPr>
                          <a:xfrm>
                            <a:off x="3363116" y="4224243"/>
                            <a:ext cx="212484" cy="305293"/>
                          </a:xfrm>
                          <a:custGeom>
                            <a:avLst/>
                            <a:gdLst>
                              <a:gd name="connsiteX0" fmla="*/ 0 w 212484"/>
                              <a:gd name="connsiteY0" fmla="*/ 18300 h 305293"/>
                              <a:gd name="connsiteX1" fmla="*/ 77278 w 212484"/>
                              <a:gd name="connsiteY1" fmla="*/ 16343 h 305293"/>
                              <a:gd name="connsiteX2" fmla="*/ 200976 w 212484"/>
                              <a:gd name="connsiteY2" fmla="*/ 206548 h 305293"/>
                              <a:gd name="connsiteX3" fmla="*/ 194549 w 212484"/>
                              <a:gd name="connsiteY3" fmla="*/ 292258 h 305293"/>
                              <a:gd name="connsiteX4" fmla="*/ 165274 w 212484"/>
                              <a:gd name="connsiteY4" fmla="*/ 281308 h 305293"/>
                              <a:gd name="connsiteX5" fmla="*/ 132739 w 212484"/>
                              <a:gd name="connsiteY5" fmla="*/ 295110 h 305293"/>
                              <a:gd name="connsiteX6" fmla="*/ 113455 w 212484"/>
                              <a:gd name="connsiteY6" fmla="*/ 289052 h 305293"/>
                              <a:gd name="connsiteX7" fmla="*/ 63859 w 212484"/>
                              <a:gd name="connsiteY7" fmla="*/ 302626 h 305293"/>
                              <a:gd name="connsiteX8" fmla="*/ 44419 w 212484"/>
                              <a:gd name="connsiteY8" fmla="*/ 276354 h 305293"/>
                              <a:gd name="connsiteX9" fmla="*/ 22888 w 212484"/>
                              <a:gd name="connsiteY9" fmla="*/ 262774 h 305293"/>
                              <a:gd name="connsiteX10" fmla="*/ 36530 w 212484"/>
                              <a:gd name="connsiteY10" fmla="*/ 141876 h 305293"/>
                              <a:gd name="connsiteX11" fmla="*/ 11390 w 212484"/>
                              <a:gd name="connsiteY11" fmla="*/ 60719 h 305293"/>
                              <a:gd name="connsiteX12" fmla="*/ 0 w 212484"/>
                              <a:gd name="connsiteY12" fmla="*/ 18300 h 30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2484" h="305293">
                                <a:moveTo>
                                  <a:pt x="0" y="18300"/>
                                </a:moveTo>
                                <a:cubicBezTo>
                                  <a:pt x="0" y="18300"/>
                                  <a:pt x="36617" y="-21538"/>
                                  <a:pt x="77278" y="16343"/>
                                </a:cubicBezTo>
                                <a:cubicBezTo>
                                  <a:pt x="117939" y="54225"/>
                                  <a:pt x="170489" y="98460"/>
                                  <a:pt x="200976" y="206548"/>
                                </a:cubicBezTo>
                                <a:cubicBezTo>
                                  <a:pt x="215175" y="256890"/>
                                  <a:pt x="219582" y="289071"/>
                                  <a:pt x="194549" y="292258"/>
                                </a:cubicBezTo>
                                <a:cubicBezTo>
                                  <a:pt x="169516" y="295449"/>
                                  <a:pt x="174127" y="271269"/>
                                  <a:pt x="165274" y="281308"/>
                                </a:cubicBezTo>
                                <a:cubicBezTo>
                                  <a:pt x="156421" y="291347"/>
                                  <a:pt x="144488" y="306908"/>
                                  <a:pt x="132739" y="295110"/>
                                </a:cubicBezTo>
                                <a:cubicBezTo>
                                  <a:pt x="120990" y="283313"/>
                                  <a:pt x="131185" y="275966"/>
                                  <a:pt x="113455" y="289052"/>
                                </a:cubicBezTo>
                                <a:cubicBezTo>
                                  <a:pt x="95725" y="302137"/>
                                  <a:pt x="73254" y="309600"/>
                                  <a:pt x="63859" y="302626"/>
                                </a:cubicBezTo>
                                <a:cubicBezTo>
                                  <a:pt x="54463" y="295653"/>
                                  <a:pt x="43363" y="285439"/>
                                  <a:pt x="44419" y="276354"/>
                                </a:cubicBezTo>
                                <a:cubicBezTo>
                                  <a:pt x="45475" y="267268"/>
                                  <a:pt x="15560" y="297667"/>
                                  <a:pt x="22888" y="262774"/>
                                </a:cubicBezTo>
                                <a:cubicBezTo>
                                  <a:pt x="30215" y="227881"/>
                                  <a:pt x="35624" y="181452"/>
                                  <a:pt x="36530" y="141876"/>
                                </a:cubicBezTo>
                                <a:cubicBezTo>
                                  <a:pt x="37436" y="102300"/>
                                  <a:pt x="22486" y="61789"/>
                                  <a:pt x="11390" y="60719"/>
                                </a:cubicBezTo>
                                <a:cubicBezTo>
                                  <a:pt x="291" y="59649"/>
                                  <a:pt x="0" y="18300"/>
                                  <a:pt x="0" y="18300"/>
                                </a:cubicBezTo>
                                <a:close/>
                              </a:path>
                            </a:pathLst>
                          </a:custGeom>
                          <a:solidFill>
                            <a:srgbClr val="5B151A"/>
                          </a:solidFill>
                          <a:ln w="4839" cap="flat">
                            <a:noFill/>
                            <a:prstDash val="solid"/>
                            <a:miter/>
                          </a:ln>
                        </p:spPr>
                        <p:txBody>
                          <a:bodyPr rtlCol="0" anchor="ctr"/>
                          <a:lstStyle/>
                          <a:p>
                            <a:endParaRPr lang="vi-VN"/>
                          </a:p>
                        </p:txBody>
                      </p:sp>
                      <p:sp>
                        <p:nvSpPr>
                          <p:cNvPr id="1164" name="Freeform: Shape 1163">
                            <a:extLst>
                              <a:ext uri="{FF2B5EF4-FFF2-40B4-BE49-F238E27FC236}">
                                <a16:creationId xmlns:a16="http://schemas.microsoft.com/office/drawing/2014/main" id="{8FE59A6F-9284-5DF5-0CA1-D51241AEB1C4}"/>
                              </a:ext>
                            </a:extLst>
                          </p:cNvPr>
                          <p:cNvSpPr/>
                          <p:nvPr/>
                        </p:nvSpPr>
                        <p:spPr>
                          <a:xfrm>
                            <a:off x="3373190" y="4224244"/>
                            <a:ext cx="200079" cy="244433"/>
                          </a:xfrm>
                          <a:custGeom>
                            <a:avLst/>
                            <a:gdLst>
                              <a:gd name="connsiteX0" fmla="*/ 180432 w 200079"/>
                              <a:gd name="connsiteY0" fmla="*/ 202547 h 244433"/>
                              <a:gd name="connsiteX1" fmla="*/ 200079 w 200079"/>
                              <a:gd name="connsiteY1" fmla="*/ 244433 h 244433"/>
                              <a:gd name="connsiteX2" fmla="*/ 190902 w 200079"/>
                              <a:gd name="connsiteY2" fmla="*/ 206547 h 244433"/>
                              <a:gd name="connsiteX3" fmla="*/ 67205 w 200079"/>
                              <a:gd name="connsiteY3" fmla="*/ 16342 h 244433"/>
                              <a:gd name="connsiteX4" fmla="*/ 0 w 200079"/>
                              <a:gd name="connsiteY4" fmla="*/ 9993 h 244433"/>
                              <a:gd name="connsiteX5" fmla="*/ 12814 w 200079"/>
                              <a:gd name="connsiteY5" fmla="*/ 21180 h 244433"/>
                              <a:gd name="connsiteX6" fmla="*/ 180432 w 200079"/>
                              <a:gd name="connsiteY6" fmla="*/ 202547 h 244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079" h="244433">
                                <a:moveTo>
                                  <a:pt x="180432" y="202547"/>
                                </a:moveTo>
                                <a:cubicBezTo>
                                  <a:pt x="187401" y="220766"/>
                                  <a:pt x="193953" y="234433"/>
                                  <a:pt x="200079" y="244433"/>
                                </a:cubicBezTo>
                                <a:cubicBezTo>
                                  <a:pt x="198074" y="233382"/>
                                  <a:pt x="194898" y="220718"/>
                                  <a:pt x="190902" y="206547"/>
                                </a:cubicBezTo>
                                <a:cubicBezTo>
                                  <a:pt x="160416" y="98454"/>
                                  <a:pt x="107866" y="54219"/>
                                  <a:pt x="67205" y="16342"/>
                                </a:cubicBezTo>
                                <a:cubicBezTo>
                                  <a:pt x="39474" y="-9490"/>
                                  <a:pt x="13638" y="821"/>
                                  <a:pt x="0" y="9993"/>
                                </a:cubicBezTo>
                                <a:lnTo>
                                  <a:pt x="12814" y="21180"/>
                                </a:lnTo>
                                <a:cubicBezTo>
                                  <a:pt x="12814" y="21176"/>
                                  <a:pt x="126235" y="60892"/>
                                  <a:pt x="180432" y="202547"/>
                                </a:cubicBezTo>
                                <a:close/>
                              </a:path>
                            </a:pathLst>
                          </a:custGeom>
                          <a:solidFill>
                            <a:srgbClr val="823030"/>
                          </a:solidFill>
                          <a:ln w="4839" cap="flat">
                            <a:noFill/>
                            <a:prstDash val="solid"/>
                            <a:miter/>
                          </a:ln>
                        </p:spPr>
                        <p:txBody>
                          <a:bodyPr rtlCol="0" anchor="ctr"/>
                          <a:lstStyle/>
                          <a:p>
                            <a:endParaRPr lang="vi-VN"/>
                          </a:p>
                        </p:txBody>
                      </p:sp>
                    </p:grpSp>
                    <p:sp>
                      <p:nvSpPr>
                        <p:cNvPr id="1158" name="Freeform: Shape 1157">
                          <a:extLst>
                            <a:ext uri="{FF2B5EF4-FFF2-40B4-BE49-F238E27FC236}">
                              <a16:creationId xmlns:a16="http://schemas.microsoft.com/office/drawing/2014/main" id="{37E03AF9-7D08-9EA5-0F37-8195E5D40B3E}"/>
                            </a:ext>
                          </a:extLst>
                        </p:cNvPr>
                        <p:cNvSpPr/>
                        <p:nvPr/>
                      </p:nvSpPr>
                      <p:spPr>
                        <a:xfrm>
                          <a:off x="3348007" y="4209761"/>
                          <a:ext cx="47025" cy="71318"/>
                        </a:xfrm>
                        <a:custGeom>
                          <a:avLst/>
                          <a:gdLst>
                            <a:gd name="connsiteX0" fmla="*/ 0 w 47025"/>
                            <a:gd name="connsiteY0" fmla="*/ 0 h 71318"/>
                            <a:gd name="connsiteX1" fmla="*/ 46264 w 47025"/>
                            <a:gd name="connsiteY1" fmla="*/ 50211 h 71318"/>
                            <a:gd name="connsiteX2" fmla="*/ 8611 w 47025"/>
                            <a:gd name="connsiteY2" fmla="*/ 68566 h 71318"/>
                            <a:gd name="connsiteX3" fmla="*/ 0 w 47025"/>
                            <a:gd name="connsiteY3" fmla="*/ 0 h 71318"/>
                          </a:gdLst>
                          <a:ahLst/>
                          <a:cxnLst>
                            <a:cxn ang="0">
                              <a:pos x="connsiteX0" y="connsiteY0"/>
                            </a:cxn>
                            <a:cxn ang="0">
                              <a:pos x="connsiteX1" y="connsiteY1"/>
                            </a:cxn>
                            <a:cxn ang="0">
                              <a:pos x="connsiteX2" y="connsiteY2"/>
                            </a:cxn>
                            <a:cxn ang="0">
                              <a:pos x="connsiteX3" y="connsiteY3"/>
                            </a:cxn>
                          </a:cxnLst>
                          <a:rect l="l" t="t" r="r" b="b"/>
                          <a:pathLst>
                            <a:path w="47025" h="71318">
                              <a:moveTo>
                                <a:pt x="0" y="0"/>
                              </a:moveTo>
                              <a:cubicBezTo>
                                <a:pt x="2988" y="8872"/>
                                <a:pt x="39174" y="18611"/>
                                <a:pt x="46264" y="50211"/>
                              </a:cubicBezTo>
                              <a:cubicBezTo>
                                <a:pt x="53354" y="81806"/>
                                <a:pt x="8611" y="68566"/>
                                <a:pt x="8611" y="68566"/>
                              </a:cubicBezTo>
                              <a:lnTo>
                                <a:pt x="0" y="0"/>
                              </a:lnTo>
                              <a:close/>
                            </a:path>
                          </a:pathLst>
                        </a:custGeom>
                        <a:solidFill>
                          <a:srgbClr val="261238"/>
                        </a:solidFill>
                        <a:ln w="4839" cap="flat">
                          <a:noFill/>
                          <a:prstDash val="solid"/>
                          <a:miter/>
                        </a:ln>
                      </p:spPr>
                      <p:txBody>
                        <a:bodyPr rtlCol="0" anchor="ctr"/>
                        <a:lstStyle/>
                        <a:p>
                          <a:endParaRPr lang="vi-VN"/>
                        </a:p>
                      </p:txBody>
                    </p:sp>
                    <p:grpSp>
                      <p:nvGrpSpPr>
                        <p:cNvPr id="1159" name="Graphic 1991">
                          <a:extLst>
                            <a:ext uri="{FF2B5EF4-FFF2-40B4-BE49-F238E27FC236}">
                              <a16:creationId xmlns:a16="http://schemas.microsoft.com/office/drawing/2014/main" id="{1CC1F677-C9AA-62D2-EC16-C741C4C3F7E6}"/>
                            </a:ext>
                          </a:extLst>
                        </p:cNvPr>
                        <p:cNvGrpSpPr/>
                        <p:nvPr/>
                      </p:nvGrpSpPr>
                      <p:grpSpPr>
                        <a:xfrm>
                          <a:off x="2942863" y="4145897"/>
                          <a:ext cx="447257" cy="347672"/>
                          <a:chOff x="2942863" y="4145897"/>
                          <a:chExt cx="447257" cy="347672"/>
                        </a:xfrm>
                      </p:grpSpPr>
                      <p:sp>
                        <p:nvSpPr>
                          <p:cNvPr id="1160" name="Freeform: Shape 1159">
                            <a:extLst>
                              <a:ext uri="{FF2B5EF4-FFF2-40B4-BE49-F238E27FC236}">
                                <a16:creationId xmlns:a16="http://schemas.microsoft.com/office/drawing/2014/main" id="{8033DE42-AF0E-0A42-2B29-5A803D8BFB65}"/>
                              </a:ext>
                            </a:extLst>
                          </p:cNvPr>
                          <p:cNvSpPr/>
                          <p:nvPr/>
                        </p:nvSpPr>
                        <p:spPr>
                          <a:xfrm>
                            <a:off x="2942863" y="4145898"/>
                            <a:ext cx="447257" cy="347671"/>
                          </a:xfrm>
                          <a:custGeom>
                            <a:avLst/>
                            <a:gdLst>
                              <a:gd name="connsiteX0" fmla="*/ 273286 w 447257"/>
                              <a:gd name="connsiteY0" fmla="*/ 120646 h 347671"/>
                              <a:gd name="connsiteX1" fmla="*/ 242607 w 447257"/>
                              <a:gd name="connsiteY1" fmla="*/ 188839 h 347671"/>
                              <a:gd name="connsiteX2" fmla="*/ 24725 w 447257"/>
                              <a:gd name="connsiteY2" fmla="*/ 278907 h 347671"/>
                              <a:gd name="connsiteX3" fmla="*/ 31403 w 447257"/>
                              <a:gd name="connsiteY3" fmla="*/ 80416 h 347671"/>
                              <a:gd name="connsiteX4" fmla="*/ 337155 w 447257"/>
                              <a:gd name="connsiteY4" fmla="*/ 37793 h 347671"/>
                              <a:gd name="connsiteX5" fmla="*/ 430831 w 447257"/>
                              <a:gd name="connsiteY5" fmla="*/ 104010 h 347671"/>
                              <a:gd name="connsiteX6" fmla="*/ 400253 w 447257"/>
                              <a:gd name="connsiteY6" fmla="*/ 347671 h 347671"/>
                              <a:gd name="connsiteX7" fmla="*/ 337339 w 447257"/>
                              <a:gd name="connsiteY7" fmla="*/ 250905 h 347671"/>
                              <a:gd name="connsiteX8" fmla="*/ 273286 w 447257"/>
                              <a:gd name="connsiteY8" fmla="*/ 120646 h 34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7257" h="347671">
                                <a:moveTo>
                                  <a:pt x="273286" y="120646"/>
                                </a:moveTo>
                                <a:cubicBezTo>
                                  <a:pt x="273286" y="120646"/>
                                  <a:pt x="231613" y="154977"/>
                                  <a:pt x="242607" y="188839"/>
                                </a:cubicBezTo>
                                <a:cubicBezTo>
                                  <a:pt x="242607" y="188839"/>
                                  <a:pt x="28773" y="283997"/>
                                  <a:pt x="24725" y="278907"/>
                                </a:cubicBezTo>
                                <a:cubicBezTo>
                                  <a:pt x="20676" y="273817"/>
                                  <a:pt x="-32809" y="151190"/>
                                  <a:pt x="31403" y="80416"/>
                                </a:cubicBezTo>
                                <a:cubicBezTo>
                                  <a:pt x="95615" y="9637"/>
                                  <a:pt x="238350" y="-36298"/>
                                  <a:pt x="337155" y="37793"/>
                                </a:cubicBezTo>
                                <a:cubicBezTo>
                                  <a:pt x="337155" y="37793"/>
                                  <a:pt x="406931" y="36229"/>
                                  <a:pt x="430831" y="104010"/>
                                </a:cubicBezTo>
                                <a:cubicBezTo>
                                  <a:pt x="480998" y="246314"/>
                                  <a:pt x="400253" y="347671"/>
                                  <a:pt x="400253" y="347671"/>
                                </a:cubicBezTo>
                                <a:lnTo>
                                  <a:pt x="337339" y="250905"/>
                                </a:lnTo>
                                <a:cubicBezTo>
                                  <a:pt x="337339" y="250900"/>
                                  <a:pt x="253537" y="215600"/>
                                  <a:pt x="273286" y="120646"/>
                                </a:cubicBezTo>
                                <a:close/>
                              </a:path>
                            </a:pathLst>
                          </a:custGeom>
                          <a:solidFill>
                            <a:srgbClr val="5B151A"/>
                          </a:solidFill>
                          <a:ln w="4839" cap="flat">
                            <a:noFill/>
                            <a:prstDash val="solid"/>
                            <a:miter/>
                          </a:ln>
                        </p:spPr>
                        <p:txBody>
                          <a:bodyPr rtlCol="0" anchor="ctr"/>
                          <a:lstStyle/>
                          <a:p>
                            <a:endParaRPr lang="vi-VN"/>
                          </a:p>
                        </p:txBody>
                      </p:sp>
                      <p:sp>
                        <p:nvSpPr>
                          <p:cNvPr id="1161" name="Freeform: Shape 1160">
                            <a:extLst>
                              <a:ext uri="{FF2B5EF4-FFF2-40B4-BE49-F238E27FC236}">
                                <a16:creationId xmlns:a16="http://schemas.microsoft.com/office/drawing/2014/main" id="{0A66A340-C80D-2D29-D726-2AA1F6F2BF48}"/>
                              </a:ext>
                            </a:extLst>
                          </p:cNvPr>
                          <p:cNvSpPr/>
                          <p:nvPr/>
                        </p:nvSpPr>
                        <p:spPr>
                          <a:xfrm>
                            <a:off x="3274757" y="4373823"/>
                            <a:ext cx="88345" cy="88345"/>
                          </a:xfrm>
                          <a:custGeom>
                            <a:avLst/>
                            <a:gdLst>
                              <a:gd name="connsiteX0" fmla="*/ 88045 w 88345"/>
                              <a:gd name="connsiteY0" fmla="*/ 49287 h 88345"/>
                              <a:gd name="connsiteX1" fmla="*/ 39059 w 88345"/>
                              <a:gd name="connsiteY1" fmla="*/ 88045 h 88345"/>
                              <a:gd name="connsiteX2" fmla="*/ 301 w 88345"/>
                              <a:gd name="connsiteY2" fmla="*/ 39059 h 88345"/>
                              <a:gd name="connsiteX3" fmla="*/ 49287 w 88345"/>
                              <a:gd name="connsiteY3" fmla="*/ 301 h 88345"/>
                              <a:gd name="connsiteX4" fmla="*/ 88045 w 88345"/>
                              <a:gd name="connsiteY4" fmla="*/ 49287 h 88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345" h="88345">
                                <a:moveTo>
                                  <a:pt x="88045" y="49287"/>
                                </a:moveTo>
                                <a:cubicBezTo>
                                  <a:pt x="85221" y="73516"/>
                                  <a:pt x="63288" y="90868"/>
                                  <a:pt x="39059" y="88045"/>
                                </a:cubicBezTo>
                                <a:cubicBezTo>
                                  <a:pt x="14830" y="85221"/>
                                  <a:pt x="-2522" y="63288"/>
                                  <a:pt x="301" y="39059"/>
                                </a:cubicBezTo>
                                <a:cubicBezTo>
                                  <a:pt x="3124" y="14830"/>
                                  <a:pt x="25058" y="-2522"/>
                                  <a:pt x="49287" y="301"/>
                                </a:cubicBezTo>
                                <a:cubicBezTo>
                                  <a:pt x="73516" y="3124"/>
                                  <a:pt x="90868" y="25058"/>
                                  <a:pt x="88045" y="49287"/>
                                </a:cubicBezTo>
                                <a:close/>
                              </a:path>
                            </a:pathLst>
                          </a:custGeom>
                          <a:solidFill>
                            <a:srgbClr val="F4B69D"/>
                          </a:solidFill>
                          <a:ln w="4839" cap="flat">
                            <a:noFill/>
                            <a:prstDash val="solid"/>
                            <a:miter/>
                          </a:ln>
                        </p:spPr>
                        <p:txBody>
                          <a:bodyPr rtlCol="0" anchor="ctr"/>
                          <a:lstStyle/>
                          <a:p>
                            <a:endParaRPr lang="vi-VN"/>
                          </a:p>
                        </p:txBody>
                      </p:sp>
                      <p:sp>
                        <p:nvSpPr>
                          <p:cNvPr id="1162" name="Freeform: Shape 1161">
                            <a:extLst>
                              <a:ext uri="{FF2B5EF4-FFF2-40B4-BE49-F238E27FC236}">
                                <a16:creationId xmlns:a16="http://schemas.microsoft.com/office/drawing/2014/main" id="{3226D6C3-D819-4287-BD2B-4405091F0852}"/>
                              </a:ext>
                            </a:extLst>
                          </p:cNvPr>
                          <p:cNvSpPr/>
                          <p:nvPr/>
                        </p:nvSpPr>
                        <p:spPr>
                          <a:xfrm>
                            <a:off x="2942882" y="4145897"/>
                            <a:ext cx="428704" cy="198976"/>
                          </a:xfrm>
                          <a:custGeom>
                            <a:avLst/>
                            <a:gdLst>
                              <a:gd name="connsiteX0" fmla="*/ 420234 w 428704"/>
                              <a:gd name="connsiteY0" fmla="*/ 96646 h 198976"/>
                              <a:gd name="connsiteX1" fmla="*/ 428705 w 428704"/>
                              <a:gd name="connsiteY1" fmla="*/ 98539 h 198976"/>
                              <a:gd name="connsiteX2" fmla="*/ 337135 w 428704"/>
                              <a:gd name="connsiteY2" fmla="*/ 37790 h 198976"/>
                              <a:gd name="connsiteX3" fmla="*/ 31383 w 428704"/>
                              <a:gd name="connsiteY3" fmla="*/ 80412 h 198976"/>
                              <a:gd name="connsiteX4" fmla="*/ 1755 w 428704"/>
                              <a:gd name="connsiteY4" fmla="*/ 198976 h 198976"/>
                              <a:gd name="connsiteX5" fmla="*/ 2946 w 428704"/>
                              <a:gd name="connsiteY5" fmla="*/ 198976 h 198976"/>
                              <a:gd name="connsiteX6" fmla="*/ 2946 w 428704"/>
                              <a:gd name="connsiteY6" fmla="*/ 192816 h 198976"/>
                              <a:gd name="connsiteX7" fmla="*/ 304828 w 428704"/>
                              <a:gd name="connsiteY7" fmla="*/ 49118 h 198976"/>
                              <a:gd name="connsiteX8" fmla="*/ 342099 w 428704"/>
                              <a:gd name="connsiteY8" fmla="*/ 65303 h 198976"/>
                              <a:gd name="connsiteX9" fmla="*/ 420234 w 428704"/>
                              <a:gd name="connsiteY9" fmla="*/ 96646 h 19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704" h="198976">
                                <a:moveTo>
                                  <a:pt x="420234" y="96646"/>
                                </a:moveTo>
                                <a:cubicBezTo>
                                  <a:pt x="424002" y="103944"/>
                                  <a:pt x="426753" y="103692"/>
                                  <a:pt x="428705" y="98539"/>
                                </a:cubicBezTo>
                                <a:cubicBezTo>
                                  <a:pt x="403081" y="36332"/>
                                  <a:pt x="337135" y="37790"/>
                                  <a:pt x="337135" y="37790"/>
                                </a:cubicBezTo>
                                <a:cubicBezTo>
                                  <a:pt x="238330" y="-36297"/>
                                  <a:pt x="95595" y="9638"/>
                                  <a:pt x="31383" y="80412"/>
                                </a:cubicBezTo>
                                <a:cubicBezTo>
                                  <a:pt x="679" y="114259"/>
                                  <a:pt x="-3093" y="159942"/>
                                  <a:pt x="1755" y="198976"/>
                                </a:cubicBezTo>
                                <a:lnTo>
                                  <a:pt x="2946" y="198976"/>
                                </a:lnTo>
                                <a:lnTo>
                                  <a:pt x="2946" y="192816"/>
                                </a:lnTo>
                                <a:cubicBezTo>
                                  <a:pt x="2946" y="192816"/>
                                  <a:pt x="69124" y="-18208"/>
                                  <a:pt x="304828" y="49118"/>
                                </a:cubicBezTo>
                                <a:lnTo>
                                  <a:pt x="342099" y="65303"/>
                                </a:lnTo>
                                <a:cubicBezTo>
                                  <a:pt x="342099" y="65303"/>
                                  <a:pt x="400683" y="58794"/>
                                  <a:pt x="420234" y="96646"/>
                                </a:cubicBezTo>
                                <a:close/>
                              </a:path>
                            </a:pathLst>
                          </a:custGeom>
                          <a:solidFill>
                            <a:srgbClr val="823030"/>
                          </a:solidFill>
                          <a:ln w="4839" cap="flat">
                            <a:noFill/>
                            <a:prstDash val="solid"/>
                            <a:miter/>
                          </a:ln>
                        </p:spPr>
                        <p:txBody>
                          <a:bodyPr rtlCol="0" anchor="ctr"/>
                          <a:lstStyle/>
                          <a:p>
                            <a:endParaRPr lang="vi-VN"/>
                          </a:p>
                        </p:txBody>
                      </p:sp>
                    </p:grpSp>
                  </p:grpSp>
                </p:grpSp>
              </p:grpSp>
            </p:grpSp>
            <p:grpSp>
              <p:nvGrpSpPr>
                <p:cNvPr id="1139" name="Graphic 1991">
                  <a:extLst>
                    <a:ext uri="{FF2B5EF4-FFF2-40B4-BE49-F238E27FC236}">
                      <a16:creationId xmlns:a16="http://schemas.microsoft.com/office/drawing/2014/main" id="{820C41AB-2FA7-265C-1359-E22815607939}"/>
                    </a:ext>
                  </a:extLst>
                </p:cNvPr>
                <p:cNvGrpSpPr/>
                <p:nvPr/>
              </p:nvGrpSpPr>
              <p:grpSpPr>
                <a:xfrm>
                  <a:off x="3147210" y="5315757"/>
                  <a:ext cx="780154" cy="646067"/>
                  <a:chOff x="3147210" y="5315757"/>
                  <a:chExt cx="780154" cy="646067"/>
                </a:xfrm>
              </p:grpSpPr>
              <p:grpSp>
                <p:nvGrpSpPr>
                  <p:cNvPr id="1140" name="Graphic 1991">
                    <a:extLst>
                      <a:ext uri="{FF2B5EF4-FFF2-40B4-BE49-F238E27FC236}">
                        <a16:creationId xmlns:a16="http://schemas.microsoft.com/office/drawing/2014/main" id="{59D2287F-2973-FC8E-3EBF-E6C9548E39C8}"/>
                      </a:ext>
                    </a:extLst>
                  </p:cNvPr>
                  <p:cNvGrpSpPr/>
                  <p:nvPr/>
                </p:nvGrpSpPr>
                <p:grpSpPr>
                  <a:xfrm>
                    <a:off x="3355154" y="5315757"/>
                    <a:ext cx="572210" cy="646067"/>
                    <a:chOff x="3355154" y="5315757"/>
                    <a:chExt cx="572210" cy="646067"/>
                  </a:xfrm>
                </p:grpSpPr>
                <p:sp>
                  <p:nvSpPr>
                    <p:cNvPr id="1148" name="Freeform: Shape 1147">
                      <a:extLst>
                        <a:ext uri="{FF2B5EF4-FFF2-40B4-BE49-F238E27FC236}">
                          <a16:creationId xmlns:a16="http://schemas.microsoft.com/office/drawing/2014/main" id="{3FCB47DA-8192-12AB-94E3-81D98FA2E444}"/>
                        </a:ext>
                      </a:extLst>
                    </p:cNvPr>
                    <p:cNvSpPr/>
                    <p:nvPr/>
                  </p:nvSpPr>
                  <p:spPr>
                    <a:xfrm>
                      <a:off x="3355159" y="5315787"/>
                      <a:ext cx="572205" cy="646037"/>
                    </a:xfrm>
                    <a:custGeom>
                      <a:avLst/>
                      <a:gdLst>
                        <a:gd name="connsiteX0" fmla="*/ 117087 w 572205"/>
                        <a:gd name="connsiteY0" fmla="*/ 217514 h 646037"/>
                        <a:gd name="connsiteX1" fmla="*/ 5938 w 572205"/>
                        <a:gd name="connsiteY1" fmla="*/ 646038 h 646037"/>
                        <a:gd name="connsiteX2" fmla="*/ 543684 w 572205"/>
                        <a:gd name="connsiteY2" fmla="*/ 646038 h 646037"/>
                        <a:gd name="connsiteX3" fmla="*/ 539635 w 572205"/>
                        <a:gd name="connsiteY3" fmla="*/ 0 h 646037"/>
                        <a:gd name="connsiteX4" fmla="*/ 117087 w 572205"/>
                        <a:gd name="connsiteY4" fmla="*/ 217514 h 646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205" h="646037">
                          <a:moveTo>
                            <a:pt x="117087" y="217514"/>
                          </a:moveTo>
                          <a:cubicBezTo>
                            <a:pt x="117087" y="217514"/>
                            <a:pt x="-31081" y="461732"/>
                            <a:pt x="5938" y="646038"/>
                          </a:cubicBezTo>
                          <a:lnTo>
                            <a:pt x="543684" y="646038"/>
                          </a:lnTo>
                          <a:cubicBezTo>
                            <a:pt x="543684" y="646038"/>
                            <a:pt x="610477" y="122864"/>
                            <a:pt x="539635" y="0"/>
                          </a:cubicBezTo>
                          <a:cubicBezTo>
                            <a:pt x="539630" y="0"/>
                            <a:pt x="332602" y="169148"/>
                            <a:pt x="117087" y="217514"/>
                          </a:cubicBezTo>
                          <a:close/>
                        </a:path>
                      </a:pathLst>
                    </a:custGeom>
                    <a:solidFill>
                      <a:srgbClr val="272C44"/>
                    </a:solidFill>
                    <a:ln w="4839" cap="flat">
                      <a:noFill/>
                      <a:prstDash val="solid"/>
                      <a:miter/>
                    </a:ln>
                  </p:spPr>
                  <p:txBody>
                    <a:bodyPr rtlCol="0" anchor="ctr"/>
                    <a:lstStyle/>
                    <a:p>
                      <a:endParaRPr lang="vi-VN"/>
                    </a:p>
                  </p:txBody>
                </p:sp>
                <p:sp>
                  <p:nvSpPr>
                    <p:cNvPr id="1149" name="Freeform: Shape 1148">
                      <a:extLst>
                        <a:ext uri="{FF2B5EF4-FFF2-40B4-BE49-F238E27FC236}">
                          <a16:creationId xmlns:a16="http://schemas.microsoft.com/office/drawing/2014/main" id="{5F459B7C-51BF-07C9-3DBC-9E2F398731E9}"/>
                        </a:ext>
                      </a:extLst>
                    </p:cNvPr>
                    <p:cNvSpPr/>
                    <p:nvPr/>
                  </p:nvSpPr>
                  <p:spPr>
                    <a:xfrm>
                      <a:off x="3355154" y="5315757"/>
                      <a:ext cx="562745" cy="646063"/>
                    </a:xfrm>
                    <a:custGeom>
                      <a:avLst/>
                      <a:gdLst>
                        <a:gd name="connsiteX0" fmla="*/ 345692 w 562745"/>
                        <a:gd name="connsiteY0" fmla="*/ 335221 h 646063"/>
                        <a:gd name="connsiteX1" fmla="*/ 562746 w 562745"/>
                        <a:gd name="connsiteY1" fmla="*/ 78233 h 646063"/>
                        <a:gd name="connsiteX2" fmla="*/ 539635 w 562745"/>
                        <a:gd name="connsiteY2" fmla="*/ 25 h 646063"/>
                        <a:gd name="connsiteX3" fmla="*/ 117088 w 562745"/>
                        <a:gd name="connsiteY3" fmla="*/ 217539 h 646063"/>
                        <a:gd name="connsiteX4" fmla="*/ 5938 w 562745"/>
                        <a:gd name="connsiteY4" fmla="*/ 646063 h 646063"/>
                        <a:gd name="connsiteX5" fmla="*/ 337803 w 562745"/>
                        <a:gd name="connsiteY5" fmla="*/ 646063 h 646063"/>
                        <a:gd name="connsiteX6" fmla="*/ 345692 w 562745"/>
                        <a:gd name="connsiteY6" fmla="*/ 335221 h 64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2745" h="646063">
                          <a:moveTo>
                            <a:pt x="345692" y="335221"/>
                          </a:moveTo>
                          <a:cubicBezTo>
                            <a:pt x="366749" y="213181"/>
                            <a:pt x="509319" y="114167"/>
                            <a:pt x="562746" y="78233"/>
                          </a:cubicBezTo>
                          <a:cubicBezTo>
                            <a:pt x="560498" y="51655"/>
                            <a:pt x="541543" y="-1321"/>
                            <a:pt x="539635" y="25"/>
                          </a:cubicBezTo>
                          <a:cubicBezTo>
                            <a:pt x="429024" y="78233"/>
                            <a:pt x="306004" y="170132"/>
                            <a:pt x="117088" y="217539"/>
                          </a:cubicBezTo>
                          <a:cubicBezTo>
                            <a:pt x="117088" y="217539"/>
                            <a:pt x="-31081" y="461757"/>
                            <a:pt x="5938" y="646063"/>
                          </a:cubicBezTo>
                          <a:lnTo>
                            <a:pt x="337803" y="646063"/>
                          </a:lnTo>
                          <a:cubicBezTo>
                            <a:pt x="339546" y="638067"/>
                            <a:pt x="318639" y="492035"/>
                            <a:pt x="345692" y="335221"/>
                          </a:cubicBezTo>
                          <a:close/>
                        </a:path>
                      </a:pathLst>
                    </a:custGeom>
                    <a:solidFill>
                      <a:srgbClr val="232234">
                        <a:alpha val="35000"/>
                      </a:srgbClr>
                    </a:solidFill>
                    <a:ln w="4839" cap="flat">
                      <a:noFill/>
                      <a:prstDash val="solid"/>
                      <a:miter/>
                    </a:ln>
                  </p:spPr>
                  <p:txBody>
                    <a:bodyPr rtlCol="0" anchor="ctr"/>
                    <a:lstStyle/>
                    <a:p>
                      <a:endParaRPr lang="vi-VN"/>
                    </a:p>
                  </p:txBody>
                </p:sp>
              </p:grpSp>
              <p:grpSp>
                <p:nvGrpSpPr>
                  <p:cNvPr id="1141" name="Graphic 1991">
                    <a:extLst>
                      <a:ext uri="{FF2B5EF4-FFF2-40B4-BE49-F238E27FC236}">
                        <a16:creationId xmlns:a16="http://schemas.microsoft.com/office/drawing/2014/main" id="{3F007EBC-633C-1C77-EDD2-08B816336272}"/>
                      </a:ext>
                    </a:extLst>
                  </p:cNvPr>
                  <p:cNvGrpSpPr/>
                  <p:nvPr/>
                </p:nvGrpSpPr>
                <p:grpSpPr>
                  <a:xfrm>
                    <a:off x="3147210" y="5359877"/>
                    <a:ext cx="634661" cy="601085"/>
                    <a:chOff x="3147210" y="5359877"/>
                    <a:chExt cx="634661" cy="601085"/>
                  </a:xfrm>
                </p:grpSpPr>
                <p:grpSp>
                  <p:nvGrpSpPr>
                    <p:cNvPr id="1142" name="Graphic 1991">
                      <a:extLst>
                        <a:ext uri="{FF2B5EF4-FFF2-40B4-BE49-F238E27FC236}">
                          <a16:creationId xmlns:a16="http://schemas.microsoft.com/office/drawing/2014/main" id="{BB05DFA9-95AB-5241-6AE2-FE8642E580AF}"/>
                        </a:ext>
                      </a:extLst>
                    </p:cNvPr>
                    <p:cNvGrpSpPr/>
                    <p:nvPr/>
                  </p:nvGrpSpPr>
                  <p:grpSpPr>
                    <a:xfrm>
                      <a:off x="3147210" y="5359877"/>
                      <a:ext cx="545974" cy="594950"/>
                      <a:chOff x="3147210" y="5359877"/>
                      <a:chExt cx="545974" cy="594950"/>
                    </a:xfrm>
                  </p:grpSpPr>
                  <p:sp>
                    <p:nvSpPr>
                      <p:cNvPr id="1145" name="Freeform: Shape 1144">
                        <a:extLst>
                          <a:ext uri="{FF2B5EF4-FFF2-40B4-BE49-F238E27FC236}">
                            <a16:creationId xmlns:a16="http://schemas.microsoft.com/office/drawing/2014/main" id="{A2A13D14-CC93-3C1E-CE6F-14E5FFB7ADEE}"/>
                          </a:ext>
                        </a:extLst>
                      </p:cNvPr>
                      <p:cNvSpPr/>
                      <p:nvPr/>
                    </p:nvSpPr>
                    <p:spPr>
                      <a:xfrm>
                        <a:off x="3147210" y="5359882"/>
                        <a:ext cx="545974" cy="594945"/>
                      </a:xfrm>
                      <a:custGeom>
                        <a:avLst/>
                        <a:gdLst>
                          <a:gd name="connsiteX0" fmla="*/ 101798 w 545974"/>
                          <a:gd name="connsiteY0" fmla="*/ 0 h 594945"/>
                          <a:gd name="connsiteX1" fmla="*/ 545974 w 545974"/>
                          <a:gd name="connsiteY1" fmla="*/ 43097 h 594945"/>
                          <a:gd name="connsiteX2" fmla="*/ 492392 w 545974"/>
                          <a:gd name="connsiteY2" fmla="*/ 349962 h 594945"/>
                          <a:gd name="connsiteX3" fmla="*/ 503477 w 545974"/>
                          <a:gd name="connsiteY3" fmla="*/ 594945 h 594945"/>
                          <a:gd name="connsiteX4" fmla="*/ 0 w 545974"/>
                          <a:gd name="connsiteY4" fmla="*/ 573288 h 594945"/>
                          <a:gd name="connsiteX5" fmla="*/ 101798 w 545974"/>
                          <a:gd name="connsiteY5" fmla="*/ 0 h 594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5974" h="594945">
                            <a:moveTo>
                              <a:pt x="101798" y="0"/>
                            </a:moveTo>
                            <a:lnTo>
                              <a:pt x="545974" y="43097"/>
                            </a:lnTo>
                            <a:cubicBezTo>
                              <a:pt x="545974" y="43097"/>
                              <a:pt x="490542" y="251409"/>
                              <a:pt x="492392" y="349962"/>
                            </a:cubicBezTo>
                            <a:cubicBezTo>
                              <a:pt x="494242" y="448515"/>
                              <a:pt x="503477" y="594945"/>
                              <a:pt x="503477" y="594945"/>
                            </a:cubicBezTo>
                            <a:lnTo>
                              <a:pt x="0" y="573288"/>
                            </a:lnTo>
                            <a:lnTo>
                              <a:pt x="101798" y="0"/>
                            </a:lnTo>
                          </a:path>
                        </a:pathLst>
                      </a:custGeom>
                      <a:solidFill>
                        <a:srgbClr val="A59D9D"/>
                      </a:solidFill>
                      <a:ln w="4839" cap="flat">
                        <a:noFill/>
                        <a:prstDash val="solid"/>
                        <a:miter/>
                      </a:ln>
                    </p:spPr>
                    <p:txBody>
                      <a:bodyPr rtlCol="0" anchor="ctr"/>
                      <a:lstStyle/>
                      <a:p>
                        <a:endParaRPr lang="vi-VN"/>
                      </a:p>
                    </p:txBody>
                  </p:sp>
                  <p:sp>
                    <p:nvSpPr>
                      <p:cNvPr id="1146" name="Freeform: Shape 1145">
                        <a:extLst>
                          <a:ext uri="{FF2B5EF4-FFF2-40B4-BE49-F238E27FC236}">
                            <a16:creationId xmlns:a16="http://schemas.microsoft.com/office/drawing/2014/main" id="{1A4C1C35-5884-6F8B-5B5B-6E0B7B8BF4C6}"/>
                          </a:ext>
                        </a:extLst>
                      </p:cNvPr>
                      <p:cNvSpPr/>
                      <p:nvPr/>
                    </p:nvSpPr>
                    <p:spPr>
                      <a:xfrm>
                        <a:off x="3259076" y="5360855"/>
                        <a:ext cx="434107" cy="593966"/>
                      </a:xfrm>
                      <a:custGeom>
                        <a:avLst/>
                        <a:gdLst>
                          <a:gd name="connsiteX0" fmla="*/ 0 w 434107"/>
                          <a:gd name="connsiteY0" fmla="*/ 0 h 593966"/>
                          <a:gd name="connsiteX1" fmla="*/ 1782 w 434107"/>
                          <a:gd name="connsiteY1" fmla="*/ 19357 h 593966"/>
                          <a:gd name="connsiteX2" fmla="*/ 379514 w 434107"/>
                          <a:gd name="connsiteY2" fmla="*/ 59713 h 593966"/>
                          <a:gd name="connsiteX3" fmla="*/ 343652 w 434107"/>
                          <a:gd name="connsiteY3" fmla="*/ 338790 h 593966"/>
                          <a:gd name="connsiteX4" fmla="*/ 348795 w 434107"/>
                          <a:gd name="connsiteY4" fmla="*/ 592127 h 593966"/>
                          <a:gd name="connsiteX5" fmla="*/ 391611 w 434107"/>
                          <a:gd name="connsiteY5" fmla="*/ 593967 h 593966"/>
                          <a:gd name="connsiteX6" fmla="*/ 380526 w 434107"/>
                          <a:gd name="connsiteY6" fmla="*/ 348984 h 593966"/>
                          <a:gd name="connsiteX7" fmla="*/ 434108 w 434107"/>
                          <a:gd name="connsiteY7" fmla="*/ 42119 h 593966"/>
                          <a:gd name="connsiteX8" fmla="*/ 0 w 434107"/>
                          <a:gd name="connsiteY8" fmla="*/ 0 h 59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107" h="593966">
                            <a:moveTo>
                              <a:pt x="0" y="0"/>
                            </a:moveTo>
                            <a:lnTo>
                              <a:pt x="1782" y="19357"/>
                            </a:lnTo>
                            <a:lnTo>
                              <a:pt x="379514" y="59713"/>
                            </a:lnTo>
                            <a:cubicBezTo>
                              <a:pt x="379514" y="59713"/>
                              <a:pt x="346514" y="230047"/>
                              <a:pt x="343652" y="338790"/>
                            </a:cubicBezTo>
                            <a:cubicBezTo>
                              <a:pt x="341458" y="422209"/>
                              <a:pt x="346384" y="541213"/>
                              <a:pt x="348795" y="592127"/>
                            </a:cubicBezTo>
                            <a:lnTo>
                              <a:pt x="391611" y="593967"/>
                            </a:lnTo>
                            <a:cubicBezTo>
                              <a:pt x="391611" y="593967"/>
                              <a:pt x="382371" y="447537"/>
                              <a:pt x="380526" y="348984"/>
                            </a:cubicBezTo>
                            <a:cubicBezTo>
                              <a:pt x="378681" y="250431"/>
                              <a:pt x="434108" y="42119"/>
                              <a:pt x="434108" y="42119"/>
                            </a:cubicBezTo>
                            <a:lnTo>
                              <a:pt x="0" y="0"/>
                            </a:lnTo>
                            <a:close/>
                          </a:path>
                        </a:pathLst>
                      </a:custGeom>
                      <a:solidFill>
                        <a:srgbClr val="A59D9D">
                          <a:alpha val="50000"/>
                        </a:srgbClr>
                      </a:solidFill>
                      <a:ln w="4839" cap="flat">
                        <a:noFill/>
                        <a:prstDash val="solid"/>
                        <a:miter/>
                      </a:ln>
                    </p:spPr>
                    <p:txBody>
                      <a:bodyPr rtlCol="0" anchor="ctr"/>
                      <a:lstStyle/>
                      <a:p>
                        <a:endParaRPr lang="vi-VN"/>
                      </a:p>
                    </p:txBody>
                  </p:sp>
                  <p:sp>
                    <p:nvSpPr>
                      <p:cNvPr id="1147" name="Freeform: Shape 1146">
                        <a:extLst>
                          <a:ext uri="{FF2B5EF4-FFF2-40B4-BE49-F238E27FC236}">
                            <a16:creationId xmlns:a16="http://schemas.microsoft.com/office/drawing/2014/main" id="{BB5AED33-3A46-791E-E848-D2EE43098B8F}"/>
                          </a:ext>
                        </a:extLst>
                      </p:cNvPr>
                      <p:cNvSpPr/>
                      <p:nvPr/>
                    </p:nvSpPr>
                    <p:spPr>
                      <a:xfrm>
                        <a:off x="3147210" y="5359877"/>
                        <a:ext cx="455518" cy="592886"/>
                      </a:xfrm>
                      <a:custGeom>
                        <a:avLst/>
                        <a:gdLst>
                          <a:gd name="connsiteX0" fmla="*/ 455518 w 455518"/>
                          <a:gd name="connsiteY0" fmla="*/ 529857 h 592886"/>
                          <a:gd name="connsiteX1" fmla="*/ 202637 w 455518"/>
                          <a:gd name="connsiteY1" fmla="*/ 319767 h 592886"/>
                          <a:gd name="connsiteX2" fmla="*/ 191178 w 455518"/>
                          <a:gd name="connsiteY2" fmla="*/ 26592 h 592886"/>
                          <a:gd name="connsiteX3" fmla="*/ 205378 w 455518"/>
                          <a:gd name="connsiteY3" fmla="*/ 10049 h 592886"/>
                          <a:gd name="connsiteX4" fmla="*/ 205378 w 455518"/>
                          <a:gd name="connsiteY4" fmla="*/ 10049 h 592886"/>
                          <a:gd name="connsiteX5" fmla="*/ 101803 w 455518"/>
                          <a:gd name="connsiteY5" fmla="*/ 0 h 592886"/>
                          <a:gd name="connsiteX6" fmla="*/ 0 w 455518"/>
                          <a:gd name="connsiteY6" fmla="*/ 573293 h 592886"/>
                          <a:gd name="connsiteX7" fmla="*/ 455518 w 455518"/>
                          <a:gd name="connsiteY7" fmla="*/ 592887 h 592886"/>
                          <a:gd name="connsiteX8" fmla="*/ 455518 w 455518"/>
                          <a:gd name="connsiteY8" fmla="*/ 529857 h 592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5518" h="592886">
                            <a:moveTo>
                              <a:pt x="455518" y="529857"/>
                            </a:moveTo>
                            <a:cubicBezTo>
                              <a:pt x="455518" y="529857"/>
                              <a:pt x="173652" y="424494"/>
                              <a:pt x="202637" y="319767"/>
                            </a:cubicBezTo>
                            <a:cubicBezTo>
                              <a:pt x="231617" y="215034"/>
                              <a:pt x="191178" y="26592"/>
                              <a:pt x="191178" y="26592"/>
                            </a:cubicBezTo>
                            <a:lnTo>
                              <a:pt x="205378" y="10049"/>
                            </a:lnTo>
                            <a:lnTo>
                              <a:pt x="205378" y="10049"/>
                            </a:lnTo>
                            <a:lnTo>
                              <a:pt x="101803" y="0"/>
                            </a:lnTo>
                            <a:lnTo>
                              <a:pt x="0" y="573293"/>
                            </a:lnTo>
                            <a:lnTo>
                              <a:pt x="455518" y="592887"/>
                            </a:lnTo>
                            <a:lnTo>
                              <a:pt x="455518" y="529857"/>
                            </a:lnTo>
                            <a:close/>
                          </a:path>
                        </a:pathLst>
                      </a:custGeom>
                      <a:solidFill>
                        <a:srgbClr val="A59D9D">
                          <a:alpha val="79000"/>
                        </a:srgbClr>
                      </a:solidFill>
                      <a:ln w="4839" cap="flat">
                        <a:noFill/>
                        <a:prstDash val="solid"/>
                        <a:miter/>
                      </a:ln>
                    </p:spPr>
                    <p:txBody>
                      <a:bodyPr rtlCol="0" anchor="ctr"/>
                      <a:lstStyle/>
                      <a:p>
                        <a:endParaRPr lang="vi-VN"/>
                      </a:p>
                    </p:txBody>
                  </p:sp>
                </p:grpSp>
                <p:sp>
                  <p:nvSpPr>
                    <p:cNvPr id="1143" name="Freeform: Shape 1142">
                      <a:extLst>
                        <a:ext uri="{FF2B5EF4-FFF2-40B4-BE49-F238E27FC236}">
                          <a16:creationId xmlns:a16="http://schemas.microsoft.com/office/drawing/2014/main" id="{90A68A5A-FB5E-DF5B-5B75-F4E717781C75}"/>
                        </a:ext>
                      </a:extLst>
                    </p:cNvPr>
                    <p:cNvSpPr/>
                    <p:nvPr/>
                  </p:nvSpPr>
                  <p:spPr>
                    <a:xfrm>
                      <a:off x="3323779" y="5718425"/>
                      <a:ext cx="458092" cy="242537"/>
                    </a:xfrm>
                    <a:custGeom>
                      <a:avLst/>
                      <a:gdLst>
                        <a:gd name="connsiteX0" fmla="*/ 336144 w 458092"/>
                        <a:gd name="connsiteY0" fmla="*/ 10562 h 242537"/>
                        <a:gd name="connsiteX1" fmla="*/ 458093 w 458092"/>
                        <a:gd name="connsiteY1" fmla="*/ 65292 h 242537"/>
                        <a:gd name="connsiteX2" fmla="*/ 437767 w 458092"/>
                        <a:gd name="connsiteY2" fmla="*/ 97541 h 242537"/>
                        <a:gd name="connsiteX3" fmla="*/ 149523 w 458092"/>
                        <a:gd name="connsiteY3" fmla="*/ 180645 h 242537"/>
                        <a:gd name="connsiteX4" fmla="*/ 123962 w 458092"/>
                        <a:gd name="connsiteY4" fmla="*/ 242537 h 242537"/>
                        <a:gd name="connsiteX5" fmla="*/ 1998 w 458092"/>
                        <a:gd name="connsiteY5" fmla="*/ 239588 h 242537"/>
                        <a:gd name="connsiteX6" fmla="*/ 49744 w 458092"/>
                        <a:gd name="connsiteY6" fmla="*/ 108776 h 242537"/>
                        <a:gd name="connsiteX7" fmla="*/ 317019 w 458092"/>
                        <a:gd name="connsiteY7" fmla="*/ 44686 h 242537"/>
                        <a:gd name="connsiteX8" fmla="*/ 315818 w 458092"/>
                        <a:gd name="connsiteY8" fmla="*/ 0 h 242537"/>
                        <a:gd name="connsiteX9" fmla="*/ 336144 w 458092"/>
                        <a:gd name="connsiteY9" fmla="*/ 10562 h 24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8092" h="242537">
                          <a:moveTo>
                            <a:pt x="336144" y="10562"/>
                          </a:moveTo>
                          <a:cubicBezTo>
                            <a:pt x="336144" y="10562"/>
                            <a:pt x="458093" y="44966"/>
                            <a:pt x="458093" y="65292"/>
                          </a:cubicBezTo>
                          <a:cubicBezTo>
                            <a:pt x="458093" y="85618"/>
                            <a:pt x="437767" y="97541"/>
                            <a:pt x="437767" y="97541"/>
                          </a:cubicBezTo>
                          <a:cubicBezTo>
                            <a:pt x="437767" y="97541"/>
                            <a:pt x="168003" y="148188"/>
                            <a:pt x="149523" y="180645"/>
                          </a:cubicBezTo>
                          <a:cubicBezTo>
                            <a:pt x="131047" y="213107"/>
                            <a:pt x="123962" y="242537"/>
                            <a:pt x="123962" y="242537"/>
                          </a:cubicBezTo>
                          <a:lnTo>
                            <a:pt x="1998" y="239588"/>
                          </a:lnTo>
                          <a:cubicBezTo>
                            <a:pt x="1998" y="239588"/>
                            <a:pt x="-14928" y="131940"/>
                            <a:pt x="49744" y="108776"/>
                          </a:cubicBezTo>
                          <a:cubicBezTo>
                            <a:pt x="114416" y="85613"/>
                            <a:pt x="317019" y="44686"/>
                            <a:pt x="317019" y="44686"/>
                          </a:cubicBezTo>
                          <a:lnTo>
                            <a:pt x="315818" y="0"/>
                          </a:lnTo>
                          <a:lnTo>
                            <a:pt x="336144" y="10562"/>
                          </a:lnTo>
                          <a:close/>
                        </a:path>
                      </a:pathLst>
                    </a:custGeom>
                    <a:solidFill>
                      <a:srgbClr val="353535"/>
                    </a:solidFill>
                    <a:ln w="4839" cap="flat">
                      <a:noFill/>
                      <a:prstDash val="solid"/>
                      <a:miter/>
                    </a:ln>
                  </p:spPr>
                  <p:txBody>
                    <a:bodyPr rtlCol="0" anchor="ctr"/>
                    <a:lstStyle/>
                    <a:p>
                      <a:endParaRPr lang="vi-VN"/>
                    </a:p>
                  </p:txBody>
                </p:sp>
                <p:sp>
                  <p:nvSpPr>
                    <p:cNvPr id="1144" name="Freeform: Shape 1143">
                      <a:extLst>
                        <a:ext uri="{FF2B5EF4-FFF2-40B4-BE49-F238E27FC236}">
                          <a16:creationId xmlns:a16="http://schemas.microsoft.com/office/drawing/2014/main" id="{2F445703-D5BD-485E-E403-D411E44D87F6}"/>
                        </a:ext>
                      </a:extLst>
                    </p:cNvPr>
                    <p:cNvSpPr/>
                    <p:nvPr/>
                  </p:nvSpPr>
                  <p:spPr>
                    <a:xfrm>
                      <a:off x="3323881" y="5740185"/>
                      <a:ext cx="369303" cy="217295"/>
                    </a:xfrm>
                    <a:custGeom>
                      <a:avLst/>
                      <a:gdLst>
                        <a:gd name="connsiteX0" fmla="*/ 306486 w 369303"/>
                        <a:gd name="connsiteY0" fmla="*/ 0 h 217295"/>
                        <a:gd name="connsiteX1" fmla="*/ 307174 w 369303"/>
                        <a:gd name="connsiteY1" fmla="*/ 25590 h 217295"/>
                        <a:gd name="connsiteX2" fmla="*/ 48200 w 369303"/>
                        <a:gd name="connsiteY2" fmla="*/ 87690 h 217295"/>
                        <a:gd name="connsiteX3" fmla="*/ 1936 w 369303"/>
                        <a:gd name="connsiteY3" fmla="*/ 214439 h 217295"/>
                        <a:gd name="connsiteX4" fmla="*/ 120112 w 369303"/>
                        <a:gd name="connsiteY4" fmla="*/ 217296 h 217295"/>
                        <a:gd name="connsiteX5" fmla="*/ 126345 w 369303"/>
                        <a:gd name="connsiteY5" fmla="*/ 197566 h 217295"/>
                        <a:gd name="connsiteX6" fmla="*/ 126340 w 369303"/>
                        <a:gd name="connsiteY6" fmla="*/ 197556 h 217295"/>
                        <a:gd name="connsiteX7" fmla="*/ 25249 w 369303"/>
                        <a:gd name="connsiteY7" fmla="*/ 139098 h 217295"/>
                        <a:gd name="connsiteX8" fmla="*/ 368814 w 369303"/>
                        <a:gd name="connsiteY8" fmla="*/ 28394 h 217295"/>
                        <a:gd name="connsiteX9" fmla="*/ 306486 w 369303"/>
                        <a:gd name="connsiteY9" fmla="*/ 0 h 217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9303" h="217295">
                          <a:moveTo>
                            <a:pt x="306486" y="0"/>
                          </a:moveTo>
                          <a:lnTo>
                            <a:pt x="307174" y="25590"/>
                          </a:lnTo>
                          <a:cubicBezTo>
                            <a:pt x="307174" y="25590"/>
                            <a:pt x="110862" y="65248"/>
                            <a:pt x="48200" y="87690"/>
                          </a:cubicBezTo>
                          <a:cubicBezTo>
                            <a:pt x="-14463" y="110137"/>
                            <a:pt x="1936" y="214439"/>
                            <a:pt x="1936" y="214439"/>
                          </a:cubicBezTo>
                          <a:lnTo>
                            <a:pt x="120112" y="217296"/>
                          </a:lnTo>
                          <a:cubicBezTo>
                            <a:pt x="120112" y="217296"/>
                            <a:pt x="122010" y="209480"/>
                            <a:pt x="126345" y="197566"/>
                          </a:cubicBezTo>
                          <a:lnTo>
                            <a:pt x="126340" y="197556"/>
                          </a:lnTo>
                          <a:cubicBezTo>
                            <a:pt x="126340" y="197556"/>
                            <a:pt x="8507" y="197769"/>
                            <a:pt x="25249" y="139098"/>
                          </a:cubicBezTo>
                          <a:cubicBezTo>
                            <a:pt x="41991" y="80426"/>
                            <a:pt x="361802" y="40215"/>
                            <a:pt x="368814" y="28394"/>
                          </a:cubicBezTo>
                          <a:cubicBezTo>
                            <a:pt x="375236" y="17570"/>
                            <a:pt x="316448" y="2470"/>
                            <a:pt x="306486" y="0"/>
                          </a:cubicBezTo>
                          <a:close/>
                        </a:path>
                      </a:pathLst>
                    </a:custGeom>
                    <a:solidFill>
                      <a:srgbClr val="353535">
                        <a:alpha val="20000"/>
                      </a:srgbClr>
                    </a:solidFill>
                    <a:ln w="4839" cap="flat">
                      <a:noFill/>
                      <a:prstDash val="solid"/>
                      <a:miter/>
                    </a:ln>
                  </p:spPr>
                  <p:txBody>
                    <a:bodyPr rtlCol="0" anchor="ctr"/>
                    <a:lstStyle/>
                    <a:p>
                      <a:endParaRPr lang="vi-VN"/>
                    </a:p>
                  </p:txBody>
                </p:sp>
              </p:grpSp>
            </p:grpSp>
          </p:grpSp>
          <p:grpSp>
            <p:nvGrpSpPr>
              <p:cNvPr id="953" name="Graphic 1991">
                <a:extLst>
                  <a:ext uri="{FF2B5EF4-FFF2-40B4-BE49-F238E27FC236}">
                    <a16:creationId xmlns:a16="http://schemas.microsoft.com/office/drawing/2014/main" id="{290E87B5-5634-BAA2-F85F-1D44C9EF431A}"/>
                  </a:ext>
                </a:extLst>
              </p:cNvPr>
              <p:cNvGrpSpPr/>
              <p:nvPr/>
            </p:nvGrpSpPr>
            <p:grpSpPr>
              <a:xfrm>
                <a:off x="1156779" y="4395757"/>
                <a:ext cx="2126479" cy="1553684"/>
                <a:chOff x="1156779" y="4395757"/>
                <a:chExt cx="2126479" cy="1553684"/>
              </a:xfrm>
            </p:grpSpPr>
            <p:grpSp>
              <p:nvGrpSpPr>
                <p:cNvPr id="954" name="Graphic 1991">
                  <a:extLst>
                    <a:ext uri="{FF2B5EF4-FFF2-40B4-BE49-F238E27FC236}">
                      <a16:creationId xmlns:a16="http://schemas.microsoft.com/office/drawing/2014/main" id="{18608E4C-3383-1D2F-1968-AC498B56A424}"/>
                    </a:ext>
                  </a:extLst>
                </p:cNvPr>
                <p:cNvGrpSpPr/>
                <p:nvPr/>
              </p:nvGrpSpPr>
              <p:grpSpPr>
                <a:xfrm>
                  <a:off x="1953521" y="4395757"/>
                  <a:ext cx="1283803" cy="1297535"/>
                  <a:chOff x="1953521" y="4395757"/>
                  <a:chExt cx="1283803" cy="1297535"/>
                </a:xfrm>
              </p:grpSpPr>
              <p:grpSp>
                <p:nvGrpSpPr>
                  <p:cNvPr id="1084" name="Graphic 1991">
                    <a:extLst>
                      <a:ext uri="{FF2B5EF4-FFF2-40B4-BE49-F238E27FC236}">
                        <a16:creationId xmlns:a16="http://schemas.microsoft.com/office/drawing/2014/main" id="{1BB497D3-3A70-2D1B-06AC-9620A97BD244}"/>
                      </a:ext>
                    </a:extLst>
                  </p:cNvPr>
                  <p:cNvGrpSpPr/>
                  <p:nvPr/>
                </p:nvGrpSpPr>
                <p:grpSpPr>
                  <a:xfrm>
                    <a:off x="1953521" y="5063152"/>
                    <a:ext cx="342516" cy="466632"/>
                    <a:chOff x="1953521" y="5063152"/>
                    <a:chExt cx="342516" cy="466632"/>
                  </a:xfrm>
                </p:grpSpPr>
                <p:sp>
                  <p:nvSpPr>
                    <p:cNvPr id="1136" name="Freeform: Shape 1135">
                      <a:extLst>
                        <a:ext uri="{FF2B5EF4-FFF2-40B4-BE49-F238E27FC236}">
                          <a16:creationId xmlns:a16="http://schemas.microsoft.com/office/drawing/2014/main" id="{70BAAB38-17DA-ABB7-A067-AD464B265AA6}"/>
                        </a:ext>
                      </a:extLst>
                    </p:cNvPr>
                    <p:cNvSpPr/>
                    <p:nvPr/>
                  </p:nvSpPr>
                  <p:spPr>
                    <a:xfrm>
                      <a:off x="1953521" y="5063157"/>
                      <a:ext cx="342516" cy="466627"/>
                    </a:xfrm>
                    <a:custGeom>
                      <a:avLst/>
                      <a:gdLst>
                        <a:gd name="connsiteX0" fmla="*/ 342380 w 342516"/>
                        <a:gd name="connsiteY0" fmla="*/ 74973 h 466627"/>
                        <a:gd name="connsiteX1" fmla="*/ 318132 w 342516"/>
                        <a:gd name="connsiteY1" fmla="*/ 121944 h 466627"/>
                        <a:gd name="connsiteX2" fmla="*/ 223283 w 342516"/>
                        <a:gd name="connsiteY2" fmla="*/ 272224 h 466627"/>
                        <a:gd name="connsiteX3" fmla="*/ 135210 w 342516"/>
                        <a:gd name="connsiteY3" fmla="*/ 392943 h 466627"/>
                        <a:gd name="connsiteX4" fmla="*/ 166007 w 342516"/>
                        <a:gd name="connsiteY4" fmla="*/ 448990 h 466627"/>
                        <a:gd name="connsiteX5" fmla="*/ 142601 w 342516"/>
                        <a:gd name="connsiteY5" fmla="*/ 440370 h 466627"/>
                        <a:gd name="connsiteX6" fmla="*/ 73003 w 342516"/>
                        <a:gd name="connsiteY6" fmla="*/ 433594 h 466627"/>
                        <a:gd name="connsiteX7" fmla="*/ 941 w 342516"/>
                        <a:gd name="connsiteY7" fmla="*/ 465005 h 466627"/>
                        <a:gd name="connsiteX8" fmla="*/ 12026 w 342516"/>
                        <a:gd name="connsiteY8" fmla="*/ 441600 h 466627"/>
                        <a:gd name="connsiteX9" fmla="*/ 20032 w 342516"/>
                        <a:gd name="connsiteY9" fmla="*/ 395408 h 466627"/>
                        <a:gd name="connsiteX10" fmla="*/ 81004 w 342516"/>
                        <a:gd name="connsiteY10" fmla="*/ 352912 h 466627"/>
                        <a:gd name="connsiteX11" fmla="*/ 182012 w 342516"/>
                        <a:gd name="connsiteY11" fmla="*/ 140425 h 466627"/>
                        <a:gd name="connsiteX12" fmla="*/ 248529 w 342516"/>
                        <a:gd name="connsiteY12" fmla="*/ 35106 h 466627"/>
                        <a:gd name="connsiteX13" fmla="*/ 264545 w 342516"/>
                        <a:gd name="connsiteY13" fmla="*/ 0 h 466627"/>
                        <a:gd name="connsiteX14" fmla="*/ 342380 w 342516"/>
                        <a:gd name="connsiteY14" fmla="*/ 74973 h 46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2516" h="466627">
                          <a:moveTo>
                            <a:pt x="342380" y="74973"/>
                          </a:moveTo>
                          <a:cubicBezTo>
                            <a:pt x="342380" y="74973"/>
                            <a:pt x="326752" y="100384"/>
                            <a:pt x="318132" y="121944"/>
                          </a:cubicBezTo>
                          <a:cubicBezTo>
                            <a:pt x="309506" y="143500"/>
                            <a:pt x="253460" y="227263"/>
                            <a:pt x="223283" y="272224"/>
                          </a:cubicBezTo>
                          <a:lnTo>
                            <a:pt x="135210" y="392943"/>
                          </a:lnTo>
                          <a:cubicBezTo>
                            <a:pt x="135210" y="392943"/>
                            <a:pt x="162926" y="430514"/>
                            <a:pt x="166007" y="448990"/>
                          </a:cubicBezTo>
                          <a:cubicBezTo>
                            <a:pt x="166007" y="448990"/>
                            <a:pt x="160335" y="459475"/>
                            <a:pt x="142601" y="440370"/>
                          </a:cubicBezTo>
                          <a:cubicBezTo>
                            <a:pt x="124866" y="421260"/>
                            <a:pt x="106264" y="417579"/>
                            <a:pt x="73003" y="433594"/>
                          </a:cubicBezTo>
                          <a:cubicBezTo>
                            <a:pt x="39747" y="449610"/>
                            <a:pt x="5871" y="473011"/>
                            <a:pt x="941" y="465005"/>
                          </a:cubicBezTo>
                          <a:cubicBezTo>
                            <a:pt x="-3984" y="457000"/>
                            <a:pt x="12026" y="441600"/>
                            <a:pt x="12026" y="441600"/>
                          </a:cubicBezTo>
                          <a:cubicBezTo>
                            <a:pt x="12026" y="441600"/>
                            <a:pt x="11411" y="410189"/>
                            <a:pt x="20032" y="395408"/>
                          </a:cubicBezTo>
                          <a:cubicBezTo>
                            <a:pt x="28657" y="380628"/>
                            <a:pt x="81004" y="352912"/>
                            <a:pt x="81004" y="352912"/>
                          </a:cubicBezTo>
                          <a:cubicBezTo>
                            <a:pt x="81004" y="352912"/>
                            <a:pt x="159222" y="188466"/>
                            <a:pt x="182012" y="140425"/>
                          </a:cubicBezTo>
                          <a:cubicBezTo>
                            <a:pt x="204803" y="92383"/>
                            <a:pt x="247914" y="37571"/>
                            <a:pt x="248529" y="35106"/>
                          </a:cubicBezTo>
                          <a:cubicBezTo>
                            <a:pt x="249145" y="32641"/>
                            <a:pt x="264545" y="0"/>
                            <a:pt x="264545" y="0"/>
                          </a:cubicBezTo>
                          <a:cubicBezTo>
                            <a:pt x="264545" y="0"/>
                            <a:pt x="346303" y="33547"/>
                            <a:pt x="342380" y="74973"/>
                          </a:cubicBezTo>
                          <a:close/>
                        </a:path>
                      </a:pathLst>
                    </a:custGeom>
                    <a:solidFill>
                      <a:srgbClr val="EEA786"/>
                    </a:solidFill>
                    <a:ln w="4839" cap="flat">
                      <a:noFill/>
                      <a:prstDash val="solid"/>
                      <a:miter/>
                    </a:ln>
                  </p:spPr>
                  <p:txBody>
                    <a:bodyPr rtlCol="0" anchor="ctr"/>
                    <a:lstStyle/>
                    <a:p>
                      <a:endParaRPr lang="vi-VN"/>
                    </a:p>
                  </p:txBody>
                </p:sp>
                <p:sp>
                  <p:nvSpPr>
                    <p:cNvPr id="1137" name="Freeform: Shape 1136">
                      <a:extLst>
                        <a:ext uri="{FF2B5EF4-FFF2-40B4-BE49-F238E27FC236}">
                          <a16:creationId xmlns:a16="http://schemas.microsoft.com/office/drawing/2014/main" id="{A87D8255-F8AC-061D-1182-7301F328007E}"/>
                        </a:ext>
                      </a:extLst>
                    </p:cNvPr>
                    <p:cNvSpPr/>
                    <p:nvPr/>
                  </p:nvSpPr>
                  <p:spPr>
                    <a:xfrm>
                      <a:off x="2202220" y="5063152"/>
                      <a:ext cx="93813" cy="101420"/>
                    </a:xfrm>
                    <a:custGeom>
                      <a:avLst/>
                      <a:gdLst>
                        <a:gd name="connsiteX0" fmla="*/ 15846 w 93813"/>
                        <a:gd name="connsiteY0" fmla="*/ 0 h 101420"/>
                        <a:gd name="connsiteX1" fmla="*/ 0 w 93813"/>
                        <a:gd name="connsiteY1" fmla="*/ 34627 h 101420"/>
                        <a:gd name="connsiteX2" fmla="*/ 78915 w 93813"/>
                        <a:gd name="connsiteY2" fmla="*/ 101420 h 101420"/>
                        <a:gd name="connsiteX3" fmla="*/ 93676 w 93813"/>
                        <a:gd name="connsiteY3" fmla="*/ 74978 h 101420"/>
                        <a:gd name="connsiteX4" fmla="*/ 15846 w 93813"/>
                        <a:gd name="connsiteY4" fmla="*/ 0 h 101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813" h="101420">
                          <a:moveTo>
                            <a:pt x="15846" y="0"/>
                          </a:moveTo>
                          <a:cubicBezTo>
                            <a:pt x="15846" y="0"/>
                            <a:pt x="1622" y="30162"/>
                            <a:pt x="0" y="34627"/>
                          </a:cubicBezTo>
                          <a:cubicBezTo>
                            <a:pt x="35590" y="49494"/>
                            <a:pt x="65001" y="83293"/>
                            <a:pt x="78915" y="101420"/>
                          </a:cubicBezTo>
                          <a:cubicBezTo>
                            <a:pt x="86320" y="86945"/>
                            <a:pt x="93676" y="74978"/>
                            <a:pt x="93676" y="74978"/>
                          </a:cubicBezTo>
                          <a:cubicBezTo>
                            <a:pt x="97604" y="33552"/>
                            <a:pt x="15846" y="0"/>
                            <a:pt x="15846" y="0"/>
                          </a:cubicBezTo>
                          <a:close/>
                        </a:path>
                      </a:pathLst>
                    </a:custGeom>
                    <a:solidFill>
                      <a:srgbClr val="D87D68"/>
                    </a:solidFill>
                    <a:ln w="4839" cap="flat">
                      <a:noFill/>
                      <a:prstDash val="solid"/>
                      <a:miter/>
                    </a:ln>
                  </p:spPr>
                  <p:txBody>
                    <a:bodyPr rtlCol="0" anchor="ctr"/>
                    <a:lstStyle/>
                    <a:p>
                      <a:endParaRPr lang="vi-VN"/>
                    </a:p>
                  </p:txBody>
                </p:sp>
              </p:grpSp>
              <p:grpSp>
                <p:nvGrpSpPr>
                  <p:cNvPr id="1085" name="Graphic 1991">
                    <a:extLst>
                      <a:ext uri="{FF2B5EF4-FFF2-40B4-BE49-F238E27FC236}">
                        <a16:creationId xmlns:a16="http://schemas.microsoft.com/office/drawing/2014/main" id="{9663F97D-04E1-CCA9-CE04-969A2FEE6EFE}"/>
                      </a:ext>
                    </a:extLst>
                  </p:cNvPr>
                  <p:cNvGrpSpPr/>
                  <p:nvPr/>
                </p:nvGrpSpPr>
                <p:grpSpPr>
                  <a:xfrm>
                    <a:off x="2761255" y="4939959"/>
                    <a:ext cx="476069" cy="473258"/>
                    <a:chOff x="2761255" y="4939959"/>
                    <a:chExt cx="476069" cy="473258"/>
                  </a:xfrm>
                </p:grpSpPr>
                <p:sp>
                  <p:nvSpPr>
                    <p:cNvPr id="1134" name="Freeform: Shape 1133">
                      <a:extLst>
                        <a:ext uri="{FF2B5EF4-FFF2-40B4-BE49-F238E27FC236}">
                          <a16:creationId xmlns:a16="http://schemas.microsoft.com/office/drawing/2014/main" id="{1DC7DEA5-38DA-15F9-513D-DFA87C98FAD7}"/>
                        </a:ext>
                      </a:extLst>
                    </p:cNvPr>
                    <p:cNvSpPr/>
                    <p:nvPr/>
                  </p:nvSpPr>
                  <p:spPr>
                    <a:xfrm>
                      <a:off x="2761255" y="4939959"/>
                      <a:ext cx="476069" cy="473258"/>
                    </a:xfrm>
                    <a:custGeom>
                      <a:avLst/>
                      <a:gdLst>
                        <a:gd name="connsiteX0" fmla="*/ 392856 w 476069"/>
                        <a:gd name="connsiteY0" fmla="*/ 429512 h 473258"/>
                        <a:gd name="connsiteX1" fmla="*/ 413986 w 476069"/>
                        <a:gd name="connsiteY1" fmla="*/ 472861 h 473258"/>
                        <a:gd name="connsiteX2" fmla="*/ 351856 w 476069"/>
                        <a:gd name="connsiteY2" fmla="*/ 437832 h 473258"/>
                        <a:gd name="connsiteX3" fmla="*/ 302933 w 476069"/>
                        <a:gd name="connsiteY3" fmla="*/ 429507 h 473258"/>
                        <a:gd name="connsiteX4" fmla="*/ 281077 w 476069"/>
                        <a:gd name="connsiteY4" fmla="*/ 394914 h 473258"/>
                        <a:gd name="connsiteX5" fmla="*/ 88722 w 476069"/>
                        <a:gd name="connsiteY5" fmla="*/ 192428 h 473258"/>
                        <a:gd name="connsiteX6" fmla="*/ 46351 w 476069"/>
                        <a:gd name="connsiteY6" fmla="*/ 147379 h 473258"/>
                        <a:gd name="connsiteX7" fmla="*/ 0 w 476069"/>
                        <a:gd name="connsiteY7" fmla="*/ 98098 h 473258"/>
                        <a:gd name="connsiteX8" fmla="*/ 78160 w 476069"/>
                        <a:gd name="connsiteY8" fmla="*/ 0 h 473258"/>
                        <a:gd name="connsiteX9" fmla="*/ 124186 w 476069"/>
                        <a:gd name="connsiteY9" fmla="*/ 61800 h 473258"/>
                        <a:gd name="connsiteX10" fmla="*/ 174664 w 476069"/>
                        <a:gd name="connsiteY10" fmla="*/ 129538 h 473258"/>
                        <a:gd name="connsiteX11" fmla="*/ 350519 w 476069"/>
                        <a:gd name="connsiteY11" fmla="*/ 372007 h 473258"/>
                        <a:gd name="connsiteX12" fmla="*/ 474812 w 476069"/>
                        <a:gd name="connsiteY12" fmla="*/ 417128 h 473258"/>
                        <a:gd name="connsiteX13" fmla="*/ 392856 w 476069"/>
                        <a:gd name="connsiteY13" fmla="*/ 429512 h 47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6069" h="473258">
                          <a:moveTo>
                            <a:pt x="392856" y="429512"/>
                          </a:moveTo>
                          <a:cubicBezTo>
                            <a:pt x="392856" y="429512"/>
                            <a:pt x="421913" y="468085"/>
                            <a:pt x="413986" y="472861"/>
                          </a:cubicBezTo>
                          <a:cubicBezTo>
                            <a:pt x="406063" y="477636"/>
                            <a:pt x="351856" y="437832"/>
                            <a:pt x="351856" y="437832"/>
                          </a:cubicBezTo>
                          <a:cubicBezTo>
                            <a:pt x="351856" y="437832"/>
                            <a:pt x="325404" y="444849"/>
                            <a:pt x="302933" y="429507"/>
                          </a:cubicBezTo>
                          <a:cubicBezTo>
                            <a:pt x="280462" y="414165"/>
                            <a:pt x="281077" y="394914"/>
                            <a:pt x="281077" y="394914"/>
                          </a:cubicBezTo>
                          <a:lnTo>
                            <a:pt x="88722" y="192428"/>
                          </a:lnTo>
                          <a:lnTo>
                            <a:pt x="46351" y="147379"/>
                          </a:lnTo>
                          <a:lnTo>
                            <a:pt x="0" y="98098"/>
                          </a:lnTo>
                          <a:lnTo>
                            <a:pt x="78160" y="0"/>
                          </a:lnTo>
                          <a:lnTo>
                            <a:pt x="124186" y="61800"/>
                          </a:lnTo>
                          <a:lnTo>
                            <a:pt x="174664" y="129538"/>
                          </a:lnTo>
                          <a:lnTo>
                            <a:pt x="350519" y="372007"/>
                          </a:lnTo>
                          <a:cubicBezTo>
                            <a:pt x="350519" y="372007"/>
                            <a:pt x="461606" y="397626"/>
                            <a:pt x="474812" y="417128"/>
                          </a:cubicBezTo>
                          <a:cubicBezTo>
                            <a:pt x="488019" y="436641"/>
                            <a:pt x="392856" y="429512"/>
                            <a:pt x="392856" y="429512"/>
                          </a:cubicBezTo>
                          <a:close/>
                        </a:path>
                      </a:pathLst>
                    </a:custGeom>
                    <a:solidFill>
                      <a:srgbClr val="EEA786"/>
                    </a:solidFill>
                    <a:ln w="4839" cap="flat">
                      <a:noFill/>
                      <a:prstDash val="solid"/>
                      <a:miter/>
                    </a:ln>
                  </p:spPr>
                  <p:txBody>
                    <a:bodyPr rtlCol="0" anchor="ctr"/>
                    <a:lstStyle/>
                    <a:p>
                      <a:endParaRPr lang="vi-VN"/>
                    </a:p>
                  </p:txBody>
                </p:sp>
                <p:sp>
                  <p:nvSpPr>
                    <p:cNvPr id="1135" name="Freeform: Shape 1134">
                      <a:extLst>
                        <a:ext uri="{FF2B5EF4-FFF2-40B4-BE49-F238E27FC236}">
                          <a16:creationId xmlns:a16="http://schemas.microsoft.com/office/drawing/2014/main" id="{0E690533-D89B-6C5C-C009-19E66D83D37B}"/>
                        </a:ext>
                      </a:extLst>
                    </p:cNvPr>
                    <p:cNvSpPr/>
                    <p:nvPr/>
                  </p:nvSpPr>
                  <p:spPr>
                    <a:xfrm>
                      <a:off x="2761255" y="4939964"/>
                      <a:ext cx="124186" cy="147379"/>
                    </a:xfrm>
                    <a:custGeom>
                      <a:avLst/>
                      <a:gdLst>
                        <a:gd name="connsiteX0" fmla="*/ 124186 w 124186"/>
                        <a:gd name="connsiteY0" fmla="*/ 61805 h 147379"/>
                        <a:gd name="connsiteX1" fmla="*/ 46351 w 124186"/>
                        <a:gd name="connsiteY1" fmla="*/ 147379 h 147379"/>
                        <a:gd name="connsiteX2" fmla="*/ 0 w 124186"/>
                        <a:gd name="connsiteY2" fmla="*/ 98098 h 147379"/>
                        <a:gd name="connsiteX3" fmla="*/ 78160 w 124186"/>
                        <a:gd name="connsiteY3" fmla="*/ 0 h 147379"/>
                        <a:gd name="connsiteX4" fmla="*/ 124186 w 124186"/>
                        <a:gd name="connsiteY4" fmla="*/ 61805 h 147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86" h="147379">
                          <a:moveTo>
                            <a:pt x="124186" y="61805"/>
                          </a:moveTo>
                          <a:cubicBezTo>
                            <a:pt x="101207" y="87279"/>
                            <a:pt x="65747" y="126467"/>
                            <a:pt x="46351" y="147379"/>
                          </a:cubicBezTo>
                          <a:lnTo>
                            <a:pt x="0" y="98098"/>
                          </a:lnTo>
                          <a:lnTo>
                            <a:pt x="78160" y="0"/>
                          </a:lnTo>
                          <a:lnTo>
                            <a:pt x="124186" y="61805"/>
                          </a:lnTo>
                          <a:close/>
                        </a:path>
                      </a:pathLst>
                    </a:custGeom>
                    <a:solidFill>
                      <a:srgbClr val="D87D68"/>
                    </a:solidFill>
                    <a:ln w="4839" cap="flat">
                      <a:noFill/>
                      <a:prstDash val="solid"/>
                      <a:miter/>
                    </a:ln>
                  </p:spPr>
                  <p:txBody>
                    <a:bodyPr rtlCol="0" anchor="ctr"/>
                    <a:lstStyle/>
                    <a:p>
                      <a:endParaRPr lang="vi-VN"/>
                    </a:p>
                  </p:txBody>
                </p:sp>
              </p:grpSp>
              <p:grpSp>
                <p:nvGrpSpPr>
                  <p:cNvPr id="1086" name="Graphic 1991">
                    <a:extLst>
                      <a:ext uri="{FF2B5EF4-FFF2-40B4-BE49-F238E27FC236}">
                        <a16:creationId xmlns:a16="http://schemas.microsoft.com/office/drawing/2014/main" id="{FF926002-C4A4-4A9C-F86C-8E9306FC536F}"/>
                      </a:ext>
                    </a:extLst>
                  </p:cNvPr>
                  <p:cNvGrpSpPr/>
                  <p:nvPr/>
                </p:nvGrpSpPr>
                <p:grpSpPr>
                  <a:xfrm>
                    <a:off x="2362835" y="5272559"/>
                    <a:ext cx="442171" cy="420734"/>
                    <a:chOff x="2362835" y="5272559"/>
                    <a:chExt cx="442171" cy="420734"/>
                  </a:xfrm>
                </p:grpSpPr>
                <p:sp>
                  <p:nvSpPr>
                    <p:cNvPr id="1124" name="Freeform: Shape 1123">
                      <a:extLst>
                        <a:ext uri="{FF2B5EF4-FFF2-40B4-BE49-F238E27FC236}">
                          <a16:creationId xmlns:a16="http://schemas.microsoft.com/office/drawing/2014/main" id="{6E784029-6160-10F0-7D1E-85601274C301}"/>
                        </a:ext>
                      </a:extLst>
                    </p:cNvPr>
                    <p:cNvSpPr/>
                    <p:nvPr/>
                  </p:nvSpPr>
                  <p:spPr>
                    <a:xfrm>
                      <a:off x="2362835" y="5272559"/>
                      <a:ext cx="442171" cy="420734"/>
                    </a:xfrm>
                    <a:custGeom>
                      <a:avLst/>
                      <a:gdLst>
                        <a:gd name="connsiteX0" fmla="*/ 442171 w 442171"/>
                        <a:gd name="connsiteY0" fmla="*/ 420654 h 420734"/>
                        <a:gd name="connsiteX1" fmla="*/ 418833 w 442171"/>
                        <a:gd name="connsiteY1" fmla="*/ 419603 h 420734"/>
                        <a:gd name="connsiteX2" fmla="*/ 415831 w 442171"/>
                        <a:gd name="connsiteY2" fmla="*/ 419458 h 420734"/>
                        <a:gd name="connsiteX3" fmla="*/ 278365 w 442171"/>
                        <a:gd name="connsiteY3" fmla="*/ 413269 h 420734"/>
                        <a:gd name="connsiteX4" fmla="*/ 278186 w 442171"/>
                        <a:gd name="connsiteY4" fmla="*/ 412799 h 420734"/>
                        <a:gd name="connsiteX5" fmla="*/ 199523 w 442171"/>
                        <a:gd name="connsiteY5" fmla="*/ 226013 h 420734"/>
                        <a:gd name="connsiteX6" fmla="*/ 199561 w 442171"/>
                        <a:gd name="connsiteY6" fmla="*/ 226120 h 420734"/>
                        <a:gd name="connsiteX7" fmla="*/ 226628 w 442171"/>
                        <a:gd name="connsiteY7" fmla="*/ 420644 h 420734"/>
                        <a:gd name="connsiteX8" fmla="*/ 178722 w 442171"/>
                        <a:gd name="connsiteY8" fmla="*/ 415036 h 420734"/>
                        <a:gd name="connsiteX9" fmla="*/ 175972 w 442171"/>
                        <a:gd name="connsiteY9" fmla="*/ 414818 h 420734"/>
                        <a:gd name="connsiteX10" fmla="*/ 63006 w 442171"/>
                        <a:gd name="connsiteY10" fmla="*/ 408343 h 420734"/>
                        <a:gd name="connsiteX11" fmla="*/ 14916 w 442171"/>
                        <a:gd name="connsiteY11" fmla="*/ 157186 h 420734"/>
                        <a:gd name="connsiteX12" fmla="*/ 14480 w 442171"/>
                        <a:gd name="connsiteY12" fmla="*/ 154111 h 420734"/>
                        <a:gd name="connsiteX13" fmla="*/ 11148 w 442171"/>
                        <a:gd name="connsiteY13" fmla="*/ 130409 h 420734"/>
                        <a:gd name="connsiteX14" fmla="*/ 10785 w 442171"/>
                        <a:gd name="connsiteY14" fmla="*/ 127586 h 420734"/>
                        <a:gd name="connsiteX15" fmla="*/ 0 w 442171"/>
                        <a:gd name="connsiteY15" fmla="*/ 23880 h 420734"/>
                        <a:gd name="connsiteX16" fmla="*/ 374148 w 442171"/>
                        <a:gd name="connsiteY16" fmla="*/ 0 h 420734"/>
                        <a:gd name="connsiteX17" fmla="*/ 391732 w 442171"/>
                        <a:gd name="connsiteY17" fmla="*/ 104176 h 420734"/>
                        <a:gd name="connsiteX18" fmla="*/ 392241 w 442171"/>
                        <a:gd name="connsiteY18" fmla="*/ 106999 h 420734"/>
                        <a:gd name="connsiteX19" fmla="*/ 394338 w 442171"/>
                        <a:gd name="connsiteY19" fmla="*/ 119663 h 420734"/>
                        <a:gd name="connsiteX20" fmla="*/ 394808 w 442171"/>
                        <a:gd name="connsiteY20" fmla="*/ 122303 h 420734"/>
                        <a:gd name="connsiteX21" fmla="*/ 426180 w 442171"/>
                        <a:gd name="connsiteY21" fmla="*/ 311001 h 420734"/>
                        <a:gd name="connsiteX22" fmla="*/ 442171 w 442171"/>
                        <a:gd name="connsiteY22" fmla="*/ 420654 h 42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42171" h="420734">
                          <a:moveTo>
                            <a:pt x="442171" y="420654"/>
                          </a:moveTo>
                          <a:lnTo>
                            <a:pt x="418833" y="419603"/>
                          </a:lnTo>
                          <a:lnTo>
                            <a:pt x="415831" y="419458"/>
                          </a:lnTo>
                          <a:lnTo>
                            <a:pt x="278365" y="413269"/>
                          </a:lnTo>
                          <a:lnTo>
                            <a:pt x="278186" y="412799"/>
                          </a:lnTo>
                          <a:cubicBezTo>
                            <a:pt x="274641" y="403249"/>
                            <a:pt x="217432" y="249898"/>
                            <a:pt x="199523" y="226013"/>
                          </a:cubicBezTo>
                          <a:lnTo>
                            <a:pt x="199561" y="226120"/>
                          </a:lnTo>
                          <a:cubicBezTo>
                            <a:pt x="200428" y="231762"/>
                            <a:pt x="231476" y="425497"/>
                            <a:pt x="226628" y="420644"/>
                          </a:cubicBezTo>
                          <a:cubicBezTo>
                            <a:pt x="224928" y="418945"/>
                            <a:pt x="204554" y="416915"/>
                            <a:pt x="178722" y="415036"/>
                          </a:cubicBezTo>
                          <a:cubicBezTo>
                            <a:pt x="177817" y="414964"/>
                            <a:pt x="176877" y="414891"/>
                            <a:pt x="175972" y="414818"/>
                          </a:cubicBezTo>
                          <a:cubicBezTo>
                            <a:pt x="127882" y="411346"/>
                            <a:pt x="63006" y="408343"/>
                            <a:pt x="63006" y="408343"/>
                          </a:cubicBezTo>
                          <a:cubicBezTo>
                            <a:pt x="63006" y="408343"/>
                            <a:pt x="34418" y="291325"/>
                            <a:pt x="14916" y="157186"/>
                          </a:cubicBezTo>
                          <a:cubicBezTo>
                            <a:pt x="14771" y="156174"/>
                            <a:pt x="14626" y="155162"/>
                            <a:pt x="14480" y="154111"/>
                          </a:cubicBezTo>
                          <a:cubicBezTo>
                            <a:pt x="13323" y="146260"/>
                            <a:pt x="12238" y="138371"/>
                            <a:pt x="11148" y="130409"/>
                          </a:cubicBezTo>
                          <a:cubicBezTo>
                            <a:pt x="11042" y="129470"/>
                            <a:pt x="10930" y="128530"/>
                            <a:pt x="10785" y="127586"/>
                          </a:cubicBezTo>
                          <a:cubicBezTo>
                            <a:pt x="6228" y="93105"/>
                            <a:pt x="2426" y="58003"/>
                            <a:pt x="0" y="23880"/>
                          </a:cubicBezTo>
                          <a:lnTo>
                            <a:pt x="374148" y="0"/>
                          </a:lnTo>
                          <a:cubicBezTo>
                            <a:pt x="374148" y="0"/>
                            <a:pt x="381853" y="45518"/>
                            <a:pt x="391732" y="104176"/>
                          </a:cubicBezTo>
                          <a:cubicBezTo>
                            <a:pt x="391912" y="105115"/>
                            <a:pt x="392057" y="106059"/>
                            <a:pt x="392241" y="106999"/>
                          </a:cubicBezTo>
                          <a:cubicBezTo>
                            <a:pt x="392929" y="111159"/>
                            <a:pt x="393616" y="115392"/>
                            <a:pt x="394338" y="119663"/>
                          </a:cubicBezTo>
                          <a:cubicBezTo>
                            <a:pt x="394483" y="120530"/>
                            <a:pt x="394628" y="121402"/>
                            <a:pt x="394808" y="122303"/>
                          </a:cubicBezTo>
                          <a:cubicBezTo>
                            <a:pt x="405665" y="186926"/>
                            <a:pt x="418330" y="262659"/>
                            <a:pt x="426180" y="311001"/>
                          </a:cubicBezTo>
                          <a:cubicBezTo>
                            <a:pt x="442171" y="409583"/>
                            <a:pt x="442171" y="420654"/>
                            <a:pt x="442171" y="420654"/>
                          </a:cubicBezTo>
                          <a:close/>
                        </a:path>
                      </a:pathLst>
                    </a:custGeom>
                    <a:solidFill>
                      <a:srgbClr val="272C44"/>
                    </a:solidFill>
                    <a:ln w="4839" cap="flat">
                      <a:noFill/>
                      <a:prstDash val="solid"/>
                      <a:miter/>
                    </a:ln>
                  </p:spPr>
                  <p:txBody>
                    <a:bodyPr rtlCol="0" anchor="ctr"/>
                    <a:lstStyle/>
                    <a:p>
                      <a:endParaRPr lang="vi-VN"/>
                    </a:p>
                  </p:txBody>
                </p:sp>
                <p:grpSp>
                  <p:nvGrpSpPr>
                    <p:cNvPr id="1125" name="Graphic 1991">
                      <a:extLst>
                        <a:ext uri="{FF2B5EF4-FFF2-40B4-BE49-F238E27FC236}">
                          <a16:creationId xmlns:a16="http://schemas.microsoft.com/office/drawing/2014/main" id="{4A888D1B-9262-0BC7-567C-D9E5CCAAB13B}"/>
                        </a:ext>
                      </a:extLst>
                    </p:cNvPr>
                    <p:cNvGrpSpPr/>
                    <p:nvPr/>
                  </p:nvGrpSpPr>
                  <p:grpSpPr>
                    <a:xfrm>
                      <a:off x="2362835" y="5286817"/>
                      <a:ext cx="418833" cy="405345"/>
                      <a:chOff x="2362835" y="5286817"/>
                      <a:chExt cx="418833" cy="405345"/>
                    </a:xfrm>
                  </p:grpSpPr>
                  <p:sp>
                    <p:nvSpPr>
                      <p:cNvPr id="1126" name="Freeform: Shape 1125">
                        <a:extLst>
                          <a:ext uri="{FF2B5EF4-FFF2-40B4-BE49-F238E27FC236}">
                            <a16:creationId xmlns:a16="http://schemas.microsoft.com/office/drawing/2014/main" id="{A4D0EE7C-F98F-29B7-86E3-B984C4AE4AA0}"/>
                          </a:ext>
                        </a:extLst>
                      </p:cNvPr>
                      <p:cNvSpPr/>
                      <p:nvPr/>
                    </p:nvSpPr>
                    <p:spPr>
                      <a:xfrm>
                        <a:off x="2362835" y="5286817"/>
                        <a:ext cx="306322" cy="395921"/>
                      </a:xfrm>
                      <a:custGeom>
                        <a:avLst/>
                        <a:gdLst>
                          <a:gd name="connsiteX0" fmla="*/ 150948 w 306322"/>
                          <a:gd name="connsiteY0" fmla="*/ 0 h 395921"/>
                          <a:gd name="connsiteX1" fmla="*/ 0 w 306322"/>
                          <a:gd name="connsiteY1" fmla="*/ 9637 h 395921"/>
                          <a:gd name="connsiteX2" fmla="*/ 10785 w 306322"/>
                          <a:gd name="connsiteY2" fmla="*/ 113343 h 395921"/>
                          <a:gd name="connsiteX3" fmla="*/ 11148 w 306322"/>
                          <a:gd name="connsiteY3" fmla="*/ 116167 h 395921"/>
                          <a:gd name="connsiteX4" fmla="*/ 14480 w 306322"/>
                          <a:gd name="connsiteY4" fmla="*/ 139868 h 395921"/>
                          <a:gd name="connsiteX5" fmla="*/ 14916 w 306322"/>
                          <a:gd name="connsiteY5" fmla="*/ 142943 h 395921"/>
                          <a:gd name="connsiteX6" fmla="*/ 63006 w 306322"/>
                          <a:gd name="connsiteY6" fmla="*/ 394100 h 395921"/>
                          <a:gd name="connsiteX7" fmla="*/ 99308 w 306322"/>
                          <a:gd name="connsiteY7" fmla="*/ 395921 h 395921"/>
                          <a:gd name="connsiteX8" fmla="*/ 141311 w 306322"/>
                          <a:gd name="connsiteY8" fmla="*/ 89337 h 395921"/>
                          <a:gd name="connsiteX9" fmla="*/ 306323 w 306322"/>
                          <a:gd name="connsiteY9" fmla="*/ 25013 h 395921"/>
                          <a:gd name="connsiteX10" fmla="*/ 150948 w 306322"/>
                          <a:gd name="connsiteY10" fmla="*/ 0 h 39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6322" h="395921">
                            <a:moveTo>
                              <a:pt x="150948" y="0"/>
                            </a:moveTo>
                            <a:lnTo>
                              <a:pt x="0" y="9637"/>
                            </a:lnTo>
                            <a:cubicBezTo>
                              <a:pt x="2426" y="43760"/>
                              <a:pt x="6223" y="78857"/>
                              <a:pt x="10785" y="113343"/>
                            </a:cubicBezTo>
                            <a:cubicBezTo>
                              <a:pt x="10930" y="114283"/>
                              <a:pt x="11037" y="115222"/>
                              <a:pt x="11148" y="116167"/>
                            </a:cubicBezTo>
                            <a:cubicBezTo>
                              <a:pt x="12233" y="124128"/>
                              <a:pt x="13318" y="132017"/>
                              <a:pt x="14480" y="139868"/>
                            </a:cubicBezTo>
                            <a:cubicBezTo>
                              <a:pt x="14626" y="140919"/>
                              <a:pt x="14771" y="141931"/>
                              <a:pt x="14916" y="142943"/>
                            </a:cubicBezTo>
                            <a:cubicBezTo>
                              <a:pt x="34418" y="277077"/>
                              <a:pt x="63006" y="394100"/>
                              <a:pt x="63006" y="394100"/>
                            </a:cubicBezTo>
                            <a:cubicBezTo>
                              <a:pt x="63006" y="394100"/>
                              <a:pt x="78198" y="394803"/>
                              <a:pt x="99308" y="395921"/>
                            </a:cubicBezTo>
                            <a:cubicBezTo>
                              <a:pt x="77806" y="310149"/>
                              <a:pt x="50550" y="83104"/>
                              <a:pt x="141311" y="89337"/>
                            </a:cubicBezTo>
                            <a:cubicBezTo>
                              <a:pt x="242116" y="96257"/>
                              <a:pt x="302855" y="26699"/>
                              <a:pt x="306323" y="25013"/>
                            </a:cubicBezTo>
                            <a:cubicBezTo>
                              <a:pt x="306308" y="25004"/>
                              <a:pt x="231796" y="13003"/>
                              <a:pt x="150948" y="0"/>
                            </a:cubicBezTo>
                            <a:close/>
                          </a:path>
                        </a:pathLst>
                      </a:custGeom>
                      <a:solidFill>
                        <a:srgbClr val="272C44">
                          <a:alpha val="20000"/>
                        </a:srgbClr>
                      </a:solidFill>
                      <a:ln w="4839" cap="flat">
                        <a:noFill/>
                        <a:prstDash val="solid"/>
                        <a:miter/>
                      </a:ln>
                    </p:spPr>
                    <p:txBody>
                      <a:bodyPr rtlCol="0" anchor="ctr"/>
                      <a:lstStyle/>
                      <a:p>
                        <a:endParaRPr lang="vi-VN"/>
                      </a:p>
                    </p:txBody>
                  </p:sp>
                  <p:grpSp>
                    <p:nvGrpSpPr>
                      <p:cNvPr id="1127" name="Graphic 1991">
                        <a:extLst>
                          <a:ext uri="{FF2B5EF4-FFF2-40B4-BE49-F238E27FC236}">
                            <a16:creationId xmlns:a16="http://schemas.microsoft.com/office/drawing/2014/main" id="{30BB9655-B319-E356-2B1D-2B60E961DB0A}"/>
                          </a:ext>
                        </a:extLst>
                      </p:cNvPr>
                      <p:cNvGrpSpPr/>
                      <p:nvPr/>
                    </p:nvGrpSpPr>
                    <p:grpSpPr>
                      <a:xfrm>
                        <a:off x="2373615" y="5316039"/>
                        <a:ext cx="408053" cy="376123"/>
                        <a:chOff x="2373615" y="5316039"/>
                        <a:chExt cx="408053" cy="376123"/>
                      </a:xfrm>
                      <a:solidFill>
                        <a:srgbClr val="17202F"/>
                      </a:solidFill>
                    </p:grpSpPr>
                    <p:sp>
                      <p:nvSpPr>
                        <p:cNvPr id="1129" name="Freeform: Shape 1128">
                          <a:extLst>
                            <a:ext uri="{FF2B5EF4-FFF2-40B4-BE49-F238E27FC236}">
                              <a16:creationId xmlns:a16="http://schemas.microsoft.com/office/drawing/2014/main" id="{FC3BBD60-32F3-0493-9DCB-98CB2D3130F6}"/>
                            </a:ext>
                          </a:extLst>
                        </p:cNvPr>
                        <p:cNvSpPr/>
                        <p:nvPr/>
                      </p:nvSpPr>
                      <p:spPr>
                        <a:xfrm>
                          <a:off x="2485183" y="5345004"/>
                          <a:ext cx="77057" cy="342601"/>
                        </a:xfrm>
                        <a:custGeom>
                          <a:avLst/>
                          <a:gdLst>
                            <a:gd name="connsiteX0" fmla="*/ 75906 w 77057"/>
                            <a:gd name="connsiteY0" fmla="*/ 157554 h 342601"/>
                            <a:gd name="connsiteX1" fmla="*/ 45188 w 77057"/>
                            <a:gd name="connsiteY1" fmla="*/ 147026 h 342601"/>
                            <a:gd name="connsiteX2" fmla="*/ 39468 w 77057"/>
                            <a:gd name="connsiteY2" fmla="*/ 141054 h 342601"/>
                            <a:gd name="connsiteX3" fmla="*/ 41459 w 77057"/>
                            <a:gd name="connsiteY3" fmla="*/ 165119 h 342601"/>
                            <a:gd name="connsiteX4" fmla="*/ 43449 w 77057"/>
                            <a:gd name="connsiteY4" fmla="*/ 192002 h 342601"/>
                            <a:gd name="connsiteX5" fmla="*/ 50578 w 77057"/>
                            <a:gd name="connsiteY5" fmla="*/ 286443 h 342601"/>
                            <a:gd name="connsiteX6" fmla="*/ 56365 w 77057"/>
                            <a:gd name="connsiteY6" fmla="*/ 342601 h 342601"/>
                            <a:gd name="connsiteX7" fmla="*/ 53614 w 77057"/>
                            <a:gd name="connsiteY7" fmla="*/ 342383 h 342601"/>
                            <a:gd name="connsiteX8" fmla="*/ 51987 w 77057"/>
                            <a:gd name="connsiteY8" fmla="*/ 328271 h 342601"/>
                            <a:gd name="connsiteX9" fmla="*/ 44025 w 77057"/>
                            <a:gd name="connsiteY9" fmla="*/ 234266 h 342601"/>
                            <a:gd name="connsiteX10" fmla="*/ 40659 w 77057"/>
                            <a:gd name="connsiteY10" fmla="*/ 187188 h 342601"/>
                            <a:gd name="connsiteX11" fmla="*/ 38960 w 77057"/>
                            <a:gd name="connsiteY11" fmla="*/ 163089 h 342601"/>
                            <a:gd name="connsiteX12" fmla="*/ 37512 w 77057"/>
                            <a:gd name="connsiteY12" fmla="*/ 138483 h 342601"/>
                            <a:gd name="connsiteX13" fmla="*/ 18585 w 77057"/>
                            <a:gd name="connsiteY13" fmla="*/ 82973 h 342601"/>
                            <a:gd name="connsiteX14" fmla="*/ 23 w 77057"/>
                            <a:gd name="connsiteY14" fmla="*/ 833 h 342601"/>
                            <a:gd name="connsiteX15" fmla="*/ 1432 w 77057"/>
                            <a:gd name="connsiteY15" fmla="*/ 470 h 342601"/>
                            <a:gd name="connsiteX16" fmla="*/ 12324 w 77057"/>
                            <a:gd name="connsiteY16" fmla="*/ 44216 h 342601"/>
                            <a:gd name="connsiteX17" fmla="*/ 21152 w 77057"/>
                            <a:gd name="connsiteY17" fmla="*/ 83259 h 342601"/>
                            <a:gd name="connsiteX18" fmla="*/ 29690 w 77057"/>
                            <a:gd name="connsiteY18" fmla="*/ 117164 h 342601"/>
                            <a:gd name="connsiteX19" fmla="*/ 47420 w 77057"/>
                            <a:gd name="connsiteY19" fmla="*/ 145316 h 342601"/>
                            <a:gd name="connsiteX20" fmla="*/ 61823 w 77057"/>
                            <a:gd name="connsiteY20" fmla="*/ 153496 h 342601"/>
                            <a:gd name="connsiteX21" fmla="*/ 59799 w 77057"/>
                            <a:gd name="connsiteY21" fmla="*/ 137466 h 342601"/>
                            <a:gd name="connsiteX22" fmla="*/ 57702 w 77057"/>
                            <a:gd name="connsiteY22" fmla="*/ 120530 h 342601"/>
                            <a:gd name="connsiteX23" fmla="*/ 37294 w 77057"/>
                            <a:gd name="connsiteY23" fmla="*/ 1555 h 342601"/>
                            <a:gd name="connsiteX24" fmla="*/ 39066 w 77057"/>
                            <a:gd name="connsiteY24" fmla="*/ 1085 h 342601"/>
                            <a:gd name="connsiteX25" fmla="*/ 46195 w 77057"/>
                            <a:gd name="connsiteY25" fmla="*/ 34375 h 342601"/>
                            <a:gd name="connsiteX26" fmla="*/ 56578 w 77057"/>
                            <a:gd name="connsiteY26" fmla="*/ 94151 h 342601"/>
                            <a:gd name="connsiteX27" fmla="*/ 60850 w 77057"/>
                            <a:gd name="connsiteY27" fmla="*/ 124041 h 342601"/>
                            <a:gd name="connsiteX28" fmla="*/ 62733 w 77057"/>
                            <a:gd name="connsiteY28" fmla="*/ 139020 h 342601"/>
                            <a:gd name="connsiteX29" fmla="*/ 64143 w 77057"/>
                            <a:gd name="connsiteY29" fmla="*/ 154183 h 342601"/>
                            <a:gd name="connsiteX30" fmla="*/ 69969 w 77057"/>
                            <a:gd name="connsiteY30" fmla="*/ 155089 h 342601"/>
                            <a:gd name="connsiteX31" fmla="*/ 64758 w 77057"/>
                            <a:gd name="connsiteY31" fmla="*/ 128167 h 342601"/>
                            <a:gd name="connsiteX32" fmla="*/ 52312 w 77057"/>
                            <a:gd name="connsiteY32" fmla="*/ 3114 h 342601"/>
                            <a:gd name="connsiteX33" fmla="*/ 53866 w 77057"/>
                            <a:gd name="connsiteY33" fmla="*/ 2862 h 342601"/>
                            <a:gd name="connsiteX34" fmla="*/ 58714 w 77057"/>
                            <a:gd name="connsiteY34" fmla="*/ 36947 h 342601"/>
                            <a:gd name="connsiteX35" fmla="*/ 65010 w 77057"/>
                            <a:gd name="connsiteY35" fmla="*/ 97521 h 342601"/>
                            <a:gd name="connsiteX36" fmla="*/ 67107 w 77057"/>
                            <a:gd name="connsiteY36" fmla="*/ 127301 h 342601"/>
                            <a:gd name="connsiteX37" fmla="*/ 72206 w 77057"/>
                            <a:gd name="connsiteY37" fmla="*/ 154150 h 342601"/>
                            <a:gd name="connsiteX38" fmla="*/ 72458 w 77057"/>
                            <a:gd name="connsiteY38" fmla="*/ 155128 h 342601"/>
                            <a:gd name="connsiteX39" fmla="*/ 75785 w 77057"/>
                            <a:gd name="connsiteY39" fmla="*/ 154949 h 342601"/>
                            <a:gd name="connsiteX40" fmla="*/ 75906 w 77057"/>
                            <a:gd name="connsiteY40" fmla="*/ 157554 h 342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7057" h="342601">
                              <a:moveTo>
                                <a:pt x="75906" y="157554"/>
                              </a:moveTo>
                              <a:cubicBezTo>
                                <a:pt x="64690" y="159472"/>
                                <a:pt x="53546" y="154513"/>
                                <a:pt x="45188" y="147026"/>
                              </a:cubicBezTo>
                              <a:cubicBezTo>
                                <a:pt x="43091" y="145180"/>
                                <a:pt x="41207" y="143156"/>
                                <a:pt x="39468" y="141054"/>
                              </a:cubicBezTo>
                              <a:cubicBezTo>
                                <a:pt x="40374" y="149050"/>
                                <a:pt x="40843" y="157118"/>
                                <a:pt x="41459" y="165119"/>
                              </a:cubicBezTo>
                              <a:cubicBezTo>
                                <a:pt x="42146" y="174093"/>
                                <a:pt x="42800" y="183033"/>
                                <a:pt x="43449" y="192002"/>
                              </a:cubicBezTo>
                              <a:cubicBezTo>
                                <a:pt x="45730" y="223480"/>
                                <a:pt x="47900" y="254998"/>
                                <a:pt x="50578" y="286443"/>
                              </a:cubicBezTo>
                              <a:cubicBezTo>
                                <a:pt x="52171" y="305224"/>
                                <a:pt x="54123" y="323932"/>
                                <a:pt x="56365" y="342601"/>
                              </a:cubicBezTo>
                              <a:cubicBezTo>
                                <a:pt x="55459" y="342529"/>
                                <a:pt x="54520" y="342456"/>
                                <a:pt x="53614" y="342383"/>
                              </a:cubicBezTo>
                              <a:cubicBezTo>
                                <a:pt x="53038" y="337681"/>
                                <a:pt x="52491" y="332974"/>
                                <a:pt x="51987" y="328271"/>
                              </a:cubicBezTo>
                              <a:cubicBezTo>
                                <a:pt x="48549" y="297005"/>
                                <a:pt x="46268" y="265638"/>
                                <a:pt x="44025" y="234266"/>
                              </a:cubicBezTo>
                              <a:cubicBezTo>
                                <a:pt x="42902" y="218599"/>
                                <a:pt x="41783" y="202893"/>
                                <a:pt x="40659" y="187188"/>
                              </a:cubicBezTo>
                              <a:cubicBezTo>
                                <a:pt x="40078" y="179153"/>
                                <a:pt x="39502" y="171124"/>
                                <a:pt x="38960" y="163089"/>
                              </a:cubicBezTo>
                              <a:cubicBezTo>
                                <a:pt x="38417" y="154910"/>
                                <a:pt x="37623" y="146696"/>
                                <a:pt x="37512" y="138483"/>
                              </a:cubicBezTo>
                              <a:cubicBezTo>
                                <a:pt x="26078" y="122816"/>
                                <a:pt x="22605" y="101866"/>
                                <a:pt x="18585" y="82973"/>
                              </a:cubicBezTo>
                              <a:cubicBezTo>
                                <a:pt x="12726" y="55509"/>
                                <a:pt x="6173" y="28225"/>
                                <a:pt x="23" y="833"/>
                              </a:cubicBezTo>
                              <a:cubicBezTo>
                                <a:pt x="-195" y="0"/>
                                <a:pt x="1219" y="-358"/>
                                <a:pt x="1432" y="470"/>
                              </a:cubicBezTo>
                              <a:cubicBezTo>
                                <a:pt x="5340" y="14979"/>
                                <a:pt x="8885" y="29600"/>
                                <a:pt x="12324" y="44216"/>
                              </a:cubicBezTo>
                              <a:cubicBezTo>
                                <a:pt x="15399" y="57204"/>
                                <a:pt x="18329" y="70198"/>
                                <a:pt x="21152" y="83259"/>
                              </a:cubicBezTo>
                              <a:cubicBezTo>
                                <a:pt x="23651" y="94621"/>
                                <a:pt x="25821" y="106161"/>
                                <a:pt x="29690" y="117164"/>
                              </a:cubicBezTo>
                              <a:cubicBezTo>
                                <a:pt x="33453" y="127838"/>
                                <a:pt x="38916" y="137935"/>
                                <a:pt x="47420" y="145316"/>
                              </a:cubicBezTo>
                              <a:cubicBezTo>
                                <a:pt x="51726" y="149006"/>
                                <a:pt x="56612" y="151830"/>
                                <a:pt x="61823" y="153496"/>
                              </a:cubicBezTo>
                              <a:cubicBezTo>
                                <a:pt x="60520" y="148357"/>
                                <a:pt x="60414" y="142677"/>
                                <a:pt x="59799" y="137466"/>
                              </a:cubicBezTo>
                              <a:cubicBezTo>
                                <a:pt x="59150" y="131819"/>
                                <a:pt x="58423" y="126177"/>
                                <a:pt x="57702" y="120530"/>
                              </a:cubicBezTo>
                              <a:cubicBezTo>
                                <a:pt x="52529" y="80547"/>
                                <a:pt x="45255" y="41034"/>
                                <a:pt x="37294" y="1555"/>
                              </a:cubicBezTo>
                              <a:cubicBezTo>
                                <a:pt x="37076" y="358"/>
                                <a:pt x="38814" y="-145"/>
                                <a:pt x="39066" y="1085"/>
                              </a:cubicBezTo>
                              <a:cubicBezTo>
                                <a:pt x="41672" y="12122"/>
                                <a:pt x="43987" y="23231"/>
                                <a:pt x="46195" y="34375"/>
                              </a:cubicBezTo>
                              <a:cubicBezTo>
                                <a:pt x="50103" y="54202"/>
                                <a:pt x="53542" y="74140"/>
                                <a:pt x="56578" y="94151"/>
                              </a:cubicBezTo>
                              <a:cubicBezTo>
                                <a:pt x="58099" y="104103"/>
                                <a:pt x="59508" y="114050"/>
                                <a:pt x="60850" y="124041"/>
                              </a:cubicBezTo>
                              <a:cubicBezTo>
                                <a:pt x="61499" y="129034"/>
                                <a:pt x="62118" y="134027"/>
                                <a:pt x="62733" y="139020"/>
                              </a:cubicBezTo>
                              <a:cubicBezTo>
                                <a:pt x="63348" y="143941"/>
                                <a:pt x="64433" y="149186"/>
                                <a:pt x="64143" y="154183"/>
                              </a:cubicBezTo>
                              <a:cubicBezTo>
                                <a:pt x="66022" y="154653"/>
                                <a:pt x="67978" y="154944"/>
                                <a:pt x="69969" y="155089"/>
                              </a:cubicBezTo>
                              <a:cubicBezTo>
                                <a:pt x="64651" y="147563"/>
                                <a:pt x="65266" y="137035"/>
                                <a:pt x="64758" y="128167"/>
                              </a:cubicBezTo>
                              <a:cubicBezTo>
                                <a:pt x="62404" y="86301"/>
                                <a:pt x="57992" y="44656"/>
                                <a:pt x="52312" y="3114"/>
                              </a:cubicBezTo>
                              <a:cubicBezTo>
                                <a:pt x="52166" y="2063"/>
                                <a:pt x="53721" y="1811"/>
                                <a:pt x="53866" y="2862"/>
                              </a:cubicBezTo>
                              <a:cubicBezTo>
                                <a:pt x="55677" y="14190"/>
                                <a:pt x="57266" y="25551"/>
                                <a:pt x="58714" y="36947"/>
                              </a:cubicBezTo>
                              <a:cubicBezTo>
                                <a:pt x="61247" y="57064"/>
                                <a:pt x="63382" y="77254"/>
                                <a:pt x="65010" y="97521"/>
                              </a:cubicBezTo>
                              <a:cubicBezTo>
                                <a:pt x="65804" y="107435"/>
                                <a:pt x="66491" y="117353"/>
                                <a:pt x="67107" y="127301"/>
                              </a:cubicBezTo>
                              <a:cubicBezTo>
                                <a:pt x="67615" y="136056"/>
                                <a:pt x="66816" y="146730"/>
                                <a:pt x="72206" y="154150"/>
                              </a:cubicBezTo>
                              <a:cubicBezTo>
                                <a:pt x="72424" y="154474"/>
                                <a:pt x="72497" y="154799"/>
                                <a:pt x="72458" y="155128"/>
                              </a:cubicBezTo>
                              <a:cubicBezTo>
                                <a:pt x="73543" y="155128"/>
                                <a:pt x="74666" y="155055"/>
                                <a:pt x="75785" y="154949"/>
                              </a:cubicBezTo>
                              <a:cubicBezTo>
                                <a:pt x="77461" y="154769"/>
                                <a:pt x="77461" y="157302"/>
                                <a:pt x="75906" y="157554"/>
                              </a:cubicBezTo>
                              <a:close/>
                            </a:path>
                          </a:pathLst>
                        </a:custGeom>
                        <a:solidFill>
                          <a:srgbClr val="17202F"/>
                        </a:solidFill>
                        <a:ln w="4839" cap="flat">
                          <a:noFill/>
                          <a:prstDash val="solid"/>
                          <a:miter/>
                        </a:ln>
                      </p:spPr>
                      <p:txBody>
                        <a:bodyPr rtlCol="0" anchor="ctr"/>
                        <a:lstStyle/>
                        <a:p>
                          <a:endParaRPr lang="vi-VN"/>
                        </a:p>
                      </p:txBody>
                    </p:sp>
                    <p:sp>
                      <p:nvSpPr>
                        <p:cNvPr id="1130" name="Freeform: Shape 1129">
                          <a:extLst>
                            <a:ext uri="{FF2B5EF4-FFF2-40B4-BE49-F238E27FC236}">
                              <a16:creationId xmlns:a16="http://schemas.microsoft.com/office/drawing/2014/main" id="{22B9E98E-0390-74BB-CB54-6C0C2826215C}"/>
                            </a:ext>
                          </a:extLst>
                        </p:cNvPr>
                        <p:cNvSpPr/>
                        <p:nvPr/>
                      </p:nvSpPr>
                      <p:spPr>
                        <a:xfrm>
                          <a:off x="2653307" y="5316039"/>
                          <a:ext cx="101764" cy="64180"/>
                        </a:xfrm>
                        <a:custGeom>
                          <a:avLst/>
                          <a:gdLst>
                            <a:gd name="connsiteX0" fmla="*/ 101764 w 101764"/>
                            <a:gd name="connsiteY0" fmla="*/ 63529 h 64180"/>
                            <a:gd name="connsiteX1" fmla="*/ 84504 w 101764"/>
                            <a:gd name="connsiteY1" fmla="*/ 63965 h 64180"/>
                            <a:gd name="connsiteX2" fmla="*/ 66338 w 101764"/>
                            <a:gd name="connsiteY2" fmla="*/ 63893 h 64180"/>
                            <a:gd name="connsiteX3" fmla="*/ 38656 w 101764"/>
                            <a:gd name="connsiteY3" fmla="*/ 53727 h 64180"/>
                            <a:gd name="connsiteX4" fmla="*/ 83 w 101764"/>
                            <a:gd name="connsiteY4" fmla="*/ 1439 h 64180"/>
                            <a:gd name="connsiteX5" fmla="*/ 1855 w 101764"/>
                            <a:gd name="connsiteY5" fmla="*/ 426 h 64180"/>
                            <a:gd name="connsiteX6" fmla="*/ 20563 w 101764"/>
                            <a:gd name="connsiteY6" fmla="*/ 31978 h 64180"/>
                            <a:gd name="connsiteX7" fmla="*/ 41514 w 101764"/>
                            <a:gd name="connsiteY7" fmla="*/ 52352 h 64180"/>
                            <a:gd name="connsiteX8" fmla="*/ 71583 w 101764"/>
                            <a:gd name="connsiteY8" fmla="*/ 61253 h 64180"/>
                            <a:gd name="connsiteX9" fmla="*/ 101256 w 101764"/>
                            <a:gd name="connsiteY9" fmla="*/ 60711 h 64180"/>
                            <a:gd name="connsiteX10" fmla="*/ 101764 w 101764"/>
                            <a:gd name="connsiteY10" fmla="*/ 63529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4" h="64180">
                              <a:moveTo>
                                <a:pt x="101764" y="63529"/>
                              </a:moveTo>
                              <a:cubicBezTo>
                                <a:pt x="96011" y="63709"/>
                                <a:pt x="90224" y="63820"/>
                                <a:pt x="84504" y="63965"/>
                              </a:cubicBezTo>
                              <a:cubicBezTo>
                                <a:pt x="78460" y="64111"/>
                                <a:pt x="72382" y="64401"/>
                                <a:pt x="66338" y="63893"/>
                              </a:cubicBezTo>
                              <a:cubicBezTo>
                                <a:pt x="56313" y="63026"/>
                                <a:pt x="46943" y="59442"/>
                                <a:pt x="38656" y="53727"/>
                              </a:cubicBezTo>
                              <a:cubicBezTo>
                                <a:pt x="20636" y="41315"/>
                                <a:pt x="9057" y="20907"/>
                                <a:pt x="83" y="1439"/>
                              </a:cubicBezTo>
                              <a:cubicBezTo>
                                <a:pt x="-387" y="388"/>
                                <a:pt x="1274" y="-586"/>
                                <a:pt x="1855" y="426"/>
                              </a:cubicBezTo>
                              <a:cubicBezTo>
                                <a:pt x="7933" y="11066"/>
                                <a:pt x="13255" y="22065"/>
                                <a:pt x="20563" y="31978"/>
                              </a:cubicBezTo>
                              <a:cubicBezTo>
                                <a:pt x="26389" y="39867"/>
                                <a:pt x="33261" y="46996"/>
                                <a:pt x="41514" y="52352"/>
                              </a:cubicBezTo>
                              <a:cubicBezTo>
                                <a:pt x="50667" y="58285"/>
                                <a:pt x="60725" y="61035"/>
                                <a:pt x="71583" y="61253"/>
                              </a:cubicBezTo>
                              <a:cubicBezTo>
                                <a:pt x="81463" y="61432"/>
                                <a:pt x="91376" y="60963"/>
                                <a:pt x="101256" y="60711"/>
                              </a:cubicBezTo>
                              <a:cubicBezTo>
                                <a:pt x="101440" y="61646"/>
                                <a:pt x="101585" y="62590"/>
                                <a:pt x="101764" y="63529"/>
                              </a:cubicBezTo>
                              <a:close/>
                            </a:path>
                          </a:pathLst>
                        </a:custGeom>
                        <a:solidFill>
                          <a:srgbClr val="17202F"/>
                        </a:solidFill>
                        <a:ln w="4839" cap="flat">
                          <a:noFill/>
                          <a:prstDash val="solid"/>
                          <a:miter/>
                        </a:ln>
                      </p:spPr>
                      <p:txBody>
                        <a:bodyPr rtlCol="0" anchor="ctr"/>
                        <a:lstStyle/>
                        <a:p>
                          <a:endParaRPr lang="vi-VN"/>
                        </a:p>
                      </p:txBody>
                    </p:sp>
                    <p:sp>
                      <p:nvSpPr>
                        <p:cNvPr id="1131" name="Freeform: Shape 1130">
                          <a:extLst>
                            <a:ext uri="{FF2B5EF4-FFF2-40B4-BE49-F238E27FC236}">
                              <a16:creationId xmlns:a16="http://schemas.microsoft.com/office/drawing/2014/main" id="{95E1E92F-2374-DD6D-A07F-C1ECD0E2B7D8}"/>
                            </a:ext>
                          </a:extLst>
                        </p:cNvPr>
                        <p:cNvSpPr/>
                        <p:nvPr/>
                      </p:nvSpPr>
                      <p:spPr>
                        <a:xfrm>
                          <a:off x="2638122" y="5321132"/>
                          <a:ext cx="143546" cy="371030"/>
                        </a:xfrm>
                        <a:custGeom>
                          <a:avLst/>
                          <a:gdLst>
                            <a:gd name="connsiteX0" fmla="*/ 143547 w 143546"/>
                            <a:gd name="connsiteY0" fmla="*/ 371030 h 371030"/>
                            <a:gd name="connsiteX1" fmla="*/ 140544 w 143546"/>
                            <a:gd name="connsiteY1" fmla="*/ 370885 h 371030"/>
                            <a:gd name="connsiteX2" fmla="*/ 136273 w 143546"/>
                            <a:gd name="connsiteY2" fmla="*/ 351852 h 371030"/>
                            <a:gd name="connsiteX3" fmla="*/ 129217 w 143546"/>
                            <a:gd name="connsiteY3" fmla="*/ 317511 h 371030"/>
                            <a:gd name="connsiteX4" fmla="*/ 100271 w 143546"/>
                            <a:gd name="connsiteY4" fmla="*/ 193543 h 371030"/>
                            <a:gd name="connsiteX5" fmla="*/ 83916 w 143546"/>
                            <a:gd name="connsiteY5" fmla="*/ 132028 h 371030"/>
                            <a:gd name="connsiteX6" fmla="*/ 75267 w 143546"/>
                            <a:gd name="connsiteY6" fmla="*/ 101378 h 371030"/>
                            <a:gd name="connsiteX7" fmla="*/ 66656 w 143546"/>
                            <a:gd name="connsiteY7" fmla="*/ 70732 h 371030"/>
                            <a:gd name="connsiteX8" fmla="*/ 66690 w 143546"/>
                            <a:gd name="connsiteY8" fmla="*/ 70587 h 371030"/>
                            <a:gd name="connsiteX9" fmla="*/ 41110 w 143546"/>
                            <a:gd name="connsiteY9" fmla="*/ 56944 h 371030"/>
                            <a:gd name="connsiteX10" fmla="*/ 76 w 143546"/>
                            <a:gd name="connsiteY10" fmla="*/ 1294 h 371030"/>
                            <a:gd name="connsiteX11" fmla="*/ 1921 w 143546"/>
                            <a:gd name="connsiteY11" fmla="*/ 607 h 371030"/>
                            <a:gd name="connsiteX12" fmla="*/ 20702 w 143546"/>
                            <a:gd name="connsiteY12" fmla="*/ 32846 h 371030"/>
                            <a:gd name="connsiteX13" fmla="*/ 44655 w 143546"/>
                            <a:gd name="connsiteY13" fmla="*/ 56329 h 371030"/>
                            <a:gd name="connsiteX14" fmla="*/ 61697 w 143546"/>
                            <a:gd name="connsiteY14" fmla="*/ 66209 h 371030"/>
                            <a:gd name="connsiteX15" fmla="*/ 79461 w 143546"/>
                            <a:gd name="connsiteY15" fmla="*/ 70441 h 371030"/>
                            <a:gd name="connsiteX16" fmla="*/ 118683 w 143546"/>
                            <a:gd name="connsiteY16" fmla="*/ 71090 h 371030"/>
                            <a:gd name="connsiteX17" fmla="*/ 119046 w 143546"/>
                            <a:gd name="connsiteY17" fmla="*/ 71090 h 371030"/>
                            <a:gd name="connsiteX18" fmla="*/ 119516 w 143546"/>
                            <a:gd name="connsiteY18" fmla="*/ 73730 h 371030"/>
                            <a:gd name="connsiteX19" fmla="*/ 113293 w 143546"/>
                            <a:gd name="connsiteY19" fmla="*/ 73947 h 371030"/>
                            <a:gd name="connsiteX20" fmla="*/ 74322 w 143546"/>
                            <a:gd name="connsiteY20" fmla="*/ 72393 h 371030"/>
                            <a:gd name="connsiteX21" fmla="*/ 68278 w 143546"/>
                            <a:gd name="connsiteY21" fmla="*/ 71018 h 371030"/>
                            <a:gd name="connsiteX22" fmla="*/ 78444 w 143546"/>
                            <a:gd name="connsiteY22" fmla="*/ 104308 h 371030"/>
                            <a:gd name="connsiteX23" fmla="*/ 88071 w 143546"/>
                            <a:gd name="connsiteY23" fmla="*/ 138285 h 371030"/>
                            <a:gd name="connsiteX24" fmla="*/ 118974 w 143546"/>
                            <a:gd name="connsiteY24" fmla="*/ 259828 h 371030"/>
                            <a:gd name="connsiteX25" fmla="*/ 132544 w 143546"/>
                            <a:gd name="connsiteY25" fmla="*/ 321018 h 371030"/>
                            <a:gd name="connsiteX26" fmla="*/ 138839 w 143546"/>
                            <a:gd name="connsiteY26" fmla="*/ 351630 h 371030"/>
                            <a:gd name="connsiteX27" fmla="*/ 143547 w 143546"/>
                            <a:gd name="connsiteY27" fmla="*/ 371030 h 37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3546" h="371030">
                              <a:moveTo>
                                <a:pt x="143547" y="371030"/>
                              </a:moveTo>
                              <a:lnTo>
                                <a:pt x="140544" y="370885"/>
                              </a:lnTo>
                              <a:cubicBezTo>
                                <a:pt x="138229" y="364807"/>
                                <a:pt x="137469" y="357824"/>
                                <a:pt x="136273" y="351852"/>
                              </a:cubicBezTo>
                              <a:cubicBezTo>
                                <a:pt x="133992" y="340384"/>
                                <a:pt x="131643" y="328950"/>
                                <a:pt x="129217" y="317511"/>
                              </a:cubicBezTo>
                              <a:cubicBezTo>
                                <a:pt x="120422" y="276008"/>
                                <a:pt x="110799" y="234683"/>
                                <a:pt x="100271" y="193543"/>
                              </a:cubicBezTo>
                              <a:cubicBezTo>
                                <a:pt x="95026" y="172990"/>
                                <a:pt x="89597" y="152475"/>
                                <a:pt x="83916" y="132028"/>
                              </a:cubicBezTo>
                              <a:cubicBezTo>
                                <a:pt x="81093" y="121786"/>
                                <a:pt x="78163" y="111582"/>
                                <a:pt x="75267" y="101378"/>
                              </a:cubicBezTo>
                              <a:cubicBezTo>
                                <a:pt x="72371" y="91174"/>
                                <a:pt x="69189" y="81008"/>
                                <a:pt x="66656" y="70732"/>
                              </a:cubicBezTo>
                              <a:cubicBezTo>
                                <a:pt x="66656" y="70659"/>
                                <a:pt x="66690" y="70625"/>
                                <a:pt x="66690" y="70587"/>
                              </a:cubicBezTo>
                              <a:cubicBezTo>
                                <a:pt x="57353" y="67802"/>
                                <a:pt x="48960" y="63133"/>
                                <a:pt x="41110" y="56944"/>
                              </a:cubicBezTo>
                              <a:cubicBezTo>
                                <a:pt x="22765" y="42469"/>
                                <a:pt x="8473" y="23112"/>
                                <a:pt x="76" y="1294"/>
                              </a:cubicBezTo>
                              <a:cubicBezTo>
                                <a:pt x="-394" y="98"/>
                                <a:pt x="1451" y="-551"/>
                                <a:pt x="1921" y="607"/>
                              </a:cubicBezTo>
                              <a:cubicBezTo>
                                <a:pt x="6662" y="12152"/>
                                <a:pt x="12992" y="23039"/>
                                <a:pt x="20702" y="32846"/>
                              </a:cubicBezTo>
                              <a:cubicBezTo>
                                <a:pt x="27613" y="41641"/>
                                <a:pt x="35681" y="49597"/>
                                <a:pt x="44655" y="56329"/>
                              </a:cubicBezTo>
                              <a:cubicBezTo>
                                <a:pt x="49900" y="60271"/>
                                <a:pt x="55546" y="63782"/>
                                <a:pt x="61697" y="66209"/>
                              </a:cubicBezTo>
                              <a:cubicBezTo>
                                <a:pt x="67416" y="68417"/>
                                <a:pt x="73422" y="69681"/>
                                <a:pt x="79461" y="70441"/>
                              </a:cubicBezTo>
                              <a:cubicBezTo>
                                <a:pt x="92415" y="72035"/>
                                <a:pt x="105661" y="71633"/>
                                <a:pt x="118683" y="71090"/>
                              </a:cubicBezTo>
                              <a:lnTo>
                                <a:pt x="119046" y="71090"/>
                              </a:lnTo>
                              <a:cubicBezTo>
                                <a:pt x="119192" y="71957"/>
                                <a:pt x="119337" y="72829"/>
                                <a:pt x="119516" y="73730"/>
                              </a:cubicBezTo>
                              <a:cubicBezTo>
                                <a:pt x="117453" y="73836"/>
                                <a:pt x="115356" y="73909"/>
                                <a:pt x="113293" y="73947"/>
                              </a:cubicBezTo>
                              <a:cubicBezTo>
                                <a:pt x="100338" y="74311"/>
                                <a:pt x="87093" y="74635"/>
                                <a:pt x="74322" y="72393"/>
                              </a:cubicBezTo>
                              <a:cubicBezTo>
                                <a:pt x="72259" y="72030"/>
                                <a:pt x="70235" y="71560"/>
                                <a:pt x="68278" y="71018"/>
                              </a:cubicBezTo>
                              <a:cubicBezTo>
                                <a:pt x="72075" y="81982"/>
                                <a:pt x="75189" y="93164"/>
                                <a:pt x="78444" y="104308"/>
                              </a:cubicBezTo>
                              <a:cubicBezTo>
                                <a:pt x="81771" y="115596"/>
                                <a:pt x="84919" y="126924"/>
                                <a:pt x="88071" y="138285"/>
                              </a:cubicBezTo>
                              <a:cubicBezTo>
                                <a:pt x="99181" y="178559"/>
                                <a:pt x="109491" y="219084"/>
                                <a:pt x="118974" y="259828"/>
                              </a:cubicBezTo>
                              <a:cubicBezTo>
                                <a:pt x="123676" y="280163"/>
                                <a:pt x="128238" y="300571"/>
                                <a:pt x="132544" y="321018"/>
                              </a:cubicBezTo>
                              <a:cubicBezTo>
                                <a:pt x="134679" y="331222"/>
                                <a:pt x="136815" y="341426"/>
                                <a:pt x="138839" y="351630"/>
                              </a:cubicBezTo>
                              <a:cubicBezTo>
                                <a:pt x="140142" y="358148"/>
                                <a:pt x="141086" y="364880"/>
                                <a:pt x="143547" y="371030"/>
                              </a:cubicBezTo>
                              <a:close/>
                            </a:path>
                          </a:pathLst>
                        </a:custGeom>
                        <a:solidFill>
                          <a:srgbClr val="17202F"/>
                        </a:solidFill>
                        <a:ln w="4839" cap="flat">
                          <a:noFill/>
                          <a:prstDash val="solid"/>
                          <a:miter/>
                        </a:ln>
                      </p:spPr>
                      <p:txBody>
                        <a:bodyPr rtlCol="0" anchor="ctr"/>
                        <a:lstStyle/>
                        <a:p>
                          <a:endParaRPr lang="vi-VN"/>
                        </a:p>
                      </p:txBody>
                    </p:sp>
                    <p:sp>
                      <p:nvSpPr>
                        <p:cNvPr id="1132" name="Freeform: Shape 1131">
                          <a:extLst>
                            <a:ext uri="{FF2B5EF4-FFF2-40B4-BE49-F238E27FC236}">
                              <a16:creationId xmlns:a16="http://schemas.microsoft.com/office/drawing/2014/main" id="{32F8656C-A57B-E445-3BD4-9812D7CD7A70}"/>
                            </a:ext>
                          </a:extLst>
                        </p:cNvPr>
                        <p:cNvSpPr/>
                        <p:nvPr/>
                      </p:nvSpPr>
                      <p:spPr>
                        <a:xfrm>
                          <a:off x="2373615" y="5318877"/>
                          <a:ext cx="32919" cy="84101"/>
                        </a:xfrm>
                        <a:custGeom>
                          <a:avLst/>
                          <a:gdLst>
                            <a:gd name="connsiteX0" fmla="*/ 32893 w 32919"/>
                            <a:gd name="connsiteY0" fmla="*/ 1094 h 84101"/>
                            <a:gd name="connsiteX1" fmla="*/ 27464 w 32919"/>
                            <a:gd name="connsiteY1" fmla="*/ 25773 h 84101"/>
                            <a:gd name="connsiteX2" fmla="*/ 14655 w 32919"/>
                            <a:gd name="connsiteY2" fmla="*/ 67059 h 84101"/>
                            <a:gd name="connsiteX3" fmla="*/ 1158 w 32919"/>
                            <a:gd name="connsiteY3" fmla="*/ 83452 h 84101"/>
                            <a:gd name="connsiteX4" fmla="*/ 363 w 32919"/>
                            <a:gd name="connsiteY4" fmla="*/ 84101 h 84101"/>
                            <a:gd name="connsiteX5" fmla="*/ 0 w 32919"/>
                            <a:gd name="connsiteY5" fmla="*/ 81278 h 84101"/>
                            <a:gd name="connsiteX6" fmla="*/ 2170 w 32919"/>
                            <a:gd name="connsiteY6" fmla="*/ 79321 h 84101"/>
                            <a:gd name="connsiteX7" fmla="*/ 21711 w 32919"/>
                            <a:gd name="connsiteY7" fmla="*/ 41760 h 84101"/>
                            <a:gd name="connsiteX8" fmla="*/ 26234 w 32919"/>
                            <a:gd name="connsiteY8" fmla="*/ 20698 h 84101"/>
                            <a:gd name="connsiteX9" fmla="*/ 31154 w 32919"/>
                            <a:gd name="connsiteY9" fmla="*/ 615 h 84101"/>
                            <a:gd name="connsiteX10" fmla="*/ 32893 w 32919"/>
                            <a:gd name="connsiteY10" fmla="*/ 1094 h 8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919" h="84101">
                              <a:moveTo>
                                <a:pt x="32893" y="1094"/>
                              </a:moveTo>
                              <a:cubicBezTo>
                                <a:pt x="31048" y="9308"/>
                                <a:pt x="29091" y="17487"/>
                                <a:pt x="27464" y="25773"/>
                              </a:cubicBezTo>
                              <a:cubicBezTo>
                                <a:pt x="24713" y="39886"/>
                                <a:pt x="21817" y="54395"/>
                                <a:pt x="14655" y="67059"/>
                              </a:cubicBezTo>
                              <a:cubicBezTo>
                                <a:pt x="11144" y="73248"/>
                                <a:pt x="6586" y="78856"/>
                                <a:pt x="1158" y="83452"/>
                              </a:cubicBezTo>
                              <a:cubicBezTo>
                                <a:pt x="906" y="83670"/>
                                <a:pt x="649" y="83888"/>
                                <a:pt x="363" y="84101"/>
                              </a:cubicBezTo>
                              <a:cubicBezTo>
                                <a:pt x="257" y="83162"/>
                                <a:pt x="145" y="82222"/>
                                <a:pt x="0" y="81278"/>
                              </a:cubicBezTo>
                              <a:cubicBezTo>
                                <a:pt x="727" y="80663"/>
                                <a:pt x="1448" y="80009"/>
                                <a:pt x="2170" y="79321"/>
                              </a:cubicBezTo>
                              <a:cubicBezTo>
                                <a:pt x="12737" y="69224"/>
                                <a:pt x="18234" y="55693"/>
                                <a:pt x="21711" y="41760"/>
                              </a:cubicBezTo>
                              <a:cubicBezTo>
                                <a:pt x="23483" y="34776"/>
                                <a:pt x="24786" y="27720"/>
                                <a:pt x="26234" y="20698"/>
                              </a:cubicBezTo>
                              <a:cubicBezTo>
                                <a:pt x="27571" y="14005"/>
                                <a:pt x="28840" y="7056"/>
                                <a:pt x="31154" y="615"/>
                              </a:cubicBezTo>
                              <a:cubicBezTo>
                                <a:pt x="31552" y="-427"/>
                                <a:pt x="33145" y="-63"/>
                                <a:pt x="32893" y="1094"/>
                              </a:cubicBezTo>
                              <a:close/>
                            </a:path>
                          </a:pathLst>
                        </a:custGeom>
                        <a:solidFill>
                          <a:srgbClr val="17202F"/>
                        </a:solidFill>
                        <a:ln w="4839" cap="flat">
                          <a:noFill/>
                          <a:prstDash val="solid"/>
                          <a:miter/>
                        </a:ln>
                      </p:spPr>
                      <p:txBody>
                        <a:bodyPr rtlCol="0" anchor="ctr"/>
                        <a:lstStyle/>
                        <a:p>
                          <a:endParaRPr lang="vi-VN"/>
                        </a:p>
                      </p:txBody>
                    </p:sp>
                    <p:sp>
                      <p:nvSpPr>
                        <p:cNvPr id="1133" name="Freeform: Shape 1132">
                          <a:extLst>
                            <a:ext uri="{FF2B5EF4-FFF2-40B4-BE49-F238E27FC236}">
                              <a16:creationId xmlns:a16="http://schemas.microsoft.com/office/drawing/2014/main" id="{28A7AEA8-E7AA-ABB1-B240-DFCAFBB70A60}"/>
                            </a:ext>
                          </a:extLst>
                        </p:cNvPr>
                        <p:cNvSpPr/>
                        <p:nvPr/>
                      </p:nvSpPr>
                      <p:spPr>
                        <a:xfrm>
                          <a:off x="2377306" y="5322540"/>
                          <a:ext cx="32630" cy="107215"/>
                        </a:xfrm>
                        <a:custGeom>
                          <a:avLst/>
                          <a:gdLst>
                            <a:gd name="connsiteX0" fmla="*/ 31411 w 32630"/>
                            <a:gd name="connsiteY0" fmla="*/ 30431 h 107215"/>
                            <a:gd name="connsiteX1" fmla="*/ 16611 w 32630"/>
                            <a:gd name="connsiteY1" fmla="*/ 80875 h 107215"/>
                            <a:gd name="connsiteX2" fmla="*/ 3405 w 32630"/>
                            <a:gd name="connsiteY2" fmla="*/ 103598 h 107215"/>
                            <a:gd name="connsiteX3" fmla="*/ 436 w 32630"/>
                            <a:gd name="connsiteY3" fmla="*/ 107215 h 107215"/>
                            <a:gd name="connsiteX4" fmla="*/ 0 w 32630"/>
                            <a:gd name="connsiteY4" fmla="*/ 104140 h 107215"/>
                            <a:gd name="connsiteX5" fmla="*/ 5211 w 32630"/>
                            <a:gd name="connsiteY5" fmla="*/ 96721 h 107215"/>
                            <a:gd name="connsiteX6" fmla="*/ 30539 w 32630"/>
                            <a:gd name="connsiteY6" fmla="*/ 798 h 107215"/>
                            <a:gd name="connsiteX7" fmla="*/ 32239 w 32630"/>
                            <a:gd name="connsiteY7" fmla="*/ 832 h 107215"/>
                            <a:gd name="connsiteX8" fmla="*/ 31411 w 32630"/>
                            <a:gd name="connsiteY8" fmla="*/ 30431 h 107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30" h="107215">
                              <a:moveTo>
                                <a:pt x="31411" y="30431"/>
                              </a:moveTo>
                              <a:cubicBezTo>
                                <a:pt x="29169" y="47909"/>
                                <a:pt x="24176" y="64951"/>
                                <a:pt x="16611" y="80875"/>
                              </a:cubicBezTo>
                              <a:cubicBezTo>
                                <a:pt x="12882" y="88725"/>
                                <a:pt x="8615" y="96580"/>
                                <a:pt x="3405" y="103598"/>
                              </a:cubicBezTo>
                              <a:cubicBezTo>
                                <a:pt x="2465" y="104862"/>
                                <a:pt x="1526" y="106058"/>
                                <a:pt x="436" y="107215"/>
                              </a:cubicBezTo>
                              <a:cubicBezTo>
                                <a:pt x="291" y="106203"/>
                                <a:pt x="145" y="105191"/>
                                <a:pt x="0" y="104140"/>
                              </a:cubicBezTo>
                              <a:cubicBezTo>
                                <a:pt x="1918" y="101825"/>
                                <a:pt x="3584" y="99292"/>
                                <a:pt x="5211" y="96721"/>
                              </a:cubicBezTo>
                              <a:cubicBezTo>
                                <a:pt x="23338" y="68099"/>
                                <a:pt x="31590" y="34519"/>
                                <a:pt x="30539" y="798"/>
                              </a:cubicBezTo>
                              <a:cubicBezTo>
                                <a:pt x="30500" y="-326"/>
                                <a:pt x="32167" y="-215"/>
                                <a:pt x="32239" y="832"/>
                              </a:cubicBezTo>
                              <a:cubicBezTo>
                                <a:pt x="32965" y="10711"/>
                                <a:pt x="32675" y="20629"/>
                                <a:pt x="31411" y="30431"/>
                              </a:cubicBezTo>
                              <a:close/>
                            </a:path>
                          </a:pathLst>
                        </a:custGeom>
                        <a:solidFill>
                          <a:srgbClr val="17202F"/>
                        </a:solidFill>
                        <a:ln w="4839" cap="flat">
                          <a:noFill/>
                          <a:prstDash val="solid"/>
                          <a:miter/>
                        </a:ln>
                      </p:spPr>
                      <p:txBody>
                        <a:bodyPr rtlCol="0" anchor="ctr"/>
                        <a:lstStyle/>
                        <a:p>
                          <a:endParaRPr lang="vi-VN"/>
                        </a:p>
                      </p:txBody>
                    </p:sp>
                  </p:grpSp>
                  <p:sp>
                    <p:nvSpPr>
                      <p:cNvPr id="1128" name="Freeform: Shape 1127">
                        <a:extLst>
                          <a:ext uri="{FF2B5EF4-FFF2-40B4-BE49-F238E27FC236}">
                            <a16:creationId xmlns:a16="http://schemas.microsoft.com/office/drawing/2014/main" id="{A5CCB27B-BFEA-D011-6B00-5DBF7E0E625C}"/>
                          </a:ext>
                        </a:extLst>
                      </p:cNvPr>
                      <p:cNvSpPr/>
                      <p:nvPr/>
                    </p:nvSpPr>
                    <p:spPr>
                      <a:xfrm>
                        <a:off x="2562358" y="5498577"/>
                        <a:ext cx="147519" cy="189028"/>
                      </a:xfrm>
                      <a:custGeom>
                        <a:avLst/>
                        <a:gdLst>
                          <a:gd name="connsiteX0" fmla="*/ 147520 w 147519"/>
                          <a:gd name="connsiteY0" fmla="*/ 189028 h 189028"/>
                          <a:gd name="connsiteX1" fmla="*/ 78842 w 147519"/>
                          <a:gd name="connsiteY1" fmla="*/ 187256 h 189028"/>
                          <a:gd name="connsiteX2" fmla="*/ 78663 w 147519"/>
                          <a:gd name="connsiteY2" fmla="*/ 186786 h 189028"/>
                          <a:gd name="connsiteX3" fmla="*/ 0 w 147519"/>
                          <a:gd name="connsiteY3" fmla="*/ 0 h 189028"/>
                          <a:gd name="connsiteX4" fmla="*/ 147520 w 147519"/>
                          <a:gd name="connsiteY4" fmla="*/ 189028 h 189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519" h="189028">
                            <a:moveTo>
                              <a:pt x="147520" y="189028"/>
                            </a:moveTo>
                            <a:lnTo>
                              <a:pt x="78842" y="187256"/>
                            </a:lnTo>
                            <a:lnTo>
                              <a:pt x="78663" y="186786"/>
                            </a:lnTo>
                            <a:cubicBezTo>
                              <a:pt x="75118" y="177236"/>
                              <a:pt x="17909" y="23885"/>
                              <a:pt x="0" y="0"/>
                            </a:cubicBezTo>
                            <a:lnTo>
                              <a:pt x="147520" y="189028"/>
                            </a:lnTo>
                            <a:close/>
                          </a:path>
                        </a:pathLst>
                      </a:custGeom>
                      <a:solidFill>
                        <a:srgbClr val="272C44">
                          <a:alpha val="20000"/>
                        </a:srgbClr>
                      </a:solidFill>
                      <a:ln w="4839" cap="flat">
                        <a:noFill/>
                        <a:prstDash val="solid"/>
                        <a:miter/>
                      </a:ln>
                    </p:spPr>
                    <p:txBody>
                      <a:bodyPr rtlCol="0" anchor="ctr"/>
                      <a:lstStyle/>
                      <a:p>
                        <a:endParaRPr lang="vi-VN"/>
                      </a:p>
                    </p:txBody>
                  </p:sp>
                </p:grpSp>
              </p:grpSp>
              <p:grpSp>
                <p:nvGrpSpPr>
                  <p:cNvPr id="1087" name="Graphic 1991">
                    <a:extLst>
                      <a:ext uri="{FF2B5EF4-FFF2-40B4-BE49-F238E27FC236}">
                        <a16:creationId xmlns:a16="http://schemas.microsoft.com/office/drawing/2014/main" id="{85D242C4-2EFE-E180-825E-442B6657058A}"/>
                      </a:ext>
                    </a:extLst>
                  </p:cNvPr>
                  <p:cNvGrpSpPr/>
                  <p:nvPr/>
                </p:nvGrpSpPr>
                <p:grpSpPr>
                  <a:xfrm>
                    <a:off x="2205751" y="4661904"/>
                    <a:ext cx="676252" cy="687896"/>
                    <a:chOff x="2205751" y="4661904"/>
                    <a:chExt cx="676252" cy="687896"/>
                  </a:xfrm>
                </p:grpSpPr>
                <p:sp>
                  <p:nvSpPr>
                    <p:cNvPr id="1116" name="Freeform: Shape 1115">
                      <a:extLst>
                        <a:ext uri="{FF2B5EF4-FFF2-40B4-BE49-F238E27FC236}">
                          <a16:creationId xmlns:a16="http://schemas.microsoft.com/office/drawing/2014/main" id="{0BD28F27-2561-077D-5D94-E854C46E392F}"/>
                        </a:ext>
                      </a:extLst>
                    </p:cNvPr>
                    <p:cNvSpPr/>
                    <p:nvPr/>
                  </p:nvSpPr>
                  <p:spPr>
                    <a:xfrm>
                      <a:off x="2205756" y="4665783"/>
                      <a:ext cx="676247" cy="684017"/>
                    </a:xfrm>
                    <a:custGeom>
                      <a:avLst/>
                      <a:gdLst>
                        <a:gd name="connsiteX0" fmla="*/ 676248 w 676247"/>
                        <a:gd name="connsiteY0" fmla="*/ 306531 h 684017"/>
                        <a:gd name="connsiteX1" fmla="*/ 606738 w 676247"/>
                        <a:gd name="connsiteY1" fmla="*/ 390478 h 684017"/>
                        <a:gd name="connsiteX2" fmla="*/ 578334 w 676247"/>
                        <a:gd name="connsiteY2" fmla="*/ 424780 h 684017"/>
                        <a:gd name="connsiteX3" fmla="*/ 520258 w 676247"/>
                        <a:gd name="connsiteY3" fmla="*/ 364423 h 684017"/>
                        <a:gd name="connsiteX4" fmla="*/ 508136 w 676247"/>
                        <a:gd name="connsiteY4" fmla="*/ 351866 h 684017"/>
                        <a:gd name="connsiteX5" fmla="*/ 508098 w 676247"/>
                        <a:gd name="connsiteY5" fmla="*/ 351793 h 684017"/>
                        <a:gd name="connsiteX6" fmla="*/ 509909 w 676247"/>
                        <a:gd name="connsiteY6" fmla="*/ 362394 h 684017"/>
                        <a:gd name="connsiteX7" fmla="*/ 531222 w 676247"/>
                        <a:gd name="connsiteY7" fmla="*/ 606781 h 684017"/>
                        <a:gd name="connsiteX8" fmla="*/ 527460 w 676247"/>
                        <a:gd name="connsiteY8" fmla="*/ 609353 h 684017"/>
                        <a:gd name="connsiteX9" fmla="*/ 365823 w 676247"/>
                        <a:gd name="connsiteY9" fmla="*/ 679769 h 684017"/>
                        <a:gd name="connsiteX10" fmla="*/ 149660 w 676247"/>
                        <a:gd name="connsiteY10" fmla="*/ 624332 h 684017"/>
                        <a:gd name="connsiteX11" fmla="*/ 142894 w 676247"/>
                        <a:gd name="connsiteY11" fmla="*/ 404150 h 684017"/>
                        <a:gd name="connsiteX12" fmla="*/ 142894 w 676247"/>
                        <a:gd name="connsiteY12" fmla="*/ 404111 h 684017"/>
                        <a:gd name="connsiteX13" fmla="*/ 142280 w 676247"/>
                        <a:gd name="connsiteY13" fmla="*/ 384424 h 684017"/>
                        <a:gd name="connsiteX14" fmla="*/ 135950 w 676247"/>
                        <a:gd name="connsiteY14" fmla="*/ 399370 h 684017"/>
                        <a:gd name="connsiteX15" fmla="*/ 135911 w 676247"/>
                        <a:gd name="connsiteY15" fmla="*/ 399442 h 684017"/>
                        <a:gd name="connsiteX16" fmla="*/ 99182 w 676247"/>
                        <a:gd name="connsiteY16" fmla="*/ 485777 h 684017"/>
                        <a:gd name="connsiteX17" fmla="*/ 69292 w 676247"/>
                        <a:gd name="connsiteY17" fmla="*/ 445648 h 684017"/>
                        <a:gd name="connsiteX18" fmla="*/ 0 w 676247"/>
                        <a:gd name="connsiteY18" fmla="*/ 405375 h 684017"/>
                        <a:gd name="connsiteX19" fmla="*/ 48957 w 676247"/>
                        <a:gd name="connsiteY19" fmla="*/ 258465 h 684017"/>
                        <a:gd name="connsiteX20" fmla="*/ 137645 w 676247"/>
                        <a:gd name="connsiteY20" fmla="*/ 86625 h 684017"/>
                        <a:gd name="connsiteX21" fmla="*/ 310677 w 676247"/>
                        <a:gd name="connsiteY21" fmla="*/ 0 h 684017"/>
                        <a:gd name="connsiteX22" fmla="*/ 497932 w 676247"/>
                        <a:gd name="connsiteY22" fmla="*/ 77399 h 684017"/>
                        <a:gd name="connsiteX23" fmla="*/ 676248 w 676247"/>
                        <a:gd name="connsiteY23" fmla="*/ 306531 h 68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6247" h="684017">
                          <a:moveTo>
                            <a:pt x="676248" y="306531"/>
                          </a:moveTo>
                          <a:lnTo>
                            <a:pt x="606738" y="390478"/>
                          </a:lnTo>
                          <a:lnTo>
                            <a:pt x="578334" y="424780"/>
                          </a:lnTo>
                          <a:lnTo>
                            <a:pt x="520258" y="364423"/>
                          </a:lnTo>
                          <a:lnTo>
                            <a:pt x="508136" y="351866"/>
                          </a:lnTo>
                          <a:cubicBezTo>
                            <a:pt x="508098" y="351832"/>
                            <a:pt x="508098" y="351793"/>
                            <a:pt x="508098" y="351793"/>
                          </a:cubicBezTo>
                          <a:cubicBezTo>
                            <a:pt x="508098" y="351793"/>
                            <a:pt x="508785" y="355595"/>
                            <a:pt x="509909" y="362394"/>
                          </a:cubicBezTo>
                          <a:cubicBezTo>
                            <a:pt x="516025" y="398793"/>
                            <a:pt x="535092" y="521135"/>
                            <a:pt x="531222" y="606781"/>
                          </a:cubicBezTo>
                          <a:cubicBezTo>
                            <a:pt x="531222" y="606781"/>
                            <a:pt x="529920" y="607721"/>
                            <a:pt x="527460" y="609353"/>
                          </a:cubicBezTo>
                          <a:cubicBezTo>
                            <a:pt x="510238" y="620860"/>
                            <a:pt x="436960" y="667647"/>
                            <a:pt x="365823" y="679769"/>
                          </a:cubicBezTo>
                          <a:cubicBezTo>
                            <a:pt x="230711" y="702855"/>
                            <a:pt x="149660" y="624332"/>
                            <a:pt x="149660" y="624332"/>
                          </a:cubicBezTo>
                          <a:lnTo>
                            <a:pt x="142894" y="404150"/>
                          </a:lnTo>
                          <a:lnTo>
                            <a:pt x="142894" y="404111"/>
                          </a:lnTo>
                          <a:lnTo>
                            <a:pt x="142280" y="384424"/>
                          </a:lnTo>
                          <a:lnTo>
                            <a:pt x="135950" y="399370"/>
                          </a:lnTo>
                          <a:cubicBezTo>
                            <a:pt x="135911" y="399408"/>
                            <a:pt x="135911" y="399408"/>
                            <a:pt x="135911" y="399442"/>
                          </a:cubicBezTo>
                          <a:lnTo>
                            <a:pt x="99182" y="485777"/>
                          </a:lnTo>
                          <a:cubicBezTo>
                            <a:pt x="99182" y="485777"/>
                            <a:pt x="86809" y="465804"/>
                            <a:pt x="69292" y="445648"/>
                          </a:cubicBezTo>
                          <a:cubicBezTo>
                            <a:pt x="49320" y="422674"/>
                            <a:pt x="22616" y="399442"/>
                            <a:pt x="0" y="405375"/>
                          </a:cubicBezTo>
                          <a:lnTo>
                            <a:pt x="48957" y="258465"/>
                          </a:lnTo>
                          <a:cubicBezTo>
                            <a:pt x="48957" y="258465"/>
                            <a:pt x="67447" y="134681"/>
                            <a:pt x="137645" y="86625"/>
                          </a:cubicBezTo>
                          <a:cubicBezTo>
                            <a:pt x="207843" y="38608"/>
                            <a:pt x="310677" y="0"/>
                            <a:pt x="310677" y="0"/>
                          </a:cubicBezTo>
                          <a:cubicBezTo>
                            <a:pt x="310677" y="0"/>
                            <a:pt x="454511" y="33978"/>
                            <a:pt x="497932" y="77399"/>
                          </a:cubicBezTo>
                          <a:cubicBezTo>
                            <a:pt x="541354" y="120835"/>
                            <a:pt x="676248" y="306531"/>
                            <a:pt x="676248" y="306531"/>
                          </a:cubicBezTo>
                          <a:close/>
                        </a:path>
                      </a:pathLst>
                    </a:custGeom>
                    <a:solidFill>
                      <a:srgbClr val="E77350"/>
                    </a:solidFill>
                    <a:ln w="4839" cap="flat">
                      <a:noFill/>
                      <a:prstDash val="solid"/>
                      <a:miter/>
                    </a:ln>
                  </p:spPr>
                  <p:txBody>
                    <a:bodyPr rtlCol="0" anchor="ctr"/>
                    <a:lstStyle/>
                    <a:p>
                      <a:endParaRPr lang="vi-VN"/>
                    </a:p>
                  </p:txBody>
                </p:sp>
                <p:sp>
                  <p:nvSpPr>
                    <p:cNvPr id="1117" name="Freeform: Shape 1116">
                      <a:extLst>
                        <a:ext uri="{FF2B5EF4-FFF2-40B4-BE49-F238E27FC236}">
                          <a16:creationId xmlns:a16="http://schemas.microsoft.com/office/drawing/2014/main" id="{FEF10490-FDC4-7958-7D49-49BB84AAF7F8}"/>
                        </a:ext>
                      </a:extLst>
                    </p:cNvPr>
                    <p:cNvSpPr/>
                    <p:nvPr/>
                  </p:nvSpPr>
                  <p:spPr>
                    <a:xfrm>
                      <a:off x="2426099" y="4661904"/>
                      <a:ext cx="114114" cy="187225"/>
                    </a:xfrm>
                    <a:custGeom>
                      <a:avLst/>
                      <a:gdLst>
                        <a:gd name="connsiteX0" fmla="*/ 3104 w 114114"/>
                        <a:gd name="connsiteY0" fmla="*/ 122162 h 187225"/>
                        <a:gd name="connsiteX1" fmla="*/ 38505 w 114114"/>
                        <a:gd name="connsiteY1" fmla="*/ 186607 h 187225"/>
                        <a:gd name="connsiteX2" fmla="*/ 114088 w 114114"/>
                        <a:gd name="connsiteY2" fmla="*/ 76813 h 187225"/>
                        <a:gd name="connsiteX3" fmla="*/ 89913 w 114114"/>
                        <a:gd name="connsiteY3" fmla="*/ 0 h 187225"/>
                        <a:gd name="connsiteX4" fmla="*/ 73437 w 114114"/>
                        <a:gd name="connsiteY4" fmla="*/ 0 h 187225"/>
                        <a:gd name="connsiteX5" fmla="*/ 45721 w 114114"/>
                        <a:gd name="connsiteY5" fmla="*/ 19367 h 187225"/>
                        <a:gd name="connsiteX6" fmla="*/ 3104 w 114114"/>
                        <a:gd name="connsiteY6" fmla="*/ 122162 h 18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114" h="187225">
                          <a:moveTo>
                            <a:pt x="3104" y="122162"/>
                          </a:moveTo>
                          <a:cubicBezTo>
                            <a:pt x="3104" y="122162"/>
                            <a:pt x="-15527" y="194622"/>
                            <a:pt x="38505" y="186607"/>
                          </a:cubicBezTo>
                          <a:cubicBezTo>
                            <a:pt x="91758" y="178708"/>
                            <a:pt x="115013" y="121300"/>
                            <a:pt x="114088" y="76813"/>
                          </a:cubicBezTo>
                          <a:cubicBezTo>
                            <a:pt x="113163" y="32326"/>
                            <a:pt x="89913" y="0"/>
                            <a:pt x="89913" y="0"/>
                          </a:cubicBezTo>
                          <a:lnTo>
                            <a:pt x="73437" y="0"/>
                          </a:lnTo>
                          <a:lnTo>
                            <a:pt x="45721" y="19367"/>
                          </a:lnTo>
                          <a:cubicBezTo>
                            <a:pt x="45721" y="19367"/>
                            <a:pt x="7327" y="53548"/>
                            <a:pt x="3104" y="122162"/>
                          </a:cubicBezTo>
                          <a:close/>
                        </a:path>
                      </a:pathLst>
                    </a:custGeom>
                    <a:solidFill>
                      <a:srgbClr val="D13A37"/>
                    </a:solidFill>
                    <a:ln w="4839" cap="flat">
                      <a:noFill/>
                      <a:prstDash val="solid"/>
                      <a:miter/>
                    </a:ln>
                  </p:spPr>
                  <p:txBody>
                    <a:bodyPr rtlCol="0" anchor="ctr"/>
                    <a:lstStyle/>
                    <a:p>
                      <a:endParaRPr lang="vi-VN"/>
                    </a:p>
                  </p:txBody>
                </p:sp>
                <p:sp>
                  <p:nvSpPr>
                    <p:cNvPr id="1118" name="Freeform: Shape 1117">
                      <a:extLst>
                        <a:ext uri="{FF2B5EF4-FFF2-40B4-BE49-F238E27FC236}">
                          <a16:creationId xmlns:a16="http://schemas.microsoft.com/office/drawing/2014/main" id="{FEEAE638-62A5-F379-217A-BBA779413382}"/>
                        </a:ext>
                      </a:extLst>
                    </p:cNvPr>
                    <p:cNvSpPr/>
                    <p:nvPr/>
                  </p:nvSpPr>
                  <p:spPr>
                    <a:xfrm>
                      <a:off x="2205751" y="5051650"/>
                      <a:ext cx="107517" cy="99933"/>
                    </a:xfrm>
                    <a:custGeom>
                      <a:avLst/>
                      <a:gdLst>
                        <a:gd name="connsiteX0" fmla="*/ 107517 w 107517"/>
                        <a:gd name="connsiteY0" fmla="*/ 80373 h 99933"/>
                        <a:gd name="connsiteX1" fmla="*/ 6504 w 107517"/>
                        <a:gd name="connsiteY1" fmla="*/ 0 h 99933"/>
                        <a:gd name="connsiteX2" fmla="*/ 0 w 107517"/>
                        <a:gd name="connsiteY2" fmla="*/ 19507 h 99933"/>
                        <a:gd name="connsiteX3" fmla="*/ 99202 w 107517"/>
                        <a:gd name="connsiteY3" fmla="*/ 99933 h 99933"/>
                        <a:gd name="connsiteX4" fmla="*/ 107517 w 107517"/>
                        <a:gd name="connsiteY4" fmla="*/ 80373 h 99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17" h="99933">
                          <a:moveTo>
                            <a:pt x="107517" y="80373"/>
                          </a:moveTo>
                          <a:cubicBezTo>
                            <a:pt x="79942" y="23072"/>
                            <a:pt x="25236" y="4732"/>
                            <a:pt x="6504" y="0"/>
                          </a:cubicBezTo>
                          <a:lnTo>
                            <a:pt x="0" y="19507"/>
                          </a:lnTo>
                          <a:cubicBezTo>
                            <a:pt x="42496" y="8422"/>
                            <a:pt x="99202" y="99933"/>
                            <a:pt x="99202" y="99933"/>
                          </a:cubicBezTo>
                          <a:lnTo>
                            <a:pt x="107517" y="80373"/>
                          </a:lnTo>
                          <a:close/>
                        </a:path>
                      </a:pathLst>
                    </a:custGeom>
                    <a:solidFill>
                      <a:srgbClr val="D13A37"/>
                    </a:solidFill>
                    <a:ln w="4839" cap="flat">
                      <a:noFill/>
                      <a:prstDash val="solid"/>
                      <a:miter/>
                    </a:ln>
                  </p:spPr>
                  <p:txBody>
                    <a:bodyPr rtlCol="0" anchor="ctr"/>
                    <a:lstStyle/>
                    <a:p>
                      <a:endParaRPr lang="vi-VN"/>
                    </a:p>
                  </p:txBody>
                </p:sp>
                <p:sp>
                  <p:nvSpPr>
                    <p:cNvPr id="1119" name="Freeform: Shape 1118">
                      <a:extLst>
                        <a:ext uri="{FF2B5EF4-FFF2-40B4-BE49-F238E27FC236}">
                          <a16:creationId xmlns:a16="http://schemas.microsoft.com/office/drawing/2014/main" id="{892C1618-DE93-FD64-8436-D85F22F05B92}"/>
                        </a:ext>
                      </a:extLst>
                    </p:cNvPr>
                    <p:cNvSpPr/>
                    <p:nvPr/>
                  </p:nvSpPr>
                  <p:spPr>
                    <a:xfrm>
                      <a:off x="2330897" y="4863542"/>
                      <a:ext cx="22422" cy="206361"/>
                    </a:xfrm>
                    <a:custGeom>
                      <a:avLst/>
                      <a:gdLst>
                        <a:gd name="connsiteX0" fmla="*/ 21007 w 22422"/>
                        <a:gd name="connsiteY0" fmla="*/ 183493 h 206361"/>
                        <a:gd name="connsiteX1" fmla="*/ 17787 w 22422"/>
                        <a:gd name="connsiteY1" fmla="*/ 206143 h 206361"/>
                        <a:gd name="connsiteX2" fmla="*/ 17748 w 22422"/>
                        <a:gd name="connsiteY2" fmla="*/ 206361 h 206361"/>
                        <a:gd name="connsiteX3" fmla="*/ 17133 w 22422"/>
                        <a:gd name="connsiteY3" fmla="*/ 186675 h 206361"/>
                        <a:gd name="connsiteX4" fmla="*/ 10803 w 22422"/>
                        <a:gd name="connsiteY4" fmla="*/ 201620 h 206361"/>
                        <a:gd name="connsiteX5" fmla="*/ 10983 w 22422"/>
                        <a:gd name="connsiteY5" fmla="*/ 200390 h 206361"/>
                        <a:gd name="connsiteX6" fmla="*/ 14203 w 22422"/>
                        <a:gd name="connsiteY6" fmla="*/ 175096 h 206361"/>
                        <a:gd name="connsiteX7" fmla="*/ 6677 w 22422"/>
                        <a:gd name="connsiteY7" fmla="*/ 87240 h 206361"/>
                        <a:gd name="connsiteX8" fmla="*/ 2299 w 22422"/>
                        <a:gd name="connsiteY8" fmla="*/ 1700 h 206361"/>
                        <a:gd name="connsiteX9" fmla="*/ 6425 w 22422"/>
                        <a:gd name="connsiteY9" fmla="*/ 2354 h 206361"/>
                        <a:gd name="connsiteX10" fmla="*/ 7147 w 22422"/>
                        <a:gd name="connsiteY10" fmla="*/ 51456 h 206361"/>
                        <a:gd name="connsiteX11" fmla="*/ 21366 w 22422"/>
                        <a:gd name="connsiteY11" fmla="*/ 138372 h 206361"/>
                        <a:gd name="connsiteX12" fmla="*/ 21007 w 22422"/>
                        <a:gd name="connsiteY12" fmla="*/ 183493 h 206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422" h="206361">
                          <a:moveTo>
                            <a:pt x="21007" y="183493"/>
                          </a:moveTo>
                          <a:cubicBezTo>
                            <a:pt x="20174" y="191091"/>
                            <a:pt x="19051" y="198617"/>
                            <a:pt x="17787" y="206143"/>
                          </a:cubicBezTo>
                          <a:cubicBezTo>
                            <a:pt x="17787" y="206216"/>
                            <a:pt x="17748" y="206289"/>
                            <a:pt x="17748" y="206361"/>
                          </a:cubicBezTo>
                          <a:lnTo>
                            <a:pt x="17133" y="186675"/>
                          </a:lnTo>
                          <a:lnTo>
                            <a:pt x="10803" y="201620"/>
                          </a:lnTo>
                          <a:cubicBezTo>
                            <a:pt x="10837" y="201223"/>
                            <a:pt x="10910" y="200787"/>
                            <a:pt x="10983" y="200390"/>
                          </a:cubicBezTo>
                          <a:cubicBezTo>
                            <a:pt x="12358" y="191997"/>
                            <a:pt x="13482" y="183566"/>
                            <a:pt x="14203" y="175096"/>
                          </a:cubicBezTo>
                          <a:cubicBezTo>
                            <a:pt x="16702" y="145316"/>
                            <a:pt x="11850" y="116438"/>
                            <a:pt x="6677" y="87240"/>
                          </a:cubicBezTo>
                          <a:cubicBezTo>
                            <a:pt x="1684" y="59055"/>
                            <a:pt x="-2912" y="30143"/>
                            <a:pt x="2299" y="1700"/>
                          </a:cubicBezTo>
                          <a:cubicBezTo>
                            <a:pt x="2803" y="-978"/>
                            <a:pt x="6711" y="-290"/>
                            <a:pt x="6425" y="2354"/>
                          </a:cubicBezTo>
                          <a:cubicBezTo>
                            <a:pt x="4469" y="18675"/>
                            <a:pt x="5089" y="35208"/>
                            <a:pt x="7147" y="51456"/>
                          </a:cubicBezTo>
                          <a:cubicBezTo>
                            <a:pt x="10837" y="80620"/>
                            <a:pt x="18291" y="109135"/>
                            <a:pt x="21366" y="138372"/>
                          </a:cubicBezTo>
                          <a:cubicBezTo>
                            <a:pt x="22964" y="153457"/>
                            <a:pt x="22673" y="168441"/>
                            <a:pt x="21007" y="183493"/>
                          </a:cubicBezTo>
                          <a:close/>
                        </a:path>
                      </a:pathLst>
                    </a:custGeom>
                    <a:solidFill>
                      <a:srgbClr val="D13A37"/>
                    </a:solidFill>
                    <a:ln w="4839" cap="flat">
                      <a:noFill/>
                      <a:prstDash val="solid"/>
                      <a:miter/>
                    </a:ln>
                  </p:spPr>
                  <p:txBody>
                    <a:bodyPr rtlCol="0" anchor="ctr"/>
                    <a:lstStyle/>
                    <a:p>
                      <a:endParaRPr lang="vi-VN"/>
                    </a:p>
                  </p:txBody>
                </p:sp>
                <p:sp>
                  <p:nvSpPr>
                    <p:cNvPr id="1120" name="Freeform: Shape 1119">
                      <a:extLst>
                        <a:ext uri="{FF2B5EF4-FFF2-40B4-BE49-F238E27FC236}">
                          <a16:creationId xmlns:a16="http://schemas.microsoft.com/office/drawing/2014/main" id="{5394CEA3-36C6-6E70-3DEA-7018AC778FA8}"/>
                        </a:ext>
                      </a:extLst>
                    </p:cNvPr>
                    <p:cNvSpPr/>
                    <p:nvPr/>
                  </p:nvSpPr>
                  <p:spPr>
                    <a:xfrm>
                      <a:off x="2210226" y="4689305"/>
                      <a:ext cx="250026" cy="368457"/>
                    </a:xfrm>
                    <a:custGeom>
                      <a:avLst/>
                      <a:gdLst>
                        <a:gd name="connsiteX0" fmla="*/ 0 w 250026"/>
                        <a:gd name="connsiteY0" fmla="*/ 368457 h 368457"/>
                        <a:gd name="connsiteX1" fmla="*/ 79903 w 250026"/>
                        <a:gd name="connsiteY1" fmla="*/ 149040 h 368457"/>
                        <a:gd name="connsiteX2" fmla="*/ 221374 w 250026"/>
                        <a:gd name="connsiteY2" fmla="*/ 74285 h 368457"/>
                        <a:gd name="connsiteX3" fmla="*/ 248634 w 250026"/>
                        <a:gd name="connsiteY3" fmla="*/ 4402 h 368457"/>
                        <a:gd name="connsiteX4" fmla="*/ 250000 w 250026"/>
                        <a:gd name="connsiteY4" fmla="*/ 0 h 368457"/>
                        <a:gd name="connsiteX5" fmla="*/ 133180 w 250026"/>
                        <a:gd name="connsiteY5" fmla="*/ 63113 h 368457"/>
                        <a:gd name="connsiteX6" fmla="*/ 44492 w 250026"/>
                        <a:gd name="connsiteY6" fmla="*/ 234953 h 368457"/>
                        <a:gd name="connsiteX7" fmla="*/ 0 w 250026"/>
                        <a:gd name="connsiteY7" fmla="*/ 368457 h 368457"/>
                        <a:gd name="connsiteX8" fmla="*/ 0 w 250026"/>
                        <a:gd name="connsiteY8" fmla="*/ 368457 h 368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026" h="368457">
                          <a:moveTo>
                            <a:pt x="0" y="368457"/>
                          </a:moveTo>
                          <a:cubicBezTo>
                            <a:pt x="717" y="366331"/>
                            <a:pt x="57732" y="227878"/>
                            <a:pt x="79903" y="149040"/>
                          </a:cubicBezTo>
                          <a:cubicBezTo>
                            <a:pt x="102074" y="70203"/>
                            <a:pt x="221374" y="74285"/>
                            <a:pt x="221374" y="74285"/>
                          </a:cubicBezTo>
                          <a:cubicBezTo>
                            <a:pt x="221374" y="74285"/>
                            <a:pt x="242503" y="8616"/>
                            <a:pt x="248634" y="4402"/>
                          </a:cubicBezTo>
                          <a:cubicBezTo>
                            <a:pt x="249763" y="3627"/>
                            <a:pt x="250136" y="2049"/>
                            <a:pt x="250000" y="0"/>
                          </a:cubicBezTo>
                          <a:cubicBezTo>
                            <a:pt x="214908" y="15773"/>
                            <a:pt x="169651" y="38162"/>
                            <a:pt x="133180" y="63113"/>
                          </a:cubicBezTo>
                          <a:cubicBezTo>
                            <a:pt x="62982" y="111164"/>
                            <a:pt x="44492" y="234953"/>
                            <a:pt x="44492" y="234953"/>
                          </a:cubicBezTo>
                          <a:lnTo>
                            <a:pt x="0" y="368457"/>
                          </a:lnTo>
                          <a:lnTo>
                            <a:pt x="0" y="368457"/>
                          </a:lnTo>
                          <a:close/>
                        </a:path>
                      </a:pathLst>
                    </a:custGeom>
                    <a:solidFill>
                      <a:srgbClr val="E77350">
                        <a:alpha val="30000"/>
                      </a:srgbClr>
                    </a:solidFill>
                    <a:ln w="4839" cap="flat">
                      <a:noFill/>
                      <a:prstDash val="solid"/>
                      <a:miter/>
                    </a:ln>
                  </p:spPr>
                  <p:txBody>
                    <a:bodyPr rtlCol="0" anchor="ctr"/>
                    <a:lstStyle/>
                    <a:p>
                      <a:endParaRPr lang="vi-VN"/>
                    </a:p>
                  </p:txBody>
                </p:sp>
                <p:sp>
                  <p:nvSpPr>
                    <p:cNvPr id="1121" name="Freeform: Shape 1120">
                      <a:extLst>
                        <a:ext uri="{FF2B5EF4-FFF2-40B4-BE49-F238E27FC236}">
                          <a16:creationId xmlns:a16="http://schemas.microsoft.com/office/drawing/2014/main" id="{494C842C-0AAC-64F0-2641-B084D4584DAD}"/>
                        </a:ext>
                      </a:extLst>
                    </p:cNvPr>
                    <p:cNvSpPr/>
                    <p:nvPr/>
                  </p:nvSpPr>
                  <p:spPr>
                    <a:xfrm>
                      <a:off x="2656618" y="4814832"/>
                      <a:ext cx="69455" cy="215374"/>
                    </a:xfrm>
                    <a:custGeom>
                      <a:avLst/>
                      <a:gdLst>
                        <a:gd name="connsiteX0" fmla="*/ 69396 w 69455"/>
                        <a:gd name="connsiteY0" fmla="*/ 215374 h 215374"/>
                        <a:gd name="connsiteX1" fmla="*/ 57240 w 69455"/>
                        <a:gd name="connsiteY1" fmla="*/ 202744 h 215374"/>
                        <a:gd name="connsiteX2" fmla="*/ 59051 w 69455"/>
                        <a:gd name="connsiteY2" fmla="*/ 213345 h 215374"/>
                        <a:gd name="connsiteX3" fmla="*/ 46639 w 69455"/>
                        <a:gd name="connsiteY3" fmla="*/ 200502 h 215374"/>
                        <a:gd name="connsiteX4" fmla="*/ 32454 w 69455"/>
                        <a:gd name="connsiteY4" fmla="*/ 180200 h 215374"/>
                        <a:gd name="connsiteX5" fmla="*/ 4409 w 69455"/>
                        <a:gd name="connsiteY5" fmla="*/ 95929 h 215374"/>
                        <a:gd name="connsiteX6" fmla="*/ 10816 w 69455"/>
                        <a:gd name="connsiteY6" fmla="*/ 1163 h 215374"/>
                        <a:gd name="connsiteX7" fmla="*/ 15339 w 69455"/>
                        <a:gd name="connsiteY7" fmla="*/ 3226 h 215374"/>
                        <a:gd name="connsiteX8" fmla="*/ 6365 w 69455"/>
                        <a:gd name="connsiteY8" fmla="*/ 59351 h 215374"/>
                        <a:gd name="connsiteX9" fmla="*/ 23950 w 69455"/>
                        <a:gd name="connsiteY9" fmla="*/ 144309 h 215374"/>
                        <a:gd name="connsiteX10" fmla="*/ 42765 w 69455"/>
                        <a:gd name="connsiteY10" fmla="*/ 182593 h 215374"/>
                        <a:gd name="connsiteX11" fmla="*/ 55032 w 69455"/>
                        <a:gd name="connsiteY11" fmla="*/ 198729 h 215374"/>
                        <a:gd name="connsiteX12" fmla="*/ 68926 w 69455"/>
                        <a:gd name="connsiteY12" fmla="*/ 213311 h 215374"/>
                        <a:gd name="connsiteX13" fmla="*/ 69396 w 69455"/>
                        <a:gd name="connsiteY13" fmla="*/ 215374 h 2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455" h="215374">
                          <a:moveTo>
                            <a:pt x="69396" y="215374"/>
                          </a:moveTo>
                          <a:lnTo>
                            <a:pt x="57240" y="202744"/>
                          </a:lnTo>
                          <a:cubicBezTo>
                            <a:pt x="57240" y="202744"/>
                            <a:pt x="57928" y="206546"/>
                            <a:pt x="59051" y="213345"/>
                          </a:cubicBezTo>
                          <a:cubicBezTo>
                            <a:pt x="54455" y="209616"/>
                            <a:pt x="50475" y="205093"/>
                            <a:pt x="46639" y="200502"/>
                          </a:cubicBezTo>
                          <a:cubicBezTo>
                            <a:pt x="41322" y="194172"/>
                            <a:pt x="36614" y="187329"/>
                            <a:pt x="32454" y="180200"/>
                          </a:cubicBezTo>
                          <a:cubicBezTo>
                            <a:pt x="17402" y="154475"/>
                            <a:pt x="9441" y="125127"/>
                            <a:pt x="4409" y="95929"/>
                          </a:cubicBezTo>
                          <a:cubicBezTo>
                            <a:pt x="-947" y="64557"/>
                            <a:pt x="-3984" y="30506"/>
                            <a:pt x="10816" y="1163"/>
                          </a:cubicBezTo>
                          <a:cubicBezTo>
                            <a:pt x="12119" y="-1370"/>
                            <a:pt x="16497" y="655"/>
                            <a:pt x="15339" y="3226"/>
                          </a:cubicBezTo>
                          <a:cubicBezTo>
                            <a:pt x="7305" y="20850"/>
                            <a:pt x="5242" y="40168"/>
                            <a:pt x="6365" y="59351"/>
                          </a:cubicBezTo>
                          <a:cubicBezTo>
                            <a:pt x="7993" y="87972"/>
                            <a:pt x="14143" y="117354"/>
                            <a:pt x="23950" y="144309"/>
                          </a:cubicBezTo>
                          <a:cubicBezTo>
                            <a:pt x="28837" y="157695"/>
                            <a:pt x="34948" y="170689"/>
                            <a:pt x="42765" y="182593"/>
                          </a:cubicBezTo>
                          <a:cubicBezTo>
                            <a:pt x="46455" y="188273"/>
                            <a:pt x="50542" y="193702"/>
                            <a:pt x="55032" y="198729"/>
                          </a:cubicBezTo>
                          <a:cubicBezTo>
                            <a:pt x="59555" y="203761"/>
                            <a:pt x="64693" y="208066"/>
                            <a:pt x="68926" y="213311"/>
                          </a:cubicBezTo>
                          <a:cubicBezTo>
                            <a:pt x="69435" y="213965"/>
                            <a:pt x="69541" y="214691"/>
                            <a:pt x="69396" y="215374"/>
                          </a:cubicBezTo>
                          <a:close/>
                        </a:path>
                      </a:pathLst>
                    </a:custGeom>
                    <a:solidFill>
                      <a:srgbClr val="D13A37"/>
                    </a:solidFill>
                    <a:ln w="4839" cap="flat">
                      <a:noFill/>
                      <a:prstDash val="solid"/>
                      <a:miter/>
                    </a:ln>
                  </p:spPr>
                  <p:txBody>
                    <a:bodyPr rtlCol="0" anchor="ctr"/>
                    <a:lstStyle/>
                    <a:p>
                      <a:endParaRPr lang="vi-VN"/>
                    </a:p>
                  </p:txBody>
                </p:sp>
                <p:sp>
                  <p:nvSpPr>
                    <p:cNvPr id="1122" name="Freeform: Shape 1121">
                      <a:extLst>
                        <a:ext uri="{FF2B5EF4-FFF2-40B4-BE49-F238E27FC236}">
                          <a16:creationId xmlns:a16="http://schemas.microsoft.com/office/drawing/2014/main" id="{EA7DF383-A545-35AA-867B-312C161695C0}"/>
                        </a:ext>
                      </a:extLst>
                    </p:cNvPr>
                    <p:cNvSpPr/>
                    <p:nvPr/>
                  </p:nvSpPr>
                  <p:spPr>
                    <a:xfrm>
                      <a:off x="2772496" y="4957180"/>
                      <a:ext cx="109507" cy="133383"/>
                    </a:xfrm>
                    <a:custGeom>
                      <a:avLst/>
                      <a:gdLst>
                        <a:gd name="connsiteX0" fmla="*/ 109508 w 109507"/>
                        <a:gd name="connsiteY0" fmla="*/ 15134 h 133383"/>
                        <a:gd name="connsiteX1" fmla="*/ 98451 w 109507"/>
                        <a:gd name="connsiteY1" fmla="*/ 0 h 133383"/>
                        <a:gd name="connsiteX2" fmla="*/ 0 w 109507"/>
                        <a:gd name="connsiteY2" fmla="*/ 121334 h 133383"/>
                        <a:gd name="connsiteX3" fmla="*/ 11594 w 109507"/>
                        <a:gd name="connsiteY3" fmla="*/ 133383 h 133383"/>
                        <a:gd name="connsiteX4" fmla="*/ 109508 w 109507"/>
                        <a:gd name="connsiteY4" fmla="*/ 15134 h 133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07" h="133383">
                          <a:moveTo>
                            <a:pt x="109508" y="15134"/>
                          </a:moveTo>
                          <a:cubicBezTo>
                            <a:pt x="109508" y="15134"/>
                            <a:pt x="105420" y="9507"/>
                            <a:pt x="98451" y="0"/>
                          </a:cubicBezTo>
                          <a:cubicBezTo>
                            <a:pt x="82320" y="17943"/>
                            <a:pt x="26902" y="87443"/>
                            <a:pt x="0" y="121334"/>
                          </a:cubicBezTo>
                          <a:lnTo>
                            <a:pt x="11594" y="133383"/>
                          </a:lnTo>
                          <a:lnTo>
                            <a:pt x="109508" y="15134"/>
                          </a:lnTo>
                          <a:close/>
                        </a:path>
                      </a:pathLst>
                    </a:custGeom>
                    <a:solidFill>
                      <a:srgbClr val="D13A37"/>
                    </a:solidFill>
                    <a:ln w="4839" cap="flat">
                      <a:noFill/>
                      <a:prstDash val="solid"/>
                      <a:miter/>
                    </a:ln>
                  </p:spPr>
                  <p:txBody>
                    <a:bodyPr rtlCol="0" anchor="ctr"/>
                    <a:lstStyle/>
                    <a:p>
                      <a:endParaRPr lang="vi-VN"/>
                    </a:p>
                  </p:txBody>
                </p:sp>
                <p:sp>
                  <p:nvSpPr>
                    <p:cNvPr id="1123" name="Freeform: Shape 1122">
                      <a:extLst>
                        <a:ext uri="{FF2B5EF4-FFF2-40B4-BE49-F238E27FC236}">
                          <a16:creationId xmlns:a16="http://schemas.microsoft.com/office/drawing/2014/main" id="{D1BD5AA7-3646-2B45-5AC3-ADD2954C7C7D}"/>
                        </a:ext>
                      </a:extLst>
                    </p:cNvPr>
                    <p:cNvSpPr/>
                    <p:nvPr/>
                  </p:nvSpPr>
                  <p:spPr>
                    <a:xfrm>
                      <a:off x="2661005" y="4863538"/>
                      <a:ext cx="151488" cy="227025"/>
                    </a:xfrm>
                    <a:custGeom>
                      <a:avLst/>
                      <a:gdLst>
                        <a:gd name="connsiteX0" fmla="*/ 151488 w 151488"/>
                        <a:gd name="connsiteY0" fmla="*/ 192723 h 227025"/>
                        <a:gd name="connsiteX1" fmla="*/ 123085 w 151488"/>
                        <a:gd name="connsiteY1" fmla="*/ 227025 h 227025"/>
                        <a:gd name="connsiteX2" fmla="*/ 65009 w 151488"/>
                        <a:gd name="connsiteY2" fmla="*/ 166668 h 227025"/>
                        <a:gd name="connsiteX3" fmla="*/ 52887 w 151488"/>
                        <a:gd name="connsiteY3" fmla="*/ 154111 h 227025"/>
                        <a:gd name="connsiteX4" fmla="*/ 52848 w 151488"/>
                        <a:gd name="connsiteY4" fmla="*/ 154038 h 227025"/>
                        <a:gd name="connsiteX5" fmla="*/ 1722 w 151488"/>
                        <a:gd name="connsiteY5" fmla="*/ 0 h 227025"/>
                        <a:gd name="connsiteX6" fmla="*/ 134010 w 151488"/>
                        <a:gd name="connsiteY6" fmla="*/ 186674 h 227025"/>
                        <a:gd name="connsiteX7" fmla="*/ 151488 w 151488"/>
                        <a:gd name="connsiteY7" fmla="*/ 192723 h 22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488" h="227025">
                          <a:moveTo>
                            <a:pt x="151488" y="192723"/>
                          </a:moveTo>
                          <a:lnTo>
                            <a:pt x="123085" y="227025"/>
                          </a:lnTo>
                          <a:lnTo>
                            <a:pt x="65009" y="166668"/>
                          </a:lnTo>
                          <a:lnTo>
                            <a:pt x="52887" y="154111"/>
                          </a:lnTo>
                          <a:cubicBezTo>
                            <a:pt x="52848" y="154077"/>
                            <a:pt x="52848" y="154038"/>
                            <a:pt x="52848" y="154038"/>
                          </a:cubicBezTo>
                          <a:cubicBezTo>
                            <a:pt x="52848" y="154038"/>
                            <a:pt x="-11199" y="76929"/>
                            <a:pt x="1722" y="0"/>
                          </a:cubicBezTo>
                          <a:cubicBezTo>
                            <a:pt x="1722" y="0"/>
                            <a:pt x="58713" y="166954"/>
                            <a:pt x="134010" y="186674"/>
                          </a:cubicBezTo>
                          <a:cubicBezTo>
                            <a:pt x="140926" y="188490"/>
                            <a:pt x="146713" y="190515"/>
                            <a:pt x="151488" y="192723"/>
                          </a:cubicBezTo>
                          <a:close/>
                        </a:path>
                      </a:pathLst>
                    </a:custGeom>
                    <a:solidFill>
                      <a:srgbClr val="E77350">
                        <a:alpha val="30000"/>
                      </a:srgbClr>
                    </a:solidFill>
                    <a:ln w="4839" cap="flat">
                      <a:noFill/>
                      <a:prstDash val="solid"/>
                      <a:miter/>
                    </a:ln>
                  </p:spPr>
                  <p:txBody>
                    <a:bodyPr rtlCol="0" anchor="ctr"/>
                    <a:lstStyle/>
                    <a:p>
                      <a:endParaRPr lang="vi-VN"/>
                    </a:p>
                  </p:txBody>
                </p:sp>
              </p:grpSp>
              <p:sp>
                <p:nvSpPr>
                  <p:cNvPr id="1088" name="Freeform: Shape 1087">
                    <a:extLst>
                      <a:ext uri="{FF2B5EF4-FFF2-40B4-BE49-F238E27FC236}">
                        <a16:creationId xmlns:a16="http://schemas.microsoft.com/office/drawing/2014/main" id="{0C8D4990-9B0E-FC77-C912-54C4031A21F6}"/>
                      </a:ext>
                    </a:extLst>
                  </p:cNvPr>
                  <p:cNvSpPr/>
                  <p:nvPr/>
                </p:nvSpPr>
                <p:spPr>
                  <a:xfrm>
                    <a:off x="2275048" y="4879786"/>
                    <a:ext cx="458167" cy="470019"/>
                  </a:xfrm>
                  <a:custGeom>
                    <a:avLst/>
                    <a:gdLst>
                      <a:gd name="connsiteX0" fmla="*/ 458167 w 458167"/>
                      <a:gd name="connsiteY0" fmla="*/ 395355 h 470019"/>
                      <a:gd name="connsiteX1" fmla="*/ 296531 w 458167"/>
                      <a:gd name="connsiteY1" fmla="*/ 465771 h 470019"/>
                      <a:gd name="connsiteX2" fmla="*/ 80368 w 458167"/>
                      <a:gd name="connsiteY2" fmla="*/ 410334 h 470019"/>
                      <a:gd name="connsiteX3" fmla="*/ 73602 w 458167"/>
                      <a:gd name="connsiteY3" fmla="*/ 190152 h 470019"/>
                      <a:gd name="connsiteX4" fmla="*/ 73602 w 458167"/>
                      <a:gd name="connsiteY4" fmla="*/ 190113 h 470019"/>
                      <a:gd name="connsiteX5" fmla="*/ 72987 w 458167"/>
                      <a:gd name="connsiteY5" fmla="*/ 170426 h 470019"/>
                      <a:gd name="connsiteX6" fmla="*/ 66658 w 458167"/>
                      <a:gd name="connsiteY6" fmla="*/ 185372 h 470019"/>
                      <a:gd name="connsiteX7" fmla="*/ 66619 w 458167"/>
                      <a:gd name="connsiteY7" fmla="*/ 185444 h 470019"/>
                      <a:gd name="connsiteX8" fmla="*/ 29890 w 458167"/>
                      <a:gd name="connsiteY8" fmla="*/ 271779 h 470019"/>
                      <a:gd name="connsiteX9" fmla="*/ 0 w 458167"/>
                      <a:gd name="connsiteY9" fmla="*/ 231650 h 470019"/>
                      <a:gd name="connsiteX10" fmla="*/ 61224 w 458167"/>
                      <a:gd name="connsiteY10" fmla="*/ 0 h 470019"/>
                      <a:gd name="connsiteX11" fmla="*/ 254160 w 458167"/>
                      <a:gd name="connsiteY11" fmla="*/ 372443 h 470019"/>
                      <a:gd name="connsiteX12" fmla="*/ 458167 w 458167"/>
                      <a:gd name="connsiteY12" fmla="*/ 395355 h 47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8167" h="470019">
                        <a:moveTo>
                          <a:pt x="458167" y="395355"/>
                        </a:moveTo>
                        <a:cubicBezTo>
                          <a:pt x="440946" y="406862"/>
                          <a:pt x="367668" y="453649"/>
                          <a:pt x="296531" y="465771"/>
                        </a:cubicBezTo>
                        <a:cubicBezTo>
                          <a:pt x="161419" y="488857"/>
                          <a:pt x="80368" y="410334"/>
                          <a:pt x="80368" y="410334"/>
                        </a:cubicBezTo>
                        <a:lnTo>
                          <a:pt x="73602" y="190152"/>
                        </a:lnTo>
                        <a:lnTo>
                          <a:pt x="73602" y="190113"/>
                        </a:lnTo>
                        <a:lnTo>
                          <a:pt x="72987" y="170426"/>
                        </a:lnTo>
                        <a:lnTo>
                          <a:pt x="66658" y="185372"/>
                        </a:lnTo>
                        <a:cubicBezTo>
                          <a:pt x="66619" y="185410"/>
                          <a:pt x="66619" y="185410"/>
                          <a:pt x="66619" y="185444"/>
                        </a:cubicBezTo>
                        <a:lnTo>
                          <a:pt x="29890" y="271779"/>
                        </a:lnTo>
                        <a:cubicBezTo>
                          <a:pt x="29890" y="271779"/>
                          <a:pt x="17517" y="251807"/>
                          <a:pt x="0" y="231650"/>
                        </a:cubicBezTo>
                        <a:cubicBezTo>
                          <a:pt x="0" y="231650"/>
                          <a:pt x="59306" y="91942"/>
                          <a:pt x="61224" y="0"/>
                        </a:cubicBezTo>
                        <a:cubicBezTo>
                          <a:pt x="61224" y="0"/>
                          <a:pt x="84271" y="314551"/>
                          <a:pt x="254160" y="372443"/>
                        </a:cubicBezTo>
                        <a:cubicBezTo>
                          <a:pt x="355624" y="407041"/>
                          <a:pt x="421981" y="403389"/>
                          <a:pt x="458167" y="395355"/>
                        </a:cubicBezTo>
                        <a:close/>
                      </a:path>
                    </a:pathLst>
                  </a:custGeom>
                  <a:solidFill>
                    <a:srgbClr val="E77350">
                      <a:alpha val="30000"/>
                    </a:srgbClr>
                  </a:solidFill>
                  <a:ln w="4839" cap="flat">
                    <a:noFill/>
                    <a:prstDash val="solid"/>
                    <a:miter/>
                  </a:ln>
                </p:spPr>
                <p:txBody>
                  <a:bodyPr rtlCol="0" anchor="ctr"/>
                  <a:lstStyle/>
                  <a:p>
                    <a:endParaRPr lang="vi-VN"/>
                  </a:p>
                </p:txBody>
              </p:sp>
              <p:sp>
                <p:nvSpPr>
                  <p:cNvPr id="1089" name="Freeform: Shape 1088">
                    <a:extLst>
                      <a:ext uri="{FF2B5EF4-FFF2-40B4-BE49-F238E27FC236}">
                        <a16:creationId xmlns:a16="http://schemas.microsoft.com/office/drawing/2014/main" id="{C646F1F5-14BF-45E0-320E-E1722F8EB768}"/>
                      </a:ext>
                    </a:extLst>
                  </p:cNvPr>
                  <p:cNvSpPr/>
                  <p:nvPr/>
                </p:nvSpPr>
                <p:spPr>
                  <a:xfrm>
                    <a:off x="2279682" y="4577345"/>
                    <a:ext cx="37063" cy="85991"/>
                  </a:xfrm>
                  <a:custGeom>
                    <a:avLst/>
                    <a:gdLst>
                      <a:gd name="connsiteX0" fmla="*/ 0 w 37063"/>
                      <a:gd name="connsiteY0" fmla="*/ 48097 h 85991"/>
                      <a:gd name="connsiteX1" fmla="*/ 33852 w 37063"/>
                      <a:gd name="connsiteY1" fmla="*/ 85871 h 85991"/>
                      <a:gd name="connsiteX2" fmla="*/ 4291 w 37063"/>
                      <a:gd name="connsiteY2" fmla="*/ 94 h 85991"/>
                      <a:gd name="connsiteX3" fmla="*/ 0 w 37063"/>
                      <a:gd name="connsiteY3" fmla="*/ 48097 h 85991"/>
                    </a:gdLst>
                    <a:ahLst/>
                    <a:cxnLst>
                      <a:cxn ang="0">
                        <a:pos x="connsiteX0" y="connsiteY0"/>
                      </a:cxn>
                      <a:cxn ang="0">
                        <a:pos x="connsiteX1" y="connsiteY1"/>
                      </a:cxn>
                      <a:cxn ang="0">
                        <a:pos x="connsiteX2" y="connsiteY2"/>
                      </a:cxn>
                      <a:cxn ang="0">
                        <a:pos x="connsiteX3" y="connsiteY3"/>
                      </a:cxn>
                    </a:cxnLst>
                    <a:rect l="l" t="t" r="r" b="b"/>
                    <a:pathLst>
                      <a:path w="37063" h="85991">
                        <a:moveTo>
                          <a:pt x="0" y="48097"/>
                        </a:moveTo>
                        <a:cubicBezTo>
                          <a:pt x="0" y="48097"/>
                          <a:pt x="18456" y="81963"/>
                          <a:pt x="33852" y="85871"/>
                        </a:cubicBezTo>
                        <a:cubicBezTo>
                          <a:pt x="49247" y="89780"/>
                          <a:pt x="4291" y="-3364"/>
                          <a:pt x="4291" y="94"/>
                        </a:cubicBezTo>
                        <a:cubicBezTo>
                          <a:pt x="4286" y="3557"/>
                          <a:pt x="0" y="48097"/>
                          <a:pt x="0" y="48097"/>
                        </a:cubicBezTo>
                        <a:close/>
                      </a:path>
                    </a:pathLst>
                  </a:custGeom>
                  <a:solidFill>
                    <a:srgbClr val="0F1421"/>
                  </a:solidFill>
                  <a:ln w="4839" cap="flat">
                    <a:noFill/>
                    <a:prstDash val="solid"/>
                    <a:miter/>
                  </a:ln>
                </p:spPr>
                <p:txBody>
                  <a:bodyPr rtlCol="0" anchor="ctr"/>
                  <a:lstStyle/>
                  <a:p>
                    <a:endParaRPr lang="vi-VN"/>
                  </a:p>
                </p:txBody>
              </p:sp>
              <p:grpSp>
                <p:nvGrpSpPr>
                  <p:cNvPr id="1090" name="Graphic 1991">
                    <a:extLst>
                      <a:ext uri="{FF2B5EF4-FFF2-40B4-BE49-F238E27FC236}">
                        <a16:creationId xmlns:a16="http://schemas.microsoft.com/office/drawing/2014/main" id="{51835A77-D4A4-9CD0-AD18-73F4E7FD9260}"/>
                      </a:ext>
                    </a:extLst>
                  </p:cNvPr>
                  <p:cNvGrpSpPr/>
                  <p:nvPr/>
                </p:nvGrpSpPr>
                <p:grpSpPr>
                  <a:xfrm>
                    <a:off x="2434919" y="4669289"/>
                    <a:ext cx="94286" cy="163756"/>
                    <a:chOff x="2434919" y="4669289"/>
                    <a:chExt cx="94286" cy="163756"/>
                  </a:xfrm>
                </p:grpSpPr>
                <p:sp>
                  <p:nvSpPr>
                    <p:cNvPr id="1114" name="Freeform: Shape 1113">
                      <a:extLst>
                        <a:ext uri="{FF2B5EF4-FFF2-40B4-BE49-F238E27FC236}">
                          <a16:creationId xmlns:a16="http://schemas.microsoft.com/office/drawing/2014/main" id="{E87079B8-27F6-9330-E140-86AC2E1BBFCA}"/>
                        </a:ext>
                      </a:extLst>
                    </p:cNvPr>
                    <p:cNvSpPr/>
                    <p:nvPr/>
                  </p:nvSpPr>
                  <p:spPr>
                    <a:xfrm>
                      <a:off x="2434919" y="4669289"/>
                      <a:ext cx="93116" cy="158415"/>
                    </a:xfrm>
                    <a:custGeom>
                      <a:avLst/>
                      <a:gdLst>
                        <a:gd name="connsiteX0" fmla="*/ 89025 w 93116"/>
                        <a:gd name="connsiteY0" fmla="*/ 0 h 158415"/>
                        <a:gd name="connsiteX1" fmla="*/ 48350 w 93116"/>
                        <a:gd name="connsiteY1" fmla="*/ 149476 h 158415"/>
                        <a:gd name="connsiteX2" fmla="*/ 201 w 93116"/>
                        <a:gd name="connsiteY2" fmla="*/ 86954 h 158415"/>
                        <a:gd name="connsiteX3" fmla="*/ 89025 w 93116"/>
                        <a:gd name="connsiteY3" fmla="*/ 0 h 158415"/>
                      </a:gdLst>
                      <a:ahLst/>
                      <a:cxnLst>
                        <a:cxn ang="0">
                          <a:pos x="connsiteX0" y="connsiteY0"/>
                        </a:cxn>
                        <a:cxn ang="0">
                          <a:pos x="connsiteX1" y="connsiteY1"/>
                        </a:cxn>
                        <a:cxn ang="0">
                          <a:pos x="connsiteX2" y="connsiteY2"/>
                        </a:cxn>
                        <a:cxn ang="0">
                          <a:pos x="connsiteX3" y="connsiteY3"/>
                        </a:cxn>
                      </a:cxnLst>
                      <a:rect l="l" t="t" r="r" b="b"/>
                      <a:pathLst>
                        <a:path w="93116" h="158415">
                          <a:moveTo>
                            <a:pt x="89025" y="0"/>
                          </a:moveTo>
                          <a:cubicBezTo>
                            <a:pt x="89025" y="0"/>
                            <a:pt x="112174" y="115784"/>
                            <a:pt x="48350" y="149476"/>
                          </a:cubicBezTo>
                          <a:cubicBezTo>
                            <a:pt x="-15475" y="183168"/>
                            <a:pt x="5320" y="112597"/>
                            <a:pt x="201" y="86954"/>
                          </a:cubicBezTo>
                          <a:cubicBezTo>
                            <a:pt x="-4913" y="61311"/>
                            <a:pt x="89025" y="0"/>
                            <a:pt x="89025" y="0"/>
                          </a:cubicBezTo>
                          <a:close/>
                        </a:path>
                      </a:pathLst>
                    </a:custGeom>
                    <a:solidFill>
                      <a:srgbClr val="D87D68"/>
                    </a:solidFill>
                    <a:ln w="4839" cap="flat">
                      <a:noFill/>
                      <a:prstDash val="solid"/>
                      <a:miter/>
                    </a:ln>
                  </p:spPr>
                  <p:txBody>
                    <a:bodyPr rtlCol="0" anchor="ctr"/>
                    <a:lstStyle/>
                    <a:p>
                      <a:endParaRPr lang="vi-VN"/>
                    </a:p>
                  </p:txBody>
                </p:sp>
                <p:sp>
                  <p:nvSpPr>
                    <p:cNvPr id="1115" name="Freeform: Shape 1114">
                      <a:extLst>
                        <a:ext uri="{FF2B5EF4-FFF2-40B4-BE49-F238E27FC236}">
                          <a16:creationId xmlns:a16="http://schemas.microsoft.com/office/drawing/2014/main" id="{1100F8C6-8E33-B723-7D2B-5E796CA56F8E}"/>
                        </a:ext>
                      </a:extLst>
                    </p:cNvPr>
                    <p:cNvSpPr/>
                    <p:nvPr/>
                  </p:nvSpPr>
                  <p:spPr>
                    <a:xfrm>
                      <a:off x="2436898" y="4712149"/>
                      <a:ext cx="92307" cy="120896"/>
                    </a:xfrm>
                    <a:custGeom>
                      <a:avLst/>
                      <a:gdLst>
                        <a:gd name="connsiteX0" fmla="*/ 92296 w 92307"/>
                        <a:gd name="connsiteY0" fmla="*/ 0 h 120896"/>
                        <a:gd name="connsiteX1" fmla="*/ 5 w 92307"/>
                        <a:gd name="connsiteY1" fmla="*/ 78663 h 120896"/>
                        <a:gd name="connsiteX2" fmla="*/ 0 w 92307"/>
                        <a:gd name="connsiteY2" fmla="*/ 78673 h 120896"/>
                        <a:gd name="connsiteX3" fmla="*/ 35465 w 92307"/>
                        <a:gd name="connsiteY3" fmla="*/ 119731 h 120896"/>
                        <a:gd name="connsiteX4" fmla="*/ 92296 w 92307"/>
                        <a:gd name="connsiteY4" fmla="*/ 0 h 120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07" h="120896">
                          <a:moveTo>
                            <a:pt x="92296" y="0"/>
                          </a:moveTo>
                          <a:cubicBezTo>
                            <a:pt x="55679" y="96257"/>
                            <a:pt x="5" y="78663"/>
                            <a:pt x="5" y="78663"/>
                          </a:cubicBezTo>
                          <a:lnTo>
                            <a:pt x="0" y="78673"/>
                          </a:lnTo>
                          <a:cubicBezTo>
                            <a:pt x="34" y="104839"/>
                            <a:pt x="344" y="126196"/>
                            <a:pt x="35465" y="119731"/>
                          </a:cubicBezTo>
                          <a:cubicBezTo>
                            <a:pt x="75651" y="112331"/>
                            <a:pt x="92829" y="36574"/>
                            <a:pt x="92296" y="0"/>
                          </a:cubicBezTo>
                          <a:close/>
                        </a:path>
                      </a:pathLst>
                    </a:custGeom>
                    <a:solidFill>
                      <a:srgbClr val="EEA786"/>
                    </a:solidFill>
                    <a:ln w="4839" cap="flat">
                      <a:noFill/>
                      <a:prstDash val="solid"/>
                      <a:miter/>
                    </a:ln>
                  </p:spPr>
                  <p:txBody>
                    <a:bodyPr rtlCol="0" anchor="ctr"/>
                    <a:lstStyle/>
                    <a:p>
                      <a:endParaRPr lang="vi-VN"/>
                    </a:p>
                  </p:txBody>
                </p:sp>
              </p:grpSp>
              <p:sp>
                <p:nvSpPr>
                  <p:cNvPr id="1091" name="Freeform: Shape 1090">
                    <a:extLst>
                      <a:ext uri="{FF2B5EF4-FFF2-40B4-BE49-F238E27FC236}">
                        <a16:creationId xmlns:a16="http://schemas.microsoft.com/office/drawing/2014/main" id="{BBCB1557-950C-41B6-DDE7-D3F8F2535951}"/>
                      </a:ext>
                    </a:extLst>
                  </p:cNvPr>
                  <p:cNvSpPr/>
                  <p:nvPr/>
                </p:nvSpPr>
                <p:spPr>
                  <a:xfrm>
                    <a:off x="2386171" y="4731443"/>
                    <a:ext cx="78428" cy="296694"/>
                  </a:xfrm>
                  <a:custGeom>
                    <a:avLst/>
                    <a:gdLst>
                      <a:gd name="connsiteX0" fmla="*/ 78399 w 78428"/>
                      <a:gd name="connsiteY0" fmla="*/ 291179 h 296694"/>
                      <a:gd name="connsiteX1" fmla="*/ 73038 w 78428"/>
                      <a:gd name="connsiteY1" fmla="*/ 258320 h 296694"/>
                      <a:gd name="connsiteX2" fmla="*/ 69042 w 78428"/>
                      <a:gd name="connsiteY2" fmla="*/ 227485 h 296694"/>
                      <a:gd name="connsiteX3" fmla="*/ 58591 w 78428"/>
                      <a:gd name="connsiteY3" fmla="*/ 165767 h 296694"/>
                      <a:gd name="connsiteX4" fmla="*/ 18429 w 78428"/>
                      <a:gd name="connsiteY4" fmla="*/ 62909 h 296694"/>
                      <a:gd name="connsiteX5" fmla="*/ 9770 w 78428"/>
                      <a:gd name="connsiteY5" fmla="*/ 34515 h 296694"/>
                      <a:gd name="connsiteX6" fmla="*/ 5087 w 78428"/>
                      <a:gd name="connsiteY6" fmla="*/ 1913 h 296694"/>
                      <a:gd name="connsiteX7" fmla="*/ 220 w 78428"/>
                      <a:gd name="connsiteY7" fmla="*/ 2271 h 296694"/>
                      <a:gd name="connsiteX8" fmla="*/ 8583 w 78428"/>
                      <a:gd name="connsiteY8" fmla="*/ 56270 h 296694"/>
                      <a:gd name="connsiteX9" fmla="*/ 28405 w 78428"/>
                      <a:gd name="connsiteY9" fmla="*/ 107730 h 296694"/>
                      <a:gd name="connsiteX10" fmla="*/ 48285 w 78428"/>
                      <a:gd name="connsiteY10" fmla="*/ 159903 h 296694"/>
                      <a:gd name="connsiteX11" fmla="*/ 58741 w 78428"/>
                      <a:gd name="connsiteY11" fmla="*/ 220512 h 296694"/>
                      <a:gd name="connsiteX12" fmla="*/ 62432 w 78428"/>
                      <a:gd name="connsiteY12" fmla="*/ 255579 h 296694"/>
                      <a:gd name="connsiteX13" fmla="*/ 68960 w 78428"/>
                      <a:gd name="connsiteY13" fmla="*/ 293644 h 296694"/>
                      <a:gd name="connsiteX14" fmla="*/ 78399 w 78428"/>
                      <a:gd name="connsiteY14" fmla="*/ 291179 h 296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8428" h="296694">
                        <a:moveTo>
                          <a:pt x="78399" y="291179"/>
                        </a:moveTo>
                        <a:cubicBezTo>
                          <a:pt x="77178" y="280186"/>
                          <a:pt x="74665" y="269275"/>
                          <a:pt x="73038" y="258320"/>
                        </a:cubicBezTo>
                        <a:cubicBezTo>
                          <a:pt x="71517" y="248063"/>
                          <a:pt x="70243" y="237786"/>
                          <a:pt x="69042" y="227485"/>
                        </a:cubicBezTo>
                        <a:cubicBezTo>
                          <a:pt x="66625" y="206767"/>
                          <a:pt x="64107" y="185933"/>
                          <a:pt x="58591" y="165767"/>
                        </a:cubicBezTo>
                        <a:cubicBezTo>
                          <a:pt x="48838" y="130114"/>
                          <a:pt x="30943" y="97550"/>
                          <a:pt x="18429" y="62909"/>
                        </a:cubicBezTo>
                        <a:cubicBezTo>
                          <a:pt x="15068" y="53611"/>
                          <a:pt x="12085" y="44128"/>
                          <a:pt x="9770" y="34515"/>
                        </a:cubicBezTo>
                        <a:cubicBezTo>
                          <a:pt x="7174" y="23716"/>
                          <a:pt x="6143" y="12930"/>
                          <a:pt x="5087" y="1913"/>
                        </a:cubicBezTo>
                        <a:cubicBezTo>
                          <a:pt x="4816" y="-935"/>
                          <a:pt x="409" y="-426"/>
                          <a:pt x="220" y="2271"/>
                        </a:cubicBezTo>
                        <a:cubicBezTo>
                          <a:pt x="-1035" y="20248"/>
                          <a:pt x="3261" y="39208"/>
                          <a:pt x="8583" y="56270"/>
                        </a:cubicBezTo>
                        <a:cubicBezTo>
                          <a:pt x="14066" y="73835"/>
                          <a:pt x="21248" y="90799"/>
                          <a:pt x="28405" y="107730"/>
                        </a:cubicBezTo>
                        <a:cubicBezTo>
                          <a:pt x="35645" y="124859"/>
                          <a:pt x="42958" y="142061"/>
                          <a:pt x="48285" y="159903"/>
                        </a:cubicBezTo>
                        <a:cubicBezTo>
                          <a:pt x="54189" y="179676"/>
                          <a:pt x="56756" y="200026"/>
                          <a:pt x="58741" y="220512"/>
                        </a:cubicBezTo>
                        <a:cubicBezTo>
                          <a:pt x="59875" y="232212"/>
                          <a:pt x="60959" y="243917"/>
                          <a:pt x="62432" y="255579"/>
                        </a:cubicBezTo>
                        <a:cubicBezTo>
                          <a:pt x="64025" y="268214"/>
                          <a:pt x="65483" y="281372"/>
                          <a:pt x="68960" y="293644"/>
                        </a:cubicBezTo>
                        <a:cubicBezTo>
                          <a:pt x="70514" y="299122"/>
                          <a:pt x="78999" y="296560"/>
                          <a:pt x="78399" y="291179"/>
                        </a:cubicBezTo>
                        <a:close/>
                      </a:path>
                    </a:pathLst>
                  </a:custGeom>
                  <a:solidFill>
                    <a:srgbClr val="17202F"/>
                  </a:solidFill>
                  <a:ln w="4839" cap="flat">
                    <a:noFill/>
                    <a:prstDash val="solid"/>
                    <a:miter/>
                  </a:ln>
                </p:spPr>
                <p:txBody>
                  <a:bodyPr rtlCol="0" anchor="ctr"/>
                  <a:lstStyle/>
                  <a:p>
                    <a:endParaRPr lang="vi-VN"/>
                  </a:p>
                </p:txBody>
              </p:sp>
              <p:sp>
                <p:nvSpPr>
                  <p:cNvPr id="1092" name="Freeform: Shape 1091">
                    <a:extLst>
                      <a:ext uri="{FF2B5EF4-FFF2-40B4-BE49-F238E27FC236}">
                        <a16:creationId xmlns:a16="http://schemas.microsoft.com/office/drawing/2014/main" id="{7FFDCFD1-8AB7-B8C2-C51D-960BA8FB6604}"/>
                      </a:ext>
                    </a:extLst>
                  </p:cNvPr>
                  <p:cNvSpPr/>
                  <p:nvPr/>
                </p:nvSpPr>
                <p:spPr>
                  <a:xfrm>
                    <a:off x="2302380" y="4652057"/>
                    <a:ext cx="46194" cy="46194"/>
                  </a:xfrm>
                  <a:custGeom>
                    <a:avLst/>
                    <a:gdLst>
                      <a:gd name="connsiteX0" fmla="*/ 46072 w 46194"/>
                      <a:gd name="connsiteY0" fmla="*/ 25456 h 46194"/>
                      <a:gd name="connsiteX1" fmla="*/ 20739 w 46194"/>
                      <a:gd name="connsiteY1" fmla="*/ 46072 h 46194"/>
                      <a:gd name="connsiteX2" fmla="*/ 123 w 46194"/>
                      <a:gd name="connsiteY2" fmla="*/ 20739 h 46194"/>
                      <a:gd name="connsiteX3" fmla="*/ 25456 w 46194"/>
                      <a:gd name="connsiteY3" fmla="*/ 123 h 46194"/>
                      <a:gd name="connsiteX4" fmla="*/ 46072 w 46194"/>
                      <a:gd name="connsiteY4" fmla="*/ 25456 h 4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4" h="46194">
                        <a:moveTo>
                          <a:pt x="46072" y="25456"/>
                        </a:moveTo>
                        <a:cubicBezTo>
                          <a:pt x="44769" y="38144"/>
                          <a:pt x="33427" y="47375"/>
                          <a:pt x="20739" y="46072"/>
                        </a:cubicBezTo>
                        <a:cubicBezTo>
                          <a:pt x="8050" y="44769"/>
                          <a:pt x="-1180" y="33427"/>
                          <a:pt x="123" y="20739"/>
                        </a:cubicBezTo>
                        <a:cubicBezTo>
                          <a:pt x="1425" y="8050"/>
                          <a:pt x="12767" y="-1180"/>
                          <a:pt x="25456" y="123"/>
                        </a:cubicBezTo>
                        <a:cubicBezTo>
                          <a:pt x="38144" y="1425"/>
                          <a:pt x="47375" y="12767"/>
                          <a:pt x="46072" y="25456"/>
                        </a:cubicBezTo>
                        <a:close/>
                      </a:path>
                    </a:pathLst>
                  </a:custGeom>
                  <a:solidFill>
                    <a:srgbClr val="D87D68"/>
                  </a:solidFill>
                  <a:ln w="4839" cap="flat">
                    <a:noFill/>
                    <a:prstDash val="solid"/>
                    <a:miter/>
                  </a:ln>
                </p:spPr>
                <p:txBody>
                  <a:bodyPr rtlCol="0" anchor="ctr"/>
                  <a:lstStyle/>
                  <a:p>
                    <a:endParaRPr lang="vi-VN"/>
                  </a:p>
                </p:txBody>
              </p:sp>
              <p:sp>
                <p:nvSpPr>
                  <p:cNvPr id="1093" name="Freeform: Shape 1092">
                    <a:extLst>
                      <a:ext uri="{FF2B5EF4-FFF2-40B4-BE49-F238E27FC236}">
                        <a16:creationId xmlns:a16="http://schemas.microsoft.com/office/drawing/2014/main" id="{F76D4C87-F2C4-1C0B-6AB6-4B86D1D95D06}"/>
                      </a:ext>
                    </a:extLst>
                  </p:cNvPr>
                  <p:cNvSpPr/>
                  <p:nvPr/>
                </p:nvSpPr>
                <p:spPr>
                  <a:xfrm>
                    <a:off x="2276172" y="4437482"/>
                    <a:ext cx="261588" cy="326109"/>
                  </a:xfrm>
                  <a:custGeom>
                    <a:avLst/>
                    <a:gdLst>
                      <a:gd name="connsiteX0" fmla="*/ 252416 w 261588"/>
                      <a:gd name="connsiteY0" fmla="*/ 149866 h 326109"/>
                      <a:gd name="connsiteX1" fmla="*/ 204728 w 261588"/>
                      <a:gd name="connsiteY1" fmla="*/ 315851 h 326109"/>
                      <a:gd name="connsiteX2" fmla="*/ 52506 w 261588"/>
                      <a:gd name="connsiteY2" fmla="*/ 242646 h 326109"/>
                      <a:gd name="connsiteX3" fmla="*/ 35217 w 261588"/>
                      <a:gd name="connsiteY3" fmla="*/ 221090 h 326109"/>
                      <a:gd name="connsiteX4" fmla="*/ 9298 w 261588"/>
                      <a:gd name="connsiteY4" fmla="*/ 168554 h 326109"/>
                      <a:gd name="connsiteX5" fmla="*/ 50051 w 261588"/>
                      <a:gd name="connsiteY5" fmla="*/ 22289 h 326109"/>
                      <a:gd name="connsiteX6" fmla="*/ 252416 w 261588"/>
                      <a:gd name="connsiteY6" fmla="*/ 149866 h 32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588" h="326109">
                        <a:moveTo>
                          <a:pt x="252416" y="149866"/>
                        </a:moveTo>
                        <a:cubicBezTo>
                          <a:pt x="252416" y="149866"/>
                          <a:pt x="292608" y="283079"/>
                          <a:pt x="204728" y="315851"/>
                        </a:cubicBezTo>
                        <a:cubicBezTo>
                          <a:pt x="116854" y="348623"/>
                          <a:pt x="67345" y="297104"/>
                          <a:pt x="52506" y="242646"/>
                        </a:cubicBezTo>
                        <a:cubicBezTo>
                          <a:pt x="52506" y="242646"/>
                          <a:pt x="43963" y="226359"/>
                          <a:pt x="35217" y="221090"/>
                        </a:cubicBezTo>
                        <a:cubicBezTo>
                          <a:pt x="26471" y="215826"/>
                          <a:pt x="9298" y="168554"/>
                          <a:pt x="9298" y="168554"/>
                        </a:cubicBezTo>
                        <a:cubicBezTo>
                          <a:pt x="9298" y="168554"/>
                          <a:pt x="-29063" y="78249"/>
                          <a:pt x="50051" y="22289"/>
                        </a:cubicBezTo>
                        <a:cubicBezTo>
                          <a:pt x="129165" y="-33671"/>
                          <a:pt x="227848" y="18250"/>
                          <a:pt x="252416" y="149866"/>
                        </a:cubicBezTo>
                        <a:close/>
                      </a:path>
                    </a:pathLst>
                  </a:custGeom>
                  <a:solidFill>
                    <a:srgbClr val="EEA786"/>
                  </a:solidFill>
                  <a:ln w="4839" cap="flat">
                    <a:noFill/>
                    <a:prstDash val="solid"/>
                    <a:miter/>
                  </a:ln>
                </p:spPr>
                <p:txBody>
                  <a:bodyPr rtlCol="0" anchor="ctr"/>
                  <a:lstStyle/>
                  <a:p>
                    <a:endParaRPr lang="vi-VN"/>
                  </a:p>
                </p:txBody>
              </p:sp>
              <p:sp>
                <p:nvSpPr>
                  <p:cNvPr id="1094" name="Freeform: Shape 1093">
                    <a:extLst>
                      <a:ext uri="{FF2B5EF4-FFF2-40B4-BE49-F238E27FC236}">
                        <a16:creationId xmlns:a16="http://schemas.microsoft.com/office/drawing/2014/main" id="{A656E763-2C26-7ABB-D60D-0FCF498F6A49}"/>
                      </a:ext>
                    </a:extLst>
                  </p:cNvPr>
                  <p:cNvSpPr/>
                  <p:nvPr/>
                </p:nvSpPr>
                <p:spPr>
                  <a:xfrm>
                    <a:off x="2494852" y="4536990"/>
                    <a:ext cx="60440" cy="60440"/>
                  </a:xfrm>
                  <a:custGeom>
                    <a:avLst/>
                    <a:gdLst>
                      <a:gd name="connsiteX0" fmla="*/ 60280 w 60440"/>
                      <a:gd name="connsiteY0" fmla="*/ 33305 h 60440"/>
                      <a:gd name="connsiteX1" fmla="*/ 27135 w 60440"/>
                      <a:gd name="connsiteY1" fmla="*/ 60280 h 60440"/>
                      <a:gd name="connsiteX2" fmla="*/ 160 w 60440"/>
                      <a:gd name="connsiteY2" fmla="*/ 27135 h 60440"/>
                      <a:gd name="connsiteX3" fmla="*/ 33305 w 60440"/>
                      <a:gd name="connsiteY3" fmla="*/ 160 h 60440"/>
                      <a:gd name="connsiteX4" fmla="*/ 60280 w 60440"/>
                      <a:gd name="connsiteY4" fmla="*/ 33305 h 6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40" h="60440">
                        <a:moveTo>
                          <a:pt x="60280" y="33305"/>
                        </a:moveTo>
                        <a:cubicBezTo>
                          <a:pt x="58575" y="49907"/>
                          <a:pt x="43737" y="61985"/>
                          <a:pt x="27135" y="60280"/>
                        </a:cubicBezTo>
                        <a:cubicBezTo>
                          <a:pt x="10534" y="58575"/>
                          <a:pt x="-1544" y="43737"/>
                          <a:pt x="160" y="27135"/>
                        </a:cubicBezTo>
                        <a:cubicBezTo>
                          <a:pt x="1865" y="10534"/>
                          <a:pt x="16704" y="-1544"/>
                          <a:pt x="33305" y="160"/>
                        </a:cubicBezTo>
                        <a:cubicBezTo>
                          <a:pt x="49907" y="1865"/>
                          <a:pt x="61985" y="16704"/>
                          <a:pt x="60280" y="33305"/>
                        </a:cubicBezTo>
                        <a:close/>
                      </a:path>
                    </a:pathLst>
                  </a:custGeom>
                  <a:solidFill>
                    <a:srgbClr val="EEA786"/>
                  </a:solidFill>
                  <a:ln w="4839" cap="flat">
                    <a:noFill/>
                    <a:prstDash val="solid"/>
                    <a:miter/>
                  </a:ln>
                </p:spPr>
                <p:txBody>
                  <a:bodyPr rtlCol="0" anchor="ctr"/>
                  <a:lstStyle/>
                  <a:p>
                    <a:endParaRPr lang="vi-VN"/>
                  </a:p>
                </p:txBody>
              </p:sp>
              <p:sp>
                <p:nvSpPr>
                  <p:cNvPr id="1095" name="Freeform: Shape 1094">
                    <a:extLst>
                      <a:ext uri="{FF2B5EF4-FFF2-40B4-BE49-F238E27FC236}">
                        <a16:creationId xmlns:a16="http://schemas.microsoft.com/office/drawing/2014/main" id="{F05C23D4-FC3C-DD8F-82E3-0AF537558AC7}"/>
                      </a:ext>
                    </a:extLst>
                  </p:cNvPr>
                  <p:cNvSpPr/>
                  <p:nvPr/>
                </p:nvSpPr>
                <p:spPr>
                  <a:xfrm>
                    <a:off x="2391187" y="4636034"/>
                    <a:ext cx="24259" cy="54365"/>
                  </a:xfrm>
                  <a:custGeom>
                    <a:avLst/>
                    <a:gdLst>
                      <a:gd name="connsiteX0" fmla="*/ 22770 w 24259"/>
                      <a:gd name="connsiteY0" fmla="*/ 49328 h 54365"/>
                      <a:gd name="connsiteX1" fmla="*/ 17661 w 24259"/>
                      <a:gd name="connsiteY1" fmla="*/ 48132 h 54365"/>
                      <a:gd name="connsiteX2" fmla="*/ 12798 w 24259"/>
                      <a:gd name="connsiteY2" fmla="*/ 47895 h 54365"/>
                      <a:gd name="connsiteX3" fmla="*/ 5921 w 24259"/>
                      <a:gd name="connsiteY3" fmla="*/ 47343 h 54365"/>
                      <a:gd name="connsiteX4" fmla="*/ 7587 w 24259"/>
                      <a:gd name="connsiteY4" fmla="*/ 1539 h 54365"/>
                      <a:gd name="connsiteX5" fmla="*/ 2507 w 24259"/>
                      <a:gd name="connsiteY5" fmla="*/ 3050 h 54365"/>
                      <a:gd name="connsiteX6" fmla="*/ 110 w 24259"/>
                      <a:gd name="connsiteY6" fmla="*/ 48757 h 54365"/>
                      <a:gd name="connsiteX7" fmla="*/ 2391 w 24259"/>
                      <a:gd name="connsiteY7" fmla="*/ 52355 h 54365"/>
                      <a:gd name="connsiteX8" fmla="*/ 12885 w 24259"/>
                      <a:gd name="connsiteY8" fmla="*/ 54021 h 54365"/>
                      <a:gd name="connsiteX9" fmla="*/ 17845 w 24259"/>
                      <a:gd name="connsiteY9" fmla="*/ 54365 h 54365"/>
                      <a:gd name="connsiteX10" fmla="*/ 22741 w 24259"/>
                      <a:gd name="connsiteY10" fmla="*/ 53343 h 54365"/>
                      <a:gd name="connsiteX11" fmla="*/ 22770 w 24259"/>
                      <a:gd name="connsiteY11" fmla="*/ 49328 h 54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9" h="54365">
                        <a:moveTo>
                          <a:pt x="22770" y="49328"/>
                        </a:moveTo>
                        <a:cubicBezTo>
                          <a:pt x="21017" y="48825"/>
                          <a:pt x="19535" y="48273"/>
                          <a:pt x="17661" y="48132"/>
                        </a:cubicBezTo>
                        <a:cubicBezTo>
                          <a:pt x="16043" y="48011"/>
                          <a:pt x="14416" y="48002"/>
                          <a:pt x="12798" y="47895"/>
                        </a:cubicBezTo>
                        <a:cubicBezTo>
                          <a:pt x="10498" y="47745"/>
                          <a:pt x="8207" y="47580"/>
                          <a:pt x="5921" y="47343"/>
                        </a:cubicBezTo>
                        <a:cubicBezTo>
                          <a:pt x="9408" y="32233"/>
                          <a:pt x="12658" y="16649"/>
                          <a:pt x="7587" y="1539"/>
                        </a:cubicBezTo>
                        <a:cubicBezTo>
                          <a:pt x="6633" y="-1304"/>
                          <a:pt x="1674" y="139"/>
                          <a:pt x="2507" y="3050"/>
                        </a:cubicBezTo>
                        <a:cubicBezTo>
                          <a:pt x="6851" y="18198"/>
                          <a:pt x="3805" y="33831"/>
                          <a:pt x="110" y="48757"/>
                        </a:cubicBezTo>
                        <a:cubicBezTo>
                          <a:pt x="-326" y="50525"/>
                          <a:pt x="555" y="52031"/>
                          <a:pt x="2391" y="52355"/>
                        </a:cubicBezTo>
                        <a:cubicBezTo>
                          <a:pt x="5892" y="52965"/>
                          <a:pt x="9340" y="53687"/>
                          <a:pt x="12885" y="54021"/>
                        </a:cubicBezTo>
                        <a:cubicBezTo>
                          <a:pt x="14527" y="54176"/>
                          <a:pt x="16193" y="54370"/>
                          <a:pt x="17845" y="54365"/>
                        </a:cubicBezTo>
                        <a:cubicBezTo>
                          <a:pt x="19724" y="54365"/>
                          <a:pt x="20988" y="53852"/>
                          <a:pt x="22741" y="53343"/>
                        </a:cubicBezTo>
                        <a:cubicBezTo>
                          <a:pt x="24726" y="52772"/>
                          <a:pt x="24794" y="49910"/>
                          <a:pt x="22770" y="49328"/>
                        </a:cubicBezTo>
                        <a:close/>
                      </a:path>
                    </a:pathLst>
                  </a:custGeom>
                  <a:solidFill>
                    <a:srgbClr val="17202F"/>
                  </a:solidFill>
                  <a:ln w="4839" cap="flat">
                    <a:noFill/>
                    <a:prstDash val="solid"/>
                    <a:miter/>
                  </a:ln>
                </p:spPr>
                <p:txBody>
                  <a:bodyPr rtlCol="0" anchor="ctr"/>
                  <a:lstStyle/>
                  <a:p>
                    <a:endParaRPr lang="vi-VN"/>
                  </a:p>
                </p:txBody>
              </p:sp>
              <p:sp>
                <p:nvSpPr>
                  <p:cNvPr id="1096" name="Freeform: Shape 1095">
                    <a:extLst>
                      <a:ext uri="{FF2B5EF4-FFF2-40B4-BE49-F238E27FC236}">
                        <a16:creationId xmlns:a16="http://schemas.microsoft.com/office/drawing/2014/main" id="{55D8F7E5-48FE-1F0A-B776-DDF0C1B30E1A}"/>
                      </a:ext>
                    </a:extLst>
                  </p:cNvPr>
                  <p:cNvSpPr/>
                  <p:nvPr/>
                </p:nvSpPr>
                <p:spPr>
                  <a:xfrm>
                    <a:off x="2418388" y="4693710"/>
                    <a:ext cx="61198" cy="28803"/>
                  </a:xfrm>
                  <a:custGeom>
                    <a:avLst/>
                    <a:gdLst>
                      <a:gd name="connsiteX0" fmla="*/ 56594 w 61198"/>
                      <a:gd name="connsiteY0" fmla="*/ 540 h 28803"/>
                      <a:gd name="connsiteX1" fmla="*/ 31474 w 61198"/>
                      <a:gd name="connsiteY1" fmla="*/ 15664 h 28803"/>
                      <a:gd name="connsiteX2" fmla="*/ 15037 w 61198"/>
                      <a:gd name="connsiteY2" fmla="*/ 21737 h 28803"/>
                      <a:gd name="connsiteX3" fmla="*/ 804 w 61198"/>
                      <a:gd name="connsiteY3" fmla="*/ 25461 h 28803"/>
                      <a:gd name="connsiteX4" fmla="*/ 939 w 61198"/>
                      <a:gd name="connsiteY4" fmla="*/ 28120 h 28803"/>
                      <a:gd name="connsiteX5" fmla="*/ 17642 w 61198"/>
                      <a:gd name="connsiteY5" fmla="*/ 27573 h 28803"/>
                      <a:gd name="connsiteX6" fmla="*/ 33459 w 61198"/>
                      <a:gd name="connsiteY6" fmla="*/ 23035 h 28803"/>
                      <a:gd name="connsiteX7" fmla="*/ 60463 w 61198"/>
                      <a:gd name="connsiteY7" fmla="*/ 4855 h 28803"/>
                      <a:gd name="connsiteX8" fmla="*/ 56594 w 61198"/>
                      <a:gd name="connsiteY8" fmla="*/ 540 h 2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98" h="28803">
                        <a:moveTo>
                          <a:pt x="56594" y="540"/>
                        </a:moveTo>
                        <a:cubicBezTo>
                          <a:pt x="48792" y="6433"/>
                          <a:pt x="40394" y="11654"/>
                          <a:pt x="31474" y="15664"/>
                        </a:cubicBezTo>
                        <a:cubicBezTo>
                          <a:pt x="26190" y="18042"/>
                          <a:pt x="20587" y="20110"/>
                          <a:pt x="15037" y="21737"/>
                        </a:cubicBezTo>
                        <a:cubicBezTo>
                          <a:pt x="10339" y="23117"/>
                          <a:pt x="5346" y="23664"/>
                          <a:pt x="804" y="25461"/>
                        </a:cubicBezTo>
                        <a:cubicBezTo>
                          <a:pt x="-320" y="25907"/>
                          <a:pt x="-257" y="27805"/>
                          <a:pt x="939" y="28120"/>
                        </a:cubicBezTo>
                        <a:cubicBezTo>
                          <a:pt x="6242" y="29529"/>
                          <a:pt x="12301" y="28464"/>
                          <a:pt x="17642" y="27573"/>
                        </a:cubicBezTo>
                        <a:cubicBezTo>
                          <a:pt x="23100" y="26662"/>
                          <a:pt x="28331" y="25108"/>
                          <a:pt x="33459" y="23035"/>
                        </a:cubicBezTo>
                        <a:cubicBezTo>
                          <a:pt x="43731" y="18885"/>
                          <a:pt x="52763" y="12773"/>
                          <a:pt x="60463" y="4855"/>
                        </a:cubicBezTo>
                        <a:cubicBezTo>
                          <a:pt x="62744" y="2516"/>
                          <a:pt x="59228" y="-1446"/>
                          <a:pt x="56594" y="540"/>
                        </a:cubicBezTo>
                        <a:close/>
                      </a:path>
                    </a:pathLst>
                  </a:custGeom>
                  <a:solidFill>
                    <a:srgbClr val="17202F"/>
                  </a:solidFill>
                  <a:ln w="4839" cap="flat">
                    <a:noFill/>
                    <a:prstDash val="solid"/>
                    <a:miter/>
                  </a:ln>
                </p:spPr>
                <p:txBody>
                  <a:bodyPr rtlCol="0" anchor="ctr"/>
                  <a:lstStyle/>
                  <a:p>
                    <a:endParaRPr lang="vi-VN"/>
                  </a:p>
                </p:txBody>
              </p:sp>
              <p:sp>
                <p:nvSpPr>
                  <p:cNvPr id="1097" name="Freeform: Shape 1096">
                    <a:extLst>
                      <a:ext uri="{FF2B5EF4-FFF2-40B4-BE49-F238E27FC236}">
                        <a16:creationId xmlns:a16="http://schemas.microsoft.com/office/drawing/2014/main" id="{26A29B43-CE60-7C8B-F23B-B391D2414FFE}"/>
                      </a:ext>
                    </a:extLst>
                  </p:cNvPr>
                  <p:cNvSpPr/>
                  <p:nvPr/>
                </p:nvSpPr>
                <p:spPr>
                  <a:xfrm>
                    <a:off x="2415618" y="4562372"/>
                    <a:ext cx="43243" cy="15068"/>
                  </a:xfrm>
                  <a:custGeom>
                    <a:avLst/>
                    <a:gdLst>
                      <a:gd name="connsiteX0" fmla="*/ 41789 w 43243"/>
                      <a:gd name="connsiteY0" fmla="*/ 3730 h 15068"/>
                      <a:gd name="connsiteX1" fmla="*/ 36370 w 43243"/>
                      <a:gd name="connsiteY1" fmla="*/ 1056 h 15068"/>
                      <a:gd name="connsiteX2" fmla="*/ 30385 w 43243"/>
                      <a:gd name="connsiteY2" fmla="*/ 20 h 15068"/>
                      <a:gd name="connsiteX3" fmla="*/ 20277 w 43243"/>
                      <a:gd name="connsiteY3" fmla="*/ 1202 h 15068"/>
                      <a:gd name="connsiteX4" fmla="*/ 1046 w 43243"/>
                      <a:gd name="connsiteY4" fmla="*/ 10568 h 15068"/>
                      <a:gd name="connsiteX5" fmla="*/ 3545 w 43243"/>
                      <a:gd name="connsiteY5" fmla="*/ 14951 h 15068"/>
                      <a:gd name="connsiteX6" fmla="*/ 13860 w 43243"/>
                      <a:gd name="connsiteY6" fmla="*/ 11527 h 15068"/>
                      <a:gd name="connsiteX7" fmla="*/ 23498 w 43243"/>
                      <a:gd name="connsiteY7" fmla="*/ 8979 h 15068"/>
                      <a:gd name="connsiteX8" fmla="*/ 31648 w 43243"/>
                      <a:gd name="connsiteY8" fmla="*/ 8485 h 15068"/>
                      <a:gd name="connsiteX9" fmla="*/ 39538 w 43243"/>
                      <a:gd name="connsiteY9" fmla="*/ 9260 h 15068"/>
                      <a:gd name="connsiteX10" fmla="*/ 41789 w 43243"/>
                      <a:gd name="connsiteY10" fmla="*/ 3730 h 15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243" h="15068">
                        <a:moveTo>
                          <a:pt x="41789" y="3730"/>
                        </a:moveTo>
                        <a:cubicBezTo>
                          <a:pt x="40065" y="2684"/>
                          <a:pt x="38254" y="1778"/>
                          <a:pt x="36370" y="1056"/>
                        </a:cubicBezTo>
                        <a:cubicBezTo>
                          <a:pt x="34380" y="296"/>
                          <a:pt x="32501" y="93"/>
                          <a:pt x="30385" y="20"/>
                        </a:cubicBezTo>
                        <a:cubicBezTo>
                          <a:pt x="26922" y="-101"/>
                          <a:pt x="23629" y="330"/>
                          <a:pt x="20277" y="1202"/>
                        </a:cubicBezTo>
                        <a:cubicBezTo>
                          <a:pt x="13255" y="3028"/>
                          <a:pt x="6930" y="6413"/>
                          <a:pt x="1046" y="10568"/>
                        </a:cubicBezTo>
                        <a:cubicBezTo>
                          <a:pt x="-1433" y="12316"/>
                          <a:pt x="940" y="15745"/>
                          <a:pt x="3545" y="14951"/>
                        </a:cubicBezTo>
                        <a:cubicBezTo>
                          <a:pt x="7018" y="13890"/>
                          <a:pt x="10446" y="12767"/>
                          <a:pt x="13860" y="11527"/>
                        </a:cubicBezTo>
                        <a:cubicBezTo>
                          <a:pt x="16960" y="10403"/>
                          <a:pt x="20229" y="9430"/>
                          <a:pt x="23498" y="8979"/>
                        </a:cubicBezTo>
                        <a:cubicBezTo>
                          <a:pt x="26171" y="8611"/>
                          <a:pt x="28951" y="8287"/>
                          <a:pt x="31648" y="8485"/>
                        </a:cubicBezTo>
                        <a:cubicBezTo>
                          <a:pt x="34327" y="8684"/>
                          <a:pt x="36913" y="8568"/>
                          <a:pt x="39538" y="9260"/>
                        </a:cubicBezTo>
                        <a:cubicBezTo>
                          <a:pt x="42874" y="10137"/>
                          <a:pt x="44700" y="5497"/>
                          <a:pt x="41789" y="3730"/>
                        </a:cubicBezTo>
                        <a:close/>
                      </a:path>
                    </a:pathLst>
                  </a:custGeom>
                  <a:solidFill>
                    <a:srgbClr val="17202F"/>
                  </a:solidFill>
                  <a:ln w="4839" cap="flat">
                    <a:noFill/>
                    <a:prstDash val="solid"/>
                    <a:miter/>
                  </a:ln>
                </p:spPr>
                <p:txBody>
                  <a:bodyPr rtlCol="0" anchor="ctr"/>
                  <a:lstStyle/>
                  <a:p>
                    <a:endParaRPr lang="vi-VN"/>
                  </a:p>
                </p:txBody>
              </p:sp>
              <p:sp>
                <p:nvSpPr>
                  <p:cNvPr id="1098" name="Freeform: Shape 1097">
                    <a:extLst>
                      <a:ext uri="{FF2B5EF4-FFF2-40B4-BE49-F238E27FC236}">
                        <a16:creationId xmlns:a16="http://schemas.microsoft.com/office/drawing/2014/main" id="{151751EA-29FA-5E2D-7F09-0DD5558CB715}"/>
                      </a:ext>
                    </a:extLst>
                  </p:cNvPr>
                  <p:cNvSpPr/>
                  <p:nvPr/>
                </p:nvSpPr>
                <p:spPr>
                  <a:xfrm>
                    <a:off x="2324814" y="4614408"/>
                    <a:ext cx="29967" cy="21915"/>
                  </a:xfrm>
                  <a:custGeom>
                    <a:avLst/>
                    <a:gdLst>
                      <a:gd name="connsiteX0" fmla="*/ 29889 w 29967"/>
                      <a:gd name="connsiteY0" fmla="*/ 1920 h 21915"/>
                      <a:gd name="connsiteX1" fmla="*/ 27202 w 29967"/>
                      <a:gd name="connsiteY1" fmla="*/ 26 h 21915"/>
                      <a:gd name="connsiteX2" fmla="*/ 21569 w 29967"/>
                      <a:gd name="connsiteY2" fmla="*/ 321 h 21915"/>
                      <a:gd name="connsiteX3" fmla="*/ 17148 w 29967"/>
                      <a:gd name="connsiteY3" fmla="*/ 1726 h 21915"/>
                      <a:gd name="connsiteX4" fmla="*/ 9893 w 29967"/>
                      <a:gd name="connsiteY4" fmla="*/ 5092 h 21915"/>
                      <a:gd name="connsiteX5" fmla="*/ 3161 w 29967"/>
                      <a:gd name="connsiteY5" fmla="*/ 10230 h 21915"/>
                      <a:gd name="connsiteX6" fmla="*/ 425 w 29967"/>
                      <a:gd name="connsiteY6" fmla="*/ 14492 h 21915"/>
                      <a:gd name="connsiteX7" fmla="*/ 449 w 29967"/>
                      <a:gd name="connsiteY7" fmla="*/ 19732 h 21915"/>
                      <a:gd name="connsiteX8" fmla="*/ 6358 w 29967"/>
                      <a:gd name="connsiteY8" fmla="*/ 19664 h 21915"/>
                      <a:gd name="connsiteX9" fmla="*/ 7433 w 29967"/>
                      <a:gd name="connsiteY9" fmla="*/ 17083 h 21915"/>
                      <a:gd name="connsiteX10" fmla="*/ 7467 w 29967"/>
                      <a:gd name="connsiteY10" fmla="*/ 17063 h 21915"/>
                      <a:gd name="connsiteX11" fmla="*/ 7946 w 29967"/>
                      <a:gd name="connsiteY11" fmla="*/ 16322 h 21915"/>
                      <a:gd name="connsiteX12" fmla="*/ 8208 w 29967"/>
                      <a:gd name="connsiteY12" fmla="*/ 15974 h 21915"/>
                      <a:gd name="connsiteX13" fmla="*/ 8697 w 29967"/>
                      <a:gd name="connsiteY13" fmla="*/ 15455 h 21915"/>
                      <a:gd name="connsiteX14" fmla="*/ 9927 w 29967"/>
                      <a:gd name="connsiteY14" fmla="*/ 14342 h 21915"/>
                      <a:gd name="connsiteX15" fmla="*/ 15738 w 29967"/>
                      <a:gd name="connsiteY15" fmla="*/ 10540 h 21915"/>
                      <a:gd name="connsiteX16" fmla="*/ 22155 w 29967"/>
                      <a:gd name="connsiteY16" fmla="*/ 7605 h 21915"/>
                      <a:gd name="connsiteX17" fmla="*/ 25700 w 29967"/>
                      <a:gd name="connsiteY17" fmla="*/ 6113 h 21915"/>
                      <a:gd name="connsiteX18" fmla="*/ 28383 w 29967"/>
                      <a:gd name="connsiteY18" fmla="*/ 4854 h 21915"/>
                      <a:gd name="connsiteX19" fmla="*/ 29889 w 29967"/>
                      <a:gd name="connsiteY19" fmla="*/ 1920 h 21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9967" h="21915">
                        <a:moveTo>
                          <a:pt x="29889" y="1920"/>
                        </a:moveTo>
                        <a:cubicBezTo>
                          <a:pt x="29550" y="641"/>
                          <a:pt x="28485" y="7"/>
                          <a:pt x="27202" y="26"/>
                        </a:cubicBezTo>
                        <a:cubicBezTo>
                          <a:pt x="25327" y="55"/>
                          <a:pt x="23390" y="-168"/>
                          <a:pt x="21569" y="321"/>
                        </a:cubicBezTo>
                        <a:cubicBezTo>
                          <a:pt x="20078" y="723"/>
                          <a:pt x="18601" y="1188"/>
                          <a:pt x="17148" y="1726"/>
                        </a:cubicBezTo>
                        <a:cubicBezTo>
                          <a:pt x="14644" y="2651"/>
                          <a:pt x="12218" y="3779"/>
                          <a:pt x="9893" y="5092"/>
                        </a:cubicBezTo>
                        <a:cubicBezTo>
                          <a:pt x="7438" y="6482"/>
                          <a:pt x="5026" y="8085"/>
                          <a:pt x="3161" y="10230"/>
                        </a:cubicBezTo>
                        <a:cubicBezTo>
                          <a:pt x="2014" y="11557"/>
                          <a:pt x="1098" y="12869"/>
                          <a:pt x="425" y="14492"/>
                        </a:cubicBezTo>
                        <a:cubicBezTo>
                          <a:pt x="-253" y="16124"/>
                          <a:pt x="-25" y="18061"/>
                          <a:pt x="449" y="19732"/>
                        </a:cubicBezTo>
                        <a:cubicBezTo>
                          <a:pt x="1244" y="22526"/>
                          <a:pt x="5806" y="22783"/>
                          <a:pt x="6358" y="19664"/>
                        </a:cubicBezTo>
                        <a:cubicBezTo>
                          <a:pt x="6518" y="18758"/>
                          <a:pt x="7065" y="17925"/>
                          <a:pt x="7433" y="17083"/>
                        </a:cubicBezTo>
                        <a:cubicBezTo>
                          <a:pt x="7278" y="17441"/>
                          <a:pt x="7288" y="17349"/>
                          <a:pt x="7467" y="17063"/>
                        </a:cubicBezTo>
                        <a:cubicBezTo>
                          <a:pt x="7622" y="16811"/>
                          <a:pt x="7777" y="16564"/>
                          <a:pt x="7946" y="16322"/>
                        </a:cubicBezTo>
                        <a:cubicBezTo>
                          <a:pt x="8029" y="16206"/>
                          <a:pt x="8155" y="16041"/>
                          <a:pt x="8208" y="15974"/>
                        </a:cubicBezTo>
                        <a:cubicBezTo>
                          <a:pt x="8368" y="15799"/>
                          <a:pt x="8527" y="15625"/>
                          <a:pt x="8697" y="15455"/>
                        </a:cubicBezTo>
                        <a:cubicBezTo>
                          <a:pt x="9089" y="15063"/>
                          <a:pt x="9501" y="14695"/>
                          <a:pt x="9927" y="14342"/>
                        </a:cubicBezTo>
                        <a:cubicBezTo>
                          <a:pt x="11695" y="12879"/>
                          <a:pt x="13733" y="11649"/>
                          <a:pt x="15738" y="10540"/>
                        </a:cubicBezTo>
                        <a:cubicBezTo>
                          <a:pt x="17801" y="9397"/>
                          <a:pt x="19947" y="8424"/>
                          <a:pt x="22155" y="7605"/>
                        </a:cubicBezTo>
                        <a:cubicBezTo>
                          <a:pt x="23385" y="7150"/>
                          <a:pt x="24567" y="6791"/>
                          <a:pt x="25700" y="6113"/>
                        </a:cubicBezTo>
                        <a:cubicBezTo>
                          <a:pt x="26562" y="5600"/>
                          <a:pt x="27449" y="5222"/>
                          <a:pt x="28383" y="4854"/>
                        </a:cubicBezTo>
                        <a:cubicBezTo>
                          <a:pt x="29541" y="4389"/>
                          <a:pt x="30204" y="3111"/>
                          <a:pt x="29889" y="1920"/>
                        </a:cubicBezTo>
                        <a:close/>
                      </a:path>
                    </a:pathLst>
                  </a:custGeom>
                  <a:solidFill>
                    <a:srgbClr val="17202F"/>
                  </a:solidFill>
                  <a:ln w="4839" cap="flat">
                    <a:noFill/>
                    <a:prstDash val="solid"/>
                    <a:miter/>
                  </a:ln>
                </p:spPr>
                <p:txBody>
                  <a:bodyPr rtlCol="0" anchor="ctr"/>
                  <a:lstStyle/>
                  <a:p>
                    <a:endParaRPr lang="vi-VN"/>
                  </a:p>
                </p:txBody>
              </p:sp>
              <p:sp>
                <p:nvSpPr>
                  <p:cNvPr id="1099" name="Freeform: Shape 1098">
                    <a:extLst>
                      <a:ext uri="{FF2B5EF4-FFF2-40B4-BE49-F238E27FC236}">
                        <a16:creationId xmlns:a16="http://schemas.microsoft.com/office/drawing/2014/main" id="{4F9C7935-16EE-49B6-6B18-7338C04BDD00}"/>
                      </a:ext>
                    </a:extLst>
                  </p:cNvPr>
                  <p:cNvSpPr/>
                  <p:nvPr/>
                </p:nvSpPr>
                <p:spPr>
                  <a:xfrm>
                    <a:off x="2440159" y="4597455"/>
                    <a:ext cx="14941" cy="26852"/>
                  </a:xfrm>
                  <a:custGeom>
                    <a:avLst/>
                    <a:gdLst>
                      <a:gd name="connsiteX0" fmla="*/ 12807 w 14941"/>
                      <a:gd name="connsiteY0" fmla="*/ 11322 h 26852"/>
                      <a:gd name="connsiteX1" fmla="*/ 12701 w 14941"/>
                      <a:gd name="connsiteY1" fmla="*/ 26684 h 26852"/>
                      <a:gd name="connsiteX2" fmla="*/ 2134 w 14941"/>
                      <a:gd name="connsiteY2" fmla="*/ 15531 h 26852"/>
                      <a:gd name="connsiteX3" fmla="*/ 2240 w 14941"/>
                      <a:gd name="connsiteY3" fmla="*/ 169 h 26852"/>
                      <a:gd name="connsiteX4" fmla="*/ 12807 w 14941"/>
                      <a:gd name="connsiteY4" fmla="*/ 11322 h 26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41" h="26852">
                        <a:moveTo>
                          <a:pt x="12807" y="11322"/>
                        </a:moveTo>
                        <a:cubicBezTo>
                          <a:pt x="15694" y="18645"/>
                          <a:pt x="15645" y="25522"/>
                          <a:pt x="12701" y="26684"/>
                        </a:cubicBezTo>
                        <a:cubicBezTo>
                          <a:pt x="9752" y="27846"/>
                          <a:pt x="5025" y="22853"/>
                          <a:pt x="2134" y="15531"/>
                        </a:cubicBezTo>
                        <a:cubicBezTo>
                          <a:pt x="-753" y="8208"/>
                          <a:pt x="-704" y="1332"/>
                          <a:pt x="2240" y="169"/>
                        </a:cubicBezTo>
                        <a:cubicBezTo>
                          <a:pt x="5190" y="-998"/>
                          <a:pt x="9921" y="3995"/>
                          <a:pt x="12807" y="11322"/>
                        </a:cubicBezTo>
                        <a:close/>
                      </a:path>
                    </a:pathLst>
                  </a:custGeom>
                  <a:solidFill>
                    <a:srgbClr val="17202F"/>
                  </a:solidFill>
                  <a:ln w="4839" cap="flat">
                    <a:noFill/>
                    <a:prstDash val="solid"/>
                    <a:miter/>
                  </a:ln>
                </p:spPr>
                <p:txBody>
                  <a:bodyPr rtlCol="0" anchor="ctr"/>
                  <a:lstStyle/>
                  <a:p>
                    <a:endParaRPr lang="vi-VN"/>
                  </a:p>
                </p:txBody>
              </p:sp>
              <p:sp>
                <p:nvSpPr>
                  <p:cNvPr id="1100" name="Freeform: Shape 1099">
                    <a:extLst>
                      <a:ext uri="{FF2B5EF4-FFF2-40B4-BE49-F238E27FC236}">
                        <a16:creationId xmlns:a16="http://schemas.microsoft.com/office/drawing/2014/main" id="{AC57EB03-516D-2BF9-B744-C88D8765BB82}"/>
                      </a:ext>
                    </a:extLst>
                  </p:cNvPr>
                  <p:cNvSpPr/>
                  <p:nvPr/>
                </p:nvSpPr>
                <p:spPr>
                  <a:xfrm>
                    <a:off x="2349297" y="4643311"/>
                    <a:ext cx="18067" cy="26356"/>
                  </a:xfrm>
                  <a:custGeom>
                    <a:avLst/>
                    <a:gdLst>
                      <a:gd name="connsiteX0" fmla="*/ 14201 w 18067"/>
                      <a:gd name="connsiteY0" fmla="*/ 10195 h 26356"/>
                      <a:gd name="connsiteX1" fmla="*/ 16443 w 18067"/>
                      <a:gd name="connsiteY1" fmla="*/ 26012 h 26356"/>
                      <a:gd name="connsiteX2" fmla="*/ 3866 w 18067"/>
                      <a:gd name="connsiteY2" fmla="*/ 16162 h 26356"/>
                      <a:gd name="connsiteX3" fmla="*/ 1624 w 18067"/>
                      <a:gd name="connsiteY3" fmla="*/ 345 h 26356"/>
                      <a:gd name="connsiteX4" fmla="*/ 14201 w 18067"/>
                      <a:gd name="connsiteY4" fmla="*/ 10195 h 26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67" h="26356">
                        <a:moveTo>
                          <a:pt x="14201" y="10195"/>
                        </a:moveTo>
                        <a:cubicBezTo>
                          <a:pt x="18293" y="17285"/>
                          <a:pt x="19296" y="24366"/>
                          <a:pt x="16443" y="26012"/>
                        </a:cubicBezTo>
                        <a:cubicBezTo>
                          <a:pt x="13591" y="27659"/>
                          <a:pt x="7959" y="23247"/>
                          <a:pt x="3866" y="16162"/>
                        </a:cubicBezTo>
                        <a:cubicBezTo>
                          <a:pt x="-226" y="9072"/>
                          <a:pt x="-1228" y="1991"/>
                          <a:pt x="1624" y="345"/>
                        </a:cubicBezTo>
                        <a:cubicBezTo>
                          <a:pt x="4481" y="-1302"/>
                          <a:pt x="10109" y="3105"/>
                          <a:pt x="14201" y="10195"/>
                        </a:cubicBezTo>
                        <a:close/>
                      </a:path>
                    </a:pathLst>
                  </a:custGeom>
                  <a:solidFill>
                    <a:srgbClr val="17202F"/>
                  </a:solidFill>
                  <a:ln w="4839" cap="flat">
                    <a:noFill/>
                    <a:prstDash val="solid"/>
                    <a:miter/>
                  </a:ln>
                </p:spPr>
                <p:txBody>
                  <a:bodyPr rtlCol="0" anchor="ctr"/>
                  <a:lstStyle/>
                  <a:p>
                    <a:endParaRPr lang="vi-VN"/>
                  </a:p>
                </p:txBody>
              </p:sp>
              <p:sp>
                <p:nvSpPr>
                  <p:cNvPr id="1101" name="Freeform: Shape 1100">
                    <a:extLst>
                      <a:ext uri="{FF2B5EF4-FFF2-40B4-BE49-F238E27FC236}">
                        <a16:creationId xmlns:a16="http://schemas.microsoft.com/office/drawing/2014/main" id="{370894C4-870B-F527-7076-C67C5221B608}"/>
                      </a:ext>
                    </a:extLst>
                  </p:cNvPr>
                  <p:cNvSpPr/>
                  <p:nvPr/>
                </p:nvSpPr>
                <p:spPr>
                  <a:xfrm>
                    <a:off x="2513440" y="4667507"/>
                    <a:ext cx="49085" cy="353597"/>
                  </a:xfrm>
                  <a:custGeom>
                    <a:avLst/>
                    <a:gdLst>
                      <a:gd name="connsiteX0" fmla="*/ 29808 w 49085"/>
                      <a:gd name="connsiteY0" fmla="*/ 392 h 353597"/>
                      <a:gd name="connsiteX1" fmla="*/ 26626 w 49085"/>
                      <a:gd name="connsiteY1" fmla="*/ 4833 h 353597"/>
                      <a:gd name="connsiteX2" fmla="*/ 41392 w 49085"/>
                      <a:gd name="connsiteY2" fmla="*/ 54114 h 353597"/>
                      <a:gd name="connsiteX3" fmla="*/ 34002 w 49085"/>
                      <a:gd name="connsiteY3" fmla="*/ 124966 h 353597"/>
                      <a:gd name="connsiteX4" fmla="*/ 12238 w 49085"/>
                      <a:gd name="connsiteY4" fmla="*/ 267444 h 353597"/>
                      <a:gd name="connsiteX5" fmla="*/ 63 w 49085"/>
                      <a:gd name="connsiteY5" fmla="*/ 348093 h 353597"/>
                      <a:gd name="connsiteX6" fmla="*/ 9594 w 49085"/>
                      <a:gd name="connsiteY6" fmla="*/ 349710 h 353597"/>
                      <a:gd name="connsiteX7" fmla="*/ 31009 w 49085"/>
                      <a:gd name="connsiteY7" fmla="*/ 199963 h 353597"/>
                      <a:gd name="connsiteX8" fmla="*/ 48986 w 49085"/>
                      <a:gd name="connsiteY8" fmla="*/ 53591 h 353597"/>
                      <a:gd name="connsiteX9" fmla="*/ 29808 w 49085"/>
                      <a:gd name="connsiteY9" fmla="*/ 392 h 353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085" h="353597">
                        <a:moveTo>
                          <a:pt x="29808" y="392"/>
                        </a:moveTo>
                        <a:cubicBezTo>
                          <a:pt x="27149" y="-1269"/>
                          <a:pt x="24370" y="2760"/>
                          <a:pt x="26626" y="4833"/>
                        </a:cubicBezTo>
                        <a:cubicBezTo>
                          <a:pt x="40380" y="17463"/>
                          <a:pt x="42032" y="36496"/>
                          <a:pt x="41392" y="54114"/>
                        </a:cubicBezTo>
                        <a:cubicBezTo>
                          <a:pt x="40540" y="77830"/>
                          <a:pt x="37358" y="101497"/>
                          <a:pt x="34002" y="124966"/>
                        </a:cubicBezTo>
                        <a:cubicBezTo>
                          <a:pt x="27193" y="172528"/>
                          <a:pt x="19541" y="219959"/>
                          <a:pt x="12238" y="267444"/>
                        </a:cubicBezTo>
                        <a:cubicBezTo>
                          <a:pt x="8102" y="294317"/>
                          <a:pt x="4121" y="321210"/>
                          <a:pt x="63" y="348093"/>
                        </a:cubicBezTo>
                        <a:cubicBezTo>
                          <a:pt x="-862" y="354238"/>
                          <a:pt x="8698" y="355875"/>
                          <a:pt x="9594" y="349710"/>
                        </a:cubicBezTo>
                        <a:cubicBezTo>
                          <a:pt x="16848" y="299809"/>
                          <a:pt x="23997" y="249898"/>
                          <a:pt x="31009" y="199963"/>
                        </a:cubicBezTo>
                        <a:cubicBezTo>
                          <a:pt x="37823" y="151413"/>
                          <a:pt x="47301" y="102684"/>
                          <a:pt x="48986" y="53591"/>
                        </a:cubicBezTo>
                        <a:cubicBezTo>
                          <a:pt x="49645" y="34626"/>
                          <a:pt x="47456" y="11414"/>
                          <a:pt x="29808" y="392"/>
                        </a:cubicBezTo>
                        <a:close/>
                      </a:path>
                    </a:pathLst>
                  </a:custGeom>
                  <a:solidFill>
                    <a:srgbClr val="17202F"/>
                  </a:solidFill>
                  <a:ln w="4839" cap="flat">
                    <a:noFill/>
                    <a:prstDash val="solid"/>
                    <a:miter/>
                  </a:ln>
                </p:spPr>
                <p:txBody>
                  <a:bodyPr rtlCol="0" anchor="ctr"/>
                  <a:lstStyle/>
                  <a:p>
                    <a:endParaRPr lang="vi-VN"/>
                  </a:p>
                </p:txBody>
              </p:sp>
              <p:grpSp>
                <p:nvGrpSpPr>
                  <p:cNvPr id="1102" name="Graphic 1991">
                    <a:extLst>
                      <a:ext uri="{FF2B5EF4-FFF2-40B4-BE49-F238E27FC236}">
                        <a16:creationId xmlns:a16="http://schemas.microsoft.com/office/drawing/2014/main" id="{CF5C74FA-BF9E-5325-D424-8BE3056CD515}"/>
                      </a:ext>
                    </a:extLst>
                  </p:cNvPr>
                  <p:cNvGrpSpPr/>
                  <p:nvPr/>
                </p:nvGrpSpPr>
                <p:grpSpPr>
                  <a:xfrm>
                    <a:off x="2455131" y="5017213"/>
                    <a:ext cx="82435" cy="112147"/>
                    <a:chOff x="2455131" y="5017213"/>
                    <a:chExt cx="82435" cy="112147"/>
                  </a:xfrm>
                </p:grpSpPr>
                <p:grpSp>
                  <p:nvGrpSpPr>
                    <p:cNvPr id="1108" name="Graphic 1991">
                      <a:extLst>
                        <a:ext uri="{FF2B5EF4-FFF2-40B4-BE49-F238E27FC236}">
                          <a16:creationId xmlns:a16="http://schemas.microsoft.com/office/drawing/2014/main" id="{1E2B9DBE-1559-0F02-6C71-BC21AB6A42C1}"/>
                        </a:ext>
                      </a:extLst>
                    </p:cNvPr>
                    <p:cNvGrpSpPr/>
                    <p:nvPr/>
                  </p:nvGrpSpPr>
                  <p:grpSpPr>
                    <a:xfrm>
                      <a:off x="2455131" y="5017213"/>
                      <a:ext cx="82435" cy="112147"/>
                      <a:chOff x="2455131" y="5017213"/>
                      <a:chExt cx="82435" cy="112147"/>
                    </a:xfrm>
                  </p:grpSpPr>
                  <p:sp>
                    <p:nvSpPr>
                      <p:cNvPr id="1112" name="Freeform: Shape 1111">
                        <a:extLst>
                          <a:ext uri="{FF2B5EF4-FFF2-40B4-BE49-F238E27FC236}">
                            <a16:creationId xmlns:a16="http://schemas.microsoft.com/office/drawing/2014/main" id="{1728C857-2E02-76D4-1A0A-42D066491289}"/>
                          </a:ext>
                        </a:extLst>
                      </p:cNvPr>
                      <p:cNvSpPr/>
                      <p:nvPr/>
                    </p:nvSpPr>
                    <p:spPr>
                      <a:xfrm>
                        <a:off x="2455131" y="5017213"/>
                        <a:ext cx="79495" cy="112147"/>
                      </a:xfrm>
                      <a:custGeom>
                        <a:avLst/>
                        <a:gdLst>
                          <a:gd name="connsiteX0" fmla="*/ 0 w 79495"/>
                          <a:gd name="connsiteY0" fmla="*/ 7870 h 112147"/>
                          <a:gd name="connsiteX1" fmla="*/ 67907 w 79495"/>
                          <a:gd name="connsiteY1" fmla="*/ 0 h 112147"/>
                          <a:gd name="connsiteX2" fmla="*/ 78581 w 79495"/>
                          <a:gd name="connsiteY2" fmla="*/ 112147 h 112147"/>
                          <a:gd name="connsiteX3" fmla="*/ 0 w 79495"/>
                          <a:gd name="connsiteY3" fmla="*/ 112147 h 112147"/>
                          <a:gd name="connsiteX4" fmla="*/ 0 w 79495"/>
                          <a:gd name="connsiteY4" fmla="*/ 7870 h 112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95" h="112147">
                            <a:moveTo>
                              <a:pt x="0" y="7870"/>
                            </a:moveTo>
                            <a:cubicBezTo>
                              <a:pt x="9439" y="5410"/>
                              <a:pt x="67907" y="0"/>
                              <a:pt x="67907" y="0"/>
                            </a:cubicBezTo>
                            <a:cubicBezTo>
                              <a:pt x="67907" y="0"/>
                              <a:pt x="83351" y="112147"/>
                              <a:pt x="78581" y="112147"/>
                            </a:cubicBezTo>
                            <a:cubicBezTo>
                              <a:pt x="73811" y="112147"/>
                              <a:pt x="0" y="112147"/>
                              <a:pt x="0" y="112147"/>
                            </a:cubicBezTo>
                            <a:lnTo>
                              <a:pt x="0" y="7870"/>
                            </a:lnTo>
                            <a:close/>
                          </a:path>
                        </a:pathLst>
                      </a:custGeom>
                      <a:solidFill>
                        <a:srgbClr val="FFD255"/>
                      </a:solidFill>
                      <a:ln w="4839" cap="flat">
                        <a:noFill/>
                        <a:prstDash val="solid"/>
                        <a:miter/>
                      </a:ln>
                    </p:spPr>
                    <p:txBody>
                      <a:bodyPr rtlCol="0" anchor="ctr"/>
                      <a:lstStyle/>
                      <a:p>
                        <a:endParaRPr lang="vi-VN"/>
                      </a:p>
                    </p:txBody>
                  </p:sp>
                  <p:sp>
                    <p:nvSpPr>
                      <p:cNvPr id="1113" name="Freeform: Shape 1112">
                        <a:extLst>
                          <a:ext uri="{FF2B5EF4-FFF2-40B4-BE49-F238E27FC236}">
                            <a16:creationId xmlns:a16="http://schemas.microsoft.com/office/drawing/2014/main" id="{B6FE7E8B-3013-9809-6DE5-7F2C47E10481}"/>
                          </a:ext>
                        </a:extLst>
                      </p:cNvPr>
                      <p:cNvSpPr/>
                      <p:nvPr/>
                    </p:nvSpPr>
                    <p:spPr>
                      <a:xfrm>
                        <a:off x="2455131" y="5025082"/>
                        <a:ext cx="82435" cy="104277"/>
                      </a:xfrm>
                      <a:custGeom>
                        <a:avLst/>
                        <a:gdLst>
                          <a:gd name="connsiteX0" fmla="*/ 0 w 82435"/>
                          <a:gd name="connsiteY0" fmla="*/ 0 h 104277"/>
                          <a:gd name="connsiteX1" fmla="*/ 82436 w 82435"/>
                          <a:gd name="connsiteY1" fmla="*/ 104277 h 104277"/>
                          <a:gd name="connsiteX2" fmla="*/ 0 w 82435"/>
                          <a:gd name="connsiteY2" fmla="*/ 104277 h 104277"/>
                        </a:gdLst>
                        <a:ahLst/>
                        <a:cxnLst>
                          <a:cxn ang="0">
                            <a:pos x="connsiteX0" y="connsiteY0"/>
                          </a:cxn>
                          <a:cxn ang="0">
                            <a:pos x="connsiteX1" y="connsiteY1"/>
                          </a:cxn>
                          <a:cxn ang="0">
                            <a:pos x="connsiteX2" y="connsiteY2"/>
                          </a:cxn>
                        </a:cxnLst>
                        <a:rect l="l" t="t" r="r" b="b"/>
                        <a:pathLst>
                          <a:path w="82435" h="104277">
                            <a:moveTo>
                              <a:pt x="0" y="0"/>
                            </a:moveTo>
                            <a:lnTo>
                              <a:pt x="82436" y="104277"/>
                            </a:lnTo>
                            <a:lnTo>
                              <a:pt x="0" y="104277"/>
                            </a:lnTo>
                            <a:close/>
                          </a:path>
                        </a:pathLst>
                      </a:custGeom>
                      <a:solidFill>
                        <a:srgbClr val="FFD255">
                          <a:alpha val="39000"/>
                        </a:srgbClr>
                      </a:solidFill>
                      <a:ln w="4839" cap="flat">
                        <a:noFill/>
                        <a:prstDash val="solid"/>
                        <a:miter/>
                      </a:ln>
                    </p:spPr>
                    <p:txBody>
                      <a:bodyPr rtlCol="0" anchor="ctr"/>
                      <a:lstStyle/>
                      <a:p>
                        <a:endParaRPr lang="vi-VN"/>
                      </a:p>
                    </p:txBody>
                  </p:sp>
                </p:grpSp>
                <p:sp>
                  <p:nvSpPr>
                    <p:cNvPr id="1109" name="Freeform: Shape 1108">
                      <a:extLst>
                        <a:ext uri="{FF2B5EF4-FFF2-40B4-BE49-F238E27FC236}">
                          <a16:creationId xmlns:a16="http://schemas.microsoft.com/office/drawing/2014/main" id="{4A06449B-404C-78EE-C1DE-111041A553F3}"/>
                        </a:ext>
                      </a:extLst>
                    </p:cNvPr>
                    <p:cNvSpPr/>
                    <p:nvPr/>
                  </p:nvSpPr>
                  <p:spPr>
                    <a:xfrm>
                      <a:off x="2468895" y="5037901"/>
                      <a:ext cx="44549" cy="39726"/>
                    </a:xfrm>
                    <a:custGeom>
                      <a:avLst/>
                      <a:gdLst>
                        <a:gd name="connsiteX0" fmla="*/ 37876 w 44549"/>
                        <a:gd name="connsiteY0" fmla="*/ 0 h 39726"/>
                        <a:gd name="connsiteX1" fmla="*/ 44550 w 44549"/>
                        <a:gd name="connsiteY1" fmla="*/ 35387 h 39726"/>
                        <a:gd name="connsiteX2" fmla="*/ 0 w 44549"/>
                        <a:gd name="connsiteY2" fmla="*/ 39726 h 39726"/>
                        <a:gd name="connsiteX3" fmla="*/ 0 w 44549"/>
                        <a:gd name="connsiteY3" fmla="*/ 0 h 39726"/>
                      </a:gdLst>
                      <a:ahLst/>
                      <a:cxnLst>
                        <a:cxn ang="0">
                          <a:pos x="connsiteX0" y="connsiteY0"/>
                        </a:cxn>
                        <a:cxn ang="0">
                          <a:pos x="connsiteX1" y="connsiteY1"/>
                        </a:cxn>
                        <a:cxn ang="0">
                          <a:pos x="connsiteX2" y="connsiteY2"/>
                        </a:cxn>
                        <a:cxn ang="0">
                          <a:pos x="connsiteX3" y="connsiteY3"/>
                        </a:cxn>
                      </a:cxnLst>
                      <a:rect l="l" t="t" r="r" b="b"/>
                      <a:pathLst>
                        <a:path w="44549" h="39726">
                          <a:moveTo>
                            <a:pt x="37876" y="0"/>
                          </a:moveTo>
                          <a:lnTo>
                            <a:pt x="44550" y="35387"/>
                          </a:lnTo>
                          <a:lnTo>
                            <a:pt x="0" y="39726"/>
                          </a:lnTo>
                          <a:lnTo>
                            <a:pt x="0" y="0"/>
                          </a:lnTo>
                          <a:close/>
                        </a:path>
                      </a:pathLst>
                    </a:custGeom>
                    <a:solidFill>
                      <a:srgbClr val="97A43B"/>
                    </a:solidFill>
                    <a:ln w="4839" cap="flat">
                      <a:noFill/>
                      <a:prstDash val="solid"/>
                      <a:miter/>
                    </a:ln>
                  </p:spPr>
                  <p:txBody>
                    <a:bodyPr rtlCol="0" anchor="ctr"/>
                    <a:lstStyle/>
                    <a:p>
                      <a:endParaRPr lang="vi-VN"/>
                    </a:p>
                  </p:txBody>
                </p:sp>
                <p:sp>
                  <p:nvSpPr>
                    <p:cNvPr id="1110" name="Freeform: Shape 1109">
                      <a:extLst>
                        <a:ext uri="{FF2B5EF4-FFF2-40B4-BE49-F238E27FC236}">
                          <a16:creationId xmlns:a16="http://schemas.microsoft.com/office/drawing/2014/main" id="{3927F868-BA7C-58DE-B1B0-6102ED337789}"/>
                        </a:ext>
                      </a:extLst>
                    </p:cNvPr>
                    <p:cNvSpPr/>
                    <p:nvPr/>
                  </p:nvSpPr>
                  <p:spPr>
                    <a:xfrm>
                      <a:off x="2471275" y="5092990"/>
                      <a:ext cx="46291" cy="8661"/>
                    </a:xfrm>
                    <a:custGeom>
                      <a:avLst/>
                      <a:gdLst>
                        <a:gd name="connsiteX0" fmla="*/ 45027 w 46291"/>
                        <a:gd name="connsiteY0" fmla="*/ 552 h 8661"/>
                        <a:gd name="connsiteX1" fmla="*/ 40368 w 46291"/>
                        <a:gd name="connsiteY1" fmla="*/ 208 h 8661"/>
                        <a:gd name="connsiteX2" fmla="*/ 36431 w 46291"/>
                        <a:gd name="connsiteY2" fmla="*/ 295 h 8661"/>
                        <a:gd name="connsiteX3" fmla="*/ 26188 w 46291"/>
                        <a:gd name="connsiteY3" fmla="*/ 3540 h 8661"/>
                        <a:gd name="connsiteX4" fmla="*/ 24057 w 46291"/>
                        <a:gd name="connsiteY4" fmla="*/ 4203 h 8661"/>
                        <a:gd name="connsiteX5" fmla="*/ 21723 w 46291"/>
                        <a:gd name="connsiteY5" fmla="*/ 3264 h 8661"/>
                        <a:gd name="connsiteX6" fmla="*/ 18333 w 46291"/>
                        <a:gd name="connsiteY6" fmla="*/ 2978 h 8661"/>
                        <a:gd name="connsiteX7" fmla="*/ 9853 w 46291"/>
                        <a:gd name="connsiteY7" fmla="*/ 3104 h 8661"/>
                        <a:gd name="connsiteX8" fmla="*/ 7799 w 46291"/>
                        <a:gd name="connsiteY8" fmla="*/ 2426 h 8661"/>
                        <a:gd name="connsiteX9" fmla="*/ 5513 w 46291"/>
                        <a:gd name="connsiteY9" fmla="*/ 5409 h 8661"/>
                        <a:gd name="connsiteX10" fmla="*/ 3475 w 46291"/>
                        <a:gd name="connsiteY10" fmla="*/ 6058 h 8661"/>
                        <a:gd name="connsiteX11" fmla="*/ 2574 w 46291"/>
                        <a:gd name="connsiteY11" fmla="*/ 4329 h 8661"/>
                        <a:gd name="connsiteX12" fmla="*/ 995 w 46291"/>
                        <a:gd name="connsiteY12" fmla="*/ 2634 h 8661"/>
                        <a:gd name="connsiteX13" fmla="*/ 2937 w 46291"/>
                        <a:gd name="connsiteY13" fmla="*/ 8494 h 8661"/>
                        <a:gd name="connsiteX14" fmla="*/ 8676 w 46291"/>
                        <a:gd name="connsiteY14" fmla="*/ 5414 h 8661"/>
                        <a:gd name="connsiteX15" fmla="*/ 13499 w 46291"/>
                        <a:gd name="connsiteY15" fmla="*/ 6751 h 8661"/>
                        <a:gd name="connsiteX16" fmla="*/ 19737 w 46291"/>
                        <a:gd name="connsiteY16" fmla="*/ 5027 h 8661"/>
                        <a:gd name="connsiteX17" fmla="*/ 24730 w 46291"/>
                        <a:gd name="connsiteY17" fmla="*/ 6295 h 8661"/>
                        <a:gd name="connsiteX18" fmla="*/ 31743 w 46291"/>
                        <a:gd name="connsiteY18" fmla="*/ 4092 h 8661"/>
                        <a:gd name="connsiteX19" fmla="*/ 39666 w 46291"/>
                        <a:gd name="connsiteY19" fmla="*/ 2339 h 8661"/>
                        <a:gd name="connsiteX20" fmla="*/ 46257 w 46291"/>
                        <a:gd name="connsiteY20" fmla="*/ 1428 h 8661"/>
                        <a:gd name="connsiteX21" fmla="*/ 45027 w 46291"/>
                        <a:gd name="connsiteY21" fmla="*/ 552 h 8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291" h="8661">
                          <a:moveTo>
                            <a:pt x="45027" y="552"/>
                          </a:moveTo>
                          <a:cubicBezTo>
                            <a:pt x="43719" y="1714"/>
                            <a:pt x="41830" y="542"/>
                            <a:pt x="40368" y="208"/>
                          </a:cubicBezTo>
                          <a:cubicBezTo>
                            <a:pt x="39002" y="-107"/>
                            <a:pt x="37796" y="-53"/>
                            <a:pt x="36431" y="295"/>
                          </a:cubicBezTo>
                          <a:cubicBezTo>
                            <a:pt x="32977" y="1177"/>
                            <a:pt x="29583" y="2460"/>
                            <a:pt x="26188" y="3540"/>
                          </a:cubicBezTo>
                          <a:cubicBezTo>
                            <a:pt x="25592" y="3729"/>
                            <a:pt x="24691" y="4165"/>
                            <a:pt x="24057" y="4203"/>
                          </a:cubicBezTo>
                          <a:cubicBezTo>
                            <a:pt x="23069" y="4262"/>
                            <a:pt x="22522" y="3617"/>
                            <a:pt x="21723" y="3264"/>
                          </a:cubicBezTo>
                          <a:cubicBezTo>
                            <a:pt x="20638" y="2784"/>
                            <a:pt x="19485" y="2765"/>
                            <a:pt x="18333" y="2978"/>
                          </a:cubicBezTo>
                          <a:cubicBezTo>
                            <a:pt x="16923" y="3240"/>
                            <a:pt x="9887" y="6581"/>
                            <a:pt x="9853" y="3104"/>
                          </a:cubicBezTo>
                          <a:cubicBezTo>
                            <a:pt x="9843" y="2048"/>
                            <a:pt x="8419" y="1424"/>
                            <a:pt x="7799" y="2426"/>
                          </a:cubicBezTo>
                          <a:cubicBezTo>
                            <a:pt x="7150" y="3472"/>
                            <a:pt x="6477" y="4615"/>
                            <a:pt x="5513" y="5409"/>
                          </a:cubicBezTo>
                          <a:cubicBezTo>
                            <a:pt x="4952" y="5874"/>
                            <a:pt x="4269" y="6329"/>
                            <a:pt x="3475" y="6058"/>
                          </a:cubicBezTo>
                          <a:cubicBezTo>
                            <a:pt x="2961" y="5884"/>
                            <a:pt x="2017" y="4906"/>
                            <a:pt x="2574" y="4329"/>
                          </a:cubicBezTo>
                          <a:cubicBezTo>
                            <a:pt x="3605" y="3259"/>
                            <a:pt x="2104" y="1622"/>
                            <a:pt x="995" y="2634"/>
                          </a:cubicBezTo>
                          <a:cubicBezTo>
                            <a:pt x="-1141" y="4581"/>
                            <a:pt x="467" y="7763"/>
                            <a:pt x="2937" y="8494"/>
                          </a:cubicBezTo>
                          <a:cubicBezTo>
                            <a:pt x="5421" y="9230"/>
                            <a:pt x="7368" y="7409"/>
                            <a:pt x="8676" y="5414"/>
                          </a:cubicBezTo>
                          <a:cubicBezTo>
                            <a:pt x="9848" y="6576"/>
                            <a:pt x="11795" y="6974"/>
                            <a:pt x="13499" y="6751"/>
                          </a:cubicBezTo>
                          <a:cubicBezTo>
                            <a:pt x="15625" y="6475"/>
                            <a:pt x="17563" y="4949"/>
                            <a:pt x="19737" y="5027"/>
                          </a:cubicBezTo>
                          <a:cubicBezTo>
                            <a:pt x="21761" y="5099"/>
                            <a:pt x="22527" y="6823"/>
                            <a:pt x="24730" y="6295"/>
                          </a:cubicBezTo>
                          <a:cubicBezTo>
                            <a:pt x="27093" y="5729"/>
                            <a:pt x="29423" y="4823"/>
                            <a:pt x="31743" y="4092"/>
                          </a:cubicBezTo>
                          <a:cubicBezTo>
                            <a:pt x="34179" y="3327"/>
                            <a:pt x="37089" y="1864"/>
                            <a:pt x="39666" y="2339"/>
                          </a:cubicBezTo>
                          <a:cubicBezTo>
                            <a:pt x="41700" y="2712"/>
                            <a:pt x="45327" y="4387"/>
                            <a:pt x="46257" y="1428"/>
                          </a:cubicBezTo>
                          <a:cubicBezTo>
                            <a:pt x="46475" y="712"/>
                            <a:pt x="45627" y="14"/>
                            <a:pt x="45027" y="552"/>
                          </a:cubicBezTo>
                          <a:close/>
                        </a:path>
                      </a:pathLst>
                    </a:custGeom>
                    <a:solidFill>
                      <a:srgbClr val="97A43B"/>
                    </a:solidFill>
                    <a:ln w="4839" cap="flat">
                      <a:noFill/>
                      <a:prstDash val="solid"/>
                      <a:miter/>
                    </a:ln>
                  </p:spPr>
                  <p:txBody>
                    <a:bodyPr rtlCol="0" anchor="ctr"/>
                    <a:lstStyle/>
                    <a:p>
                      <a:endParaRPr lang="vi-VN"/>
                    </a:p>
                  </p:txBody>
                </p:sp>
                <p:sp>
                  <p:nvSpPr>
                    <p:cNvPr id="1111" name="Freeform: Shape 1110">
                      <a:extLst>
                        <a:ext uri="{FF2B5EF4-FFF2-40B4-BE49-F238E27FC236}">
                          <a16:creationId xmlns:a16="http://schemas.microsoft.com/office/drawing/2014/main" id="{4FA38023-FA1C-A30B-3A27-531B071F030E}"/>
                        </a:ext>
                      </a:extLst>
                    </p:cNvPr>
                    <p:cNvSpPr/>
                    <p:nvPr/>
                  </p:nvSpPr>
                  <p:spPr>
                    <a:xfrm>
                      <a:off x="2472366" y="5107057"/>
                      <a:ext cx="44716" cy="8773"/>
                    </a:xfrm>
                    <a:custGeom>
                      <a:avLst/>
                      <a:gdLst>
                        <a:gd name="connsiteX0" fmla="*/ 43689 w 44716"/>
                        <a:gd name="connsiteY0" fmla="*/ 2951 h 8773"/>
                        <a:gd name="connsiteX1" fmla="*/ 25688 w 44716"/>
                        <a:gd name="connsiteY1" fmla="*/ 2926 h 8773"/>
                        <a:gd name="connsiteX2" fmla="*/ 16932 w 44716"/>
                        <a:gd name="connsiteY2" fmla="*/ 3081 h 8773"/>
                        <a:gd name="connsiteX3" fmla="*/ 11290 w 44716"/>
                        <a:gd name="connsiteY3" fmla="*/ 544 h 8773"/>
                        <a:gd name="connsiteX4" fmla="*/ 9435 w 44716"/>
                        <a:gd name="connsiteY4" fmla="*/ 258 h 8773"/>
                        <a:gd name="connsiteX5" fmla="*/ 5478 w 44716"/>
                        <a:gd name="connsiteY5" fmla="*/ 3972 h 8773"/>
                        <a:gd name="connsiteX6" fmla="*/ 4243 w 44716"/>
                        <a:gd name="connsiteY6" fmla="*/ 5130 h 8773"/>
                        <a:gd name="connsiteX7" fmla="*/ 2708 w 44716"/>
                        <a:gd name="connsiteY7" fmla="*/ 5299 h 8773"/>
                        <a:gd name="connsiteX8" fmla="*/ 3144 w 44716"/>
                        <a:gd name="connsiteY8" fmla="*/ 3009 h 8773"/>
                        <a:gd name="connsiteX9" fmla="*/ 1662 w 44716"/>
                        <a:gd name="connsiteY9" fmla="*/ 1740 h 8773"/>
                        <a:gd name="connsiteX10" fmla="*/ 2006 w 44716"/>
                        <a:gd name="connsiteY10" fmla="*/ 8636 h 8773"/>
                        <a:gd name="connsiteX11" fmla="*/ 5498 w 44716"/>
                        <a:gd name="connsiteY11" fmla="*/ 7498 h 8773"/>
                        <a:gd name="connsiteX12" fmla="*/ 10055 w 44716"/>
                        <a:gd name="connsiteY12" fmla="*/ 3280 h 8773"/>
                        <a:gd name="connsiteX13" fmla="*/ 22550 w 44716"/>
                        <a:gd name="connsiteY13" fmla="*/ 5764 h 8773"/>
                        <a:gd name="connsiteX14" fmla="*/ 32603 w 44716"/>
                        <a:gd name="connsiteY14" fmla="*/ 5605 h 8773"/>
                        <a:gd name="connsiteX15" fmla="*/ 43849 w 44716"/>
                        <a:gd name="connsiteY15" fmla="*/ 5154 h 8773"/>
                        <a:gd name="connsiteX16" fmla="*/ 43689 w 44716"/>
                        <a:gd name="connsiteY16" fmla="*/ 2951 h 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716" h="8773">
                          <a:moveTo>
                            <a:pt x="43689" y="2951"/>
                          </a:moveTo>
                          <a:cubicBezTo>
                            <a:pt x="37785" y="2335"/>
                            <a:pt x="31625" y="2844"/>
                            <a:pt x="25688" y="2926"/>
                          </a:cubicBezTo>
                          <a:cubicBezTo>
                            <a:pt x="22777" y="2965"/>
                            <a:pt x="19837" y="3202"/>
                            <a:pt x="16932" y="3081"/>
                          </a:cubicBezTo>
                          <a:cubicBezTo>
                            <a:pt x="14728" y="2989"/>
                            <a:pt x="12447" y="2631"/>
                            <a:pt x="11290" y="544"/>
                          </a:cubicBezTo>
                          <a:cubicBezTo>
                            <a:pt x="10970" y="-33"/>
                            <a:pt x="9910" y="-188"/>
                            <a:pt x="9435" y="258"/>
                          </a:cubicBezTo>
                          <a:cubicBezTo>
                            <a:pt x="8118" y="1498"/>
                            <a:pt x="6796" y="2737"/>
                            <a:pt x="5478" y="3972"/>
                          </a:cubicBezTo>
                          <a:cubicBezTo>
                            <a:pt x="5067" y="4360"/>
                            <a:pt x="4660" y="4747"/>
                            <a:pt x="4243" y="5130"/>
                          </a:cubicBezTo>
                          <a:cubicBezTo>
                            <a:pt x="3444" y="6510"/>
                            <a:pt x="2931" y="6563"/>
                            <a:pt x="2708" y="5299"/>
                          </a:cubicBezTo>
                          <a:cubicBezTo>
                            <a:pt x="2084" y="4495"/>
                            <a:pt x="2229" y="3730"/>
                            <a:pt x="3144" y="3009"/>
                          </a:cubicBezTo>
                          <a:cubicBezTo>
                            <a:pt x="3808" y="1992"/>
                            <a:pt x="2447" y="718"/>
                            <a:pt x="1662" y="1740"/>
                          </a:cubicBezTo>
                          <a:cubicBezTo>
                            <a:pt x="175" y="3677"/>
                            <a:pt x="-1331" y="7493"/>
                            <a:pt x="2006" y="8636"/>
                          </a:cubicBezTo>
                          <a:cubicBezTo>
                            <a:pt x="3338" y="9091"/>
                            <a:pt x="4534" y="8336"/>
                            <a:pt x="5498" y="7498"/>
                          </a:cubicBezTo>
                          <a:cubicBezTo>
                            <a:pt x="7057" y="6142"/>
                            <a:pt x="8549" y="4699"/>
                            <a:pt x="10055" y="3280"/>
                          </a:cubicBezTo>
                          <a:cubicBezTo>
                            <a:pt x="12990" y="6452"/>
                            <a:pt x="18656" y="5789"/>
                            <a:pt x="22550" y="5764"/>
                          </a:cubicBezTo>
                          <a:cubicBezTo>
                            <a:pt x="25901" y="5745"/>
                            <a:pt x="29252" y="5667"/>
                            <a:pt x="32603" y="5605"/>
                          </a:cubicBezTo>
                          <a:cubicBezTo>
                            <a:pt x="36342" y="5532"/>
                            <a:pt x="40144" y="5667"/>
                            <a:pt x="43849" y="5154"/>
                          </a:cubicBezTo>
                          <a:cubicBezTo>
                            <a:pt x="45142" y="4980"/>
                            <a:pt x="44909" y="3077"/>
                            <a:pt x="43689" y="2951"/>
                          </a:cubicBezTo>
                          <a:close/>
                        </a:path>
                      </a:pathLst>
                    </a:custGeom>
                    <a:solidFill>
                      <a:srgbClr val="97A43B"/>
                    </a:solidFill>
                    <a:ln w="4839" cap="flat">
                      <a:noFill/>
                      <a:prstDash val="solid"/>
                      <a:miter/>
                    </a:ln>
                  </p:spPr>
                  <p:txBody>
                    <a:bodyPr rtlCol="0" anchor="ctr"/>
                    <a:lstStyle/>
                    <a:p>
                      <a:endParaRPr lang="vi-VN"/>
                    </a:p>
                  </p:txBody>
                </p:sp>
              </p:grpSp>
              <p:grpSp>
                <p:nvGrpSpPr>
                  <p:cNvPr id="1103" name="Graphic 1991">
                    <a:extLst>
                      <a:ext uri="{FF2B5EF4-FFF2-40B4-BE49-F238E27FC236}">
                        <a16:creationId xmlns:a16="http://schemas.microsoft.com/office/drawing/2014/main" id="{12B393F4-BCB4-2A18-CED0-AA6438EB4542}"/>
                      </a:ext>
                    </a:extLst>
                  </p:cNvPr>
                  <p:cNvGrpSpPr/>
                  <p:nvPr/>
                </p:nvGrpSpPr>
                <p:grpSpPr>
                  <a:xfrm>
                    <a:off x="2276208" y="4438636"/>
                    <a:ext cx="170675" cy="250353"/>
                    <a:chOff x="2276208" y="4438636"/>
                    <a:chExt cx="170675" cy="250353"/>
                  </a:xfrm>
                  <a:solidFill>
                    <a:srgbClr val="D87D68"/>
                  </a:solidFill>
                </p:grpSpPr>
                <p:sp>
                  <p:nvSpPr>
                    <p:cNvPr id="1106" name="Freeform: Shape 1105">
                      <a:extLst>
                        <a:ext uri="{FF2B5EF4-FFF2-40B4-BE49-F238E27FC236}">
                          <a16:creationId xmlns:a16="http://schemas.microsoft.com/office/drawing/2014/main" id="{D7634A7E-5C58-409D-29BD-A01D1DA00AC9}"/>
                        </a:ext>
                      </a:extLst>
                    </p:cNvPr>
                    <p:cNvSpPr/>
                    <p:nvPr/>
                  </p:nvSpPr>
                  <p:spPr>
                    <a:xfrm>
                      <a:off x="2276208" y="4438636"/>
                      <a:ext cx="170675" cy="224046"/>
                    </a:xfrm>
                    <a:custGeom>
                      <a:avLst/>
                      <a:gdLst>
                        <a:gd name="connsiteX0" fmla="*/ 158713 w 170675"/>
                        <a:gd name="connsiteY0" fmla="*/ 42182 h 224046"/>
                        <a:gd name="connsiteX1" fmla="*/ 170675 w 170675"/>
                        <a:gd name="connsiteY1" fmla="*/ 14044 h 224046"/>
                        <a:gd name="connsiteX2" fmla="*/ 131104 w 170675"/>
                        <a:gd name="connsiteY2" fmla="*/ 0 h 224046"/>
                        <a:gd name="connsiteX3" fmla="*/ 114987 w 170675"/>
                        <a:gd name="connsiteY3" fmla="*/ 2455 h 224046"/>
                        <a:gd name="connsiteX4" fmla="*/ 22071 w 170675"/>
                        <a:gd name="connsiteY4" fmla="*/ 47959 h 224046"/>
                        <a:gd name="connsiteX5" fmla="*/ 9266 w 170675"/>
                        <a:gd name="connsiteY5" fmla="*/ 167400 h 224046"/>
                        <a:gd name="connsiteX6" fmla="*/ 35185 w 170675"/>
                        <a:gd name="connsiteY6" fmla="*/ 219935 h 224046"/>
                        <a:gd name="connsiteX7" fmla="*/ 40188 w 170675"/>
                        <a:gd name="connsiteY7" fmla="*/ 224047 h 224046"/>
                        <a:gd name="connsiteX8" fmla="*/ 101674 w 170675"/>
                        <a:gd name="connsiteY8" fmla="*/ 115164 h 224046"/>
                        <a:gd name="connsiteX9" fmla="*/ 158713 w 170675"/>
                        <a:gd name="connsiteY9" fmla="*/ 42182 h 224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675" h="224046">
                          <a:moveTo>
                            <a:pt x="158713" y="42182"/>
                          </a:moveTo>
                          <a:lnTo>
                            <a:pt x="170675" y="14044"/>
                          </a:lnTo>
                          <a:cubicBezTo>
                            <a:pt x="158089" y="6698"/>
                            <a:pt x="144751" y="2000"/>
                            <a:pt x="131104" y="0"/>
                          </a:cubicBezTo>
                          <a:cubicBezTo>
                            <a:pt x="123961" y="1148"/>
                            <a:pt x="117626" y="2131"/>
                            <a:pt x="114987" y="2455"/>
                          </a:cubicBezTo>
                          <a:cubicBezTo>
                            <a:pt x="107408" y="3371"/>
                            <a:pt x="23441" y="47242"/>
                            <a:pt x="22071" y="47959"/>
                          </a:cubicBezTo>
                          <a:cubicBezTo>
                            <a:pt x="-18488" y="101948"/>
                            <a:pt x="9266" y="167400"/>
                            <a:pt x="9266" y="167400"/>
                          </a:cubicBezTo>
                          <a:cubicBezTo>
                            <a:pt x="9266" y="167400"/>
                            <a:pt x="26439" y="214671"/>
                            <a:pt x="35185" y="219935"/>
                          </a:cubicBezTo>
                          <a:cubicBezTo>
                            <a:pt x="36881" y="220957"/>
                            <a:pt x="38566" y="222396"/>
                            <a:pt x="40188" y="224047"/>
                          </a:cubicBezTo>
                          <a:cubicBezTo>
                            <a:pt x="10152" y="176499"/>
                            <a:pt x="72210" y="134913"/>
                            <a:pt x="101674" y="115164"/>
                          </a:cubicBezTo>
                          <a:cubicBezTo>
                            <a:pt x="133366" y="93913"/>
                            <a:pt x="159580" y="44952"/>
                            <a:pt x="158713" y="42182"/>
                          </a:cubicBezTo>
                          <a:close/>
                        </a:path>
                      </a:pathLst>
                    </a:custGeom>
                    <a:solidFill>
                      <a:srgbClr val="D87D68"/>
                    </a:solidFill>
                    <a:ln w="4839" cap="flat">
                      <a:noFill/>
                      <a:prstDash val="solid"/>
                      <a:miter/>
                    </a:ln>
                  </p:spPr>
                  <p:txBody>
                    <a:bodyPr rtlCol="0" anchor="ctr"/>
                    <a:lstStyle/>
                    <a:p>
                      <a:endParaRPr lang="vi-VN"/>
                    </a:p>
                  </p:txBody>
                </p:sp>
                <p:sp>
                  <p:nvSpPr>
                    <p:cNvPr id="1107" name="Freeform: Shape 1106">
                      <a:extLst>
                        <a:ext uri="{FF2B5EF4-FFF2-40B4-BE49-F238E27FC236}">
                          <a16:creationId xmlns:a16="http://schemas.microsoft.com/office/drawing/2014/main" id="{0AD8D688-C1E7-2A73-C918-FB0135275450}"/>
                        </a:ext>
                      </a:extLst>
                    </p:cNvPr>
                    <p:cNvSpPr/>
                    <p:nvPr/>
                  </p:nvSpPr>
                  <p:spPr>
                    <a:xfrm>
                      <a:off x="2324818" y="4673604"/>
                      <a:ext cx="7036" cy="15385"/>
                    </a:xfrm>
                    <a:custGeom>
                      <a:avLst/>
                      <a:gdLst>
                        <a:gd name="connsiteX0" fmla="*/ 0 w 7036"/>
                        <a:gd name="connsiteY0" fmla="*/ 0 h 15385"/>
                        <a:gd name="connsiteX1" fmla="*/ 3860 w 7036"/>
                        <a:gd name="connsiteY1" fmla="*/ 6523 h 15385"/>
                        <a:gd name="connsiteX2" fmla="*/ 6615 w 7036"/>
                        <a:gd name="connsiteY2" fmla="*/ 15386 h 15385"/>
                        <a:gd name="connsiteX3" fmla="*/ 0 w 7036"/>
                        <a:gd name="connsiteY3" fmla="*/ 0 h 15385"/>
                        <a:gd name="connsiteX4" fmla="*/ 0 w 7036"/>
                        <a:gd name="connsiteY4" fmla="*/ 0 h 15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6" h="15385">
                          <a:moveTo>
                            <a:pt x="0" y="0"/>
                          </a:moveTo>
                          <a:cubicBezTo>
                            <a:pt x="2363" y="3681"/>
                            <a:pt x="3860" y="6523"/>
                            <a:pt x="3860" y="6523"/>
                          </a:cubicBezTo>
                          <a:cubicBezTo>
                            <a:pt x="4669" y="9492"/>
                            <a:pt x="5598" y="12451"/>
                            <a:pt x="6615" y="15386"/>
                          </a:cubicBezTo>
                          <a:cubicBezTo>
                            <a:pt x="7976" y="11642"/>
                            <a:pt x="6107" y="6596"/>
                            <a:pt x="0" y="0"/>
                          </a:cubicBezTo>
                          <a:lnTo>
                            <a:pt x="0" y="0"/>
                          </a:lnTo>
                          <a:close/>
                        </a:path>
                      </a:pathLst>
                    </a:custGeom>
                    <a:solidFill>
                      <a:srgbClr val="D87D68"/>
                    </a:solidFill>
                    <a:ln w="4839" cap="flat">
                      <a:noFill/>
                      <a:prstDash val="solid"/>
                      <a:miter/>
                    </a:ln>
                  </p:spPr>
                  <p:txBody>
                    <a:bodyPr rtlCol="0" anchor="ctr"/>
                    <a:lstStyle/>
                    <a:p>
                      <a:endParaRPr lang="vi-VN"/>
                    </a:p>
                  </p:txBody>
                </p:sp>
              </p:grpSp>
              <p:sp>
                <p:nvSpPr>
                  <p:cNvPr id="1104" name="Freeform: Shape 1103">
                    <a:extLst>
                      <a:ext uri="{FF2B5EF4-FFF2-40B4-BE49-F238E27FC236}">
                        <a16:creationId xmlns:a16="http://schemas.microsoft.com/office/drawing/2014/main" id="{B99186CD-29C5-C789-4437-FA39FFC75BC4}"/>
                      </a:ext>
                    </a:extLst>
                  </p:cNvPr>
                  <p:cNvSpPr/>
                  <p:nvPr/>
                </p:nvSpPr>
                <p:spPr>
                  <a:xfrm>
                    <a:off x="2220928" y="4395762"/>
                    <a:ext cx="313896" cy="244890"/>
                  </a:xfrm>
                  <a:custGeom>
                    <a:avLst/>
                    <a:gdLst>
                      <a:gd name="connsiteX0" fmla="*/ 220836 w 313896"/>
                      <a:gd name="connsiteY0" fmla="*/ 69370 h 244890"/>
                      <a:gd name="connsiteX1" fmla="*/ 131543 w 313896"/>
                      <a:gd name="connsiteY1" fmla="*/ 152144 h 244890"/>
                      <a:gd name="connsiteX2" fmla="*/ 57940 w 313896"/>
                      <a:gd name="connsiteY2" fmla="*/ 244891 h 244890"/>
                      <a:gd name="connsiteX3" fmla="*/ 19536 w 313896"/>
                      <a:gd name="connsiteY3" fmla="*/ 166654 h 244890"/>
                      <a:gd name="connsiteX4" fmla="*/ 0 w 313896"/>
                      <a:gd name="connsiteY4" fmla="*/ 185081 h 244890"/>
                      <a:gd name="connsiteX5" fmla="*/ 22369 w 313896"/>
                      <a:gd name="connsiteY5" fmla="*/ 102863 h 244890"/>
                      <a:gd name="connsiteX6" fmla="*/ 259676 w 313896"/>
                      <a:gd name="connsiteY6" fmla="*/ 16708 h 244890"/>
                      <a:gd name="connsiteX7" fmla="*/ 268820 w 313896"/>
                      <a:gd name="connsiteY7" fmla="*/ 0 h 244890"/>
                      <a:gd name="connsiteX8" fmla="*/ 266650 w 313896"/>
                      <a:gd name="connsiteY8" fmla="*/ 21139 h 244890"/>
                      <a:gd name="connsiteX9" fmla="*/ 296153 w 313896"/>
                      <a:gd name="connsiteY9" fmla="*/ 23241 h 244890"/>
                      <a:gd name="connsiteX10" fmla="*/ 273600 w 313896"/>
                      <a:gd name="connsiteY10" fmla="*/ 34854 h 244890"/>
                      <a:gd name="connsiteX11" fmla="*/ 313888 w 313896"/>
                      <a:gd name="connsiteY11" fmla="*/ 130933 h 244890"/>
                      <a:gd name="connsiteX12" fmla="*/ 307660 w 313896"/>
                      <a:gd name="connsiteY12" fmla="*/ 191590 h 244890"/>
                      <a:gd name="connsiteX13" fmla="*/ 275425 w 313896"/>
                      <a:gd name="connsiteY13" fmla="*/ 143703 h 244890"/>
                      <a:gd name="connsiteX14" fmla="*/ 238125 w 313896"/>
                      <a:gd name="connsiteY14" fmla="*/ 99938 h 244890"/>
                      <a:gd name="connsiteX15" fmla="*/ 223819 w 313896"/>
                      <a:gd name="connsiteY15" fmla="*/ 121687 h 244890"/>
                      <a:gd name="connsiteX16" fmla="*/ 220836 w 313896"/>
                      <a:gd name="connsiteY16" fmla="*/ 69370 h 24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3896" h="244890">
                        <a:moveTo>
                          <a:pt x="220836" y="69370"/>
                        </a:moveTo>
                        <a:cubicBezTo>
                          <a:pt x="220836" y="69370"/>
                          <a:pt x="182161" y="129480"/>
                          <a:pt x="131543" y="152144"/>
                        </a:cubicBezTo>
                        <a:cubicBezTo>
                          <a:pt x="80925" y="174809"/>
                          <a:pt x="56202" y="207562"/>
                          <a:pt x="57940" y="244891"/>
                        </a:cubicBezTo>
                        <a:cubicBezTo>
                          <a:pt x="57940" y="244891"/>
                          <a:pt x="8480" y="211024"/>
                          <a:pt x="19536" y="166654"/>
                        </a:cubicBezTo>
                        <a:cubicBezTo>
                          <a:pt x="19536" y="166654"/>
                          <a:pt x="4833" y="165143"/>
                          <a:pt x="0" y="185081"/>
                        </a:cubicBezTo>
                        <a:cubicBezTo>
                          <a:pt x="0" y="185081"/>
                          <a:pt x="3564" y="123223"/>
                          <a:pt x="22369" y="102863"/>
                        </a:cubicBezTo>
                        <a:cubicBezTo>
                          <a:pt x="22369" y="102863"/>
                          <a:pt x="70546" y="-40782"/>
                          <a:pt x="259676" y="16708"/>
                        </a:cubicBezTo>
                        <a:lnTo>
                          <a:pt x="268820" y="0"/>
                        </a:lnTo>
                        <a:lnTo>
                          <a:pt x="266650" y="21139"/>
                        </a:lnTo>
                        <a:cubicBezTo>
                          <a:pt x="266650" y="21139"/>
                          <a:pt x="288002" y="12185"/>
                          <a:pt x="296153" y="23241"/>
                        </a:cubicBezTo>
                        <a:cubicBezTo>
                          <a:pt x="296153" y="23241"/>
                          <a:pt x="275178" y="28520"/>
                          <a:pt x="273600" y="34854"/>
                        </a:cubicBezTo>
                        <a:cubicBezTo>
                          <a:pt x="273600" y="34854"/>
                          <a:pt x="314575" y="78997"/>
                          <a:pt x="313888" y="130933"/>
                        </a:cubicBezTo>
                        <a:cubicBezTo>
                          <a:pt x="313200" y="182868"/>
                          <a:pt x="307660" y="191590"/>
                          <a:pt x="307660" y="191590"/>
                        </a:cubicBezTo>
                        <a:cubicBezTo>
                          <a:pt x="307660" y="191590"/>
                          <a:pt x="294066" y="152115"/>
                          <a:pt x="275425" y="143703"/>
                        </a:cubicBezTo>
                        <a:cubicBezTo>
                          <a:pt x="256785" y="135291"/>
                          <a:pt x="238125" y="99938"/>
                          <a:pt x="238125" y="99938"/>
                        </a:cubicBezTo>
                        <a:cubicBezTo>
                          <a:pt x="238125" y="99938"/>
                          <a:pt x="236048" y="120157"/>
                          <a:pt x="223819" y="121687"/>
                        </a:cubicBezTo>
                        <a:cubicBezTo>
                          <a:pt x="211591" y="123213"/>
                          <a:pt x="232309" y="111411"/>
                          <a:pt x="220836" y="69370"/>
                        </a:cubicBezTo>
                        <a:close/>
                      </a:path>
                    </a:pathLst>
                  </a:custGeom>
                  <a:solidFill>
                    <a:srgbClr val="17202F"/>
                  </a:solidFill>
                  <a:ln w="4839" cap="flat">
                    <a:noFill/>
                    <a:prstDash val="solid"/>
                    <a:miter/>
                  </a:ln>
                </p:spPr>
                <p:txBody>
                  <a:bodyPr rtlCol="0" anchor="ctr"/>
                  <a:lstStyle/>
                  <a:p>
                    <a:endParaRPr lang="vi-VN"/>
                  </a:p>
                </p:txBody>
              </p:sp>
              <p:sp>
                <p:nvSpPr>
                  <p:cNvPr id="1105" name="Freeform: Shape 1104">
                    <a:extLst>
                      <a:ext uri="{FF2B5EF4-FFF2-40B4-BE49-F238E27FC236}">
                        <a16:creationId xmlns:a16="http://schemas.microsoft.com/office/drawing/2014/main" id="{7EC02260-ECC5-950A-C56E-F27D6066B7C1}"/>
                      </a:ext>
                    </a:extLst>
                  </p:cNvPr>
                  <p:cNvSpPr/>
                  <p:nvPr/>
                </p:nvSpPr>
                <p:spPr>
                  <a:xfrm>
                    <a:off x="2243298" y="4395757"/>
                    <a:ext cx="279314" cy="102863"/>
                  </a:xfrm>
                  <a:custGeom>
                    <a:avLst/>
                    <a:gdLst>
                      <a:gd name="connsiteX0" fmla="*/ 279314 w 279314"/>
                      <a:gd name="connsiteY0" fmla="*/ 78247 h 102863"/>
                      <a:gd name="connsiteX1" fmla="*/ 251230 w 279314"/>
                      <a:gd name="connsiteY1" fmla="*/ 34854 h 102863"/>
                      <a:gd name="connsiteX2" fmla="*/ 273784 w 279314"/>
                      <a:gd name="connsiteY2" fmla="*/ 23241 h 102863"/>
                      <a:gd name="connsiteX3" fmla="*/ 244281 w 279314"/>
                      <a:gd name="connsiteY3" fmla="*/ 21139 h 102863"/>
                      <a:gd name="connsiteX4" fmla="*/ 246450 w 279314"/>
                      <a:gd name="connsiteY4" fmla="*/ 0 h 102863"/>
                      <a:gd name="connsiteX5" fmla="*/ 237307 w 279314"/>
                      <a:gd name="connsiteY5" fmla="*/ 16708 h 102863"/>
                      <a:gd name="connsiteX6" fmla="*/ 0 w 279314"/>
                      <a:gd name="connsiteY6" fmla="*/ 102863 h 102863"/>
                      <a:gd name="connsiteX7" fmla="*/ 191624 w 279314"/>
                      <a:gd name="connsiteY7" fmla="*/ 28704 h 102863"/>
                      <a:gd name="connsiteX8" fmla="*/ 228522 w 279314"/>
                      <a:gd name="connsiteY8" fmla="*/ 41726 h 102863"/>
                      <a:gd name="connsiteX9" fmla="*/ 236285 w 279314"/>
                      <a:gd name="connsiteY9" fmla="*/ 31479 h 102863"/>
                      <a:gd name="connsiteX10" fmla="*/ 236285 w 279314"/>
                      <a:gd name="connsiteY10" fmla="*/ 42884 h 102863"/>
                      <a:gd name="connsiteX11" fmla="*/ 279314 w 279314"/>
                      <a:gd name="connsiteY11" fmla="*/ 78247 h 10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314" h="102863">
                        <a:moveTo>
                          <a:pt x="279314" y="78247"/>
                        </a:moveTo>
                        <a:cubicBezTo>
                          <a:pt x="267454" y="52342"/>
                          <a:pt x="251230" y="34854"/>
                          <a:pt x="251230" y="34854"/>
                        </a:cubicBezTo>
                        <a:cubicBezTo>
                          <a:pt x="252809" y="28515"/>
                          <a:pt x="273784" y="23241"/>
                          <a:pt x="273784" y="23241"/>
                        </a:cubicBezTo>
                        <a:cubicBezTo>
                          <a:pt x="265633" y="12190"/>
                          <a:pt x="244281" y="21139"/>
                          <a:pt x="244281" y="21139"/>
                        </a:cubicBezTo>
                        <a:lnTo>
                          <a:pt x="246450" y="0"/>
                        </a:lnTo>
                        <a:lnTo>
                          <a:pt x="237307" y="16708"/>
                        </a:lnTo>
                        <a:cubicBezTo>
                          <a:pt x="48177" y="-40782"/>
                          <a:pt x="0" y="102863"/>
                          <a:pt x="0" y="102863"/>
                        </a:cubicBezTo>
                        <a:cubicBezTo>
                          <a:pt x="0" y="102863"/>
                          <a:pt x="83588" y="988"/>
                          <a:pt x="191624" y="28704"/>
                        </a:cubicBezTo>
                        <a:lnTo>
                          <a:pt x="228522" y="41726"/>
                        </a:lnTo>
                        <a:lnTo>
                          <a:pt x="236285" y="31479"/>
                        </a:lnTo>
                        <a:lnTo>
                          <a:pt x="236285" y="42884"/>
                        </a:lnTo>
                        <a:cubicBezTo>
                          <a:pt x="236285" y="42879"/>
                          <a:pt x="262684" y="53010"/>
                          <a:pt x="279314" y="78247"/>
                        </a:cubicBezTo>
                        <a:close/>
                      </a:path>
                    </a:pathLst>
                  </a:custGeom>
                  <a:solidFill>
                    <a:srgbClr val="272C44"/>
                  </a:solidFill>
                  <a:ln w="4839" cap="flat">
                    <a:noFill/>
                    <a:prstDash val="solid"/>
                    <a:miter/>
                  </a:ln>
                </p:spPr>
                <p:txBody>
                  <a:bodyPr rtlCol="0" anchor="ctr"/>
                  <a:lstStyle/>
                  <a:p>
                    <a:endParaRPr lang="vi-VN"/>
                  </a:p>
                </p:txBody>
              </p:sp>
            </p:grpSp>
            <p:grpSp>
              <p:nvGrpSpPr>
                <p:cNvPr id="955" name="Graphic 1991">
                  <a:extLst>
                    <a:ext uri="{FF2B5EF4-FFF2-40B4-BE49-F238E27FC236}">
                      <a16:creationId xmlns:a16="http://schemas.microsoft.com/office/drawing/2014/main" id="{52402BCD-85D2-AB4B-6281-481DFA57B4C3}"/>
                    </a:ext>
                  </a:extLst>
                </p:cNvPr>
                <p:cNvGrpSpPr/>
                <p:nvPr/>
              </p:nvGrpSpPr>
              <p:grpSpPr>
                <a:xfrm>
                  <a:off x="1156779" y="4494378"/>
                  <a:ext cx="1872700" cy="1442374"/>
                  <a:chOff x="1156779" y="4494378"/>
                  <a:chExt cx="1872700" cy="1442374"/>
                </a:xfrm>
              </p:grpSpPr>
              <p:grpSp>
                <p:nvGrpSpPr>
                  <p:cNvPr id="1011" name="Graphic 1991">
                    <a:extLst>
                      <a:ext uri="{FF2B5EF4-FFF2-40B4-BE49-F238E27FC236}">
                        <a16:creationId xmlns:a16="http://schemas.microsoft.com/office/drawing/2014/main" id="{90C3587F-1DE0-5A53-F6D5-9210ED9FE4BD}"/>
                      </a:ext>
                    </a:extLst>
                  </p:cNvPr>
                  <p:cNvGrpSpPr/>
                  <p:nvPr/>
                </p:nvGrpSpPr>
                <p:grpSpPr>
                  <a:xfrm>
                    <a:off x="1156779" y="5266109"/>
                    <a:ext cx="1872700" cy="670644"/>
                    <a:chOff x="1156779" y="5266109"/>
                    <a:chExt cx="1872700" cy="670644"/>
                  </a:xfrm>
                </p:grpSpPr>
                <p:sp>
                  <p:nvSpPr>
                    <p:cNvPr id="1082" name="Freeform: Shape 1081">
                      <a:extLst>
                        <a:ext uri="{FF2B5EF4-FFF2-40B4-BE49-F238E27FC236}">
                          <a16:creationId xmlns:a16="http://schemas.microsoft.com/office/drawing/2014/main" id="{C73E405C-13B3-4A1B-F5E5-96DB48B9C78E}"/>
                        </a:ext>
                      </a:extLst>
                    </p:cNvPr>
                    <p:cNvSpPr/>
                    <p:nvPr/>
                  </p:nvSpPr>
                  <p:spPr>
                    <a:xfrm>
                      <a:off x="1156779" y="5266109"/>
                      <a:ext cx="1872700" cy="663688"/>
                    </a:xfrm>
                    <a:custGeom>
                      <a:avLst/>
                      <a:gdLst>
                        <a:gd name="connsiteX0" fmla="*/ 1872701 w 1872700"/>
                        <a:gd name="connsiteY0" fmla="*/ 575191 h 663688"/>
                        <a:gd name="connsiteX1" fmla="*/ 1840641 w 1872700"/>
                        <a:gd name="connsiteY1" fmla="*/ 571026 h 663688"/>
                        <a:gd name="connsiteX2" fmla="*/ 1807225 w 1872700"/>
                        <a:gd name="connsiteY2" fmla="*/ 567103 h 663688"/>
                        <a:gd name="connsiteX3" fmla="*/ 1785480 w 1872700"/>
                        <a:gd name="connsiteY3" fmla="*/ 564779 h 663688"/>
                        <a:gd name="connsiteX4" fmla="*/ 1758989 w 1872700"/>
                        <a:gd name="connsiteY4" fmla="*/ 562261 h 663688"/>
                        <a:gd name="connsiteX5" fmla="*/ 1746979 w 1872700"/>
                        <a:gd name="connsiteY5" fmla="*/ 561195 h 663688"/>
                        <a:gd name="connsiteX6" fmla="*/ 1710221 w 1872700"/>
                        <a:gd name="connsiteY6" fmla="*/ 558386 h 663688"/>
                        <a:gd name="connsiteX7" fmla="*/ 1699180 w 1872700"/>
                        <a:gd name="connsiteY7" fmla="*/ 557660 h 663688"/>
                        <a:gd name="connsiteX8" fmla="*/ 1674578 w 1872700"/>
                        <a:gd name="connsiteY8" fmla="*/ 556255 h 663688"/>
                        <a:gd name="connsiteX9" fmla="*/ 1657531 w 1872700"/>
                        <a:gd name="connsiteY9" fmla="*/ 555480 h 663688"/>
                        <a:gd name="connsiteX10" fmla="*/ 1653317 w 1872700"/>
                        <a:gd name="connsiteY10" fmla="*/ 555287 h 663688"/>
                        <a:gd name="connsiteX11" fmla="*/ 1493211 w 1872700"/>
                        <a:gd name="connsiteY11" fmla="*/ 528215 h 663688"/>
                        <a:gd name="connsiteX12" fmla="*/ 863925 w 1872700"/>
                        <a:gd name="connsiteY12" fmla="*/ 660668 h 663688"/>
                        <a:gd name="connsiteX13" fmla="*/ 848960 w 1872700"/>
                        <a:gd name="connsiteY13" fmla="*/ 661104 h 663688"/>
                        <a:gd name="connsiteX14" fmla="*/ 199624 w 1872700"/>
                        <a:gd name="connsiteY14" fmla="*/ 479011 h 663688"/>
                        <a:gd name="connsiteX15" fmla="*/ 26297 w 1872700"/>
                        <a:gd name="connsiteY15" fmla="*/ 111241 h 663688"/>
                        <a:gd name="connsiteX16" fmla="*/ 0 w 1872700"/>
                        <a:gd name="connsiteY16" fmla="*/ 0 h 663688"/>
                        <a:gd name="connsiteX17" fmla="*/ 258417 w 1872700"/>
                        <a:gd name="connsiteY17" fmla="*/ 0 h 663688"/>
                        <a:gd name="connsiteX18" fmla="*/ 258708 w 1872700"/>
                        <a:gd name="connsiteY18" fmla="*/ 97 h 663688"/>
                        <a:gd name="connsiteX19" fmla="*/ 259434 w 1872700"/>
                        <a:gd name="connsiteY19" fmla="*/ 339 h 663688"/>
                        <a:gd name="connsiteX20" fmla="*/ 260693 w 1872700"/>
                        <a:gd name="connsiteY20" fmla="*/ 775 h 663688"/>
                        <a:gd name="connsiteX21" fmla="*/ 262049 w 1872700"/>
                        <a:gd name="connsiteY21" fmla="*/ 1259 h 663688"/>
                        <a:gd name="connsiteX22" fmla="*/ 280307 w 1872700"/>
                        <a:gd name="connsiteY22" fmla="*/ 7555 h 663688"/>
                        <a:gd name="connsiteX23" fmla="*/ 336581 w 1872700"/>
                        <a:gd name="connsiteY23" fmla="*/ 27120 h 663688"/>
                        <a:gd name="connsiteX24" fmla="*/ 794574 w 1872700"/>
                        <a:gd name="connsiteY24" fmla="*/ 189938 h 663688"/>
                        <a:gd name="connsiteX25" fmla="*/ 1872701 w 1872700"/>
                        <a:gd name="connsiteY25" fmla="*/ 575191 h 66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72700" h="663688">
                          <a:moveTo>
                            <a:pt x="1872701" y="575191"/>
                          </a:moveTo>
                          <a:cubicBezTo>
                            <a:pt x="1862192" y="573738"/>
                            <a:pt x="1851489" y="572334"/>
                            <a:pt x="1840641" y="571026"/>
                          </a:cubicBezTo>
                          <a:cubicBezTo>
                            <a:pt x="1829696" y="569670"/>
                            <a:pt x="1818508" y="568362"/>
                            <a:pt x="1807225" y="567103"/>
                          </a:cubicBezTo>
                          <a:cubicBezTo>
                            <a:pt x="1800057" y="566280"/>
                            <a:pt x="1792793" y="565505"/>
                            <a:pt x="1785480" y="564779"/>
                          </a:cubicBezTo>
                          <a:cubicBezTo>
                            <a:pt x="1776763" y="563859"/>
                            <a:pt x="1767900" y="563035"/>
                            <a:pt x="1758989" y="562261"/>
                          </a:cubicBezTo>
                          <a:cubicBezTo>
                            <a:pt x="1755018" y="561873"/>
                            <a:pt x="1750998" y="561534"/>
                            <a:pt x="1746979" y="561195"/>
                          </a:cubicBezTo>
                          <a:cubicBezTo>
                            <a:pt x="1734872" y="560130"/>
                            <a:pt x="1722619" y="559209"/>
                            <a:pt x="1710221" y="558386"/>
                          </a:cubicBezTo>
                          <a:cubicBezTo>
                            <a:pt x="1706541" y="558144"/>
                            <a:pt x="1702860" y="557902"/>
                            <a:pt x="1699180" y="557660"/>
                          </a:cubicBezTo>
                          <a:cubicBezTo>
                            <a:pt x="1691043" y="557127"/>
                            <a:pt x="1682859" y="556643"/>
                            <a:pt x="1674578" y="556255"/>
                          </a:cubicBezTo>
                          <a:cubicBezTo>
                            <a:pt x="1668911" y="555965"/>
                            <a:pt x="1663245" y="555723"/>
                            <a:pt x="1657531" y="555480"/>
                          </a:cubicBezTo>
                          <a:cubicBezTo>
                            <a:pt x="1656126" y="555384"/>
                            <a:pt x="1654722" y="555335"/>
                            <a:pt x="1653317" y="555287"/>
                          </a:cubicBezTo>
                          <a:cubicBezTo>
                            <a:pt x="1599271" y="537174"/>
                            <a:pt x="1549050" y="524389"/>
                            <a:pt x="1493211" y="528215"/>
                          </a:cubicBezTo>
                          <a:cubicBezTo>
                            <a:pt x="1227433" y="546424"/>
                            <a:pt x="1141471" y="652871"/>
                            <a:pt x="863925" y="660668"/>
                          </a:cubicBezTo>
                          <a:cubicBezTo>
                            <a:pt x="858937" y="660813"/>
                            <a:pt x="853900" y="660959"/>
                            <a:pt x="848960" y="661104"/>
                          </a:cubicBezTo>
                          <a:cubicBezTo>
                            <a:pt x="578436" y="668659"/>
                            <a:pt x="362152" y="672436"/>
                            <a:pt x="199624" y="479011"/>
                          </a:cubicBezTo>
                          <a:cubicBezTo>
                            <a:pt x="132695" y="399345"/>
                            <a:pt x="69447" y="268006"/>
                            <a:pt x="26297" y="111241"/>
                          </a:cubicBezTo>
                          <a:cubicBezTo>
                            <a:pt x="16417" y="75355"/>
                            <a:pt x="7555" y="38210"/>
                            <a:pt x="0" y="0"/>
                          </a:cubicBezTo>
                          <a:lnTo>
                            <a:pt x="258417" y="0"/>
                          </a:lnTo>
                          <a:lnTo>
                            <a:pt x="258708" y="97"/>
                          </a:lnTo>
                          <a:lnTo>
                            <a:pt x="259434" y="339"/>
                          </a:lnTo>
                          <a:lnTo>
                            <a:pt x="260693" y="775"/>
                          </a:lnTo>
                          <a:lnTo>
                            <a:pt x="262049" y="1259"/>
                          </a:lnTo>
                          <a:cubicBezTo>
                            <a:pt x="265681" y="2518"/>
                            <a:pt x="271880" y="4649"/>
                            <a:pt x="280307" y="7555"/>
                          </a:cubicBezTo>
                          <a:cubicBezTo>
                            <a:pt x="293819" y="12301"/>
                            <a:pt x="313142" y="18984"/>
                            <a:pt x="336581" y="27120"/>
                          </a:cubicBezTo>
                          <a:cubicBezTo>
                            <a:pt x="451213" y="67074"/>
                            <a:pt x="665366" y="142042"/>
                            <a:pt x="794574" y="189938"/>
                          </a:cubicBezTo>
                          <a:cubicBezTo>
                            <a:pt x="916712" y="235219"/>
                            <a:pt x="1499265" y="442544"/>
                            <a:pt x="1872701" y="575191"/>
                          </a:cubicBezTo>
                          <a:close/>
                        </a:path>
                      </a:pathLst>
                    </a:custGeom>
                    <a:solidFill>
                      <a:srgbClr val="D39250"/>
                    </a:solidFill>
                    <a:ln w="4839" cap="flat">
                      <a:noFill/>
                      <a:prstDash val="solid"/>
                      <a:miter/>
                    </a:ln>
                  </p:spPr>
                  <p:txBody>
                    <a:bodyPr rtlCol="0" anchor="ctr"/>
                    <a:lstStyle/>
                    <a:p>
                      <a:endParaRPr lang="vi-VN"/>
                    </a:p>
                  </p:txBody>
                </p:sp>
                <p:sp>
                  <p:nvSpPr>
                    <p:cNvPr id="1083" name="Freeform: Shape 1082">
                      <a:extLst>
                        <a:ext uri="{FF2B5EF4-FFF2-40B4-BE49-F238E27FC236}">
                          <a16:creationId xmlns:a16="http://schemas.microsoft.com/office/drawing/2014/main" id="{D6E722D7-C20D-2BEA-73D9-5F6B15D04373}"/>
                        </a:ext>
                      </a:extLst>
                    </p:cNvPr>
                    <p:cNvSpPr/>
                    <p:nvPr/>
                  </p:nvSpPr>
                  <p:spPr>
                    <a:xfrm>
                      <a:off x="1156779" y="5266109"/>
                      <a:ext cx="1840640" cy="670644"/>
                    </a:xfrm>
                    <a:custGeom>
                      <a:avLst/>
                      <a:gdLst>
                        <a:gd name="connsiteX0" fmla="*/ 1840641 w 1840640"/>
                        <a:gd name="connsiteY0" fmla="*/ 571026 h 670644"/>
                        <a:gd name="connsiteX1" fmla="*/ 1807225 w 1840640"/>
                        <a:gd name="connsiteY1" fmla="*/ 567103 h 670644"/>
                        <a:gd name="connsiteX2" fmla="*/ 1785480 w 1840640"/>
                        <a:gd name="connsiteY2" fmla="*/ 564779 h 670644"/>
                        <a:gd name="connsiteX3" fmla="*/ 1758989 w 1840640"/>
                        <a:gd name="connsiteY3" fmla="*/ 562261 h 670644"/>
                        <a:gd name="connsiteX4" fmla="*/ 1746979 w 1840640"/>
                        <a:gd name="connsiteY4" fmla="*/ 561195 h 670644"/>
                        <a:gd name="connsiteX5" fmla="*/ 1710221 w 1840640"/>
                        <a:gd name="connsiteY5" fmla="*/ 558386 h 670644"/>
                        <a:gd name="connsiteX6" fmla="*/ 1699180 w 1840640"/>
                        <a:gd name="connsiteY6" fmla="*/ 557660 h 670644"/>
                        <a:gd name="connsiteX7" fmla="*/ 1674578 w 1840640"/>
                        <a:gd name="connsiteY7" fmla="*/ 556255 h 670644"/>
                        <a:gd name="connsiteX8" fmla="*/ 1657531 w 1840640"/>
                        <a:gd name="connsiteY8" fmla="*/ 555480 h 670644"/>
                        <a:gd name="connsiteX9" fmla="*/ 1653317 w 1840640"/>
                        <a:gd name="connsiteY9" fmla="*/ 555287 h 670644"/>
                        <a:gd name="connsiteX10" fmla="*/ 1249758 w 1840640"/>
                        <a:gd name="connsiteY10" fmla="*/ 596306 h 670644"/>
                        <a:gd name="connsiteX11" fmla="*/ 860874 w 1840640"/>
                        <a:gd name="connsiteY11" fmla="*/ 670644 h 670644"/>
                        <a:gd name="connsiteX12" fmla="*/ 848960 w 1840640"/>
                        <a:gd name="connsiteY12" fmla="*/ 661104 h 670644"/>
                        <a:gd name="connsiteX13" fmla="*/ 150711 w 1840640"/>
                        <a:gd name="connsiteY13" fmla="*/ 101265 h 670644"/>
                        <a:gd name="connsiteX14" fmla="*/ 26297 w 1840640"/>
                        <a:gd name="connsiteY14" fmla="*/ 111241 h 670644"/>
                        <a:gd name="connsiteX15" fmla="*/ 0 w 1840640"/>
                        <a:gd name="connsiteY15" fmla="*/ 0 h 670644"/>
                        <a:gd name="connsiteX16" fmla="*/ 258417 w 1840640"/>
                        <a:gd name="connsiteY16" fmla="*/ 0 h 670644"/>
                        <a:gd name="connsiteX17" fmla="*/ 258708 w 1840640"/>
                        <a:gd name="connsiteY17" fmla="*/ 97 h 670644"/>
                        <a:gd name="connsiteX18" fmla="*/ 259434 w 1840640"/>
                        <a:gd name="connsiteY18" fmla="*/ 339 h 670644"/>
                        <a:gd name="connsiteX19" fmla="*/ 260693 w 1840640"/>
                        <a:gd name="connsiteY19" fmla="*/ 775 h 670644"/>
                        <a:gd name="connsiteX20" fmla="*/ 262049 w 1840640"/>
                        <a:gd name="connsiteY20" fmla="*/ 1259 h 670644"/>
                        <a:gd name="connsiteX21" fmla="*/ 1840641 w 1840640"/>
                        <a:gd name="connsiteY21" fmla="*/ 571026 h 670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0640" h="670644">
                          <a:moveTo>
                            <a:pt x="1840641" y="571026"/>
                          </a:moveTo>
                          <a:cubicBezTo>
                            <a:pt x="1829696" y="569670"/>
                            <a:pt x="1818508" y="568362"/>
                            <a:pt x="1807225" y="567103"/>
                          </a:cubicBezTo>
                          <a:cubicBezTo>
                            <a:pt x="1800057" y="566280"/>
                            <a:pt x="1792793" y="565505"/>
                            <a:pt x="1785480" y="564779"/>
                          </a:cubicBezTo>
                          <a:cubicBezTo>
                            <a:pt x="1776763" y="563859"/>
                            <a:pt x="1767900" y="563035"/>
                            <a:pt x="1758989" y="562261"/>
                          </a:cubicBezTo>
                          <a:cubicBezTo>
                            <a:pt x="1755018" y="561873"/>
                            <a:pt x="1750998" y="561534"/>
                            <a:pt x="1746979" y="561195"/>
                          </a:cubicBezTo>
                          <a:cubicBezTo>
                            <a:pt x="1734872" y="560130"/>
                            <a:pt x="1722619" y="559209"/>
                            <a:pt x="1710221" y="558386"/>
                          </a:cubicBezTo>
                          <a:cubicBezTo>
                            <a:pt x="1706589" y="558144"/>
                            <a:pt x="1702909" y="557902"/>
                            <a:pt x="1699180" y="557660"/>
                          </a:cubicBezTo>
                          <a:cubicBezTo>
                            <a:pt x="1691043" y="557127"/>
                            <a:pt x="1682859" y="556643"/>
                            <a:pt x="1674578" y="556255"/>
                          </a:cubicBezTo>
                          <a:cubicBezTo>
                            <a:pt x="1668911" y="555965"/>
                            <a:pt x="1663245" y="555674"/>
                            <a:pt x="1657531" y="555480"/>
                          </a:cubicBezTo>
                          <a:cubicBezTo>
                            <a:pt x="1656126" y="555384"/>
                            <a:pt x="1654722" y="555335"/>
                            <a:pt x="1653317" y="555287"/>
                          </a:cubicBezTo>
                          <a:cubicBezTo>
                            <a:pt x="1517571" y="549814"/>
                            <a:pt x="1373785" y="558289"/>
                            <a:pt x="1249758" y="596306"/>
                          </a:cubicBezTo>
                          <a:cubicBezTo>
                            <a:pt x="1138905" y="630303"/>
                            <a:pt x="1001899" y="659215"/>
                            <a:pt x="860874" y="670644"/>
                          </a:cubicBezTo>
                          <a:lnTo>
                            <a:pt x="848960" y="661104"/>
                          </a:lnTo>
                          <a:lnTo>
                            <a:pt x="150711" y="101265"/>
                          </a:lnTo>
                          <a:lnTo>
                            <a:pt x="26297" y="111241"/>
                          </a:lnTo>
                          <a:cubicBezTo>
                            <a:pt x="16417" y="75355"/>
                            <a:pt x="7555" y="38210"/>
                            <a:pt x="0" y="0"/>
                          </a:cubicBezTo>
                          <a:lnTo>
                            <a:pt x="258417" y="0"/>
                          </a:lnTo>
                          <a:lnTo>
                            <a:pt x="258708" y="97"/>
                          </a:lnTo>
                          <a:lnTo>
                            <a:pt x="259434" y="339"/>
                          </a:lnTo>
                          <a:lnTo>
                            <a:pt x="260693" y="775"/>
                          </a:lnTo>
                          <a:lnTo>
                            <a:pt x="262049" y="1259"/>
                          </a:lnTo>
                          <a:lnTo>
                            <a:pt x="1840641" y="571026"/>
                          </a:lnTo>
                          <a:close/>
                        </a:path>
                      </a:pathLst>
                    </a:custGeom>
                    <a:solidFill>
                      <a:srgbClr val="EAB071">
                        <a:alpha val="22000"/>
                      </a:srgbClr>
                    </a:solidFill>
                    <a:ln w="4839" cap="flat">
                      <a:noFill/>
                      <a:prstDash val="solid"/>
                      <a:miter/>
                    </a:ln>
                  </p:spPr>
                  <p:txBody>
                    <a:bodyPr rtlCol="0" anchor="ctr"/>
                    <a:lstStyle/>
                    <a:p>
                      <a:endParaRPr lang="vi-VN"/>
                    </a:p>
                  </p:txBody>
                </p:sp>
              </p:grpSp>
              <p:grpSp>
                <p:nvGrpSpPr>
                  <p:cNvPr id="1012" name="Graphic 1991">
                    <a:extLst>
                      <a:ext uri="{FF2B5EF4-FFF2-40B4-BE49-F238E27FC236}">
                        <a16:creationId xmlns:a16="http://schemas.microsoft.com/office/drawing/2014/main" id="{983EC6C8-92D7-F546-CD14-8C1EFA384A2A}"/>
                      </a:ext>
                    </a:extLst>
                  </p:cNvPr>
                  <p:cNvGrpSpPr/>
                  <p:nvPr/>
                </p:nvGrpSpPr>
                <p:grpSpPr>
                  <a:xfrm>
                    <a:off x="1375903" y="4494378"/>
                    <a:ext cx="1385357" cy="1416865"/>
                    <a:chOff x="1375903" y="4494378"/>
                    <a:chExt cx="1385357" cy="1416865"/>
                  </a:xfrm>
                </p:grpSpPr>
                <p:grpSp>
                  <p:nvGrpSpPr>
                    <p:cNvPr id="1013" name="Graphic 1991">
                      <a:extLst>
                        <a:ext uri="{FF2B5EF4-FFF2-40B4-BE49-F238E27FC236}">
                          <a16:creationId xmlns:a16="http://schemas.microsoft.com/office/drawing/2014/main" id="{212955E9-E465-D4F2-695B-6ECEB561BE99}"/>
                        </a:ext>
                      </a:extLst>
                    </p:cNvPr>
                    <p:cNvGrpSpPr/>
                    <p:nvPr/>
                  </p:nvGrpSpPr>
                  <p:grpSpPr>
                    <a:xfrm>
                      <a:off x="1375903" y="4969297"/>
                      <a:ext cx="187960" cy="463505"/>
                      <a:chOff x="1375903" y="4969297"/>
                      <a:chExt cx="187960" cy="463505"/>
                    </a:xfrm>
                  </p:grpSpPr>
                  <p:sp>
                    <p:nvSpPr>
                      <p:cNvPr id="1071" name="Freeform: Shape 1070">
                        <a:extLst>
                          <a:ext uri="{FF2B5EF4-FFF2-40B4-BE49-F238E27FC236}">
                            <a16:creationId xmlns:a16="http://schemas.microsoft.com/office/drawing/2014/main" id="{026621FD-51A6-B6DC-F14B-98D145304E97}"/>
                          </a:ext>
                        </a:extLst>
                      </p:cNvPr>
                      <p:cNvSpPr/>
                      <p:nvPr/>
                    </p:nvSpPr>
                    <p:spPr>
                      <a:xfrm>
                        <a:off x="1397200" y="5297004"/>
                        <a:ext cx="166663" cy="117595"/>
                      </a:xfrm>
                      <a:custGeom>
                        <a:avLst/>
                        <a:gdLst>
                          <a:gd name="connsiteX0" fmla="*/ 7855 w 166663"/>
                          <a:gd name="connsiteY0" fmla="*/ 72607 h 117595"/>
                          <a:gd name="connsiteX1" fmla="*/ 34021 w 166663"/>
                          <a:gd name="connsiteY1" fmla="*/ 58809 h 117595"/>
                          <a:gd name="connsiteX2" fmla="*/ 65103 w 166663"/>
                          <a:gd name="connsiteY2" fmla="*/ 8226 h 117595"/>
                          <a:gd name="connsiteX3" fmla="*/ 140536 w 166663"/>
                          <a:gd name="connsiteY3" fmla="*/ 12356 h 117595"/>
                          <a:gd name="connsiteX4" fmla="*/ 140536 w 166663"/>
                          <a:gd name="connsiteY4" fmla="*/ 23238 h 117595"/>
                          <a:gd name="connsiteX5" fmla="*/ 166663 w 166663"/>
                          <a:gd name="connsiteY5" fmla="*/ 108585 h 117595"/>
                          <a:gd name="connsiteX6" fmla="*/ 1210 w 166663"/>
                          <a:gd name="connsiteY6" fmla="*/ 112110 h 117595"/>
                          <a:gd name="connsiteX7" fmla="*/ 7855 w 166663"/>
                          <a:gd name="connsiteY7" fmla="*/ 72607 h 117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63" h="117595">
                            <a:moveTo>
                              <a:pt x="7855" y="72607"/>
                            </a:moveTo>
                            <a:cubicBezTo>
                              <a:pt x="8494" y="68825"/>
                              <a:pt x="34021" y="58809"/>
                              <a:pt x="34021" y="58809"/>
                            </a:cubicBezTo>
                            <a:cubicBezTo>
                              <a:pt x="34021" y="58809"/>
                              <a:pt x="28374" y="28895"/>
                              <a:pt x="65103" y="8226"/>
                            </a:cubicBezTo>
                            <a:cubicBezTo>
                              <a:pt x="101831" y="-12444"/>
                              <a:pt x="140536" y="12356"/>
                              <a:pt x="140536" y="12356"/>
                            </a:cubicBezTo>
                            <a:cubicBezTo>
                              <a:pt x="140536" y="12356"/>
                              <a:pt x="145432" y="9644"/>
                              <a:pt x="140536" y="23238"/>
                            </a:cubicBezTo>
                            <a:cubicBezTo>
                              <a:pt x="135640" y="36837"/>
                              <a:pt x="139030" y="90918"/>
                              <a:pt x="166663" y="108585"/>
                            </a:cubicBezTo>
                            <a:cubicBezTo>
                              <a:pt x="166663" y="108585"/>
                              <a:pt x="6106" y="126252"/>
                              <a:pt x="1210" y="112110"/>
                            </a:cubicBezTo>
                            <a:cubicBezTo>
                              <a:pt x="-3686" y="97969"/>
                              <a:pt x="7855" y="72607"/>
                              <a:pt x="7855" y="72607"/>
                            </a:cubicBezTo>
                            <a:close/>
                          </a:path>
                        </a:pathLst>
                      </a:custGeom>
                      <a:solidFill>
                        <a:srgbClr val="EAB071">
                          <a:alpha val="40000"/>
                        </a:srgbClr>
                      </a:solidFill>
                      <a:ln w="4839" cap="flat">
                        <a:noFill/>
                        <a:prstDash val="solid"/>
                        <a:miter/>
                      </a:ln>
                    </p:spPr>
                    <p:txBody>
                      <a:bodyPr rtlCol="0" anchor="ctr"/>
                      <a:lstStyle/>
                      <a:p>
                        <a:endParaRPr lang="vi-VN"/>
                      </a:p>
                    </p:txBody>
                  </p:sp>
                  <p:grpSp>
                    <p:nvGrpSpPr>
                      <p:cNvPr id="1072" name="Graphic 1991">
                        <a:extLst>
                          <a:ext uri="{FF2B5EF4-FFF2-40B4-BE49-F238E27FC236}">
                            <a16:creationId xmlns:a16="http://schemas.microsoft.com/office/drawing/2014/main" id="{76561DC9-24D4-67DA-B3F5-4129D6F129E9}"/>
                          </a:ext>
                        </a:extLst>
                      </p:cNvPr>
                      <p:cNvGrpSpPr/>
                      <p:nvPr/>
                    </p:nvGrpSpPr>
                    <p:grpSpPr>
                      <a:xfrm>
                        <a:off x="1375903" y="4969297"/>
                        <a:ext cx="185357" cy="463505"/>
                        <a:chOff x="1375903" y="4969297"/>
                        <a:chExt cx="185357" cy="463505"/>
                      </a:xfrm>
                    </p:grpSpPr>
                    <p:grpSp>
                      <p:nvGrpSpPr>
                        <p:cNvPr id="1073" name="Graphic 1991">
                          <a:extLst>
                            <a:ext uri="{FF2B5EF4-FFF2-40B4-BE49-F238E27FC236}">
                              <a16:creationId xmlns:a16="http://schemas.microsoft.com/office/drawing/2014/main" id="{433B0783-1904-1ACB-9253-5FF96D306942}"/>
                            </a:ext>
                          </a:extLst>
                        </p:cNvPr>
                        <p:cNvGrpSpPr/>
                        <p:nvPr/>
                      </p:nvGrpSpPr>
                      <p:grpSpPr>
                        <a:xfrm>
                          <a:off x="1435550" y="4969297"/>
                          <a:ext cx="125710" cy="420809"/>
                          <a:chOff x="1435550" y="4969297"/>
                          <a:chExt cx="125710" cy="420809"/>
                        </a:xfrm>
                      </p:grpSpPr>
                      <p:sp>
                        <p:nvSpPr>
                          <p:cNvPr id="1078" name="Freeform: Shape 1077">
                            <a:extLst>
                              <a:ext uri="{FF2B5EF4-FFF2-40B4-BE49-F238E27FC236}">
                                <a16:creationId xmlns:a16="http://schemas.microsoft.com/office/drawing/2014/main" id="{57059CA0-21C0-5DAA-B89E-59C4F79B0D99}"/>
                              </a:ext>
                            </a:extLst>
                          </p:cNvPr>
                          <p:cNvSpPr/>
                          <p:nvPr/>
                        </p:nvSpPr>
                        <p:spPr>
                          <a:xfrm>
                            <a:off x="1435550" y="4969297"/>
                            <a:ext cx="98622" cy="420807"/>
                          </a:xfrm>
                          <a:custGeom>
                            <a:avLst/>
                            <a:gdLst>
                              <a:gd name="connsiteX0" fmla="*/ 98622 w 98622"/>
                              <a:gd name="connsiteY0" fmla="*/ 0 h 420807"/>
                              <a:gd name="connsiteX1" fmla="*/ 92772 w 98622"/>
                              <a:gd name="connsiteY1" fmla="*/ 420775 h 420807"/>
                              <a:gd name="connsiteX2" fmla="*/ 3885 w 98622"/>
                              <a:gd name="connsiteY2" fmla="*/ 330470 h 420807"/>
                              <a:gd name="connsiteX3" fmla="*/ 2902 w 98622"/>
                              <a:gd name="connsiteY3" fmla="*/ 191091 h 420807"/>
                              <a:gd name="connsiteX4" fmla="*/ 15736 w 98622"/>
                              <a:gd name="connsiteY4" fmla="*/ 77632 h 420807"/>
                              <a:gd name="connsiteX5" fmla="*/ 98622 w 98622"/>
                              <a:gd name="connsiteY5" fmla="*/ 0 h 420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622" h="420807">
                                <a:moveTo>
                                  <a:pt x="98622" y="0"/>
                                </a:moveTo>
                                <a:cubicBezTo>
                                  <a:pt x="98622" y="0"/>
                                  <a:pt x="92409" y="418780"/>
                                  <a:pt x="92772" y="420775"/>
                                </a:cubicBezTo>
                                <a:cubicBezTo>
                                  <a:pt x="93135" y="422771"/>
                                  <a:pt x="3885" y="330470"/>
                                  <a:pt x="3885" y="330470"/>
                                </a:cubicBezTo>
                                <a:cubicBezTo>
                                  <a:pt x="3885" y="330470"/>
                                  <a:pt x="-4159" y="277522"/>
                                  <a:pt x="2902" y="191091"/>
                                </a:cubicBezTo>
                                <a:cubicBezTo>
                                  <a:pt x="9963" y="104660"/>
                                  <a:pt x="15736" y="77632"/>
                                  <a:pt x="15736" y="77632"/>
                                </a:cubicBezTo>
                                <a:lnTo>
                                  <a:pt x="98622" y="0"/>
                                </a:lnTo>
                                <a:close/>
                              </a:path>
                            </a:pathLst>
                          </a:custGeom>
                          <a:solidFill>
                            <a:srgbClr val="D8D6D6"/>
                          </a:solidFill>
                          <a:ln w="4839" cap="flat">
                            <a:noFill/>
                            <a:prstDash val="solid"/>
                            <a:miter/>
                          </a:ln>
                        </p:spPr>
                        <p:txBody>
                          <a:bodyPr rtlCol="0" anchor="ctr"/>
                          <a:lstStyle/>
                          <a:p>
                            <a:endParaRPr lang="vi-VN"/>
                          </a:p>
                        </p:txBody>
                      </p:sp>
                      <p:sp>
                        <p:nvSpPr>
                          <p:cNvPr id="1079" name="Freeform: Shape 1078">
                            <a:extLst>
                              <a:ext uri="{FF2B5EF4-FFF2-40B4-BE49-F238E27FC236}">
                                <a16:creationId xmlns:a16="http://schemas.microsoft.com/office/drawing/2014/main" id="{8F411B3C-A186-845B-3E1E-CD5C7CCC9047}"/>
                              </a:ext>
                            </a:extLst>
                          </p:cNvPr>
                          <p:cNvSpPr/>
                          <p:nvPr/>
                        </p:nvSpPr>
                        <p:spPr>
                          <a:xfrm>
                            <a:off x="1528321" y="4969297"/>
                            <a:ext cx="32938" cy="420809"/>
                          </a:xfrm>
                          <a:custGeom>
                            <a:avLst/>
                            <a:gdLst>
                              <a:gd name="connsiteX0" fmla="*/ 5850 w 32938"/>
                              <a:gd name="connsiteY0" fmla="*/ 0 h 420809"/>
                              <a:gd name="connsiteX1" fmla="*/ 20931 w 32938"/>
                              <a:gd name="connsiteY1" fmla="*/ 2136 h 420809"/>
                              <a:gd name="connsiteX2" fmla="*/ 32937 w 32938"/>
                              <a:gd name="connsiteY2" fmla="*/ 16209 h 420809"/>
                              <a:gd name="connsiteX3" fmla="*/ 26176 w 32938"/>
                              <a:gd name="connsiteY3" fmla="*/ 406644 h 420809"/>
                              <a:gd name="connsiteX4" fmla="*/ 12243 w 32938"/>
                              <a:gd name="connsiteY4" fmla="*/ 420809 h 420809"/>
                              <a:gd name="connsiteX5" fmla="*/ 0 w 32938"/>
                              <a:gd name="connsiteY5" fmla="*/ 420775 h 420809"/>
                              <a:gd name="connsiteX6" fmla="*/ 5850 w 32938"/>
                              <a:gd name="connsiteY6" fmla="*/ 0 h 420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38" h="420809">
                                <a:moveTo>
                                  <a:pt x="5850" y="0"/>
                                </a:moveTo>
                                <a:lnTo>
                                  <a:pt x="20931" y="2136"/>
                                </a:lnTo>
                                <a:cubicBezTo>
                                  <a:pt x="27910" y="3124"/>
                                  <a:pt x="33058" y="9158"/>
                                  <a:pt x="32937" y="16209"/>
                                </a:cubicBezTo>
                                <a:lnTo>
                                  <a:pt x="26176" y="406644"/>
                                </a:lnTo>
                                <a:cubicBezTo>
                                  <a:pt x="26045" y="414039"/>
                                  <a:pt x="19977" y="420431"/>
                                  <a:pt x="12243" y="420809"/>
                                </a:cubicBezTo>
                                <a:lnTo>
                                  <a:pt x="0" y="420775"/>
                                </a:lnTo>
                                <a:lnTo>
                                  <a:pt x="5850" y="0"/>
                                </a:lnTo>
                                <a:close/>
                              </a:path>
                            </a:pathLst>
                          </a:custGeom>
                          <a:solidFill>
                            <a:srgbClr val="EAEAEA"/>
                          </a:solidFill>
                          <a:ln w="4839" cap="flat">
                            <a:noFill/>
                            <a:prstDash val="solid"/>
                            <a:miter/>
                          </a:ln>
                        </p:spPr>
                        <p:txBody>
                          <a:bodyPr rtlCol="0" anchor="ctr"/>
                          <a:lstStyle/>
                          <a:p>
                            <a:endParaRPr lang="vi-VN"/>
                          </a:p>
                        </p:txBody>
                      </p:sp>
                      <p:sp>
                        <p:nvSpPr>
                          <p:cNvPr id="1080" name="Freeform: Shape 1079">
                            <a:extLst>
                              <a:ext uri="{FF2B5EF4-FFF2-40B4-BE49-F238E27FC236}">
                                <a16:creationId xmlns:a16="http://schemas.microsoft.com/office/drawing/2014/main" id="{556435B8-0358-9E3B-191B-594B1E1EFE45}"/>
                              </a:ext>
                            </a:extLst>
                          </p:cNvPr>
                          <p:cNvSpPr/>
                          <p:nvPr/>
                        </p:nvSpPr>
                        <p:spPr>
                          <a:xfrm>
                            <a:off x="1461635" y="5018036"/>
                            <a:ext cx="35629" cy="35106"/>
                          </a:xfrm>
                          <a:custGeom>
                            <a:avLst/>
                            <a:gdLst>
                              <a:gd name="connsiteX0" fmla="*/ 35629 w 35629"/>
                              <a:gd name="connsiteY0" fmla="*/ 0 h 35106"/>
                              <a:gd name="connsiteX1" fmla="*/ 34428 w 35629"/>
                              <a:gd name="connsiteY1" fmla="*/ 8465 h 35106"/>
                              <a:gd name="connsiteX2" fmla="*/ 0 w 35629"/>
                              <a:gd name="connsiteY2" fmla="*/ 35106 h 35106"/>
                              <a:gd name="connsiteX3" fmla="*/ 717 w 35629"/>
                              <a:gd name="connsiteY3" fmla="*/ 30031 h 35106"/>
                            </a:gdLst>
                            <a:ahLst/>
                            <a:cxnLst>
                              <a:cxn ang="0">
                                <a:pos x="connsiteX0" y="connsiteY0"/>
                              </a:cxn>
                              <a:cxn ang="0">
                                <a:pos x="connsiteX1" y="connsiteY1"/>
                              </a:cxn>
                              <a:cxn ang="0">
                                <a:pos x="connsiteX2" y="connsiteY2"/>
                              </a:cxn>
                              <a:cxn ang="0">
                                <a:pos x="connsiteX3" y="connsiteY3"/>
                              </a:cxn>
                            </a:cxnLst>
                            <a:rect l="l" t="t" r="r" b="b"/>
                            <a:pathLst>
                              <a:path w="35629" h="35106">
                                <a:moveTo>
                                  <a:pt x="35629" y="0"/>
                                </a:moveTo>
                                <a:lnTo>
                                  <a:pt x="34428" y="8465"/>
                                </a:lnTo>
                                <a:lnTo>
                                  <a:pt x="0" y="35106"/>
                                </a:lnTo>
                                <a:lnTo>
                                  <a:pt x="717" y="30031"/>
                                </a:lnTo>
                                <a:close/>
                              </a:path>
                            </a:pathLst>
                          </a:custGeom>
                          <a:solidFill>
                            <a:srgbClr val="7F7A7A"/>
                          </a:solidFill>
                          <a:ln w="4839" cap="flat">
                            <a:noFill/>
                            <a:prstDash val="solid"/>
                            <a:miter/>
                          </a:ln>
                        </p:spPr>
                        <p:txBody>
                          <a:bodyPr rtlCol="0" anchor="ctr"/>
                          <a:lstStyle/>
                          <a:p>
                            <a:endParaRPr lang="vi-VN"/>
                          </a:p>
                        </p:txBody>
                      </p:sp>
                      <p:sp>
                        <p:nvSpPr>
                          <p:cNvPr id="1081" name="Freeform: Shape 1080">
                            <a:extLst>
                              <a:ext uri="{FF2B5EF4-FFF2-40B4-BE49-F238E27FC236}">
                                <a16:creationId xmlns:a16="http://schemas.microsoft.com/office/drawing/2014/main" id="{866CB3FD-30F8-B9E6-3E7C-72FA43762CEB}"/>
                              </a:ext>
                            </a:extLst>
                          </p:cNvPr>
                          <p:cNvSpPr/>
                          <p:nvPr/>
                        </p:nvSpPr>
                        <p:spPr>
                          <a:xfrm>
                            <a:off x="1435680" y="5046028"/>
                            <a:ext cx="92665" cy="344057"/>
                          </a:xfrm>
                          <a:custGeom>
                            <a:avLst/>
                            <a:gdLst>
                              <a:gd name="connsiteX0" fmla="*/ 2902 w 92665"/>
                              <a:gd name="connsiteY0" fmla="*/ 113459 h 344057"/>
                              <a:gd name="connsiteX1" fmla="*/ 3885 w 92665"/>
                              <a:gd name="connsiteY1" fmla="*/ 252838 h 344057"/>
                              <a:gd name="connsiteX2" fmla="*/ 86224 w 92665"/>
                              <a:gd name="connsiteY2" fmla="*/ 337056 h 344057"/>
                              <a:gd name="connsiteX3" fmla="*/ 92646 w 92665"/>
                              <a:gd name="connsiteY3" fmla="*/ 344044 h 344057"/>
                              <a:gd name="connsiteX4" fmla="*/ 92665 w 92665"/>
                              <a:gd name="connsiteY4" fmla="*/ 337642 h 344057"/>
                              <a:gd name="connsiteX5" fmla="*/ 15741 w 92665"/>
                              <a:gd name="connsiteY5" fmla="*/ 0 h 344057"/>
                              <a:gd name="connsiteX6" fmla="*/ 2902 w 92665"/>
                              <a:gd name="connsiteY6" fmla="*/ 113459 h 344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65" h="344057">
                                <a:moveTo>
                                  <a:pt x="2902" y="113459"/>
                                </a:moveTo>
                                <a:cubicBezTo>
                                  <a:pt x="-4159" y="199891"/>
                                  <a:pt x="3885" y="252838"/>
                                  <a:pt x="3885" y="252838"/>
                                </a:cubicBezTo>
                                <a:cubicBezTo>
                                  <a:pt x="3885" y="252838"/>
                                  <a:pt x="65690" y="316759"/>
                                  <a:pt x="86224" y="337056"/>
                                </a:cubicBezTo>
                                <a:cubicBezTo>
                                  <a:pt x="86224" y="337056"/>
                                  <a:pt x="92641" y="344417"/>
                                  <a:pt x="92646" y="344044"/>
                                </a:cubicBezTo>
                                <a:cubicBezTo>
                                  <a:pt x="92631" y="342901"/>
                                  <a:pt x="92665" y="337642"/>
                                  <a:pt x="92665" y="337642"/>
                                </a:cubicBezTo>
                                <a:lnTo>
                                  <a:pt x="15741" y="0"/>
                                </a:lnTo>
                                <a:cubicBezTo>
                                  <a:pt x="15736" y="0"/>
                                  <a:pt x="9963" y="27033"/>
                                  <a:pt x="2902" y="113459"/>
                                </a:cubicBezTo>
                                <a:close/>
                              </a:path>
                            </a:pathLst>
                          </a:custGeom>
                          <a:solidFill>
                            <a:srgbClr val="D8D6D6">
                              <a:alpha val="47000"/>
                            </a:srgbClr>
                          </a:solidFill>
                          <a:ln w="4839" cap="flat">
                            <a:noFill/>
                            <a:prstDash val="solid"/>
                            <a:miter/>
                          </a:ln>
                        </p:spPr>
                        <p:txBody>
                          <a:bodyPr rtlCol="0" anchor="ctr"/>
                          <a:lstStyle/>
                          <a:p>
                            <a:endParaRPr lang="vi-VN"/>
                          </a:p>
                        </p:txBody>
                      </p:sp>
                    </p:grpSp>
                    <p:grpSp>
                      <p:nvGrpSpPr>
                        <p:cNvPr id="1074" name="Graphic 1991">
                          <a:extLst>
                            <a:ext uri="{FF2B5EF4-FFF2-40B4-BE49-F238E27FC236}">
                              <a16:creationId xmlns:a16="http://schemas.microsoft.com/office/drawing/2014/main" id="{DC99C516-1EFA-68B8-8A3E-6FD387964FF6}"/>
                            </a:ext>
                          </a:extLst>
                        </p:cNvPr>
                        <p:cNvGrpSpPr/>
                        <p:nvPr/>
                      </p:nvGrpSpPr>
                      <p:grpSpPr>
                        <a:xfrm>
                          <a:off x="1375903" y="5189555"/>
                          <a:ext cx="167416" cy="243247"/>
                          <a:chOff x="1375903" y="5189555"/>
                          <a:chExt cx="167416" cy="243247"/>
                        </a:xfrm>
                      </p:grpSpPr>
                      <p:sp>
                        <p:nvSpPr>
                          <p:cNvPr id="1075" name="Freeform: Shape 1074">
                            <a:extLst>
                              <a:ext uri="{FF2B5EF4-FFF2-40B4-BE49-F238E27FC236}">
                                <a16:creationId xmlns:a16="http://schemas.microsoft.com/office/drawing/2014/main" id="{AD8B7754-A5D5-5BDA-C08B-30328088AC66}"/>
                              </a:ext>
                            </a:extLst>
                          </p:cNvPr>
                          <p:cNvSpPr/>
                          <p:nvPr/>
                        </p:nvSpPr>
                        <p:spPr>
                          <a:xfrm>
                            <a:off x="1394880" y="5384033"/>
                            <a:ext cx="146793" cy="45867"/>
                          </a:xfrm>
                          <a:custGeom>
                            <a:avLst/>
                            <a:gdLst>
                              <a:gd name="connsiteX0" fmla="*/ 104302 w 146793"/>
                              <a:gd name="connsiteY0" fmla="*/ 0 h 45867"/>
                              <a:gd name="connsiteX1" fmla="*/ 6878 w 146793"/>
                              <a:gd name="connsiteY1" fmla="*/ 11487 h 45867"/>
                              <a:gd name="connsiteX2" fmla="*/ 340 w 146793"/>
                              <a:gd name="connsiteY2" fmla="*/ 23909 h 45867"/>
                              <a:gd name="connsiteX3" fmla="*/ 12311 w 146793"/>
                              <a:gd name="connsiteY3" fmla="*/ 45712 h 45867"/>
                              <a:gd name="connsiteX4" fmla="*/ 123030 w 146793"/>
                              <a:gd name="connsiteY4" fmla="*/ 31605 h 45867"/>
                              <a:gd name="connsiteX5" fmla="*/ 146794 w 146793"/>
                              <a:gd name="connsiteY5" fmla="*/ 28345 h 45867"/>
                              <a:gd name="connsiteX6" fmla="*/ 104302 w 146793"/>
                              <a:gd name="connsiteY6" fmla="*/ 0 h 45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793" h="45867">
                                <a:moveTo>
                                  <a:pt x="104302" y="0"/>
                                </a:moveTo>
                                <a:cubicBezTo>
                                  <a:pt x="67506" y="7937"/>
                                  <a:pt x="6001" y="19977"/>
                                  <a:pt x="6878" y="11487"/>
                                </a:cubicBezTo>
                                <a:cubicBezTo>
                                  <a:pt x="6878" y="11487"/>
                                  <a:pt x="-1801" y="16214"/>
                                  <a:pt x="340" y="23909"/>
                                </a:cubicBezTo>
                                <a:cubicBezTo>
                                  <a:pt x="2475" y="31605"/>
                                  <a:pt x="4267" y="47611"/>
                                  <a:pt x="12311" y="45712"/>
                                </a:cubicBezTo>
                                <a:cubicBezTo>
                                  <a:pt x="20350" y="43809"/>
                                  <a:pt x="123030" y="33314"/>
                                  <a:pt x="123030" y="31605"/>
                                </a:cubicBezTo>
                                <a:cubicBezTo>
                                  <a:pt x="123030" y="30646"/>
                                  <a:pt x="135684" y="29319"/>
                                  <a:pt x="146794" y="28345"/>
                                </a:cubicBezTo>
                                <a:cubicBezTo>
                                  <a:pt x="132962" y="18442"/>
                                  <a:pt x="118647" y="9206"/>
                                  <a:pt x="104302" y="0"/>
                                </a:cubicBezTo>
                                <a:close/>
                              </a:path>
                            </a:pathLst>
                          </a:custGeom>
                          <a:solidFill>
                            <a:srgbClr val="D8D6D6"/>
                          </a:solidFill>
                          <a:ln w="4839" cap="flat">
                            <a:noFill/>
                            <a:prstDash val="solid"/>
                            <a:miter/>
                          </a:ln>
                        </p:spPr>
                        <p:txBody>
                          <a:bodyPr rtlCol="0" anchor="ctr"/>
                          <a:lstStyle/>
                          <a:p>
                            <a:endParaRPr lang="vi-VN"/>
                          </a:p>
                        </p:txBody>
                      </p:sp>
                      <p:sp>
                        <p:nvSpPr>
                          <p:cNvPr id="1076" name="Freeform: Shape 1075">
                            <a:extLst>
                              <a:ext uri="{FF2B5EF4-FFF2-40B4-BE49-F238E27FC236}">
                                <a16:creationId xmlns:a16="http://schemas.microsoft.com/office/drawing/2014/main" id="{D6963F54-4A2D-9C65-245E-9B931864F08B}"/>
                              </a:ext>
                            </a:extLst>
                          </p:cNvPr>
                          <p:cNvSpPr/>
                          <p:nvPr/>
                        </p:nvSpPr>
                        <p:spPr>
                          <a:xfrm>
                            <a:off x="1394880" y="5395525"/>
                            <a:ext cx="36341" cy="34379"/>
                          </a:xfrm>
                          <a:custGeom>
                            <a:avLst/>
                            <a:gdLst>
                              <a:gd name="connsiteX0" fmla="*/ 6878 w 36341"/>
                              <a:gd name="connsiteY0" fmla="*/ 0 h 34379"/>
                              <a:gd name="connsiteX1" fmla="*/ 340 w 36341"/>
                              <a:gd name="connsiteY1" fmla="*/ 12422 h 34379"/>
                              <a:gd name="connsiteX2" fmla="*/ 12311 w 36341"/>
                              <a:gd name="connsiteY2" fmla="*/ 34225 h 34379"/>
                              <a:gd name="connsiteX3" fmla="*/ 18234 w 36341"/>
                              <a:gd name="connsiteY3" fmla="*/ 33295 h 34379"/>
                              <a:gd name="connsiteX4" fmla="*/ 18292 w 36341"/>
                              <a:gd name="connsiteY4" fmla="*/ 32428 h 34379"/>
                              <a:gd name="connsiteX5" fmla="*/ 36342 w 36341"/>
                              <a:gd name="connsiteY5" fmla="*/ 1143 h 34379"/>
                              <a:gd name="connsiteX6" fmla="*/ 36342 w 36341"/>
                              <a:gd name="connsiteY6" fmla="*/ 1143 h 34379"/>
                              <a:gd name="connsiteX7" fmla="*/ 6878 w 36341"/>
                              <a:gd name="connsiteY7" fmla="*/ 0 h 34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 h="34379">
                                <a:moveTo>
                                  <a:pt x="6878" y="0"/>
                                </a:moveTo>
                                <a:cubicBezTo>
                                  <a:pt x="6878" y="0"/>
                                  <a:pt x="-1801" y="4727"/>
                                  <a:pt x="340" y="12422"/>
                                </a:cubicBezTo>
                                <a:cubicBezTo>
                                  <a:pt x="2475" y="20117"/>
                                  <a:pt x="4267" y="36123"/>
                                  <a:pt x="12311" y="34225"/>
                                </a:cubicBezTo>
                                <a:cubicBezTo>
                                  <a:pt x="13207" y="34012"/>
                                  <a:pt x="15270" y="33697"/>
                                  <a:pt x="18234" y="33295"/>
                                </a:cubicBezTo>
                                <a:lnTo>
                                  <a:pt x="18292" y="32428"/>
                                </a:lnTo>
                                <a:cubicBezTo>
                                  <a:pt x="15730" y="32515"/>
                                  <a:pt x="9076" y="9952"/>
                                  <a:pt x="36342" y="1143"/>
                                </a:cubicBezTo>
                                <a:lnTo>
                                  <a:pt x="36342" y="1143"/>
                                </a:lnTo>
                                <a:cubicBezTo>
                                  <a:pt x="19057" y="3468"/>
                                  <a:pt x="6480" y="3870"/>
                                  <a:pt x="6878" y="0"/>
                                </a:cubicBezTo>
                                <a:close/>
                              </a:path>
                            </a:pathLst>
                          </a:custGeom>
                          <a:solidFill>
                            <a:srgbClr val="D8D6D6">
                              <a:alpha val="47000"/>
                            </a:srgbClr>
                          </a:solidFill>
                          <a:ln w="4839" cap="flat">
                            <a:noFill/>
                            <a:prstDash val="solid"/>
                            <a:miter/>
                          </a:ln>
                        </p:spPr>
                        <p:txBody>
                          <a:bodyPr rtlCol="0" anchor="ctr"/>
                          <a:lstStyle/>
                          <a:p>
                            <a:endParaRPr lang="vi-VN"/>
                          </a:p>
                        </p:txBody>
                      </p:sp>
                      <p:sp>
                        <p:nvSpPr>
                          <p:cNvPr id="1077" name="Freeform: Shape 1076">
                            <a:extLst>
                              <a:ext uri="{FF2B5EF4-FFF2-40B4-BE49-F238E27FC236}">
                                <a16:creationId xmlns:a16="http://schemas.microsoft.com/office/drawing/2014/main" id="{1DF19020-0357-ED94-6CCA-5151B6F831B8}"/>
                              </a:ext>
                            </a:extLst>
                          </p:cNvPr>
                          <p:cNvSpPr/>
                          <p:nvPr/>
                        </p:nvSpPr>
                        <p:spPr>
                          <a:xfrm>
                            <a:off x="1375903" y="5189555"/>
                            <a:ext cx="167416" cy="243247"/>
                          </a:xfrm>
                          <a:custGeom>
                            <a:avLst/>
                            <a:gdLst>
                              <a:gd name="connsiteX0" fmla="*/ 162511 w 167416"/>
                              <a:gd name="connsiteY0" fmla="*/ 220528 h 243247"/>
                              <a:gd name="connsiteX1" fmla="*/ 34707 w 167416"/>
                              <a:gd name="connsiteY1" fmla="*/ 238481 h 243247"/>
                              <a:gd name="connsiteX2" fmla="*/ 73179 w 167416"/>
                              <a:gd name="connsiteY2" fmla="*/ 14477 h 243247"/>
                              <a:gd name="connsiteX3" fmla="*/ 88570 w 167416"/>
                              <a:gd name="connsiteY3" fmla="*/ 2506 h 243247"/>
                              <a:gd name="connsiteX4" fmla="*/ 57439 w 167416"/>
                              <a:gd name="connsiteY4" fmla="*/ 9562 h 243247"/>
                              <a:gd name="connsiteX5" fmla="*/ 85 w 167416"/>
                              <a:gd name="connsiteY5" fmla="*/ 213472 h 243247"/>
                              <a:gd name="connsiteX6" fmla="*/ 25350 w 167416"/>
                              <a:gd name="connsiteY6" fmla="*/ 242970 h 243247"/>
                              <a:gd name="connsiteX7" fmla="*/ 167417 w 167416"/>
                              <a:gd name="connsiteY7" fmla="*/ 223981 h 243247"/>
                              <a:gd name="connsiteX8" fmla="*/ 162511 w 167416"/>
                              <a:gd name="connsiteY8" fmla="*/ 220528 h 24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416" h="243247">
                                <a:moveTo>
                                  <a:pt x="162511" y="220528"/>
                                </a:moveTo>
                                <a:cubicBezTo>
                                  <a:pt x="125419" y="226945"/>
                                  <a:pt x="58340" y="238026"/>
                                  <a:pt x="34707" y="238481"/>
                                </a:cubicBezTo>
                                <a:cubicBezTo>
                                  <a:pt x="1364" y="239120"/>
                                  <a:pt x="68050" y="23456"/>
                                  <a:pt x="73179" y="14477"/>
                                </a:cubicBezTo>
                                <a:cubicBezTo>
                                  <a:pt x="78307" y="5499"/>
                                  <a:pt x="88570" y="2506"/>
                                  <a:pt x="88570" y="2506"/>
                                </a:cubicBezTo>
                                <a:cubicBezTo>
                                  <a:pt x="88570" y="2506"/>
                                  <a:pt x="71256" y="-6473"/>
                                  <a:pt x="57439" y="9562"/>
                                </a:cubicBezTo>
                                <a:cubicBezTo>
                                  <a:pt x="43623" y="25592"/>
                                  <a:pt x="1364" y="193592"/>
                                  <a:pt x="85" y="213472"/>
                                </a:cubicBezTo>
                                <a:cubicBezTo>
                                  <a:pt x="-1198" y="233347"/>
                                  <a:pt x="12270" y="239764"/>
                                  <a:pt x="25350" y="242970"/>
                                </a:cubicBezTo>
                                <a:cubicBezTo>
                                  <a:pt x="35404" y="245435"/>
                                  <a:pt x="125991" y="230863"/>
                                  <a:pt x="167417" y="223981"/>
                                </a:cubicBezTo>
                                <a:cubicBezTo>
                                  <a:pt x="165790" y="222814"/>
                                  <a:pt x="164143" y="221681"/>
                                  <a:pt x="162511" y="220528"/>
                                </a:cubicBezTo>
                                <a:close/>
                              </a:path>
                            </a:pathLst>
                          </a:custGeom>
                          <a:solidFill>
                            <a:srgbClr val="EAEAEA"/>
                          </a:solidFill>
                          <a:ln w="4839" cap="flat">
                            <a:noFill/>
                            <a:prstDash val="solid"/>
                            <a:miter/>
                          </a:ln>
                        </p:spPr>
                        <p:txBody>
                          <a:bodyPr rtlCol="0" anchor="ctr"/>
                          <a:lstStyle/>
                          <a:p>
                            <a:endParaRPr lang="vi-VN"/>
                          </a:p>
                        </p:txBody>
                      </p:sp>
                    </p:grpSp>
                  </p:grpSp>
                </p:grpSp>
                <p:grpSp>
                  <p:nvGrpSpPr>
                    <p:cNvPr id="1014" name="Graphic 1991">
                      <a:extLst>
                        <a:ext uri="{FF2B5EF4-FFF2-40B4-BE49-F238E27FC236}">
                          <a16:creationId xmlns:a16="http://schemas.microsoft.com/office/drawing/2014/main" id="{DC6BEEE5-506A-B35D-ED71-3A37AEBD9892}"/>
                        </a:ext>
                      </a:extLst>
                    </p:cNvPr>
                    <p:cNvGrpSpPr/>
                    <p:nvPr/>
                  </p:nvGrpSpPr>
                  <p:grpSpPr>
                    <a:xfrm>
                      <a:off x="2112384" y="5615911"/>
                      <a:ext cx="648876" cy="295332"/>
                      <a:chOff x="2112384" y="5615911"/>
                      <a:chExt cx="648876" cy="295332"/>
                    </a:xfrm>
                  </p:grpSpPr>
                  <p:sp>
                    <p:nvSpPr>
                      <p:cNvPr id="1027" name="Freeform: Shape 1026">
                        <a:extLst>
                          <a:ext uri="{FF2B5EF4-FFF2-40B4-BE49-F238E27FC236}">
                            <a16:creationId xmlns:a16="http://schemas.microsoft.com/office/drawing/2014/main" id="{03E5F80D-15FA-A088-D3BF-65180DCB0E4F}"/>
                          </a:ext>
                        </a:extLst>
                      </p:cNvPr>
                      <p:cNvSpPr/>
                      <p:nvPr/>
                    </p:nvSpPr>
                    <p:spPr>
                      <a:xfrm>
                        <a:off x="2112384" y="5615911"/>
                        <a:ext cx="648876" cy="295332"/>
                      </a:xfrm>
                      <a:custGeom>
                        <a:avLst/>
                        <a:gdLst>
                          <a:gd name="connsiteX0" fmla="*/ 648877 w 648876"/>
                          <a:gd name="connsiteY0" fmla="*/ 218855 h 295332"/>
                          <a:gd name="connsiteX1" fmla="*/ 200589 w 648876"/>
                          <a:gd name="connsiteY1" fmla="*/ 0 h 295332"/>
                          <a:gd name="connsiteX2" fmla="*/ 98 w 648876"/>
                          <a:gd name="connsiteY2" fmla="*/ 41930 h 295332"/>
                          <a:gd name="connsiteX3" fmla="*/ 336602 w 648876"/>
                          <a:gd name="connsiteY3" fmla="*/ 295315 h 295332"/>
                          <a:gd name="connsiteX4" fmla="*/ 648877 w 648876"/>
                          <a:gd name="connsiteY4" fmla="*/ 218855 h 295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876" h="295332">
                            <a:moveTo>
                              <a:pt x="648877" y="218855"/>
                            </a:moveTo>
                            <a:cubicBezTo>
                              <a:pt x="647099" y="219437"/>
                              <a:pt x="200589" y="0"/>
                              <a:pt x="200589" y="0"/>
                            </a:cubicBezTo>
                            <a:cubicBezTo>
                              <a:pt x="200589" y="0"/>
                              <a:pt x="6776" y="29338"/>
                              <a:pt x="98" y="41930"/>
                            </a:cubicBezTo>
                            <a:cubicBezTo>
                              <a:pt x="-6580" y="54526"/>
                              <a:pt x="330539" y="297708"/>
                              <a:pt x="336602" y="295315"/>
                            </a:cubicBezTo>
                            <a:cubicBezTo>
                              <a:pt x="342665" y="292923"/>
                              <a:pt x="648877" y="218855"/>
                              <a:pt x="648877" y="218855"/>
                            </a:cubicBezTo>
                            <a:close/>
                          </a:path>
                        </a:pathLst>
                      </a:custGeom>
                      <a:solidFill>
                        <a:srgbClr val="D8D6D6"/>
                      </a:solidFill>
                      <a:ln w="4839" cap="flat">
                        <a:noFill/>
                        <a:prstDash val="solid"/>
                        <a:miter/>
                      </a:ln>
                    </p:spPr>
                    <p:txBody>
                      <a:bodyPr rtlCol="0" anchor="ctr"/>
                      <a:lstStyle/>
                      <a:p>
                        <a:endParaRPr lang="vi-VN"/>
                      </a:p>
                    </p:txBody>
                  </p:sp>
                  <p:sp>
                    <p:nvSpPr>
                      <p:cNvPr id="1028" name="Freeform: Shape 1027">
                        <a:extLst>
                          <a:ext uri="{FF2B5EF4-FFF2-40B4-BE49-F238E27FC236}">
                            <a16:creationId xmlns:a16="http://schemas.microsoft.com/office/drawing/2014/main" id="{62340842-582D-8681-1548-9393907CF966}"/>
                          </a:ext>
                        </a:extLst>
                      </p:cNvPr>
                      <p:cNvSpPr/>
                      <p:nvPr/>
                    </p:nvSpPr>
                    <p:spPr>
                      <a:xfrm>
                        <a:off x="2112388" y="5652334"/>
                        <a:ext cx="648871" cy="258909"/>
                      </a:xfrm>
                      <a:custGeom>
                        <a:avLst/>
                        <a:gdLst>
                          <a:gd name="connsiteX0" fmla="*/ 648872 w 648871"/>
                          <a:gd name="connsiteY0" fmla="*/ 182432 h 258909"/>
                          <a:gd name="connsiteX1" fmla="*/ 619834 w 648871"/>
                          <a:gd name="connsiteY1" fmla="*/ 168731 h 258909"/>
                          <a:gd name="connsiteX2" fmla="*/ 336587 w 648871"/>
                          <a:gd name="connsiteY2" fmla="*/ 228619 h 258909"/>
                          <a:gd name="connsiteX3" fmla="*/ 12394 w 648871"/>
                          <a:gd name="connsiteY3" fmla="*/ 1225 h 258909"/>
                          <a:gd name="connsiteX4" fmla="*/ 10902 w 648871"/>
                          <a:gd name="connsiteY4" fmla="*/ 0 h 258909"/>
                          <a:gd name="connsiteX5" fmla="*/ 98 w 648871"/>
                          <a:gd name="connsiteY5" fmla="*/ 5506 h 258909"/>
                          <a:gd name="connsiteX6" fmla="*/ 336602 w 648871"/>
                          <a:gd name="connsiteY6" fmla="*/ 258892 h 258909"/>
                          <a:gd name="connsiteX7" fmla="*/ 648872 w 648871"/>
                          <a:gd name="connsiteY7" fmla="*/ 182432 h 258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8871" h="258909">
                            <a:moveTo>
                              <a:pt x="648872" y="182432"/>
                            </a:moveTo>
                            <a:cubicBezTo>
                              <a:pt x="648601" y="182519"/>
                              <a:pt x="637825" y="177415"/>
                              <a:pt x="619834" y="168731"/>
                            </a:cubicBezTo>
                            <a:lnTo>
                              <a:pt x="336587" y="228619"/>
                            </a:lnTo>
                            <a:lnTo>
                              <a:pt x="12394" y="1225"/>
                            </a:lnTo>
                            <a:lnTo>
                              <a:pt x="10902" y="0"/>
                            </a:lnTo>
                            <a:cubicBezTo>
                              <a:pt x="4815" y="2044"/>
                              <a:pt x="945" y="3908"/>
                              <a:pt x="98" y="5506"/>
                            </a:cubicBezTo>
                            <a:cubicBezTo>
                              <a:pt x="-6580" y="18103"/>
                              <a:pt x="330539" y="261284"/>
                              <a:pt x="336602" y="258892"/>
                            </a:cubicBezTo>
                            <a:cubicBezTo>
                              <a:pt x="342665" y="256499"/>
                              <a:pt x="648872" y="182432"/>
                              <a:pt x="648872" y="182432"/>
                            </a:cubicBezTo>
                            <a:close/>
                          </a:path>
                        </a:pathLst>
                      </a:custGeom>
                      <a:solidFill>
                        <a:srgbClr val="EAEAEA"/>
                      </a:solidFill>
                      <a:ln w="4839" cap="flat">
                        <a:noFill/>
                        <a:prstDash val="solid"/>
                        <a:miter/>
                      </a:ln>
                    </p:spPr>
                    <p:txBody>
                      <a:bodyPr rtlCol="0" anchor="ctr"/>
                      <a:lstStyle/>
                      <a:p>
                        <a:endParaRPr lang="vi-VN"/>
                      </a:p>
                    </p:txBody>
                  </p:sp>
                  <p:sp>
                    <p:nvSpPr>
                      <p:cNvPr id="1029" name="Freeform: Shape 1028">
                        <a:extLst>
                          <a:ext uri="{FF2B5EF4-FFF2-40B4-BE49-F238E27FC236}">
                            <a16:creationId xmlns:a16="http://schemas.microsoft.com/office/drawing/2014/main" id="{F961C765-815F-E18D-14AE-5CDBF09EE118}"/>
                          </a:ext>
                        </a:extLst>
                      </p:cNvPr>
                      <p:cNvSpPr/>
                      <p:nvPr/>
                    </p:nvSpPr>
                    <p:spPr>
                      <a:xfrm>
                        <a:off x="2174858" y="5643186"/>
                        <a:ext cx="467740" cy="207610"/>
                      </a:xfrm>
                      <a:custGeom>
                        <a:avLst/>
                        <a:gdLst>
                          <a:gd name="connsiteX0" fmla="*/ 467039 w 467740"/>
                          <a:gd name="connsiteY0" fmla="*/ 159845 h 207610"/>
                          <a:gd name="connsiteX1" fmla="*/ 373383 w 467740"/>
                          <a:gd name="connsiteY1" fmla="*/ 115024 h 207610"/>
                          <a:gd name="connsiteX2" fmla="*/ 377078 w 467740"/>
                          <a:gd name="connsiteY2" fmla="*/ 113372 h 207610"/>
                          <a:gd name="connsiteX3" fmla="*/ 376739 w 467740"/>
                          <a:gd name="connsiteY3" fmla="*/ 111517 h 207610"/>
                          <a:gd name="connsiteX4" fmla="*/ 368898 w 467740"/>
                          <a:gd name="connsiteY4" fmla="*/ 112878 h 207610"/>
                          <a:gd name="connsiteX5" fmla="*/ 343032 w 467740"/>
                          <a:gd name="connsiteY5" fmla="*/ 100500 h 207610"/>
                          <a:gd name="connsiteX6" fmla="*/ 325341 w 467740"/>
                          <a:gd name="connsiteY6" fmla="*/ 92083 h 207610"/>
                          <a:gd name="connsiteX7" fmla="*/ 325946 w 467740"/>
                          <a:gd name="connsiteY7" fmla="*/ 91889 h 207610"/>
                          <a:gd name="connsiteX8" fmla="*/ 325423 w 467740"/>
                          <a:gd name="connsiteY8" fmla="*/ 90097 h 207610"/>
                          <a:gd name="connsiteX9" fmla="*/ 322169 w 467740"/>
                          <a:gd name="connsiteY9" fmla="*/ 90577 h 207610"/>
                          <a:gd name="connsiteX10" fmla="*/ 275270 w 467740"/>
                          <a:gd name="connsiteY10" fmla="*/ 68261 h 207610"/>
                          <a:gd name="connsiteX11" fmla="*/ 277828 w 467740"/>
                          <a:gd name="connsiteY11" fmla="*/ 67626 h 207610"/>
                          <a:gd name="connsiteX12" fmla="*/ 296376 w 467740"/>
                          <a:gd name="connsiteY12" fmla="*/ 64043 h 207610"/>
                          <a:gd name="connsiteX13" fmla="*/ 296172 w 467740"/>
                          <a:gd name="connsiteY13" fmla="*/ 61979 h 207610"/>
                          <a:gd name="connsiteX14" fmla="*/ 279489 w 467740"/>
                          <a:gd name="connsiteY14" fmla="*/ 64609 h 207610"/>
                          <a:gd name="connsiteX15" fmla="*/ 271488 w 467740"/>
                          <a:gd name="connsiteY15" fmla="*/ 66464 h 207610"/>
                          <a:gd name="connsiteX16" fmla="*/ 223839 w 467740"/>
                          <a:gd name="connsiteY16" fmla="*/ 43789 h 207610"/>
                          <a:gd name="connsiteX17" fmla="*/ 240910 w 467740"/>
                          <a:gd name="connsiteY17" fmla="*/ 39005 h 207610"/>
                          <a:gd name="connsiteX18" fmla="*/ 240508 w 467740"/>
                          <a:gd name="connsiteY18" fmla="*/ 37324 h 207610"/>
                          <a:gd name="connsiteX19" fmla="*/ 219616 w 467740"/>
                          <a:gd name="connsiteY19" fmla="*/ 41780 h 207610"/>
                          <a:gd name="connsiteX20" fmla="*/ 219345 w 467740"/>
                          <a:gd name="connsiteY20" fmla="*/ 41649 h 207610"/>
                          <a:gd name="connsiteX21" fmla="*/ 183483 w 467740"/>
                          <a:gd name="connsiteY21" fmla="*/ 24505 h 207610"/>
                          <a:gd name="connsiteX22" fmla="*/ 185590 w 467740"/>
                          <a:gd name="connsiteY22" fmla="*/ 23754 h 207610"/>
                          <a:gd name="connsiteX23" fmla="*/ 185343 w 467740"/>
                          <a:gd name="connsiteY23" fmla="*/ 22253 h 207610"/>
                          <a:gd name="connsiteX24" fmla="*/ 180587 w 467740"/>
                          <a:gd name="connsiteY24" fmla="*/ 23110 h 207610"/>
                          <a:gd name="connsiteX25" fmla="*/ 150086 w 467740"/>
                          <a:gd name="connsiteY25" fmla="*/ 8432 h 207610"/>
                          <a:gd name="connsiteX26" fmla="*/ 152222 w 467740"/>
                          <a:gd name="connsiteY26" fmla="*/ 7671 h 207610"/>
                          <a:gd name="connsiteX27" fmla="*/ 151820 w 467740"/>
                          <a:gd name="connsiteY27" fmla="*/ 5991 h 207610"/>
                          <a:gd name="connsiteX28" fmla="*/ 123760 w 467740"/>
                          <a:gd name="connsiteY28" fmla="*/ 13541 h 207610"/>
                          <a:gd name="connsiteX29" fmla="*/ 110215 w 467740"/>
                          <a:gd name="connsiteY29" fmla="*/ 16756 h 207610"/>
                          <a:gd name="connsiteX30" fmla="*/ 90185 w 467740"/>
                          <a:gd name="connsiteY30" fmla="*/ 349 h 207610"/>
                          <a:gd name="connsiteX31" fmla="*/ 88654 w 467740"/>
                          <a:gd name="connsiteY31" fmla="*/ 1826 h 207610"/>
                          <a:gd name="connsiteX32" fmla="*/ 106660 w 467740"/>
                          <a:gd name="connsiteY32" fmla="*/ 17531 h 207610"/>
                          <a:gd name="connsiteX33" fmla="*/ 94325 w 467740"/>
                          <a:gd name="connsiteY33" fmla="*/ 20098 h 207610"/>
                          <a:gd name="connsiteX34" fmla="*/ 76978 w 467740"/>
                          <a:gd name="connsiteY34" fmla="*/ 23139 h 207610"/>
                          <a:gd name="connsiteX35" fmla="*/ 52308 w 467740"/>
                          <a:gd name="connsiteY35" fmla="*/ 5255 h 207610"/>
                          <a:gd name="connsiteX36" fmla="*/ 51277 w 467740"/>
                          <a:gd name="connsiteY36" fmla="*/ 6388 h 207610"/>
                          <a:gd name="connsiteX37" fmla="*/ 73612 w 467740"/>
                          <a:gd name="connsiteY37" fmla="*/ 23653 h 207610"/>
                          <a:gd name="connsiteX38" fmla="*/ 37102 w 467740"/>
                          <a:gd name="connsiteY38" fmla="*/ 28200 h 207610"/>
                          <a:gd name="connsiteX39" fmla="*/ 36995 w 467740"/>
                          <a:gd name="connsiteY39" fmla="*/ 28137 h 207610"/>
                          <a:gd name="connsiteX40" fmla="*/ 1090 w 467740"/>
                          <a:gd name="connsiteY40" fmla="*/ 4620 h 207610"/>
                          <a:gd name="connsiteX41" fmla="*/ 233 w 467740"/>
                          <a:gd name="connsiteY41" fmla="*/ 5792 h 207610"/>
                          <a:gd name="connsiteX42" fmla="*/ 31542 w 467740"/>
                          <a:gd name="connsiteY42" fmla="*/ 26936 h 207610"/>
                          <a:gd name="connsiteX43" fmla="*/ 34849 w 467740"/>
                          <a:gd name="connsiteY43" fmla="*/ 28888 h 207610"/>
                          <a:gd name="connsiteX44" fmla="*/ 35649 w 467740"/>
                          <a:gd name="connsiteY44" fmla="*/ 30370 h 207610"/>
                          <a:gd name="connsiteX45" fmla="*/ 37140 w 467740"/>
                          <a:gd name="connsiteY45" fmla="*/ 30239 h 207610"/>
                          <a:gd name="connsiteX46" fmla="*/ 62672 w 467740"/>
                          <a:gd name="connsiteY46" fmla="*/ 44981 h 207610"/>
                          <a:gd name="connsiteX47" fmla="*/ 74101 w 467740"/>
                          <a:gd name="connsiteY47" fmla="*/ 51519 h 207610"/>
                          <a:gd name="connsiteX48" fmla="*/ 60396 w 467740"/>
                          <a:gd name="connsiteY48" fmla="*/ 55272 h 207610"/>
                          <a:gd name="connsiteX49" fmla="*/ 60832 w 467740"/>
                          <a:gd name="connsiteY49" fmla="*/ 57282 h 207610"/>
                          <a:gd name="connsiteX50" fmla="*/ 76896 w 467740"/>
                          <a:gd name="connsiteY50" fmla="*/ 53117 h 207610"/>
                          <a:gd name="connsiteX51" fmla="*/ 95546 w 467740"/>
                          <a:gd name="connsiteY51" fmla="*/ 64207 h 207610"/>
                          <a:gd name="connsiteX52" fmla="*/ 111164 w 467740"/>
                          <a:gd name="connsiteY52" fmla="*/ 74227 h 207610"/>
                          <a:gd name="connsiteX53" fmla="*/ 93144 w 467740"/>
                          <a:gd name="connsiteY53" fmla="*/ 80755 h 207610"/>
                          <a:gd name="connsiteX54" fmla="*/ 94044 w 467740"/>
                          <a:gd name="connsiteY54" fmla="*/ 82567 h 207610"/>
                          <a:gd name="connsiteX55" fmla="*/ 113731 w 467740"/>
                          <a:gd name="connsiteY55" fmla="*/ 75917 h 207610"/>
                          <a:gd name="connsiteX56" fmla="*/ 128012 w 467740"/>
                          <a:gd name="connsiteY56" fmla="*/ 85390 h 207610"/>
                          <a:gd name="connsiteX57" fmla="*/ 151568 w 467740"/>
                          <a:gd name="connsiteY57" fmla="*/ 100640 h 207610"/>
                          <a:gd name="connsiteX58" fmla="*/ 128792 w 467740"/>
                          <a:gd name="connsiteY58" fmla="*/ 105125 h 207610"/>
                          <a:gd name="connsiteX59" fmla="*/ 129107 w 467740"/>
                          <a:gd name="connsiteY59" fmla="*/ 107013 h 207610"/>
                          <a:gd name="connsiteX60" fmla="*/ 154692 w 467740"/>
                          <a:gd name="connsiteY60" fmla="*/ 102543 h 207610"/>
                          <a:gd name="connsiteX61" fmla="*/ 161152 w 467740"/>
                          <a:gd name="connsiteY61" fmla="*/ 106403 h 207610"/>
                          <a:gd name="connsiteX62" fmla="*/ 196244 w 467740"/>
                          <a:gd name="connsiteY62" fmla="*/ 125998 h 207610"/>
                          <a:gd name="connsiteX63" fmla="*/ 200864 w 467740"/>
                          <a:gd name="connsiteY63" fmla="*/ 128550 h 207610"/>
                          <a:gd name="connsiteX64" fmla="*/ 184282 w 467740"/>
                          <a:gd name="connsiteY64" fmla="*/ 135528 h 207610"/>
                          <a:gd name="connsiteX65" fmla="*/ 185260 w 467740"/>
                          <a:gd name="connsiteY65" fmla="*/ 137379 h 207610"/>
                          <a:gd name="connsiteX66" fmla="*/ 203721 w 467740"/>
                          <a:gd name="connsiteY66" fmla="*/ 130134 h 207610"/>
                          <a:gd name="connsiteX67" fmla="*/ 243850 w 467740"/>
                          <a:gd name="connsiteY67" fmla="*/ 152304 h 207610"/>
                          <a:gd name="connsiteX68" fmla="*/ 233098 w 467740"/>
                          <a:gd name="connsiteY68" fmla="*/ 156062 h 207610"/>
                          <a:gd name="connsiteX69" fmla="*/ 234217 w 467740"/>
                          <a:gd name="connsiteY69" fmla="*/ 158503 h 207610"/>
                          <a:gd name="connsiteX70" fmla="*/ 247031 w 467740"/>
                          <a:gd name="connsiteY70" fmla="*/ 154062 h 207610"/>
                          <a:gd name="connsiteX71" fmla="*/ 267129 w 467740"/>
                          <a:gd name="connsiteY71" fmla="*/ 165167 h 207610"/>
                          <a:gd name="connsiteX72" fmla="*/ 299233 w 467740"/>
                          <a:gd name="connsiteY72" fmla="*/ 182882 h 207610"/>
                          <a:gd name="connsiteX73" fmla="*/ 273270 w 467740"/>
                          <a:gd name="connsiteY73" fmla="*/ 189633 h 207610"/>
                          <a:gd name="connsiteX74" fmla="*/ 273624 w 467740"/>
                          <a:gd name="connsiteY74" fmla="*/ 192186 h 207610"/>
                          <a:gd name="connsiteX75" fmla="*/ 302914 w 467740"/>
                          <a:gd name="connsiteY75" fmla="*/ 184912 h 207610"/>
                          <a:gd name="connsiteX76" fmla="*/ 306933 w 467740"/>
                          <a:gd name="connsiteY76" fmla="*/ 187130 h 207610"/>
                          <a:gd name="connsiteX77" fmla="*/ 344906 w 467740"/>
                          <a:gd name="connsiteY77" fmla="*/ 207518 h 207610"/>
                          <a:gd name="connsiteX78" fmla="*/ 345613 w 467740"/>
                          <a:gd name="connsiteY78" fmla="*/ 206080 h 207610"/>
                          <a:gd name="connsiteX79" fmla="*/ 309815 w 467740"/>
                          <a:gd name="connsiteY79" fmla="*/ 185774 h 207610"/>
                          <a:gd name="connsiteX80" fmla="*/ 306575 w 467740"/>
                          <a:gd name="connsiteY80" fmla="*/ 183987 h 207610"/>
                          <a:gd name="connsiteX81" fmla="*/ 340015 w 467740"/>
                          <a:gd name="connsiteY81" fmla="*/ 175240 h 207610"/>
                          <a:gd name="connsiteX82" fmla="*/ 361309 w 467740"/>
                          <a:gd name="connsiteY82" fmla="*/ 186611 h 207610"/>
                          <a:gd name="connsiteX83" fmla="*/ 362404 w 467740"/>
                          <a:gd name="connsiteY83" fmla="*/ 184912 h 207610"/>
                          <a:gd name="connsiteX84" fmla="*/ 343657 w 467740"/>
                          <a:gd name="connsiteY84" fmla="*/ 174252 h 207610"/>
                          <a:gd name="connsiteX85" fmla="*/ 393553 w 467740"/>
                          <a:gd name="connsiteY85" fmla="*/ 160343 h 207610"/>
                          <a:gd name="connsiteX86" fmla="*/ 415807 w 467740"/>
                          <a:gd name="connsiteY86" fmla="*/ 170276 h 207610"/>
                          <a:gd name="connsiteX87" fmla="*/ 416654 w 467740"/>
                          <a:gd name="connsiteY87" fmla="*/ 168421 h 207610"/>
                          <a:gd name="connsiteX88" fmla="*/ 397684 w 467740"/>
                          <a:gd name="connsiteY88" fmla="*/ 159167 h 207610"/>
                          <a:gd name="connsiteX89" fmla="*/ 398517 w 467740"/>
                          <a:gd name="connsiteY89" fmla="*/ 158929 h 207610"/>
                          <a:gd name="connsiteX90" fmla="*/ 415869 w 467740"/>
                          <a:gd name="connsiteY90" fmla="*/ 153835 h 207610"/>
                          <a:gd name="connsiteX91" fmla="*/ 433667 w 467740"/>
                          <a:gd name="connsiteY91" fmla="*/ 148169 h 207610"/>
                          <a:gd name="connsiteX92" fmla="*/ 434360 w 467740"/>
                          <a:gd name="connsiteY92" fmla="*/ 146967 h 207610"/>
                          <a:gd name="connsiteX93" fmla="*/ 466042 w 467740"/>
                          <a:gd name="connsiteY93" fmla="*/ 162145 h 207610"/>
                          <a:gd name="connsiteX94" fmla="*/ 467039 w 467740"/>
                          <a:gd name="connsiteY94" fmla="*/ 159845 h 207610"/>
                          <a:gd name="connsiteX95" fmla="*/ 322184 w 467740"/>
                          <a:gd name="connsiteY95" fmla="*/ 93090 h 207610"/>
                          <a:gd name="connsiteX96" fmla="*/ 365503 w 467740"/>
                          <a:gd name="connsiteY96" fmla="*/ 113900 h 207610"/>
                          <a:gd name="connsiteX97" fmla="*/ 362118 w 467740"/>
                          <a:gd name="connsiteY97" fmla="*/ 114922 h 207610"/>
                          <a:gd name="connsiteX98" fmla="*/ 347991 w 467740"/>
                          <a:gd name="connsiteY98" fmla="*/ 118893 h 207610"/>
                          <a:gd name="connsiteX99" fmla="*/ 326290 w 467740"/>
                          <a:gd name="connsiteY99" fmla="*/ 125295 h 207610"/>
                          <a:gd name="connsiteX100" fmla="*/ 283426 w 467740"/>
                          <a:gd name="connsiteY100" fmla="*/ 104660 h 207610"/>
                          <a:gd name="connsiteX101" fmla="*/ 281905 w 467740"/>
                          <a:gd name="connsiteY101" fmla="*/ 103909 h 207610"/>
                          <a:gd name="connsiteX102" fmla="*/ 294172 w 467740"/>
                          <a:gd name="connsiteY102" fmla="*/ 100388 h 207610"/>
                          <a:gd name="connsiteX103" fmla="*/ 322184 w 467740"/>
                          <a:gd name="connsiteY103" fmla="*/ 93090 h 207610"/>
                          <a:gd name="connsiteX104" fmla="*/ 178626 w 467740"/>
                          <a:gd name="connsiteY104" fmla="*/ 55713 h 207610"/>
                          <a:gd name="connsiteX105" fmla="*/ 208317 w 467740"/>
                          <a:gd name="connsiteY105" fmla="*/ 70653 h 207610"/>
                          <a:gd name="connsiteX106" fmla="*/ 227166 w 467740"/>
                          <a:gd name="connsiteY106" fmla="*/ 79976 h 207610"/>
                          <a:gd name="connsiteX107" fmla="*/ 190428 w 467740"/>
                          <a:gd name="connsiteY107" fmla="*/ 91168 h 207610"/>
                          <a:gd name="connsiteX108" fmla="*/ 144691 w 467740"/>
                          <a:gd name="connsiteY108" fmla="*/ 65897 h 207610"/>
                          <a:gd name="connsiteX109" fmla="*/ 178626 w 467740"/>
                          <a:gd name="connsiteY109" fmla="*/ 55713 h 207610"/>
                          <a:gd name="connsiteX110" fmla="*/ 141592 w 467740"/>
                          <a:gd name="connsiteY110" fmla="*/ 64101 h 207610"/>
                          <a:gd name="connsiteX111" fmla="*/ 114607 w 467740"/>
                          <a:gd name="connsiteY111" fmla="*/ 48172 h 207610"/>
                          <a:gd name="connsiteX112" fmla="*/ 109120 w 467740"/>
                          <a:gd name="connsiteY112" fmla="*/ 44666 h 207610"/>
                          <a:gd name="connsiteX113" fmla="*/ 123203 w 467740"/>
                          <a:gd name="connsiteY113" fmla="*/ 40947 h 207610"/>
                          <a:gd name="connsiteX114" fmla="*/ 140638 w 467740"/>
                          <a:gd name="connsiteY114" fmla="*/ 36331 h 207610"/>
                          <a:gd name="connsiteX115" fmla="*/ 142420 w 467740"/>
                          <a:gd name="connsiteY115" fmla="*/ 37242 h 207610"/>
                          <a:gd name="connsiteX116" fmla="*/ 175022 w 467740"/>
                          <a:gd name="connsiteY116" fmla="*/ 53902 h 207610"/>
                          <a:gd name="connsiteX117" fmla="*/ 141592 w 467740"/>
                          <a:gd name="connsiteY117" fmla="*/ 64101 h 207610"/>
                          <a:gd name="connsiteX118" fmla="*/ 196365 w 467740"/>
                          <a:gd name="connsiteY118" fmla="*/ 92548 h 207610"/>
                          <a:gd name="connsiteX119" fmla="*/ 230648 w 467740"/>
                          <a:gd name="connsiteY119" fmla="*/ 81695 h 207610"/>
                          <a:gd name="connsiteX120" fmla="*/ 273972 w 467740"/>
                          <a:gd name="connsiteY120" fmla="*/ 103028 h 207610"/>
                          <a:gd name="connsiteX121" fmla="*/ 269919 w 467740"/>
                          <a:gd name="connsiteY121" fmla="*/ 104171 h 207610"/>
                          <a:gd name="connsiteX122" fmla="*/ 235413 w 467740"/>
                          <a:gd name="connsiteY122" fmla="*/ 115460 h 207610"/>
                          <a:gd name="connsiteX123" fmla="*/ 194103 w 467740"/>
                          <a:gd name="connsiteY123" fmla="*/ 93148 h 207610"/>
                          <a:gd name="connsiteX124" fmla="*/ 196365 w 467740"/>
                          <a:gd name="connsiteY124" fmla="*/ 92548 h 207610"/>
                          <a:gd name="connsiteX125" fmla="*/ 278031 w 467740"/>
                          <a:gd name="connsiteY125" fmla="*/ 105023 h 207610"/>
                          <a:gd name="connsiteX126" fmla="*/ 322353 w 467740"/>
                          <a:gd name="connsiteY126" fmla="*/ 126458 h 207610"/>
                          <a:gd name="connsiteX127" fmla="*/ 319864 w 467740"/>
                          <a:gd name="connsiteY127" fmla="*/ 127189 h 207610"/>
                          <a:gd name="connsiteX128" fmla="*/ 280181 w 467740"/>
                          <a:gd name="connsiteY128" fmla="*/ 139858 h 207610"/>
                          <a:gd name="connsiteX129" fmla="*/ 238789 w 467740"/>
                          <a:gd name="connsiteY129" fmla="*/ 117280 h 207610"/>
                          <a:gd name="connsiteX130" fmla="*/ 278031 w 467740"/>
                          <a:gd name="connsiteY130" fmla="*/ 105023 h 207610"/>
                          <a:gd name="connsiteX131" fmla="*/ 272103 w 467740"/>
                          <a:gd name="connsiteY131" fmla="*/ 69036 h 207610"/>
                          <a:gd name="connsiteX132" fmla="*/ 272684 w 467740"/>
                          <a:gd name="connsiteY132" fmla="*/ 69312 h 207610"/>
                          <a:gd name="connsiteX133" fmla="*/ 318193 w 467740"/>
                          <a:gd name="connsiteY133" fmla="*/ 91172 h 207610"/>
                          <a:gd name="connsiteX134" fmla="*/ 297906 w 467740"/>
                          <a:gd name="connsiteY134" fmla="*/ 96267 h 207610"/>
                          <a:gd name="connsiteX135" fmla="*/ 277871 w 467740"/>
                          <a:gd name="connsiteY135" fmla="*/ 101924 h 207610"/>
                          <a:gd name="connsiteX136" fmla="*/ 234358 w 467740"/>
                          <a:gd name="connsiteY136" fmla="*/ 80470 h 207610"/>
                          <a:gd name="connsiteX137" fmla="*/ 259662 w 467740"/>
                          <a:gd name="connsiteY137" fmla="*/ 72411 h 207610"/>
                          <a:gd name="connsiteX138" fmla="*/ 272103 w 467740"/>
                          <a:gd name="connsiteY138" fmla="*/ 69036 h 207610"/>
                          <a:gd name="connsiteX139" fmla="*/ 220943 w 467740"/>
                          <a:gd name="connsiteY139" fmla="*/ 44477 h 207610"/>
                          <a:gd name="connsiteX140" fmla="*/ 268418 w 467740"/>
                          <a:gd name="connsiteY140" fmla="*/ 67263 h 207610"/>
                          <a:gd name="connsiteX141" fmla="*/ 263754 w 467740"/>
                          <a:gd name="connsiteY141" fmla="*/ 68488 h 207610"/>
                          <a:gd name="connsiteX142" fmla="*/ 232183 w 467740"/>
                          <a:gd name="connsiteY142" fmla="*/ 78344 h 207610"/>
                          <a:gd name="connsiteX143" fmla="*/ 230929 w 467740"/>
                          <a:gd name="connsiteY143" fmla="*/ 78750 h 207610"/>
                          <a:gd name="connsiteX144" fmla="*/ 182776 w 467740"/>
                          <a:gd name="connsiteY144" fmla="*/ 54560 h 207610"/>
                          <a:gd name="connsiteX145" fmla="*/ 207848 w 467740"/>
                          <a:gd name="connsiteY145" fmla="*/ 47693 h 207610"/>
                          <a:gd name="connsiteX146" fmla="*/ 220943 w 467740"/>
                          <a:gd name="connsiteY146" fmla="*/ 44477 h 207610"/>
                          <a:gd name="connsiteX147" fmla="*/ 181091 w 467740"/>
                          <a:gd name="connsiteY147" fmla="*/ 25353 h 207610"/>
                          <a:gd name="connsiteX148" fmla="*/ 216821 w 467740"/>
                          <a:gd name="connsiteY148" fmla="*/ 42501 h 207610"/>
                          <a:gd name="connsiteX149" fmla="*/ 210439 w 467740"/>
                          <a:gd name="connsiteY149" fmla="*/ 44182 h 207610"/>
                          <a:gd name="connsiteX150" fmla="*/ 181740 w 467740"/>
                          <a:gd name="connsiteY150" fmla="*/ 51911 h 207610"/>
                          <a:gd name="connsiteX151" fmla="*/ 179086 w 467740"/>
                          <a:gd name="connsiteY151" fmla="*/ 52700 h 207610"/>
                          <a:gd name="connsiteX152" fmla="*/ 151738 w 467740"/>
                          <a:gd name="connsiteY152" fmla="*/ 38869 h 207610"/>
                          <a:gd name="connsiteX153" fmla="*/ 144643 w 467740"/>
                          <a:gd name="connsiteY153" fmla="*/ 35276 h 207610"/>
                          <a:gd name="connsiteX154" fmla="*/ 154455 w 467740"/>
                          <a:gd name="connsiteY154" fmla="*/ 32680 h 207610"/>
                          <a:gd name="connsiteX155" fmla="*/ 181091 w 467740"/>
                          <a:gd name="connsiteY155" fmla="*/ 25353 h 207610"/>
                          <a:gd name="connsiteX156" fmla="*/ 124012 w 467740"/>
                          <a:gd name="connsiteY156" fmla="*/ 15928 h 207610"/>
                          <a:gd name="connsiteX157" fmla="*/ 148391 w 467740"/>
                          <a:gd name="connsiteY157" fmla="*/ 9032 h 207610"/>
                          <a:gd name="connsiteX158" fmla="*/ 148876 w 467740"/>
                          <a:gd name="connsiteY158" fmla="*/ 9889 h 207610"/>
                          <a:gd name="connsiteX159" fmla="*/ 177555 w 467740"/>
                          <a:gd name="connsiteY159" fmla="*/ 23653 h 207610"/>
                          <a:gd name="connsiteX160" fmla="*/ 153917 w 467740"/>
                          <a:gd name="connsiteY160" fmla="*/ 29978 h 207610"/>
                          <a:gd name="connsiteX161" fmla="*/ 141016 w 467740"/>
                          <a:gd name="connsiteY161" fmla="*/ 33440 h 207610"/>
                          <a:gd name="connsiteX162" fmla="*/ 117847 w 467740"/>
                          <a:gd name="connsiteY162" fmla="*/ 21294 h 207610"/>
                          <a:gd name="connsiteX163" fmla="*/ 113154 w 467740"/>
                          <a:gd name="connsiteY163" fmla="*/ 18510 h 207610"/>
                          <a:gd name="connsiteX164" fmla="*/ 124012 w 467740"/>
                          <a:gd name="connsiteY164" fmla="*/ 15928 h 207610"/>
                          <a:gd name="connsiteX165" fmla="*/ 95570 w 467740"/>
                          <a:gd name="connsiteY165" fmla="*/ 22292 h 207610"/>
                          <a:gd name="connsiteX166" fmla="*/ 109522 w 467740"/>
                          <a:gd name="connsiteY166" fmla="*/ 19367 h 207610"/>
                          <a:gd name="connsiteX167" fmla="*/ 137054 w 467740"/>
                          <a:gd name="connsiteY167" fmla="*/ 34501 h 207610"/>
                          <a:gd name="connsiteX168" fmla="*/ 122777 w 467740"/>
                          <a:gd name="connsiteY168" fmla="*/ 38331 h 207610"/>
                          <a:gd name="connsiteX169" fmla="*/ 106185 w 467740"/>
                          <a:gd name="connsiteY169" fmla="*/ 42792 h 207610"/>
                          <a:gd name="connsiteX170" fmla="*/ 79777 w 467740"/>
                          <a:gd name="connsiteY170" fmla="*/ 25125 h 207610"/>
                          <a:gd name="connsiteX171" fmla="*/ 95570 w 467740"/>
                          <a:gd name="connsiteY171" fmla="*/ 22292 h 207610"/>
                          <a:gd name="connsiteX172" fmla="*/ 76474 w 467740"/>
                          <a:gd name="connsiteY172" fmla="*/ 50855 h 207610"/>
                          <a:gd name="connsiteX173" fmla="*/ 72440 w 467740"/>
                          <a:gd name="connsiteY173" fmla="*/ 48468 h 207610"/>
                          <a:gd name="connsiteX174" fmla="*/ 40152 w 467740"/>
                          <a:gd name="connsiteY174" fmla="*/ 29958 h 207610"/>
                          <a:gd name="connsiteX175" fmla="*/ 76334 w 467740"/>
                          <a:gd name="connsiteY175" fmla="*/ 25638 h 207610"/>
                          <a:gd name="connsiteX176" fmla="*/ 103294 w 467740"/>
                          <a:gd name="connsiteY176" fmla="*/ 43567 h 207610"/>
                          <a:gd name="connsiteX177" fmla="*/ 76474 w 467740"/>
                          <a:gd name="connsiteY177" fmla="*/ 50855 h 207610"/>
                          <a:gd name="connsiteX178" fmla="*/ 113106 w 467740"/>
                          <a:gd name="connsiteY178" fmla="*/ 73539 h 207610"/>
                          <a:gd name="connsiteX179" fmla="*/ 79240 w 467740"/>
                          <a:gd name="connsiteY179" fmla="*/ 52492 h 207610"/>
                          <a:gd name="connsiteX180" fmla="*/ 106248 w 467740"/>
                          <a:gd name="connsiteY180" fmla="*/ 45422 h 207610"/>
                          <a:gd name="connsiteX181" fmla="*/ 139267 w 467740"/>
                          <a:gd name="connsiteY181" fmla="*/ 64846 h 207610"/>
                          <a:gd name="connsiteX182" fmla="*/ 124743 w 467740"/>
                          <a:gd name="connsiteY182" fmla="*/ 69510 h 207610"/>
                          <a:gd name="connsiteX183" fmla="*/ 113106 w 467740"/>
                          <a:gd name="connsiteY183" fmla="*/ 73539 h 207610"/>
                          <a:gd name="connsiteX184" fmla="*/ 154687 w 467740"/>
                          <a:gd name="connsiteY184" fmla="*/ 99928 h 207610"/>
                          <a:gd name="connsiteX185" fmla="*/ 136652 w 467740"/>
                          <a:gd name="connsiteY185" fmla="*/ 88809 h 207610"/>
                          <a:gd name="connsiteX186" fmla="*/ 115721 w 467740"/>
                          <a:gd name="connsiteY186" fmla="*/ 75225 h 207610"/>
                          <a:gd name="connsiteX187" fmla="*/ 142420 w 467740"/>
                          <a:gd name="connsiteY187" fmla="*/ 66614 h 207610"/>
                          <a:gd name="connsiteX188" fmla="*/ 165545 w 467740"/>
                          <a:gd name="connsiteY188" fmla="*/ 79419 h 207610"/>
                          <a:gd name="connsiteX189" fmla="*/ 188142 w 467740"/>
                          <a:gd name="connsiteY189" fmla="*/ 91807 h 207610"/>
                          <a:gd name="connsiteX190" fmla="*/ 167705 w 467740"/>
                          <a:gd name="connsiteY190" fmla="*/ 97061 h 207610"/>
                          <a:gd name="connsiteX191" fmla="*/ 154687 w 467740"/>
                          <a:gd name="connsiteY191" fmla="*/ 99928 h 207610"/>
                          <a:gd name="connsiteX192" fmla="*/ 158038 w 467740"/>
                          <a:gd name="connsiteY192" fmla="*/ 101861 h 207610"/>
                          <a:gd name="connsiteX193" fmla="*/ 191745 w 467740"/>
                          <a:gd name="connsiteY193" fmla="*/ 93778 h 207610"/>
                          <a:gd name="connsiteX194" fmla="*/ 232905 w 467740"/>
                          <a:gd name="connsiteY194" fmla="*/ 116341 h 207610"/>
                          <a:gd name="connsiteX195" fmla="*/ 214666 w 467740"/>
                          <a:gd name="connsiteY195" fmla="*/ 123039 h 207610"/>
                          <a:gd name="connsiteX196" fmla="*/ 203847 w 467740"/>
                          <a:gd name="connsiteY196" fmla="*/ 127344 h 207610"/>
                          <a:gd name="connsiteX197" fmla="*/ 158038 w 467740"/>
                          <a:gd name="connsiteY197" fmla="*/ 101861 h 207610"/>
                          <a:gd name="connsiteX198" fmla="*/ 206729 w 467740"/>
                          <a:gd name="connsiteY198" fmla="*/ 128928 h 207610"/>
                          <a:gd name="connsiteX199" fmla="*/ 236266 w 467740"/>
                          <a:gd name="connsiteY199" fmla="*/ 118181 h 207610"/>
                          <a:gd name="connsiteX200" fmla="*/ 277454 w 467740"/>
                          <a:gd name="connsiteY200" fmla="*/ 140764 h 207610"/>
                          <a:gd name="connsiteX201" fmla="*/ 264660 w 467740"/>
                          <a:gd name="connsiteY201" fmla="*/ 145006 h 207610"/>
                          <a:gd name="connsiteX202" fmla="*/ 247075 w 467740"/>
                          <a:gd name="connsiteY202" fmla="*/ 151157 h 207610"/>
                          <a:gd name="connsiteX203" fmla="*/ 206729 w 467740"/>
                          <a:gd name="connsiteY203" fmla="*/ 128928 h 207610"/>
                          <a:gd name="connsiteX204" fmla="*/ 308691 w 467740"/>
                          <a:gd name="connsiteY204" fmla="*/ 180393 h 207610"/>
                          <a:gd name="connsiteX205" fmla="*/ 302870 w 467740"/>
                          <a:gd name="connsiteY205" fmla="*/ 181909 h 207610"/>
                          <a:gd name="connsiteX206" fmla="*/ 274878 w 467740"/>
                          <a:gd name="connsiteY206" fmla="*/ 166475 h 207610"/>
                          <a:gd name="connsiteX207" fmla="*/ 250271 w 467740"/>
                          <a:gd name="connsiteY207" fmla="*/ 152919 h 207610"/>
                          <a:gd name="connsiteX208" fmla="*/ 280874 w 467740"/>
                          <a:gd name="connsiteY208" fmla="*/ 142643 h 207610"/>
                          <a:gd name="connsiteX209" fmla="*/ 291581 w 467740"/>
                          <a:gd name="connsiteY209" fmla="*/ 148512 h 207610"/>
                          <a:gd name="connsiteX210" fmla="*/ 326223 w 467740"/>
                          <a:gd name="connsiteY210" fmla="*/ 167540 h 207610"/>
                          <a:gd name="connsiteX211" fmla="*/ 336126 w 467740"/>
                          <a:gd name="connsiteY211" fmla="*/ 173046 h 207610"/>
                          <a:gd name="connsiteX212" fmla="*/ 308691 w 467740"/>
                          <a:gd name="connsiteY212" fmla="*/ 180393 h 207610"/>
                          <a:gd name="connsiteX213" fmla="*/ 370540 w 467740"/>
                          <a:gd name="connsiteY213" fmla="*/ 163574 h 207610"/>
                          <a:gd name="connsiteX214" fmla="*/ 339744 w 467740"/>
                          <a:gd name="connsiteY214" fmla="*/ 172073 h 207610"/>
                          <a:gd name="connsiteX215" fmla="*/ 299984 w 467740"/>
                          <a:gd name="connsiteY215" fmla="*/ 150658 h 207610"/>
                          <a:gd name="connsiteX216" fmla="*/ 283624 w 467740"/>
                          <a:gd name="connsiteY216" fmla="*/ 141737 h 207610"/>
                          <a:gd name="connsiteX217" fmla="*/ 326387 w 467740"/>
                          <a:gd name="connsiteY217" fmla="*/ 128409 h 207610"/>
                          <a:gd name="connsiteX218" fmla="*/ 340412 w 467740"/>
                          <a:gd name="connsiteY218" fmla="*/ 135189 h 207610"/>
                          <a:gd name="connsiteX219" fmla="*/ 377998 w 467740"/>
                          <a:gd name="connsiteY219" fmla="*/ 152977 h 207610"/>
                          <a:gd name="connsiteX220" fmla="*/ 389190 w 467740"/>
                          <a:gd name="connsiteY220" fmla="*/ 158256 h 207610"/>
                          <a:gd name="connsiteX221" fmla="*/ 370540 w 467740"/>
                          <a:gd name="connsiteY221" fmla="*/ 163574 h 207610"/>
                          <a:gd name="connsiteX222" fmla="*/ 416988 w 467740"/>
                          <a:gd name="connsiteY222" fmla="*/ 150217 h 207610"/>
                          <a:gd name="connsiteX223" fmla="*/ 401689 w 467740"/>
                          <a:gd name="connsiteY223" fmla="*/ 154687 h 207610"/>
                          <a:gd name="connsiteX224" fmla="*/ 393292 w 467740"/>
                          <a:gd name="connsiteY224" fmla="*/ 157084 h 207610"/>
                          <a:gd name="connsiteX225" fmla="*/ 382822 w 467740"/>
                          <a:gd name="connsiteY225" fmla="*/ 152217 h 207610"/>
                          <a:gd name="connsiteX226" fmla="*/ 350161 w 467740"/>
                          <a:gd name="connsiteY226" fmla="*/ 136788 h 207610"/>
                          <a:gd name="connsiteX227" fmla="*/ 330329 w 467740"/>
                          <a:gd name="connsiteY227" fmla="*/ 127242 h 207610"/>
                          <a:gd name="connsiteX228" fmla="*/ 346747 w 467740"/>
                          <a:gd name="connsiteY228" fmla="*/ 122380 h 207610"/>
                          <a:gd name="connsiteX229" fmla="*/ 362927 w 467740"/>
                          <a:gd name="connsiteY229" fmla="*/ 117789 h 207610"/>
                          <a:gd name="connsiteX230" fmla="*/ 369988 w 467740"/>
                          <a:gd name="connsiteY230" fmla="*/ 116055 h 207610"/>
                          <a:gd name="connsiteX231" fmla="*/ 396246 w 467740"/>
                          <a:gd name="connsiteY231" fmla="*/ 128671 h 207610"/>
                          <a:gd name="connsiteX232" fmla="*/ 432297 w 467740"/>
                          <a:gd name="connsiteY232" fmla="*/ 145946 h 207610"/>
                          <a:gd name="connsiteX233" fmla="*/ 416988 w 467740"/>
                          <a:gd name="connsiteY233" fmla="*/ 150217 h 20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Lst>
                        <a:rect l="l" t="t" r="r" b="b"/>
                        <a:pathLst>
                          <a:path w="467740" h="207610">
                            <a:moveTo>
                              <a:pt x="467039" y="159845"/>
                            </a:moveTo>
                            <a:lnTo>
                              <a:pt x="373383" y="115024"/>
                            </a:lnTo>
                            <a:cubicBezTo>
                              <a:pt x="374681" y="114564"/>
                              <a:pt x="375935" y="114041"/>
                              <a:pt x="377078" y="113372"/>
                            </a:cubicBezTo>
                            <a:cubicBezTo>
                              <a:pt x="377833" y="112927"/>
                              <a:pt x="377809" y="111517"/>
                              <a:pt x="376739" y="111517"/>
                            </a:cubicBezTo>
                            <a:cubicBezTo>
                              <a:pt x="374177" y="111513"/>
                              <a:pt x="371523" y="112123"/>
                              <a:pt x="368898" y="112878"/>
                            </a:cubicBezTo>
                            <a:lnTo>
                              <a:pt x="343032" y="100500"/>
                            </a:lnTo>
                            <a:cubicBezTo>
                              <a:pt x="337138" y="97681"/>
                              <a:pt x="331235" y="94892"/>
                              <a:pt x="325341" y="92083"/>
                            </a:cubicBezTo>
                            <a:cubicBezTo>
                              <a:pt x="325540" y="92010"/>
                              <a:pt x="325748" y="91962"/>
                              <a:pt x="325946" y="91889"/>
                            </a:cubicBezTo>
                            <a:cubicBezTo>
                              <a:pt x="326988" y="91507"/>
                              <a:pt x="326441" y="89996"/>
                              <a:pt x="325423" y="90097"/>
                            </a:cubicBezTo>
                            <a:cubicBezTo>
                              <a:pt x="324339" y="90209"/>
                              <a:pt x="323254" y="90417"/>
                              <a:pt x="322169" y="90577"/>
                            </a:cubicBezTo>
                            <a:cubicBezTo>
                              <a:pt x="306536" y="83133"/>
                              <a:pt x="290908" y="75690"/>
                              <a:pt x="275270" y="68261"/>
                            </a:cubicBezTo>
                            <a:cubicBezTo>
                              <a:pt x="276123" y="68057"/>
                              <a:pt x="276975" y="67825"/>
                              <a:pt x="277828" y="67626"/>
                            </a:cubicBezTo>
                            <a:cubicBezTo>
                              <a:pt x="283959" y="66231"/>
                              <a:pt x="290303" y="65597"/>
                              <a:pt x="296376" y="64043"/>
                            </a:cubicBezTo>
                            <a:cubicBezTo>
                              <a:pt x="297494" y="63757"/>
                              <a:pt x="297398" y="61965"/>
                              <a:pt x="296172" y="61979"/>
                            </a:cubicBezTo>
                            <a:cubicBezTo>
                              <a:pt x="290613" y="62038"/>
                              <a:pt x="284913" y="63447"/>
                              <a:pt x="279489" y="64609"/>
                            </a:cubicBezTo>
                            <a:cubicBezTo>
                              <a:pt x="276810" y="65181"/>
                              <a:pt x="274142" y="65805"/>
                              <a:pt x="271488" y="66464"/>
                            </a:cubicBezTo>
                            <a:cubicBezTo>
                              <a:pt x="255598" y="58914"/>
                              <a:pt x="239733" y="51325"/>
                              <a:pt x="223839" y="43789"/>
                            </a:cubicBezTo>
                            <a:cubicBezTo>
                              <a:pt x="229597" y="42385"/>
                              <a:pt x="235326" y="40893"/>
                              <a:pt x="240910" y="39005"/>
                            </a:cubicBezTo>
                            <a:cubicBezTo>
                              <a:pt x="241845" y="38690"/>
                              <a:pt x="241482" y="37198"/>
                              <a:pt x="240508" y="37324"/>
                            </a:cubicBezTo>
                            <a:cubicBezTo>
                              <a:pt x="233481" y="38230"/>
                              <a:pt x="226522" y="39964"/>
                              <a:pt x="219616" y="41780"/>
                            </a:cubicBezTo>
                            <a:cubicBezTo>
                              <a:pt x="219524" y="41736"/>
                              <a:pt x="219437" y="41692"/>
                              <a:pt x="219345" y="41649"/>
                            </a:cubicBezTo>
                            <a:cubicBezTo>
                              <a:pt x="207373" y="35973"/>
                              <a:pt x="195426" y="30244"/>
                              <a:pt x="183483" y="24505"/>
                            </a:cubicBezTo>
                            <a:cubicBezTo>
                              <a:pt x="184180" y="24244"/>
                              <a:pt x="184902" y="24035"/>
                              <a:pt x="185590" y="23754"/>
                            </a:cubicBezTo>
                            <a:cubicBezTo>
                              <a:pt x="186331" y="23454"/>
                              <a:pt x="186268" y="22127"/>
                              <a:pt x="185343" y="22253"/>
                            </a:cubicBezTo>
                            <a:cubicBezTo>
                              <a:pt x="183754" y="22471"/>
                              <a:pt x="182171" y="22810"/>
                              <a:pt x="180587" y="23110"/>
                            </a:cubicBezTo>
                            <a:cubicBezTo>
                              <a:pt x="170422" y="18219"/>
                              <a:pt x="160256" y="13323"/>
                              <a:pt x="150086" y="8432"/>
                            </a:cubicBezTo>
                            <a:cubicBezTo>
                              <a:pt x="150793" y="8170"/>
                              <a:pt x="151520" y="7947"/>
                              <a:pt x="152222" y="7671"/>
                            </a:cubicBezTo>
                            <a:cubicBezTo>
                              <a:pt x="153108" y="7327"/>
                              <a:pt x="152808" y="5768"/>
                              <a:pt x="151820" y="5991"/>
                            </a:cubicBezTo>
                            <a:cubicBezTo>
                              <a:pt x="142386" y="8126"/>
                              <a:pt x="133146" y="11173"/>
                              <a:pt x="123760" y="13541"/>
                            </a:cubicBezTo>
                            <a:cubicBezTo>
                              <a:pt x="119261" y="14674"/>
                              <a:pt x="114743" y="15739"/>
                              <a:pt x="110215" y="16756"/>
                            </a:cubicBezTo>
                            <a:cubicBezTo>
                              <a:pt x="102883" y="12132"/>
                              <a:pt x="95986" y="6853"/>
                              <a:pt x="90185" y="349"/>
                            </a:cubicBezTo>
                            <a:cubicBezTo>
                              <a:pt x="89269" y="-678"/>
                              <a:pt x="87768" y="789"/>
                              <a:pt x="88654" y="1826"/>
                            </a:cubicBezTo>
                            <a:cubicBezTo>
                              <a:pt x="93914" y="7942"/>
                              <a:pt x="100059" y="13037"/>
                              <a:pt x="106660" y="17531"/>
                            </a:cubicBezTo>
                            <a:cubicBezTo>
                              <a:pt x="102558" y="18427"/>
                              <a:pt x="98447" y="19299"/>
                              <a:pt x="94325" y="20098"/>
                            </a:cubicBezTo>
                            <a:cubicBezTo>
                              <a:pt x="88562" y="21212"/>
                              <a:pt x="82775" y="22205"/>
                              <a:pt x="76978" y="23139"/>
                            </a:cubicBezTo>
                            <a:cubicBezTo>
                              <a:pt x="68697" y="17270"/>
                              <a:pt x="60478" y="11303"/>
                              <a:pt x="52308" y="5255"/>
                            </a:cubicBezTo>
                            <a:cubicBezTo>
                              <a:pt x="51533" y="4683"/>
                              <a:pt x="50507" y="5744"/>
                              <a:pt x="51277" y="6388"/>
                            </a:cubicBezTo>
                            <a:cubicBezTo>
                              <a:pt x="58497" y="12437"/>
                              <a:pt x="65989" y="18137"/>
                              <a:pt x="73612" y="23653"/>
                            </a:cubicBezTo>
                            <a:cubicBezTo>
                              <a:pt x="61490" y="25532"/>
                              <a:pt x="49310" y="27057"/>
                              <a:pt x="37102" y="28200"/>
                            </a:cubicBezTo>
                            <a:cubicBezTo>
                              <a:pt x="37068" y="28181"/>
                              <a:pt x="37029" y="28157"/>
                              <a:pt x="36995" y="28137"/>
                            </a:cubicBezTo>
                            <a:cubicBezTo>
                              <a:pt x="24665" y="20795"/>
                              <a:pt x="12868" y="12795"/>
                              <a:pt x="1090" y="4620"/>
                            </a:cubicBezTo>
                            <a:cubicBezTo>
                              <a:pt x="417" y="4150"/>
                              <a:pt x="-412" y="5264"/>
                              <a:pt x="233" y="5792"/>
                            </a:cubicBezTo>
                            <a:cubicBezTo>
                              <a:pt x="9967" y="13730"/>
                              <a:pt x="20815" y="20427"/>
                              <a:pt x="31542" y="26936"/>
                            </a:cubicBezTo>
                            <a:cubicBezTo>
                              <a:pt x="32636" y="27600"/>
                              <a:pt x="33750" y="28229"/>
                              <a:pt x="34849" y="28888"/>
                            </a:cubicBezTo>
                            <a:cubicBezTo>
                              <a:pt x="34578" y="29498"/>
                              <a:pt x="34849" y="30428"/>
                              <a:pt x="35649" y="30370"/>
                            </a:cubicBezTo>
                            <a:cubicBezTo>
                              <a:pt x="36147" y="30331"/>
                              <a:pt x="36641" y="30278"/>
                              <a:pt x="37140" y="30239"/>
                            </a:cubicBezTo>
                            <a:cubicBezTo>
                              <a:pt x="45591" y="35251"/>
                              <a:pt x="54124" y="40133"/>
                              <a:pt x="62672" y="44981"/>
                            </a:cubicBezTo>
                            <a:cubicBezTo>
                              <a:pt x="66488" y="47146"/>
                              <a:pt x="70295" y="49335"/>
                              <a:pt x="74101" y="51519"/>
                            </a:cubicBezTo>
                            <a:cubicBezTo>
                              <a:pt x="69534" y="52768"/>
                              <a:pt x="64958" y="54003"/>
                              <a:pt x="60396" y="55272"/>
                            </a:cubicBezTo>
                            <a:cubicBezTo>
                              <a:pt x="59127" y="55626"/>
                              <a:pt x="59543" y="57611"/>
                              <a:pt x="60832" y="57282"/>
                            </a:cubicBezTo>
                            <a:cubicBezTo>
                              <a:pt x="66193" y="55911"/>
                              <a:pt x="71539" y="54507"/>
                              <a:pt x="76896" y="53117"/>
                            </a:cubicBezTo>
                            <a:cubicBezTo>
                              <a:pt x="83157" y="56735"/>
                              <a:pt x="89395" y="60401"/>
                              <a:pt x="95546" y="64207"/>
                            </a:cubicBezTo>
                            <a:cubicBezTo>
                              <a:pt x="100805" y="67466"/>
                              <a:pt x="105997" y="70827"/>
                              <a:pt x="111164" y="74227"/>
                            </a:cubicBezTo>
                            <a:cubicBezTo>
                              <a:pt x="105144" y="76358"/>
                              <a:pt x="99134" y="78537"/>
                              <a:pt x="93144" y="80755"/>
                            </a:cubicBezTo>
                            <a:cubicBezTo>
                              <a:pt x="91913" y="81211"/>
                              <a:pt x="92838" y="82983"/>
                              <a:pt x="94044" y="82567"/>
                            </a:cubicBezTo>
                            <a:cubicBezTo>
                              <a:pt x="100587" y="80290"/>
                              <a:pt x="107164" y="78111"/>
                              <a:pt x="113731" y="75917"/>
                            </a:cubicBezTo>
                            <a:cubicBezTo>
                              <a:pt x="118496" y="79065"/>
                              <a:pt x="123252" y="82232"/>
                              <a:pt x="128012" y="85390"/>
                            </a:cubicBezTo>
                            <a:cubicBezTo>
                              <a:pt x="135809" y="90553"/>
                              <a:pt x="143616" y="95715"/>
                              <a:pt x="151568" y="100640"/>
                            </a:cubicBezTo>
                            <a:cubicBezTo>
                              <a:pt x="143994" y="102238"/>
                              <a:pt x="136405" y="103759"/>
                              <a:pt x="128792" y="105125"/>
                            </a:cubicBezTo>
                            <a:cubicBezTo>
                              <a:pt x="127576" y="105343"/>
                              <a:pt x="127887" y="107193"/>
                              <a:pt x="129107" y="107013"/>
                            </a:cubicBezTo>
                            <a:cubicBezTo>
                              <a:pt x="137684" y="105769"/>
                              <a:pt x="146202" y="104229"/>
                              <a:pt x="154692" y="102543"/>
                            </a:cubicBezTo>
                            <a:cubicBezTo>
                              <a:pt x="156837" y="103846"/>
                              <a:pt x="158983" y="105149"/>
                              <a:pt x="161152" y="106403"/>
                            </a:cubicBezTo>
                            <a:cubicBezTo>
                              <a:pt x="172746" y="113111"/>
                              <a:pt x="184524" y="119508"/>
                              <a:pt x="196244" y="125998"/>
                            </a:cubicBezTo>
                            <a:cubicBezTo>
                              <a:pt x="197784" y="126850"/>
                              <a:pt x="199324" y="127697"/>
                              <a:pt x="200864" y="128550"/>
                            </a:cubicBezTo>
                            <a:cubicBezTo>
                              <a:pt x="195314" y="130821"/>
                              <a:pt x="189788" y="133146"/>
                              <a:pt x="184282" y="135528"/>
                            </a:cubicBezTo>
                            <a:cubicBezTo>
                              <a:pt x="183037" y="136066"/>
                              <a:pt x="184030" y="137882"/>
                              <a:pt x="185260" y="137379"/>
                            </a:cubicBezTo>
                            <a:cubicBezTo>
                              <a:pt x="191372" y="134870"/>
                              <a:pt x="197552" y="132511"/>
                              <a:pt x="203721" y="130134"/>
                            </a:cubicBezTo>
                            <a:cubicBezTo>
                              <a:pt x="217093" y="137529"/>
                              <a:pt x="230474" y="144919"/>
                              <a:pt x="243850" y="152304"/>
                            </a:cubicBezTo>
                            <a:cubicBezTo>
                              <a:pt x="240271" y="153568"/>
                              <a:pt x="236672" y="154779"/>
                              <a:pt x="233098" y="156062"/>
                            </a:cubicBezTo>
                            <a:cubicBezTo>
                              <a:pt x="231466" y="156648"/>
                              <a:pt x="232604" y="159075"/>
                              <a:pt x="234217" y="158503"/>
                            </a:cubicBezTo>
                            <a:cubicBezTo>
                              <a:pt x="238474" y="156987"/>
                              <a:pt x="242760" y="155544"/>
                              <a:pt x="247031" y="154062"/>
                            </a:cubicBezTo>
                            <a:cubicBezTo>
                              <a:pt x="253729" y="157762"/>
                              <a:pt x="260427" y="161467"/>
                              <a:pt x="267129" y="165167"/>
                            </a:cubicBezTo>
                            <a:lnTo>
                              <a:pt x="299233" y="182882"/>
                            </a:lnTo>
                            <a:cubicBezTo>
                              <a:pt x="290584" y="185154"/>
                              <a:pt x="281934" y="187425"/>
                              <a:pt x="273270" y="189633"/>
                            </a:cubicBezTo>
                            <a:cubicBezTo>
                              <a:pt x="271682" y="190035"/>
                              <a:pt x="272002" y="192583"/>
                              <a:pt x="273624" y="192186"/>
                            </a:cubicBezTo>
                            <a:cubicBezTo>
                              <a:pt x="283402" y="189813"/>
                              <a:pt x="293160" y="187381"/>
                              <a:pt x="302914" y="184912"/>
                            </a:cubicBezTo>
                            <a:lnTo>
                              <a:pt x="306933" y="187130"/>
                            </a:lnTo>
                            <a:cubicBezTo>
                              <a:pt x="319501" y="194065"/>
                              <a:pt x="331966" y="201300"/>
                              <a:pt x="344906" y="207518"/>
                            </a:cubicBezTo>
                            <a:cubicBezTo>
                              <a:pt x="345856" y="207973"/>
                              <a:pt x="346471" y="206617"/>
                              <a:pt x="345613" y="206080"/>
                            </a:cubicBezTo>
                            <a:cubicBezTo>
                              <a:pt x="334000" y="198796"/>
                              <a:pt x="321815" y="192389"/>
                              <a:pt x="309815" y="185774"/>
                            </a:cubicBezTo>
                            <a:cubicBezTo>
                              <a:pt x="308735" y="185178"/>
                              <a:pt x="307655" y="184582"/>
                              <a:pt x="306575" y="183987"/>
                            </a:cubicBezTo>
                            <a:cubicBezTo>
                              <a:pt x="317738" y="181139"/>
                              <a:pt x="328886" y="178219"/>
                              <a:pt x="340015" y="175240"/>
                            </a:cubicBezTo>
                            <a:cubicBezTo>
                              <a:pt x="347052" y="179149"/>
                              <a:pt x="354118" y="183008"/>
                              <a:pt x="361309" y="186611"/>
                            </a:cubicBezTo>
                            <a:cubicBezTo>
                              <a:pt x="362443" y="187178"/>
                              <a:pt x="363547" y="185590"/>
                              <a:pt x="362404" y="184912"/>
                            </a:cubicBezTo>
                            <a:cubicBezTo>
                              <a:pt x="356224" y="181250"/>
                              <a:pt x="349953" y="177725"/>
                              <a:pt x="343657" y="174252"/>
                            </a:cubicBezTo>
                            <a:cubicBezTo>
                              <a:pt x="360331" y="169763"/>
                              <a:pt x="376966" y="165133"/>
                              <a:pt x="393553" y="160343"/>
                            </a:cubicBezTo>
                            <a:cubicBezTo>
                              <a:pt x="400915" y="163787"/>
                              <a:pt x="408300" y="167167"/>
                              <a:pt x="415807" y="170276"/>
                            </a:cubicBezTo>
                            <a:cubicBezTo>
                              <a:pt x="416872" y="170717"/>
                              <a:pt x="417690" y="168959"/>
                              <a:pt x="416654" y="168421"/>
                            </a:cubicBezTo>
                            <a:cubicBezTo>
                              <a:pt x="410416" y="165167"/>
                              <a:pt x="404062" y="162140"/>
                              <a:pt x="397684" y="159167"/>
                            </a:cubicBezTo>
                            <a:cubicBezTo>
                              <a:pt x="397960" y="159084"/>
                              <a:pt x="398241" y="159012"/>
                              <a:pt x="398517" y="158929"/>
                            </a:cubicBezTo>
                            <a:cubicBezTo>
                              <a:pt x="404305" y="157244"/>
                              <a:pt x="410087" y="155549"/>
                              <a:pt x="415869" y="153835"/>
                            </a:cubicBezTo>
                            <a:cubicBezTo>
                              <a:pt x="421734" y="152096"/>
                              <a:pt x="428112" y="150745"/>
                              <a:pt x="433667" y="148169"/>
                            </a:cubicBezTo>
                            <a:cubicBezTo>
                              <a:pt x="434156" y="147941"/>
                              <a:pt x="434350" y="147447"/>
                              <a:pt x="434360" y="146967"/>
                            </a:cubicBezTo>
                            <a:cubicBezTo>
                              <a:pt x="444922" y="152028"/>
                              <a:pt x="455479" y="157089"/>
                              <a:pt x="466042" y="162145"/>
                            </a:cubicBezTo>
                            <a:cubicBezTo>
                              <a:pt x="467480" y="162799"/>
                              <a:pt x="468478" y="160532"/>
                              <a:pt x="467039" y="159845"/>
                            </a:cubicBezTo>
                            <a:close/>
                            <a:moveTo>
                              <a:pt x="322184" y="93090"/>
                            </a:moveTo>
                            <a:cubicBezTo>
                              <a:pt x="336620" y="100030"/>
                              <a:pt x="351062" y="106965"/>
                              <a:pt x="365503" y="113900"/>
                            </a:cubicBezTo>
                            <a:cubicBezTo>
                              <a:pt x="364351" y="114263"/>
                              <a:pt x="363217" y="114617"/>
                              <a:pt x="362118" y="114922"/>
                            </a:cubicBezTo>
                            <a:cubicBezTo>
                              <a:pt x="357401" y="116230"/>
                              <a:pt x="352694" y="117552"/>
                              <a:pt x="347991" y="118893"/>
                            </a:cubicBezTo>
                            <a:cubicBezTo>
                              <a:pt x="340742" y="120961"/>
                              <a:pt x="333516" y="123126"/>
                              <a:pt x="326290" y="125295"/>
                            </a:cubicBezTo>
                            <a:cubicBezTo>
                              <a:pt x="311994" y="118438"/>
                              <a:pt x="297679" y="111609"/>
                              <a:pt x="283426" y="104660"/>
                            </a:cubicBezTo>
                            <a:cubicBezTo>
                              <a:pt x="282917" y="104413"/>
                              <a:pt x="282414" y="104156"/>
                              <a:pt x="281905" y="103909"/>
                            </a:cubicBezTo>
                            <a:cubicBezTo>
                              <a:pt x="285997" y="102742"/>
                              <a:pt x="290065" y="101493"/>
                              <a:pt x="294172" y="100388"/>
                            </a:cubicBezTo>
                            <a:cubicBezTo>
                              <a:pt x="303437" y="97894"/>
                              <a:pt x="313040" y="96035"/>
                              <a:pt x="322184" y="93090"/>
                            </a:cubicBezTo>
                            <a:close/>
                            <a:moveTo>
                              <a:pt x="178626" y="55713"/>
                            </a:moveTo>
                            <a:cubicBezTo>
                              <a:pt x="188515" y="60711"/>
                              <a:pt x="198409" y="65689"/>
                              <a:pt x="208317" y="70653"/>
                            </a:cubicBezTo>
                            <a:cubicBezTo>
                              <a:pt x="214584" y="73791"/>
                              <a:pt x="220889" y="76852"/>
                              <a:pt x="227166" y="79976"/>
                            </a:cubicBezTo>
                            <a:cubicBezTo>
                              <a:pt x="214986" y="83961"/>
                              <a:pt x="202758" y="87729"/>
                              <a:pt x="190428" y="91168"/>
                            </a:cubicBezTo>
                            <a:cubicBezTo>
                              <a:pt x="175105" y="82881"/>
                              <a:pt x="159816" y="74527"/>
                              <a:pt x="144691" y="65897"/>
                            </a:cubicBezTo>
                            <a:cubicBezTo>
                              <a:pt x="155966" y="62381"/>
                              <a:pt x="167269" y="58957"/>
                              <a:pt x="178626" y="55713"/>
                            </a:cubicBezTo>
                            <a:close/>
                            <a:moveTo>
                              <a:pt x="141592" y="64101"/>
                            </a:moveTo>
                            <a:cubicBezTo>
                              <a:pt x="132531" y="58899"/>
                              <a:pt x="123518" y="53616"/>
                              <a:pt x="114607" y="48172"/>
                            </a:cubicBezTo>
                            <a:cubicBezTo>
                              <a:pt x="112752" y="47039"/>
                              <a:pt x="110956" y="45824"/>
                              <a:pt x="109120" y="44666"/>
                            </a:cubicBezTo>
                            <a:cubicBezTo>
                              <a:pt x="113813" y="43426"/>
                              <a:pt x="118511" y="42191"/>
                              <a:pt x="123203" y="40947"/>
                            </a:cubicBezTo>
                            <a:cubicBezTo>
                              <a:pt x="129015" y="39407"/>
                              <a:pt x="134826" y="37867"/>
                              <a:pt x="140638" y="36331"/>
                            </a:cubicBezTo>
                            <a:cubicBezTo>
                              <a:pt x="141229" y="36637"/>
                              <a:pt x="141834" y="36937"/>
                              <a:pt x="142420" y="37242"/>
                            </a:cubicBezTo>
                            <a:cubicBezTo>
                              <a:pt x="153263" y="42840"/>
                              <a:pt x="164136" y="48385"/>
                              <a:pt x="175022" y="53902"/>
                            </a:cubicBezTo>
                            <a:cubicBezTo>
                              <a:pt x="163835" y="57146"/>
                              <a:pt x="152692" y="60561"/>
                              <a:pt x="141592" y="64101"/>
                            </a:cubicBezTo>
                            <a:close/>
                            <a:moveTo>
                              <a:pt x="196365" y="92548"/>
                            </a:moveTo>
                            <a:cubicBezTo>
                              <a:pt x="207901" y="89269"/>
                              <a:pt x="219272" y="85482"/>
                              <a:pt x="230648" y="81695"/>
                            </a:cubicBezTo>
                            <a:cubicBezTo>
                              <a:pt x="245065" y="88853"/>
                              <a:pt x="259516" y="95947"/>
                              <a:pt x="273972" y="103028"/>
                            </a:cubicBezTo>
                            <a:cubicBezTo>
                              <a:pt x="272626" y="103425"/>
                              <a:pt x="271265" y="103769"/>
                              <a:pt x="269919" y="104171"/>
                            </a:cubicBezTo>
                            <a:cubicBezTo>
                              <a:pt x="258325" y="107658"/>
                              <a:pt x="246833" y="111445"/>
                              <a:pt x="235413" y="115460"/>
                            </a:cubicBezTo>
                            <a:cubicBezTo>
                              <a:pt x="221679" y="107987"/>
                              <a:pt x="207881" y="100587"/>
                              <a:pt x="194103" y="93148"/>
                            </a:cubicBezTo>
                            <a:cubicBezTo>
                              <a:pt x="194854" y="92940"/>
                              <a:pt x="195614" y="92761"/>
                              <a:pt x="196365" y="92548"/>
                            </a:cubicBezTo>
                            <a:close/>
                            <a:moveTo>
                              <a:pt x="278031" y="105023"/>
                            </a:moveTo>
                            <a:cubicBezTo>
                              <a:pt x="292773" y="112234"/>
                              <a:pt x="307563" y="119344"/>
                              <a:pt x="322353" y="126458"/>
                            </a:cubicBezTo>
                            <a:cubicBezTo>
                              <a:pt x="321525" y="126710"/>
                              <a:pt x="320692" y="126937"/>
                              <a:pt x="319864" y="127189"/>
                            </a:cubicBezTo>
                            <a:cubicBezTo>
                              <a:pt x="306585" y="131247"/>
                              <a:pt x="293368" y="135504"/>
                              <a:pt x="280181" y="139858"/>
                            </a:cubicBezTo>
                            <a:cubicBezTo>
                              <a:pt x="266384" y="132332"/>
                              <a:pt x="252586" y="124806"/>
                              <a:pt x="238789" y="117280"/>
                            </a:cubicBezTo>
                            <a:cubicBezTo>
                              <a:pt x="251768" y="112864"/>
                              <a:pt x="264873" y="108844"/>
                              <a:pt x="278031" y="105023"/>
                            </a:cubicBezTo>
                            <a:close/>
                            <a:moveTo>
                              <a:pt x="272103" y="69036"/>
                            </a:moveTo>
                            <a:cubicBezTo>
                              <a:pt x="272297" y="69128"/>
                              <a:pt x="272491" y="69220"/>
                              <a:pt x="272684" y="69312"/>
                            </a:cubicBezTo>
                            <a:cubicBezTo>
                              <a:pt x="287852" y="76605"/>
                              <a:pt x="303025" y="83884"/>
                              <a:pt x="318193" y="91172"/>
                            </a:cubicBezTo>
                            <a:cubicBezTo>
                              <a:pt x="311360" y="92485"/>
                              <a:pt x="304589" y="94504"/>
                              <a:pt x="297906" y="96267"/>
                            </a:cubicBezTo>
                            <a:cubicBezTo>
                              <a:pt x="291194" y="98040"/>
                              <a:pt x="284535" y="99987"/>
                              <a:pt x="277871" y="101924"/>
                            </a:cubicBezTo>
                            <a:cubicBezTo>
                              <a:pt x="263342" y="94819"/>
                              <a:pt x="248833" y="87676"/>
                              <a:pt x="234358" y="80470"/>
                            </a:cubicBezTo>
                            <a:cubicBezTo>
                              <a:pt x="242760" y="77680"/>
                              <a:pt x="251167" y="74915"/>
                              <a:pt x="259662" y="72411"/>
                            </a:cubicBezTo>
                            <a:cubicBezTo>
                              <a:pt x="263788" y="71195"/>
                              <a:pt x="267938" y="70086"/>
                              <a:pt x="272103" y="69036"/>
                            </a:cubicBezTo>
                            <a:close/>
                            <a:moveTo>
                              <a:pt x="220943" y="44477"/>
                            </a:moveTo>
                            <a:cubicBezTo>
                              <a:pt x="236769" y="52071"/>
                              <a:pt x="252596" y="59660"/>
                              <a:pt x="268418" y="67263"/>
                            </a:cubicBezTo>
                            <a:cubicBezTo>
                              <a:pt x="266863" y="67670"/>
                              <a:pt x="265304" y="68062"/>
                              <a:pt x="263754" y="68488"/>
                            </a:cubicBezTo>
                            <a:cubicBezTo>
                              <a:pt x="253124" y="71428"/>
                              <a:pt x="242649" y="74876"/>
                              <a:pt x="232183" y="78344"/>
                            </a:cubicBezTo>
                            <a:cubicBezTo>
                              <a:pt x="231767" y="78484"/>
                              <a:pt x="231345" y="78615"/>
                              <a:pt x="230929" y="78750"/>
                            </a:cubicBezTo>
                            <a:cubicBezTo>
                              <a:pt x="214855" y="70735"/>
                              <a:pt x="198801" y="62672"/>
                              <a:pt x="182776" y="54560"/>
                            </a:cubicBezTo>
                            <a:cubicBezTo>
                              <a:pt x="191115" y="52206"/>
                              <a:pt x="199465" y="49892"/>
                              <a:pt x="207848" y="47693"/>
                            </a:cubicBezTo>
                            <a:cubicBezTo>
                              <a:pt x="212182" y="46560"/>
                              <a:pt x="216565" y="45528"/>
                              <a:pt x="220943" y="44477"/>
                            </a:cubicBezTo>
                            <a:close/>
                            <a:moveTo>
                              <a:pt x="181091" y="25353"/>
                            </a:moveTo>
                            <a:cubicBezTo>
                              <a:pt x="193004" y="31062"/>
                              <a:pt x="204908" y="36787"/>
                              <a:pt x="216821" y="42501"/>
                            </a:cubicBezTo>
                            <a:cubicBezTo>
                              <a:pt x="214691" y="43068"/>
                              <a:pt x="212560" y="43634"/>
                              <a:pt x="210439" y="44182"/>
                            </a:cubicBezTo>
                            <a:cubicBezTo>
                              <a:pt x="200840" y="46642"/>
                              <a:pt x="191270" y="49199"/>
                              <a:pt x="181740" y="51911"/>
                            </a:cubicBezTo>
                            <a:cubicBezTo>
                              <a:pt x="180848" y="52163"/>
                              <a:pt x="179972" y="52444"/>
                              <a:pt x="179086" y="52700"/>
                            </a:cubicBezTo>
                            <a:cubicBezTo>
                              <a:pt x="169971" y="48080"/>
                              <a:pt x="160828" y="43523"/>
                              <a:pt x="151738" y="38869"/>
                            </a:cubicBezTo>
                            <a:cubicBezTo>
                              <a:pt x="149379" y="37663"/>
                              <a:pt x="147011" y="36467"/>
                              <a:pt x="144643" y="35276"/>
                            </a:cubicBezTo>
                            <a:cubicBezTo>
                              <a:pt x="147912" y="34409"/>
                              <a:pt x="151186" y="33552"/>
                              <a:pt x="154455" y="32680"/>
                            </a:cubicBezTo>
                            <a:cubicBezTo>
                              <a:pt x="163259" y="30316"/>
                              <a:pt x="172417" y="28350"/>
                              <a:pt x="181091" y="25353"/>
                            </a:cubicBezTo>
                            <a:close/>
                            <a:moveTo>
                              <a:pt x="124012" y="15928"/>
                            </a:moveTo>
                            <a:cubicBezTo>
                              <a:pt x="132158" y="13875"/>
                              <a:pt x="140434" y="11817"/>
                              <a:pt x="148391" y="9032"/>
                            </a:cubicBezTo>
                            <a:cubicBezTo>
                              <a:pt x="148391" y="9366"/>
                              <a:pt x="148493" y="9705"/>
                              <a:pt x="148876" y="9889"/>
                            </a:cubicBezTo>
                            <a:cubicBezTo>
                              <a:pt x="158445" y="14456"/>
                              <a:pt x="167990" y="19071"/>
                              <a:pt x="177555" y="23653"/>
                            </a:cubicBezTo>
                            <a:cubicBezTo>
                              <a:pt x="169598" y="25387"/>
                              <a:pt x="161724" y="27905"/>
                              <a:pt x="153917" y="29978"/>
                            </a:cubicBezTo>
                            <a:cubicBezTo>
                              <a:pt x="149617" y="31120"/>
                              <a:pt x="145316" y="32283"/>
                              <a:pt x="141016" y="33440"/>
                            </a:cubicBezTo>
                            <a:cubicBezTo>
                              <a:pt x="133228" y="29513"/>
                              <a:pt x="125446" y="25571"/>
                              <a:pt x="117847" y="21294"/>
                            </a:cubicBezTo>
                            <a:cubicBezTo>
                              <a:pt x="116263" y="20403"/>
                              <a:pt x="114714" y="19449"/>
                              <a:pt x="113154" y="18510"/>
                            </a:cubicBezTo>
                            <a:cubicBezTo>
                              <a:pt x="116782" y="17677"/>
                              <a:pt x="120404" y="16839"/>
                              <a:pt x="124012" y="15928"/>
                            </a:cubicBezTo>
                            <a:close/>
                            <a:moveTo>
                              <a:pt x="95570" y="22292"/>
                            </a:moveTo>
                            <a:cubicBezTo>
                              <a:pt x="100233" y="21377"/>
                              <a:pt x="104883" y="20398"/>
                              <a:pt x="109522" y="19367"/>
                            </a:cubicBezTo>
                            <a:cubicBezTo>
                              <a:pt x="118312" y="25023"/>
                              <a:pt x="127770" y="29779"/>
                              <a:pt x="137054" y="34501"/>
                            </a:cubicBezTo>
                            <a:cubicBezTo>
                              <a:pt x="132298" y="35779"/>
                              <a:pt x="127538" y="37053"/>
                              <a:pt x="122777" y="38331"/>
                            </a:cubicBezTo>
                            <a:cubicBezTo>
                              <a:pt x="117247" y="39813"/>
                              <a:pt x="111716" y="41305"/>
                              <a:pt x="106185" y="42792"/>
                            </a:cubicBezTo>
                            <a:cubicBezTo>
                              <a:pt x="97250" y="37092"/>
                              <a:pt x="88441" y="31212"/>
                              <a:pt x="79777" y="25125"/>
                            </a:cubicBezTo>
                            <a:cubicBezTo>
                              <a:pt x="85056" y="24258"/>
                              <a:pt x="90320" y="23323"/>
                              <a:pt x="95570" y="22292"/>
                            </a:cubicBezTo>
                            <a:close/>
                            <a:moveTo>
                              <a:pt x="76474" y="50855"/>
                            </a:moveTo>
                            <a:cubicBezTo>
                              <a:pt x="75123" y="50071"/>
                              <a:pt x="73801" y="49243"/>
                              <a:pt x="72440" y="48468"/>
                            </a:cubicBezTo>
                            <a:cubicBezTo>
                              <a:pt x="61665" y="42317"/>
                              <a:pt x="50846" y="36254"/>
                              <a:pt x="40152" y="29958"/>
                            </a:cubicBezTo>
                            <a:cubicBezTo>
                              <a:pt x="52269" y="28965"/>
                              <a:pt x="64333" y="27522"/>
                              <a:pt x="76334" y="25638"/>
                            </a:cubicBezTo>
                            <a:cubicBezTo>
                              <a:pt x="85119" y="31895"/>
                              <a:pt x="94141" y="37828"/>
                              <a:pt x="103294" y="43567"/>
                            </a:cubicBezTo>
                            <a:cubicBezTo>
                              <a:pt x="94349" y="45974"/>
                              <a:pt x="85409" y="48410"/>
                              <a:pt x="76474" y="50855"/>
                            </a:cubicBezTo>
                            <a:close/>
                            <a:moveTo>
                              <a:pt x="113106" y="73539"/>
                            </a:moveTo>
                            <a:cubicBezTo>
                              <a:pt x="101933" y="66343"/>
                              <a:pt x="90708" y="59248"/>
                              <a:pt x="79240" y="52492"/>
                            </a:cubicBezTo>
                            <a:cubicBezTo>
                              <a:pt x="88247" y="50148"/>
                              <a:pt x="97250" y="47799"/>
                              <a:pt x="106248" y="45422"/>
                            </a:cubicBezTo>
                            <a:cubicBezTo>
                              <a:pt x="117101" y="52148"/>
                              <a:pt x="128153" y="58570"/>
                              <a:pt x="139267" y="64846"/>
                            </a:cubicBezTo>
                            <a:cubicBezTo>
                              <a:pt x="134424" y="66401"/>
                              <a:pt x="129567" y="67902"/>
                              <a:pt x="124743" y="69510"/>
                            </a:cubicBezTo>
                            <a:cubicBezTo>
                              <a:pt x="120850" y="70808"/>
                              <a:pt x="116980" y="72174"/>
                              <a:pt x="113106" y="73539"/>
                            </a:cubicBezTo>
                            <a:close/>
                            <a:moveTo>
                              <a:pt x="154687" y="99928"/>
                            </a:moveTo>
                            <a:cubicBezTo>
                              <a:pt x="148604" y="96335"/>
                              <a:pt x="142575" y="92654"/>
                              <a:pt x="136652" y="88809"/>
                            </a:cubicBezTo>
                            <a:cubicBezTo>
                              <a:pt x="129669" y="84271"/>
                              <a:pt x="122700" y="79738"/>
                              <a:pt x="115721" y="75225"/>
                            </a:cubicBezTo>
                            <a:cubicBezTo>
                              <a:pt x="124593" y="72275"/>
                              <a:pt x="133499" y="69408"/>
                              <a:pt x="142420" y="66614"/>
                            </a:cubicBezTo>
                            <a:cubicBezTo>
                              <a:pt x="150115" y="70934"/>
                              <a:pt x="157830" y="75200"/>
                              <a:pt x="165545" y="79419"/>
                            </a:cubicBezTo>
                            <a:cubicBezTo>
                              <a:pt x="173080" y="83540"/>
                              <a:pt x="180606" y="87681"/>
                              <a:pt x="188142" y="91807"/>
                            </a:cubicBezTo>
                            <a:cubicBezTo>
                              <a:pt x="181362" y="93667"/>
                              <a:pt x="174567" y="95458"/>
                              <a:pt x="167705" y="97061"/>
                            </a:cubicBezTo>
                            <a:cubicBezTo>
                              <a:pt x="163385" y="98074"/>
                              <a:pt x="159031" y="98994"/>
                              <a:pt x="154687" y="99928"/>
                            </a:cubicBezTo>
                            <a:close/>
                            <a:moveTo>
                              <a:pt x="158038" y="101861"/>
                            </a:moveTo>
                            <a:cubicBezTo>
                              <a:pt x="169356" y="99541"/>
                              <a:pt x="180592" y="96839"/>
                              <a:pt x="191745" y="93778"/>
                            </a:cubicBezTo>
                            <a:cubicBezTo>
                              <a:pt x="205465" y="101294"/>
                              <a:pt x="219185" y="108820"/>
                              <a:pt x="232905" y="116341"/>
                            </a:cubicBezTo>
                            <a:cubicBezTo>
                              <a:pt x="226803" y="118510"/>
                              <a:pt x="220715" y="120724"/>
                              <a:pt x="214666" y="123039"/>
                            </a:cubicBezTo>
                            <a:cubicBezTo>
                              <a:pt x="211039" y="124429"/>
                              <a:pt x="207446" y="125891"/>
                              <a:pt x="203847" y="127344"/>
                            </a:cubicBezTo>
                            <a:cubicBezTo>
                              <a:pt x="188549" y="118937"/>
                              <a:pt x="173134" y="110665"/>
                              <a:pt x="158038" y="101861"/>
                            </a:cubicBezTo>
                            <a:close/>
                            <a:moveTo>
                              <a:pt x="206729" y="128928"/>
                            </a:moveTo>
                            <a:cubicBezTo>
                              <a:pt x="216516" y="125189"/>
                              <a:pt x="226352" y="121591"/>
                              <a:pt x="236266" y="118181"/>
                            </a:cubicBezTo>
                            <a:cubicBezTo>
                              <a:pt x="249995" y="125707"/>
                              <a:pt x="263725" y="133238"/>
                              <a:pt x="277454" y="140764"/>
                            </a:cubicBezTo>
                            <a:cubicBezTo>
                              <a:pt x="273188" y="142178"/>
                              <a:pt x="268912" y="143558"/>
                              <a:pt x="264660" y="145006"/>
                            </a:cubicBezTo>
                            <a:cubicBezTo>
                              <a:pt x="258780" y="147006"/>
                              <a:pt x="252935" y="149098"/>
                              <a:pt x="247075" y="151157"/>
                            </a:cubicBezTo>
                            <a:cubicBezTo>
                              <a:pt x="233626" y="143742"/>
                              <a:pt x="220182" y="136328"/>
                              <a:pt x="206729" y="128928"/>
                            </a:cubicBezTo>
                            <a:close/>
                            <a:moveTo>
                              <a:pt x="308691" y="180393"/>
                            </a:moveTo>
                            <a:cubicBezTo>
                              <a:pt x="306754" y="180906"/>
                              <a:pt x="304807" y="181396"/>
                              <a:pt x="302870" y="181909"/>
                            </a:cubicBezTo>
                            <a:cubicBezTo>
                              <a:pt x="293538" y="176766"/>
                              <a:pt x="284210" y="171618"/>
                              <a:pt x="274878" y="166475"/>
                            </a:cubicBezTo>
                            <a:cubicBezTo>
                              <a:pt x="266679" y="161951"/>
                              <a:pt x="258470" y="157438"/>
                              <a:pt x="250271" y="152919"/>
                            </a:cubicBezTo>
                            <a:cubicBezTo>
                              <a:pt x="260441" y="149408"/>
                              <a:pt x="270645" y="145980"/>
                              <a:pt x="280874" y="142643"/>
                            </a:cubicBezTo>
                            <a:cubicBezTo>
                              <a:pt x="284443" y="144599"/>
                              <a:pt x="288012" y="146556"/>
                              <a:pt x="291581" y="148512"/>
                            </a:cubicBezTo>
                            <a:cubicBezTo>
                              <a:pt x="303132" y="154847"/>
                              <a:pt x="314687" y="161172"/>
                              <a:pt x="326223" y="167540"/>
                            </a:cubicBezTo>
                            <a:cubicBezTo>
                              <a:pt x="329525" y="169366"/>
                              <a:pt x="332828" y="171206"/>
                              <a:pt x="336126" y="173046"/>
                            </a:cubicBezTo>
                            <a:cubicBezTo>
                              <a:pt x="326988" y="175512"/>
                              <a:pt x="317844" y="177962"/>
                              <a:pt x="308691" y="180393"/>
                            </a:cubicBezTo>
                            <a:close/>
                            <a:moveTo>
                              <a:pt x="370540" y="163574"/>
                            </a:moveTo>
                            <a:cubicBezTo>
                              <a:pt x="360287" y="166460"/>
                              <a:pt x="350021" y="169283"/>
                              <a:pt x="339744" y="172073"/>
                            </a:cubicBezTo>
                            <a:cubicBezTo>
                              <a:pt x="326528" y="164857"/>
                              <a:pt x="313181" y="157859"/>
                              <a:pt x="299984" y="150658"/>
                            </a:cubicBezTo>
                            <a:lnTo>
                              <a:pt x="283624" y="141737"/>
                            </a:lnTo>
                            <a:cubicBezTo>
                              <a:pt x="297829" y="137131"/>
                              <a:pt x="312086" y="132691"/>
                              <a:pt x="326387" y="128409"/>
                            </a:cubicBezTo>
                            <a:cubicBezTo>
                              <a:pt x="331065" y="130657"/>
                              <a:pt x="335724" y="132957"/>
                              <a:pt x="340412" y="135189"/>
                            </a:cubicBezTo>
                            <a:cubicBezTo>
                              <a:pt x="352926" y="141156"/>
                              <a:pt x="365455" y="147084"/>
                              <a:pt x="377998" y="152977"/>
                            </a:cubicBezTo>
                            <a:cubicBezTo>
                              <a:pt x="381732" y="154731"/>
                              <a:pt x="385456" y="156493"/>
                              <a:pt x="389190" y="158256"/>
                            </a:cubicBezTo>
                            <a:cubicBezTo>
                              <a:pt x="382972" y="160034"/>
                              <a:pt x="376758" y="161825"/>
                              <a:pt x="370540" y="163574"/>
                            </a:cubicBezTo>
                            <a:close/>
                            <a:moveTo>
                              <a:pt x="416988" y="150217"/>
                            </a:moveTo>
                            <a:cubicBezTo>
                              <a:pt x="411893" y="151718"/>
                              <a:pt x="406794" y="153210"/>
                              <a:pt x="401689" y="154687"/>
                            </a:cubicBezTo>
                            <a:cubicBezTo>
                              <a:pt x="398895" y="155496"/>
                              <a:pt x="396086" y="156280"/>
                              <a:pt x="393292" y="157084"/>
                            </a:cubicBezTo>
                            <a:cubicBezTo>
                              <a:pt x="389800" y="155467"/>
                              <a:pt x="386304" y="153849"/>
                              <a:pt x="382822" y="152217"/>
                            </a:cubicBezTo>
                            <a:cubicBezTo>
                              <a:pt x="371920" y="147098"/>
                              <a:pt x="361033" y="141955"/>
                              <a:pt x="350161" y="136788"/>
                            </a:cubicBezTo>
                            <a:cubicBezTo>
                              <a:pt x="343536" y="133640"/>
                              <a:pt x="336945" y="130410"/>
                              <a:pt x="330329" y="127242"/>
                            </a:cubicBezTo>
                            <a:cubicBezTo>
                              <a:pt x="335802" y="125615"/>
                              <a:pt x="341260" y="123964"/>
                              <a:pt x="346747" y="122380"/>
                            </a:cubicBezTo>
                            <a:cubicBezTo>
                              <a:pt x="352132" y="120826"/>
                              <a:pt x="357527" y="119295"/>
                              <a:pt x="362927" y="117789"/>
                            </a:cubicBezTo>
                            <a:cubicBezTo>
                              <a:pt x="365155" y="117169"/>
                              <a:pt x="367595" y="116675"/>
                              <a:pt x="369988" y="116055"/>
                            </a:cubicBezTo>
                            <a:cubicBezTo>
                              <a:pt x="378739" y="120259"/>
                              <a:pt x="387490" y="124472"/>
                              <a:pt x="396246" y="128671"/>
                            </a:cubicBezTo>
                            <a:cubicBezTo>
                              <a:pt x="408266" y="134429"/>
                              <a:pt x="420281" y="140187"/>
                              <a:pt x="432297" y="145946"/>
                            </a:cubicBezTo>
                            <a:cubicBezTo>
                              <a:pt x="427129" y="146861"/>
                              <a:pt x="422001" y="148740"/>
                              <a:pt x="416988" y="150217"/>
                            </a:cubicBezTo>
                            <a:close/>
                          </a:path>
                        </a:pathLst>
                      </a:custGeom>
                      <a:solidFill>
                        <a:srgbClr val="EAEAEA"/>
                      </a:solidFill>
                      <a:ln w="4839" cap="flat">
                        <a:noFill/>
                        <a:prstDash val="solid"/>
                        <a:miter/>
                      </a:ln>
                    </p:spPr>
                    <p:txBody>
                      <a:bodyPr rtlCol="0" anchor="ctr"/>
                      <a:lstStyle/>
                      <a:p>
                        <a:endParaRPr lang="vi-VN"/>
                      </a:p>
                    </p:txBody>
                  </p:sp>
                  <p:sp>
                    <p:nvSpPr>
                      <p:cNvPr id="1030" name="Freeform: Shape 1029">
                        <a:extLst>
                          <a:ext uri="{FF2B5EF4-FFF2-40B4-BE49-F238E27FC236}">
                            <a16:creationId xmlns:a16="http://schemas.microsoft.com/office/drawing/2014/main" id="{F346A99A-2EAA-7836-4648-E6F6F125B8F7}"/>
                          </a:ext>
                        </a:extLst>
                      </p:cNvPr>
                      <p:cNvSpPr/>
                      <p:nvPr/>
                    </p:nvSpPr>
                    <p:spPr>
                      <a:xfrm>
                        <a:off x="2267160" y="5642662"/>
                        <a:ext cx="44387" cy="16062"/>
                      </a:xfrm>
                      <a:custGeom>
                        <a:avLst/>
                        <a:gdLst>
                          <a:gd name="connsiteX0" fmla="*/ 44064 w 44387"/>
                          <a:gd name="connsiteY0" fmla="*/ 5430 h 16062"/>
                          <a:gd name="connsiteX1" fmla="*/ 37778 w 44387"/>
                          <a:gd name="connsiteY1" fmla="*/ 6645 h 16062"/>
                          <a:gd name="connsiteX2" fmla="*/ 31424 w 44387"/>
                          <a:gd name="connsiteY2" fmla="*/ 8844 h 16062"/>
                          <a:gd name="connsiteX3" fmla="*/ 19443 w 44387"/>
                          <a:gd name="connsiteY3" fmla="*/ 13595 h 16062"/>
                          <a:gd name="connsiteX4" fmla="*/ 19268 w 44387"/>
                          <a:gd name="connsiteY4" fmla="*/ 13483 h 16062"/>
                          <a:gd name="connsiteX5" fmla="*/ 10246 w 44387"/>
                          <a:gd name="connsiteY5" fmla="*/ 7512 h 16062"/>
                          <a:gd name="connsiteX6" fmla="*/ 5815 w 44387"/>
                          <a:gd name="connsiteY6" fmla="*/ 3739 h 16062"/>
                          <a:gd name="connsiteX7" fmla="*/ 3650 w 44387"/>
                          <a:gd name="connsiteY7" fmla="*/ 1928 h 16062"/>
                          <a:gd name="connsiteX8" fmla="*/ 1626 w 44387"/>
                          <a:gd name="connsiteY8" fmla="*/ 107 h 16062"/>
                          <a:gd name="connsiteX9" fmla="*/ 62 w 44387"/>
                          <a:gd name="connsiteY9" fmla="*/ 1236 h 16062"/>
                          <a:gd name="connsiteX10" fmla="*/ 4657 w 44387"/>
                          <a:gd name="connsiteY10" fmla="*/ 6263 h 16062"/>
                          <a:gd name="connsiteX11" fmla="*/ 9166 w 44387"/>
                          <a:gd name="connsiteY11" fmla="*/ 10084 h 16062"/>
                          <a:gd name="connsiteX12" fmla="*/ 18348 w 44387"/>
                          <a:gd name="connsiteY12" fmla="*/ 15968 h 16062"/>
                          <a:gd name="connsiteX13" fmla="*/ 19927 w 44387"/>
                          <a:gd name="connsiteY13" fmla="*/ 15319 h 16062"/>
                          <a:gd name="connsiteX14" fmla="*/ 32020 w 44387"/>
                          <a:gd name="connsiteY14" fmla="*/ 11222 h 16062"/>
                          <a:gd name="connsiteX15" fmla="*/ 38199 w 44387"/>
                          <a:gd name="connsiteY15" fmla="*/ 9125 h 16062"/>
                          <a:gd name="connsiteX16" fmla="*/ 41415 w 44387"/>
                          <a:gd name="connsiteY16" fmla="*/ 8074 h 16062"/>
                          <a:gd name="connsiteX17" fmla="*/ 44301 w 44387"/>
                          <a:gd name="connsiteY17" fmla="*/ 6364 h 16062"/>
                          <a:gd name="connsiteX18" fmla="*/ 44064 w 44387"/>
                          <a:gd name="connsiteY18" fmla="*/ 5430 h 1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4387" h="16062">
                            <a:moveTo>
                              <a:pt x="44064" y="5430"/>
                            </a:moveTo>
                            <a:cubicBezTo>
                              <a:pt x="42330" y="4553"/>
                              <a:pt x="39473" y="6074"/>
                              <a:pt x="37778" y="6645"/>
                            </a:cubicBezTo>
                            <a:cubicBezTo>
                              <a:pt x="35652" y="7362"/>
                              <a:pt x="33536" y="8093"/>
                              <a:pt x="31424" y="8844"/>
                            </a:cubicBezTo>
                            <a:cubicBezTo>
                              <a:pt x="27366" y="10282"/>
                              <a:pt x="23371" y="11832"/>
                              <a:pt x="19443" y="13595"/>
                            </a:cubicBezTo>
                            <a:cubicBezTo>
                              <a:pt x="19380" y="13561"/>
                              <a:pt x="19341" y="13512"/>
                              <a:pt x="19268" y="13483"/>
                            </a:cubicBezTo>
                            <a:cubicBezTo>
                              <a:pt x="15864" y="12161"/>
                              <a:pt x="13007" y="9851"/>
                              <a:pt x="10246" y="7512"/>
                            </a:cubicBezTo>
                            <a:cubicBezTo>
                              <a:pt x="8764" y="6258"/>
                              <a:pt x="7297" y="4994"/>
                              <a:pt x="5815" y="3739"/>
                            </a:cubicBezTo>
                            <a:cubicBezTo>
                              <a:pt x="5098" y="3134"/>
                              <a:pt x="4352" y="2553"/>
                              <a:pt x="3650" y="1928"/>
                            </a:cubicBezTo>
                            <a:cubicBezTo>
                              <a:pt x="2992" y="1342"/>
                              <a:pt x="2420" y="509"/>
                              <a:pt x="1626" y="107"/>
                            </a:cubicBezTo>
                            <a:cubicBezTo>
                              <a:pt x="928" y="-246"/>
                              <a:pt x="-287" y="311"/>
                              <a:pt x="62" y="1236"/>
                            </a:cubicBezTo>
                            <a:cubicBezTo>
                              <a:pt x="846" y="3313"/>
                              <a:pt x="2996" y="4853"/>
                              <a:pt x="4657" y="6263"/>
                            </a:cubicBezTo>
                            <a:cubicBezTo>
                              <a:pt x="6159" y="7536"/>
                              <a:pt x="7655" y="8815"/>
                              <a:pt x="9166" y="10084"/>
                            </a:cubicBezTo>
                            <a:cubicBezTo>
                              <a:pt x="11965" y="12428"/>
                              <a:pt x="14910" y="14641"/>
                              <a:pt x="18348" y="15968"/>
                            </a:cubicBezTo>
                            <a:cubicBezTo>
                              <a:pt x="19080" y="16249"/>
                              <a:pt x="19656" y="15866"/>
                              <a:pt x="19927" y="15319"/>
                            </a:cubicBezTo>
                            <a:cubicBezTo>
                              <a:pt x="23976" y="14006"/>
                              <a:pt x="27995" y="12616"/>
                              <a:pt x="32020" y="11222"/>
                            </a:cubicBezTo>
                            <a:cubicBezTo>
                              <a:pt x="34073" y="10510"/>
                              <a:pt x="36131" y="9808"/>
                              <a:pt x="38199" y="9125"/>
                            </a:cubicBezTo>
                            <a:cubicBezTo>
                              <a:pt x="39270" y="8771"/>
                              <a:pt x="40345" y="8427"/>
                              <a:pt x="41415" y="8074"/>
                            </a:cubicBezTo>
                            <a:cubicBezTo>
                              <a:pt x="42471" y="7725"/>
                              <a:pt x="43759" y="7406"/>
                              <a:pt x="44301" y="6364"/>
                            </a:cubicBezTo>
                            <a:cubicBezTo>
                              <a:pt x="44461" y="6054"/>
                              <a:pt x="44408" y="5604"/>
                              <a:pt x="44064" y="5430"/>
                            </a:cubicBezTo>
                            <a:close/>
                          </a:path>
                        </a:pathLst>
                      </a:custGeom>
                      <a:solidFill>
                        <a:srgbClr val="B7ABAB"/>
                      </a:solidFill>
                      <a:ln w="4839" cap="flat">
                        <a:noFill/>
                        <a:prstDash val="solid"/>
                        <a:miter/>
                      </a:ln>
                    </p:spPr>
                    <p:txBody>
                      <a:bodyPr rtlCol="0" anchor="ctr"/>
                      <a:lstStyle/>
                      <a:p>
                        <a:endParaRPr lang="vi-VN"/>
                      </a:p>
                    </p:txBody>
                  </p:sp>
                  <p:sp>
                    <p:nvSpPr>
                      <p:cNvPr id="1031" name="Freeform: Shape 1030">
                        <a:extLst>
                          <a:ext uri="{FF2B5EF4-FFF2-40B4-BE49-F238E27FC236}">
                            <a16:creationId xmlns:a16="http://schemas.microsoft.com/office/drawing/2014/main" id="{7633C0AB-E938-269E-6F68-573A9CDCCEDE}"/>
                          </a:ext>
                        </a:extLst>
                      </p:cNvPr>
                      <p:cNvSpPr/>
                      <p:nvPr/>
                    </p:nvSpPr>
                    <p:spPr>
                      <a:xfrm>
                        <a:off x="2230516" y="5648329"/>
                        <a:ext cx="41064" cy="16264"/>
                      </a:xfrm>
                      <a:custGeom>
                        <a:avLst/>
                        <a:gdLst>
                          <a:gd name="connsiteX0" fmla="*/ 40062 w 41064"/>
                          <a:gd name="connsiteY0" fmla="*/ 10098 h 16264"/>
                          <a:gd name="connsiteX1" fmla="*/ 30105 w 41064"/>
                          <a:gd name="connsiteY1" fmla="*/ 13052 h 16264"/>
                          <a:gd name="connsiteX2" fmla="*/ 24458 w 41064"/>
                          <a:gd name="connsiteY2" fmla="*/ 13802 h 16264"/>
                          <a:gd name="connsiteX3" fmla="*/ 23364 w 41064"/>
                          <a:gd name="connsiteY3" fmla="*/ 13066 h 16264"/>
                          <a:gd name="connsiteX4" fmla="*/ 21364 w 41064"/>
                          <a:gd name="connsiteY4" fmla="*/ 11933 h 16264"/>
                          <a:gd name="connsiteX5" fmla="*/ 12012 w 41064"/>
                          <a:gd name="connsiteY5" fmla="*/ 6223 h 16264"/>
                          <a:gd name="connsiteX6" fmla="*/ 1203 w 41064"/>
                          <a:gd name="connsiteY6" fmla="*/ 68 h 16264"/>
                          <a:gd name="connsiteX7" fmla="*/ 321 w 41064"/>
                          <a:gd name="connsiteY7" fmla="*/ 1632 h 16264"/>
                          <a:gd name="connsiteX8" fmla="*/ 9809 w 41064"/>
                          <a:gd name="connsiteY8" fmla="*/ 7894 h 16264"/>
                          <a:gd name="connsiteX9" fmla="*/ 20371 w 41064"/>
                          <a:gd name="connsiteY9" fmla="*/ 14369 h 16264"/>
                          <a:gd name="connsiteX10" fmla="*/ 24182 w 41064"/>
                          <a:gd name="connsiteY10" fmla="*/ 15832 h 16264"/>
                          <a:gd name="connsiteX11" fmla="*/ 29069 w 41064"/>
                          <a:gd name="connsiteY11" fmla="*/ 16016 h 16264"/>
                          <a:gd name="connsiteX12" fmla="*/ 40702 w 41064"/>
                          <a:gd name="connsiteY12" fmla="*/ 11696 h 16264"/>
                          <a:gd name="connsiteX13" fmla="*/ 40062 w 41064"/>
                          <a:gd name="connsiteY13" fmla="*/ 10098 h 16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064" h="16264">
                            <a:moveTo>
                              <a:pt x="40062" y="10098"/>
                            </a:moveTo>
                            <a:cubicBezTo>
                              <a:pt x="36609" y="10635"/>
                              <a:pt x="33427" y="12006"/>
                              <a:pt x="30105" y="13052"/>
                            </a:cubicBezTo>
                            <a:cubicBezTo>
                              <a:pt x="28401" y="13589"/>
                              <a:pt x="26289" y="14190"/>
                              <a:pt x="24458" y="13802"/>
                            </a:cubicBezTo>
                            <a:cubicBezTo>
                              <a:pt x="23829" y="13672"/>
                              <a:pt x="23848" y="13405"/>
                              <a:pt x="23364" y="13066"/>
                            </a:cubicBezTo>
                            <a:cubicBezTo>
                              <a:pt x="22749" y="12630"/>
                              <a:pt x="22013" y="12325"/>
                              <a:pt x="21364" y="11933"/>
                            </a:cubicBezTo>
                            <a:cubicBezTo>
                              <a:pt x="18235" y="10049"/>
                              <a:pt x="15131" y="8126"/>
                              <a:pt x="12012" y="6223"/>
                            </a:cubicBezTo>
                            <a:cubicBezTo>
                              <a:pt x="8545" y="4107"/>
                              <a:pt x="5024" y="1472"/>
                              <a:pt x="1203" y="68"/>
                            </a:cubicBezTo>
                            <a:cubicBezTo>
                              <a:pt x="191" y="-305"/>
                              <a:pt x="-405" y="949"/>
                              <a:pt x="321" y="1632"/>
                            </a:cubicBezTo>
                            <a:cubicBezTo>
                              <a:pt x="3014" y="4165"/>
                              <a:pt x="6670" y="5967"/>
                              <a:pt x="9809" y="7894"/>
                            </a:cubicBezTo>
                            <a:cubicBezTo>
                              <a:pt x="13329" y="10054"/>
                              <a:pt x="16816" y="12277"/>
                              <a:pt x="20371" y="14369"/>
                            </a:cubicBezTo>
                            <a:cubicBezTo>
                              <a:pt x="21669" y="15134"/>
                              <a:pt x="22855" y="15342"/>
                              <a:pt x="24182" y="15832"/>
                            </a:cubicBezTo>
                            <a:cubicBezTo>
                              <a:pt x="25766" y="16413"/>
                              <a:pt x="27413" y="16340"/>
                              <a:pt x="29069" y="16016"/>
                            </a:cubicBezTo>
                            <a:cubicBezTo>
                              <a:pt x="32982" y="15241"/>
                              <a:pt x="37258" y="13672"/>
                              <a:pt x="40702" y="11696"/>
                            </a:cubicBezTo>
                            <a:cubicBezTo>
                              <a:pt x="41481" y="11240"/>
                              <a:pt x="40881" y="9972"/>
                              <a:pt x="40062" y="10098"/>
                            </a:cubicBezTo>
                            <a:close/>
                          </a:path>
                        </a:pathLst>
                      </a:custGeom>
                      <a:solidFill>
                        <a:srgbClr val="B7ABAB"/>
                      </a:solidFill>
                      <a:ln w="4839" cap="flat">
                        <a:noFill/>
                        <a:prstDash val="solid"/>
                        <a:miter/>
                      </a:ln>
                    </p:spPr>
                    <p:txBody>
                      <a:bodyPr rtlCol="0" anchor="ctr"/>
                      <a:lstStyle/>
                      <a:p>
                        <a:endParaRPr lang="vi-VN"/>
                      </a:p>
                    </p:txBody>
                  </p:sp>
                  <p:sp>
                    <p:nvSpPr>
                      <p:cNvPr id="1032" name="Freeform: Shape 1031">
                        <a:extLst>
                          <a:ext uri="{FF2B5EF4-FFF2-40B4-BE49-F238E27FC236}">
                            <a16:creationId xmlns:a16="http://schemas.microsoft.com/office/drawing/2014/main" id="{ACE83787-3B59-86B0-065F-7A2604C515E8}"/>
                          </a:ext>
                        </a:extLst>
                      </p:cNvPr>
                      <p:cNvSpPr/>
                      <p:nvPr/>
                    </p:nvSpPr>
                    <p:spPr>
                      <a:xfrm>
                        <a:off x="2260779" y="5669711"/>
                        <a:ext cx="41639" cy="14399"/>
                      </a:xfrm>
                      <a:custGeom>
                        <a:avLst/>
                        <a:gdLst>
                          <a:gd name="connsiteX0" fmla="*/ 41001 w 41639"/>
                          <a:gd name="connsiteY0" fmla="*/ 5312 h 14399"/>
                          <a:gd name="connsiteX1" fmla="*/ 41074 w 41639"/>
                          <a:gd name="connsiteY1" fmla="*/ 5317 h 14399"/>
                          <a:gd name="connsiteX2" fmla="*/ 40938 w 41639"/>
                          <a:gd name="connsiteY2" fmla="*/ 5269 h 14399"/>
                          <a:gd name="connsiteX3" fmla="*/ 40503 w 41639"/>
                          <a:gd name="connsiteY3" fmla="*/ 5118 h 14399"/>
                          <a:gd name="connsiteX4" fmla="*/ 40357 w 41639"/>
                          <a:gd name="connsiteY4" fmla="*/ 5094 h 14399"/>
                          <a:gd name="connsiteX5" fmla="*/ 39704 w 41639"/>
                          <a:gd name="connsiteY5" fmla="*/ 5225 h 14399"/>
                          <a:gd name="connsiteX6" fmla="*/ 30797 w 41639"/>
                          <a:gd name="connsiteY6" fmla="*/ 9283 h 14399"/>
                          <a:gd name="connsiteX7" fmla="*/ 26449 w 41639"/>
                          <a:gd name="connsiteY7" fmla="*/ 10954 h 14399"/>
                          <a:gd name="connsiteX8" fmla="*/ 22661 w 41639"/>
                          <a:gd name="connsiteY8" fmla="*/ 12557 h 14399"/>
                          <a:gd name="connsiteX9" fmla="*/ 22337 w 41639"/>
                          <a:gd name="connsiteY9" fmla="*/ 12174 h 14399"/>
                          <a:gd name="connsiteX10" fmla="*/ 19727 w 41639"/>
                          <a:gd name="connsiteY10" fmla="*/ 10969 h 14399"/>
                          <a:gd name="connsiteX11" fmla="*/ 16874 w 41639"/>
                          <a:gd name="connsiteY11" fmla="*/ 9114 h 14399"/>
                          <a:gd name="connsiteX12" fmla="*/ 11992 w 41639"/>
                          <a:gd name="connsiteY12" fmla="*/ 5748 h 14399"/>
                          <a:gd name="connsiteX13" fmla="*/ 1353 w 41639"/>
                          <a:gd name="connsiteY13" fmla="*/ 183 h 14399"/>
                          <a:gd name="connsiteX14" fmla="*/ 292 w 41639"/>
                          <a:gd name="connsiteY14" fmla="*/ 1433 h 14399"/>
                          <a:gd name="connsiteX15" fmla="*/ 11503 w 41639"/>
                          <a:gd name="connsiteY15" fmla="*/ 7981 h 14399"/>
                          <a:gd name="connsiteX16" fmla="*/ 16375 w 41639"/>
                          <a:gd name="connsiteY16" fmla="*/ 11748 h 14399"/>
                          <a:gd name="connsiteX17" fmla="*/ 21848 w 41639"/>
                          <a:gd name="connsiteY17" fmla="*/ 14344 h 14399"/>
                          <a:gd name="connsiteX18" fmla="*/ 22017 w 41639"/>
                          <a:gd name="connsiteY18" fmla="*/ 14281 h 14399"/>
                          <a:gd name="connsiteX19" fmla="*/ 22487 w 41639"/>
                          <a:gd name="connsiteY19" fmla="*/ 14393 h 14399"/>
                          <a:gd name="connsiteX20" fmla="*/ 27437 w 41639"/>
                          <a:gd name="connsiteY20" fmla="*/ 13342 h 14399"/>
                          <a:gd name="connsiteX21" fmla="*/ 31974 w 41639"/>
                          <a:gd name="connsiteY21" fmla="*/ 11748 h 14399"/>
                          <a:gd name="connsiteX22" fmla="*/ 40909 w 41639"/>
                          <a:gd name="connsiteY22" fmla="*/ 7700 h 14399"/>
                          <a:gd name="connsiteX23" fmla="*/ 41001 w 41639"/>
                          <a:gd name="connsiteY23" fmla="*/ 5312 h 14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639" h="14399">
                            <a:moveTo>
                              <a:pt x="41001" y="5312"/>
                            </a:moveTo>
                            <a:cubicBezTo>
                              <a:pt x="41026" y="5312"/>
                              <a:pt x="41050" y="5317"/>
                              <a:pt x="41074" y="5317"/>
                            </a:cubicBezTo>
                            <a:cubicBezTo>
                              <a:pt x="41035" y="5283"/>
                              <a:pt x="40982" y="5293"/>
                              <a:pt x="40938" y="5269"/>
                            </a:cubicBezTo>
                            <a:cubicBezTo>
                              <a:pt x="40808" y="5191"/>
                              <a:pt x="40662" y="5143"/>
                              <a:pt x="40503" y="5118"/>
                            </a:cubicBezTo>
                            <a:cubicBezTo>
                              <a:pt x="40449" y="5114"/>
                              <a:pt x="40411" y="5094"/>
                              <a:pt x="40357" y="5094"/>
                            </a:cubicBezTo>
                            <a:cubicBezTo>
                              <a:pt x="40154" y="5089"/>
                              <a:pt x="39936" y="5118"/>
                              <a:pt x="39704" y="5225"/>
                            </a:cubicBezTo>
                            <a:cubicBezTo>
                              <a:pt x="36740" y="6605"/>
                              <a:pt x="33839" y="8072"/>
                              <a:pt x="30797" y="9283"/>
                            </a:cubicBezTo>
                            <a:cubicBezTo>
                              <a:pt x="29354" y="9855"/>
                              <a:pt x="27892" y="10383"/>
                              <a:pt x="26449" y="10954"/>
                            </a:cubicBezTo>
                            <a:cubicBezTo>
                              <a:pt x="25165" y="11458"/>
                              <a:pt x="23925" y="12015"/>
                              <a:pt x="22661" y="12557"/>
                            </a:cubicBezTo>
                            <a:cubicBezTo>
                              <a:pt x="22569" y="12417"/>
                              <a:pt x="22492" y="12266"/>
                              <a:pt x="22337" y="12174"/>
                            </a:cubicBezTo>
                            <a:cubicBezTo>
                              <a:pt x="21514" y="11680"/>
                              <a:pt x="20579" y="11414"/>
                              <a:pt x="19727" y="10969"/>
                            </a:cubicBezTo>
                            <a:cubicBezTo>
                              <a:pt x="18719" y="10441"/>
                              <a:pt x="17789" y="9782"/>
                              <a:pt x="16874" y="9114"/>
                            </a:cubicBezTo>
                            <a:cubicBezTo>
                              <a:pt x="15281" y="7947"/>
                              <a:pt x="13721" y="6716"/>
                              <a:pt x="11992" y="5748"/>
                            </a:cubicBezTo>
                            <a:cubicBezTo>
                              <a:pt x="8496" y="3791"/>
                              <a:pt x="4549" y="2668"/>
                              <a:pt x="1353" y="183"/>
                            </a:cubicBezTo>
                            <a:cubicBezTo>
                              <a:pt x="524" y="-461"/>
                              <a:pt x="-517" y="745"/>
                              <a:pt x="292" y="1433"/>
                            </a:cubicBezTo>
                            <a:cubicBezTo>
                              <a:pt x="3634" y="4271"/>
                              <a:pt x="7876" y="5598"/>
                              <a:pt x="11503" y="7981"/>
                            </a:cubicBezTo>
                            <a:cubicBezTo>
                              <a:pt x="13222" y="9109"/>
                              <a:pt x="14734" y="10513"/>
                              <a:pt x="16375" y="11748"/>
                            </a:cubicBezTo>
                            <a:cubicBezTo>
                              <a:pt x="17925" y="12915"/>
                              <a:pt x="19838" y="14330"/>
                              <a:pt x="21848" y="14344"/>
                            </a:cubicBezTo>
                            <a:cubicBezTo>
                              <a:pt x="21920" y="14344"/>
                              <a:pt x="21954" y="14296"/>
                              <a:pt x="22017" y="14281"/>
                            </a:cubicBezTo>
                            <a:cubicBezTo>
                              <a:pt x="22148" y="14354"/>
                              <a:pt x="22288" y="14422"/>
                              <a:pt x="22487" y="14393"/>
                            </a:cubicBezTo>
                            <a:cubicBezTo>
                              <a:pt x="24182" y="14121"/>
                              <a:pt x="25780" y="13821"/>
                              <a:pt x="27437" y="13342"/>
                            </a:cubicBezTo>
                            <a:cubicBezTo>
                              <a:pt x="28977" y="12891"/>
                              <a:pt x="30478" y="12334"/>
                              <a:pt x="31974" y="11748"/>
                            </a:cubicBezTo>
                            <a:cubicBezTo>
                              <a:pt x="34991" y="10567"/>
                              <a:pt x="38086" y="9307"/>
                              <a:pt x="40909" y="7700"/>
                            </a:cubicBezTo>
                            <a:cubicBezTo>
                              <a:pt x="41975" y="7104"/>
                              <a:pt x="41757" y="5825"/>
                              <a:pt x="41001" y="5312"/>
                            </a:cubicBezTo>
                            <a:close/>
                          </a:path>
                        </a:pathLst>
                      </a:custGeom>
                      <a:solidFill>
                        <a:srgbClr val="B7ABAB"/>
                      </a:solidFill>
                      <a:ln w="4839" cap="flat">
                        <a:noFill/>
                        <a:prstDash val="solid"/>
                        <a:miter/>
                      </a:ln>
                    </p:spPr>
                    <p:txBody>
                      <a:bodyPr rtlCol="0" anchor="ctr"/>
                      <a:lstStyle/>
                      <a:p>
                        <a:endParaRPr lang="vi-VN"/>
                      </a:p>
                    </p:txBody>
                  </p:sp>
                  <p:sp>
                    <p:nvSpPr>
                      <p:cNvPr id="1033" name="Freeform: Shape 1032">
                        <a:extLst>
                          <a:ext uri="{FF2B5EF4-FFF2-40B4-BE49-F238E27FC236}">
                            <a16:creationId xmlns:a16="http://schemas.microsoft.com/office/drawing/2014/main" id="{28BA19AC-CFA1-4982-409A-6CD2F9EF598F}"/>
                          </a:ext>
                        </a:extLst>
                      </p:cNvPr>
                      <p:cNvSpPr/>
                      <p:nvPr/>
                    </p:nvSpPr>
                    <p:spPr>
                      <a:xfrm>
                        <a:off x="2346467" y="5687698"/>
                        <a:ext cx="10413" cy="4706"/>
                      </a:xfrm>
                      <a:custGeom>
                        <a:avLst/>
                        <a:gdLst>
                          <a:gd name="connsiteX0" fmla="*/ 10363 w 10413"/>
                          <a:gd name="connsiteY0" fmla="*/ 3864 h 4706"/>
                          <a:gd name="connsiteX1" fmla="*/ 8184 w 10413"/>
                          <a:gd name="connsiteY1" fmla="*/ 2765 h 4706"/>
                          <a:gd name="connsiteX2" fmla="*/ 7007 w 10413"/>
                          <a:gd name="connsiteY2" fmla="*/ 2324 h 4706"/>
                          <a:gd name="connsiteX3" fmla="*/ 5743 w 10413"/>
                          <a:gd name="connsiteY3" fmla="*/ 1675 h 4706"/>
                          <a:gd name="connsiteX4" fmla="*/ 1147 w 10413"/>
                          <a:gd name="connsiteY4" fmla="*/ 62 h 4706"/>
                          <a:gd name="connsiteX5" fmla="*/ 77 w 10413"/>
                          <a:gd name="connsiteY5" fmla="*/ 430 h 4706"/>
                          <a:gd name="connsiteX6" fmla="*/ 445 w 10413"/>
                          <a:gd name="connsiteY6" fmla="*/ 1501 h 4706"/>
                          <a:gd name="connsiteX7" fmla="*/ 5142 w 10413"/>
                          <a:gd name="connsiteY7" fmla="*/ 3297 h 4706"/>
                          <a:gd name="connsiteX8" fmla="*/ 6319 w 10413"/>
                          <a:gd name="connsiteY8" fmla="*/ 3602 h 4706"/>
                          <a:gd name="connsiteX9" fmla="*/ 7472 w 10413"/>
                          <a:gd name="connsiteY9" fmla="*/ 3946 h 4706"/>
                          <a:gd name="connsiteX10" fmla="*/ 8649 w 10413"/>
                          <a:gd name="connsiteY10" fmla="*/ 4426 h 4706"/>
                          <a:gd name="connsiteX11" fmla="*/ 10077 w 10413"/>
                          <a:gd name="connsiteY11" fmla="*/ 4614 h 4706"/>
                          <a:gd name="connsiteX12" fmla="*/ 10363 w 10413"/>
                          <a:gd name="connsiteY12" fmla="*/ 3864 h 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13" h="4706">
                            <a:moveTo>
                              <a:pt x="10363" y="3864"/>
                            </a:moveTo>
                            <a:cubicBezTo>
                              <a:pt x="10005" y="3133"/>
                              <a:pt x="8900" y="2997"/>
                              <a:pt x="8184" y="2765"/>
                            </a:cubicBezTo>
                            <a:cubicBezTo>
                              <a:pt x="7791" y="2639"/>
                              <a:pt x="7351" y="2547"/>
                              <a:pt x="7007" y="2324"/>
                            </a:cubicBezTo>
                            <a:cubicBezTo>
                              <a:pt x="6610" y="2067"/>
                              <a:pt x="6188" y="1849"/>
                              <a:pt x="5743" y="1675"/>
                            </a:cubicBezTo>
                            <a:cubicBezTo>
                              <a:pt x="4232" y="1089"/>
                              <a:pt x="2672" y="600"/>
                              <a:pt x="1147" y="62"/>
                            </a:cubicBezTo>
                            <a:cubicBezTo>
                              <a:pt x="740" y="-78"/>
                              <a:pt x="280" y="9"/>
                              <a:pt x="77" y="430"/>
                            </a:cubicBezTo>
                            <a:cubicBezTo>
                              <a:pt x="-103" y="793"/>
                              <a:pt x="38" y="1346"/>
                              <a:pt x="445" y="1501"/>
                            </a:cubicBezTo>
                            <a:cubicBezTo>
                              <a:pt x="2004" y="2096"/>
                              <a:pt x="3554" y="2779"/>
                              <a:pt x="5142" y="3297"/>
                            </a:cubicBezTo>
                            <a:cubicBezTo>
                              <a:pt x="5515" y="3418"/>
                              <a:pt x="5932" y="3549"/>
                              <a:pt x="6319" y="3602"/>
                            </a:cubicBezTo>
                            <a:cubicBezTo>
                              <a:pt x="6740" y="3660"/>
                              <a:pt x="7075" y="3782"/>
                              <a:pt x="7472" y="3946"/>
                            </a:cubicBezTo>
                            <a:cubicBezTo>
                              <a:pt x="7864" y="4106"/>
                              <a:pt x="8256" y="4266"/>
                              <a:pt x="8649" y="4426"/>
                            </a:cubicBezTo>
                            <a:cubicBezTo>
                              <a:pt x="9138" y="4629"/>
                              <a:pt x="9554" y="4828"/>
                              <a:pt x="10077" y="4614"/>
                            </a:cubicBezTo>
                            <a:cubicBezTo>
                              <a:pt x="10363" y="4513"/>
                              <a:pt x="10494" y="4130"/>
                              <a:pt x="10363" y="3864"/>
                            </a:cubicBezTo>
                            <a:close/>
                          </a:path>
                        </a:pathLst>
                      </a:custGeom>
                      <a:solidFill>
                        <a:srgbClr val="B7ABAB"/>
                      </a:solidFill>
                      <a:ln w="4839" cap="flat">
                        <a:noFill/>
                        <a:prstDash val="solid"/>
                        <a:miter/>
                      </a:ln>
                    </p:spPr>
                    <p:txBody>
                      <a:bodyPr rtlCol="0" anchor="ctr"/>
                      <a:lstStyle/>
                      <a:p>
                        <a:endParaRPr lang="vi-VN"/>
                      </a:p>
                    </p:txBody>
                  </p:sp>
                  <p:sp>
                    <p:nvSpPr>
                      <p:cNvPr id="1034" name="Freeform: Shape 1033">
                        <a:extLst>
                          <a:ext uri="{FF2B5EF4-FFF2-40B4-BE49-F238E27FC236}">
                            <a16:creationId xmlns:a16="http://schemas.microsoft.com/office/drawing/2014/main" id="{E0C7A1ED-4081-1F0C-CBF3-D5E27287D881}"/>
                          </a:ext>
                        </a:extLst>
                      </p:cNvPr>
                      <p:cNvSpPr/>
                      <p:nvPr/>
                    </p:nvSpPr>
                    <p:spPr>
                      <a:xfrm>
                        <a:off x="2357782" y="5684249"/>
                        <a:ext cx="19879" cy="8841"/>
                      </a:xfrm>
                      <a:custGeom>
                        <a:avLst/>
                        <a:gdLst>
                          <a:gd name="connsiteX0" fmla="*/ 18966 w 19879"/>
                          <a:gd name="connsiteY0" fmla="*/ 1 h 8841"/>
                          <a:gd name="connsiteX1" fmla="*/ 14278 w 19879"/>
                          <a:gd name="connsiteY1" fmla="*/ 1405 h 8841"/>
                          <a:gd name="connsiteX2" fmla="*/ 9842 w 19879"/>
                          <a:gd name="connsiteY2" fmla="*/ 3270 h 8841"/>
                          <a:gd name="connsiteX3" fmla="*/ 534 w 19879"/>
                          <a:gd name="connsiteY3" fmla="*/ 7047 h 8841"/>
                          <a:gd name="connsiteX4" fmla="*/ 1028 w 19879"/>
                          <a:gd name="connsiteY4" fmla="*/ 8810 h 8841"/>
                          <a:gd name="connsiteX5" fmla="*/ 10598 w 19879"/>
                          <a:gd name="connsiteY5" fmla="*/ 5817 h 8841"/>
                          <a:gd name="connsiteX6" fmla="*/ 15194 w 19879"/>
                          <a:gd name="connsiteY6" fmla="*/ 4020 h 8841"/>
                          <a:gd name="connsiteX7" fmla="*/ 17397 w 19879"/>
                          <a:gd name="connsiteY7" fmla="*/ 3047 h 8841"/>
                          <a:gd name="connsiteX8" fmla="*/ 19673 w 19879"/>
                          <a:gd name="connsiteY8" fmla="*/ 1357 h 8841"/>
                          <a:gd name="connsiteX9" fmla="*/ 18966 w 19879"/>
                          <a:gd name="connsiteY9" fmla="*/ 1 h 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79" h="8841">
                            <a:moveTo>
                              <a:pt x="18966" y="1"/>
                            </a:moveTo>
                            <a:cubicBezTo>
                              <a:pt x="17237" y="68"/>
                              <a:pt x="15857" y="756"/>
                              <a:pt x="14278" y="1405"/>
                            </a:cubicBezTo>
                            <a:cubicBezTo>
                              <a:pt x="12797" y="2015"/>
                              <a:pt x="11329" y="2664"/>
                              <a:pt x="9842" y="3270"/>
                            </a:cubicBezTo>
                            <a:cubicBezTo>
                              <a:pt x="6743" y="4538"/>
                              <a:pt x="3663" y="5841"/>
                              <a:pt x="534" y="7047"/>
                            </a:cubicBezTo>
                            <a:cubicBezTo>
                              <a:pt x="-420" y="7415"/>
                              <a:pt x="2" y="9091"/>
                              <a:pt x="1028" y="8810"/>
                            </a:cubicBezTo>
                            <a:cubicBezTo>
                              <a:pt x="4259" y="7938"/>
                              <a:pt x="7460" y="6984"/>
                              <a:pt x="10598" y="5817"/>
                            </a:cubicBezTo>
                            <a:cubicBezTo>
                              <a:pt x="12138" y="5245"/>
                              <a:pt x="13683" y="4669"/>
                              <a:pt x="15194" y="4020"/>
                            </a:cubicBezTo>
                            <a:cubicBezTo>
                              <a:pt x="15930" y="3705"/>
                              <a:pt x="16666" y="3376"/>
                              <a:pt x="17397" y="3047"/>
                            </a:cubicBezTo>
                            <a:cubicBezTo>
                              <a:pt x="18332" y="2626"/>
                              <a:pt x="18966" y="2112"/>
                              <a:pt x="19673" y="1357"/>
                            </a:cubicBezTo>
                            <a:cubicBezTo>
                              <a:pt x="20196" y="814"/>
                              <a:pt x="19640" y="-28"/>
                              <a:pt x="18966" y="1"/>
                            </a:cubicBezTo>
                            <a:close/>
                          </a:path>
                        </a:pathLst>
                      </a:custGeom>
                      <a:solidFill>
                        <a:srgbClr val="B7ABAB"/>
                      </a:solidFill>
                      <a:ln w="4839" cap="flat">
                        <a:noFill/>
                        <a:prstDash val="solid"/>
                        <a:miter/>
                      </a:ln>
                    </p:spPr>
                    <p:txBody>
                      <a:bodyPr rtlCol="0" anchor="ctr"/>
                      <a:lstStyle/>
                      <a:p>
                        <a:endParaRPr lang="vi-VN"/>
                      </a:p>
                    </p:txBody>
                  </p:sp>
                  <p:sp>
                    <p:nvSpPr>
                      <p:cNvPr id="1035" name="Freeform: Shape 1034">
                        <a:extLst>
                          <a:ext uri="{FF2B5EF4-FFF2-40B4-BE49-F238E27FC236}">
                            <a16:creationId xmlns:a16="http://schemas.microsoft.com/office/drawing/2014/main" id="{CCE532F3-C527-C8E4-BADE-71D25592A4FD}"/>
                          </a:ext>
                        </a:extLst>
                      </p:cNvPr>
                      <p:cNvSpPr/>
                      <p:nvPr/>
                    </p:nvSpPr>
                    <p:spPr>
                      <a:xfrm>
                        <a:off x="2372074" y="5670263"/>
                        <a:ext cx="37910" cy="12315"/>
                      </a:xfrm>
                      <a:custGeom>
                        <a:avLst/>
                        <a:gdLst>
                          <a:gd name="connsiteX0" fmla="*/ 37335 w 37910"/>
                          <a:gd name="connsiteY0" fmla="*/ 5666 h 12315"/>
                          <a:gd name="connsiteX1" fmla="*/ 29121 w 37910"/>
                          <a:gd name="connsiteY1" fmla="*/ 7628 h 12315"/>
                          <a:gd name="connsiteX2" fmla="*/ 23475 w 37910"/>
                          <a:gd name="connsiteY2" fmla="*/ 9909 h 12315"/>
                          <a:gd name="connsiteX3" fmla="*/ 18525 w 37910"/>
                          <a:gd name="connsiteY3" fmla="*/ 8969 h 12315"/>
                          <a:gd name="connsiteX4" fmla="*/ 1173 w 37910"/>
                          <a:gd name="connsiteY4" fmla="*/ 102 h 12315"/>
                          <a:gd name="connsiteX5" fmla="*/ 480 w 37910"/>
                          <a:gd name="connsiteY5" fmla="*/ 1700 h 12315"/>
                          <a:gd name="connsiteX6" fmla="*/ 10525 w 37910"/>
                          <a:gd name="connsiteY6" fmla="*/ 6882 h 12315"/>
                          <a:gd name="connsiteX7" fmla="*/ 15353 w 37910"/>
                          <a:gd name="connsiteY7" fmla="*/ 9526 h 12315"/>
                          <a:gd name="connsiteX8" fmla="*/ 20157 w 37910"/>
                          <a:gd name="connsiteY8" fmla="*/ 12112 h 12315"/>
                          <a:gd name="connsiteX9" fmla="*/ 23484 w 37910"/>
                          <a:gd name="connsiteY9" fmla="*/ 12025 h 12315"/>
                          <a:gd name="connsiteX10" fmla="*/ 28012 w 37910"/>
                          <a:gd name="connsiteY10" fmla="*/ 10935 h 12315"/>
                          <a:gd name="connsiteX11" fmla="*/ 33727 w 37910"/>
                          <a:gd name="connsiteY11" fmla="*/ 9255 h 12315"/>
                          <a:gd name="connsiteX12" fmla="*/ 37742 w 37910"/>
                          <a:gd name="connsiteY12" fmla="*/ 7071 h 12315"/>
                          <a:gd name="connsiteX13" fmla="*/ 37335 w 37910"/>
                          <a:gd name="connsiteY13" fmla="*/ 5666 h 12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10" h="12315">
                            <a:moveTo>
                              <a:pt x="37335" y="5666"/>
                            </a:moveTo>
                            <a:cubicBezTo>
                              <a:pt x="34792" y="4814"/>
                              <a:pt x="31470" y="6727"/>
                              <a:pt x="29121" y="7628"/>
                            </a:cubicBezTo>
                            <a:cubicBezTo>
                              <a:pt x="27262" y="8340"/>
                              <a:pt x="25358" y="9318"/>
                              <a:pt x="23475" y="9909"/>
                            </a:cubicBezTo>
                            <a:cubicBezTo>
                              <a:pt x="21518" y="10524"/>
                              <a:pt x="20249" y="9768"/>
                              <a:pt x="18525" y="8969"/>
                            </a:cubicBezTo>
                            <a:cubicBezTo>
                              <a:pt x="12631" y="6233"/>
                              <a:pt x="6931" y="3104"/>
                              <a:pt x="1173" y="102"/>
                            </a:cubicBezTo>
                            <a:cubicBezTo>
                              <a:pt x="180" y="-416"/>
                              <a:pt x="-507" y="1187"/>
                              <a:pt x="480" y="1700"/>
                            </a:cubicBezTo>
                            <a:cubicBezTo>
                              <a:pt x="3822" y="3443"/>
                              <a:pt x="7159" y="5187"/>
                              <a:pt x="10525" y="6882"/>
                            </a:cubicBezTo>
                            <a:cubicBezTo>
                              <a:pt x="12162" y="7710"/>
                              <a:pt x="13755" y="8630"/>
                              <a:pt x="15353" y="9526"/>
                            </a:cubicBezTo>
                            <a:cubicBezTo>
                              <a:pt x="16917" y="10403"/>
                              <a:pt x="18452" y="11521"/>
                              <a:pt x="20157" y="12112"/>
                            </a:cubicBezTo>
                            <a:cubicBezTo>
                              <a:pt x="21329" y="12519"/>
                              <a:pt x="22303" y="12224"/>
                              <a:pt x="23484" y="12025"/>
                            </a:cubicBezTo>
                            <a:cubicBezTo>
                              <a:pt x="25019" y="11768"/>
                              <a:pt x="26516" y="11352"/>
                              <a:pt x="28012" y="10935"/>
                            </a:cubicBezTo>
                            <a:cubicBezTo>
                              <a:pt x="29925" y="10398"/>
                              <a:pt x="31833" y="9855"/>
                              <a:pt x="33727" y="9255"/>
                            </a:cubicBezTo>
                            <a:cubicBezTo>
                              <a:pt x="35199" y="8790"/>
                              <a:pt x="36822" y="8393"/>
                              <a:pt x="37742" y="7071"/>
                            </a:cubicBezTo>
                            <a:cubicBezTo>
                              <a:pt x="38071" y="6601"/>
                              <a:pt x="37911" y="5860"/>
                              <a:pt x="37335" y="5666"/>
                            </a:cubicBezTo>
                            <a:close/>
                          </a:path>
                        </a:pathLst>
                      </a:custGeom>
                      <a:solidFill>
                        <a:srgbClr val="B7ABAB"/>
                      </a:solidFill>
                      <a:ln w="4839" cap="flat">
                        <a:noFill/>
                        <a:prstDash val="solid"/>
                        <a:miter/>
                      </a:ln>
                    </p:spPr>
                    <p:txBody>
                      <a:bodyPr rtlCol="0" anchor="ctr"/>
                      <a:lstStyle/>
                      <a:p>
                        <a:endParaRPr lang="vi-VN"/>
                      </a:p>
                    </p:txBody>
                  </p:sp>
                  <p:sp>
                    <p:nvSpPr>
                      <p:cNvPr id="1036" name="Freeform: Shape 1035">
                        <a:extLst>
                          <a:ext uri="{FF2B5EF4-FFF2-40B4-BE49-F238E27FC236}">
                            <a16:creationId xmlns:a16="http://schemas.microsoft.com/office/drawing/2014/main" id="{FB7C7DEF-B741-023C-1119-0AD251B33647}"/>
                          </a:ext>
                        </a:extLst>
                      </p:cNvPr>
                      <p:cNvSpPr/>
                      <p:nvPr/>
                    </p:nvSpPr>
                    <p:spPr>
                      <a:xfrm>
                        <a:off x="2367594" y="5698032"/>
                        <a:ext cx="39022" cy="20076"/>
                      </a:xfrm>
                      <a:custGeom>
                        <a:avLst/>
                        <a:gdLst>
                          <a:gd name="connsiteX0" fmla="*/ 38231 w 39022"/>
                          <a:gd name="connsiteY0" fmla="*/ 18481 h 20076"/>
                          <a:gd name="connsiteX1" fmla="*/ 28996 w 39022"/>
                          <a:gd name="connsiteY1" fmla="*/ 14243 h 20076"/>
                          <a:gd name="connsiteX2" fmla="*/ 19775 w 39022"/>
                          <a:gd name="connsiteY2" fmla="*/ 9013 h 20076"/>
                          <a:gd name="connsiteX3" fmla="*/ 1173 w 39022"/>
                          <a:gd name="connsiteY3" fmla="*/ 73 h 20076"/>
                          <a:gd name="connsiteX4" fmla="*/ 476 w 39022"/>
                          <a:gd name="connsiteY4" fmla="*/ 1594 h 20076"/>
                          <a:gd name="connsiteX5" fmla="*/ 20235 w 39022"/>
                          <a:gd name="connsiteY5" fmla="*/ 11507 h 20076"/>
                          <a:gd name="connsiteX6" fmla="*/ 29717 w 39022"/>
                          <a:gd name="connsiteY6" fmla="*/ 16970 h 20076"/>
                          <a:gd name="connsiteX7" fmla="*/ 38299 w 39022"/>
                          <a:gd name="connsiteY7" fmla="*/ 20050 h 20076"/>
                          <a:gd name="connsiteX8" fmla="*/ 38231 w 39022"/>
                          <a:gd name="connsiteY8" fmla="*/ 18481 h 20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22" h="20076">
                            <a:moveTo>
                              <a:pt x="38231" y="18481"/>
                            </a:moveTo>
                            <a:cubicBezTo>
                              <a:pt x="34802" y="18219"/>
                              <a:pt x="31863" y="15948"/>
                              <a:pt x="28996" y="14243"/>
                            </a:cubicBezTo>
                            <a:cubicBezTo>
                              <a:pt x="25964" y="12432"/>
                              <a:pt x="22899" y="10664"/>
                              <a:pt x="19775" y="9013"/>
                            </a:cubicBezTo>
                            <a:cubicBezTo>
                              <a:pt x="13702" y="5792"/>
                              <a:pt x="7508" y="2741"/>
                              <a:pt x="1173" y="73"/>
                            </a:cubicBezTo>
                            <a:cubicBezTo>
                              <a:pt x="185" y="-344"/>
                              <a:pt x="-507" y="1138"/>
                              <a:pt x="476" y="1594"/>
                            </a:cubicBezTo>
                            <a:cubicBezTo>
                              <a:pt x="7178" y="4693"/>
                              <a:pt x="13760" y="7952"/>
                              <a:pt x="20235" y="11507"/>
                            </a:cubicBezTo>
                            <a:cubicBezTo>
                              <a:pt x="23431" y="13265"/>
                              <a:pt x="26599" y="15081"/>
                              <a:pt x="29717" y="16970"/>
                            </a:cubicBezTo>
                            <a:cubicBezTo>
                              <a:pt x="32405" y="18592"/>
                              <a:pt x="35030" y="20311"/>
                              <a:pt x="38299" y="20050"/>
                            </a:cubicBezTo>
                            <a:cubicBezTo>
                              <a:pt x="39335" y="19968"/>
                              <a:pt x="39209" y="18558"/>
                              <a:pt x="38231" y="18481"/>
                            </a:cubicBezTo>
                            <a:close/>
                          </a:path>
                        </a:pathLst>
                      </a:custGeom>
                      <a:solidFill>
                        <a:srgbClr val="B7ABAB"/>
                      </a:solidFill>
                      <a:ln w="4839" cap="flat">
                        <a:noFill/>
                        <a:prstDash val="solid"/>
                        <a:miter/>
                      </a:ln>
                    </p:spPr>
                    <p:txBody>
                      <a:bodyPr rtlCol="0" anchor="ctr"/>
                      <a:lstStyle/>
                      <a:p>
                        <a:endParaRPr lang="vi-VN"/>
                      </a:p>
                    </p:txBody>
                  </p:sp>
                  <p:sp>
                    <p:nvSpPr>
                      <p:cNvPr id="1037" name="Freeform: Shape 1036">
                        <a:extLst>
                          <a:ext uri="{FF2B5EF4-FFF2-40B4-BE49-F238E27FC236}">
                            <a16:creationId xmlns:a16="http://schemas.microsoft.com/office/drawing/2014/main" id="{3E376872-F7A5-C028-AF68-73E6340BA7CB}"/>
                          </a:ext>
                        </a:extLst>
                      </p:cNvPr>
                      <p:cNvSpPr/>
                      <p:nvPr/>
                    </p:nvSpPr>
                    <p:spPr>
                      <a:xfrm>
                        <a:off x="2412068" y="5709518"/>
                        <a:ext cx="14778" cy="6788"/>
                      </a:xfrm>
                      <a:custGeom>
                        <a:avLst/>
                        <a:gdLst>
                          <a:gd name="connsiteX0" fmla="*/ 13690 w 14778"/>
                          <a:gd name="connsiteY0" fmla="*/ 21 h 6788"/>
                          <a:gd name="connsiteX1" fmla="*/ 10141 w 14778"/>
                          <a:gd name="connsiteY1" fmla="*/ 1275 h 6788"/>
                          <a:gd name="connsiteX2" fmla="*/ 6949 w 14778"/>
                          <a:gd name="connsiteY2" fmla="*/ 2655 h 6788"/>
                          <a:gd name="connsiteX3" fmla="*/ 503 w 14778"/>
                          <a:gd name="connsiteY3" fmla="*/ 5270 h 6788"/>
                          <a:gd name="connsiteX4" fmla="*/ 949 w 14778"/>
                          <a:gd name="connsiteY4" fmla="*/ 6738 h 6788"/>
                          <a:gd name="connsiteX5" fmla="*/ 7511 w 14778"/>
                          <a:gd name="connsiteY5" fmla="*/ 4374 h 6788"/>
                          <a:gd name="connsiteX6" fmla="*/ 11143 w 14778"/>
                          <a:gd name="connsiteY6" fmla="*/ 3144 h 6788"/>
                          <a:gd name="connsiteX7" fmla="*/ 14272 w 14778"/>
                          <a:gd name="connsiteY7" fmla="*/ 1861 h 6788"/>
                          <a:gd name="connsiteX8" fmla="*/ 13690 w 14778"/>
                          <a:gd name="connsiteY8" fmla="*/ 21 h 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78" h="6788">
                            <a:moveTo>
                              <a:pt x="13690" y="21"/>
                            </a:moveTo>
                            <a:cubicBezTo>
                              <a:pt x="12485" y="234"/>
                              <a:pt x="11288" y="844"/>
                              <a:pt x="10141" y="1275"/>
                            </a:cubicBezTo>
                            <a:cubicBezTo>
                              <a:pt x="9056" y="1687"/>
                              <a:pt x="8019" y="2205"/>
                              <a:pt x="6949" y="2655"/>
                            </a:cubicBezTo>
                            <a:cubicBezTo>
                              <a:pt x="4813" y="3556"/>
                              <a:pt x="2649" y="4399"/>
                              <a:pt x="503" y="5270"/>
                            </a:cubicBezTo>
                            <a:cubicBezTo>
                              <a:pt x="-398" y="5638"/>
                              <a:pt x="9" y="7077"/>
                              <a:pt x="949" y="6738"/>
                            </a:cubicBezTo>
                            <a:cubicBezTo>
                              <a:pt x="3138" y="5948"/>
                              <a:pt x="5322" y="5164"/>
                              <a:pt x="7511" y="4374"/>
                            </a:cubicBezTo>
                            <a:cubicBezTo>
                              <a:pt x="8717" y="3938"/>
                              <a:pt x="9947" y="3609"/>
                              <a:pt x="11143" y="3144"/>
                            </a:cubicBezTo>
                            <a:cubicBezTo>
                              <a:pt x="12160" y="2752"/>
                              <a:pt x="13356" y="2452"/>
                              <a:pt x="14272" y="1861"/>
                            </a:cubicBezTo>
                            <a:cubicBezTo>
                              <a:pt x="15134" y="1304"/>
                              <a:pt x="14867" y="-193"/>
                              <a:pt x="13690" y="21"/>
                            </a:cubicBezTo>
                            <a:close/>
                          </a:path>
                        </a:pathLst>
                      </a:custGeom>
                      <a:solidFill>
                        <a:srgbClr val="B7ABAB"/>
                      </a:solidFill>
                      <a:ln w="4839" cap="flat">
                        <a:noFill/>
                        <a:prstDash val="solid"/>
                        <a:miter/>
                      </a:ln>
                    </p:spPr>
                    <p:txBody>
                      <a:bodyPr rtlCol="0" anchor="ctr"/>
                      <a:lstStyle/>
                      <a:p>
                        <a:endParaRPr lang="vi-VN"/>
                      </a:p>
                    </p:txBody>
                  </p:sp>
                  <p:sp>
                    <p:nvSpPr>
                      <p:cNvPr id="1038" name="Freeform: Shape 1037">
                        <a:extLst>
                          <a:ext uri="{FF2B5EF4-FFF2-40B4-BE49-F238E27FC236}">
                            <a16:creationId xmlns:a16="http://schemas.microsoft.com/office/drawing/2014/main" id="{3565E09E-9361-8412-A2DE-8E4DC3522DD6}"/>
                          </a:ext>
                        </a:extLst>
                      </p:cNvPr>
                      <p:cNvSpPr/>
                      <p:nvPr/>
                    </p:nvSpPr>
                    <p:spPr>
                      <a:xfrm>
                        <a:off x="2291365" y="5690184"/>
                        <a:ext cx="18523" cy="10718"/>
                      </a:xfrm>
                      <a:custGeom>
                        <a:avLst/>
                        <a:gdLst>
                          <a:gd name="connsiteX0" fmla="*/ 18169 w 18523"/>
                          <a:gd name="connsiteY0" fmla="*/ 8744 h 10718"/>
                          <a:gd name="connsiteX1" fmla="*/ 14135 w 18523"/>
                          <a:gd name="connsiteY1" fmla="*/ 6550 h 10718"/>
                          <a:gd name="connsiteX2" fmla="*/ 9926 w 18523"/>
                          <a:gd name="connsiteY2" fmla="*/ 4409 h 10718"/>
                          <a:gd name="connsiteX3" fmla="*/ 1156 w 18523"/>
                          <a:gd name="connsiteY3" fmla="*/ 94 h 10718"/>
                          <a:gd name="connsiteX4" fmla="*/ 463 w 18523"/>
                          <a:gd name="connsiteY4" fmla="*/ 1654 h 10718"/>
                          <a:gd name="connsiteX5" fmla="*/ 8711 w 18523"/>
                          <a:gd name="connsiteY5" fmla="*/ 6259 h 10718"/>
                          <a:gd name="connsiteX6" fmla="*/ 12793 w 18523"/>
                          <a:gd name="connsiteY6" fmla="*/ 8463 h 10718"/>
                          <a:gd name="connsiteX7" fmla="*/ 17138 w 18523"/>
                          <a:gd name="connsiteY7" fmla="*/ 10671 h 10718"/>
                          <a:gd name="connsiteX8" fmla="*/ 18169 w 18523"/>
                          <a:gd name="connsiteY8" fmla="*/ 8744 h 10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23" h="10718">
                            <a:moveTo>
                              <a:pt x="18169" y="8744"/>
                            </a:moveTo>
                            <a:cubicBezTo>
                              <a:pt x="17007" y="7809"/>
                              <a:pt x="15457" y="7223"/>
                              <a:pt x="14135" y="6550"/>
                            </a:cubicBezTo>
                            <a:cubicBezTo>
                              <a:pt x="12735" y="5838"/>
                              <a:pt x="11331" y="5121"/>
                              <a:pt x="9926" y="4409"/>
                            </a:cubicBezTo>
                            <a:cubicBezTo>
                              <a:pt x="7021" y="2932"/>
                              <a:pt x="4091" y="1513"/>
                              <a:pt x="1156" y="94"/>
                            </a:cubicBezTo>
                            <a:cubicBezTo>
                              <a:pt x="153" y="-390"/>
                              <a:pt x="-481" y="1121"/>
                              <a:pt x="463" y="1654"/>
                            </a:cubicBezTo>
                            <a:cubicBezTo>
                              <a:pt x="3204" y="3204"/>
                              <a:pt x="5941" y="4763"/>
                              <a:pt x="8711" y="6259"/>
                            </a:cubicBezTo>
                            <a:cubicBezTo>
                              <a:pt x="10072" y="6995"/>
                              <a:pt x="11433" y="7727"/>
                              <a:pt x="12793" y="8463"/>
                            </a:cubicBezTo>
                            <a:cubicBezTo>
                              <a:pt x="14193" y="9218"/>
                              <a:pt x="15622" y="10182"/>
                              <a:pt x="17138" y="10671"/>
                            </a:cubicBezTo>
                            <a:cubicBezTo>
                              <a:pt x="18188" y="11010"/>
                              <a:pt x="19026" y="9436"/>
                              <a:pt x="18169" y="8744"/>
                            </a:cubicBezTo>
                            <a:close/>
                          </a:path>
                        </a:pathLst>
                      </a:custGeom>
                      <a:solidFill>
                        <a:srgbClr val="B7ABAB"/>
                      </a:solidFill>
                      <a:ln w="4839" cap="flat">
                        <a:noFill/>
                        <a:prstDash val="solid"/>
                        <a:miter/>
                      </a:ln>
                    </p:spPr>
                    <p:txBody>
                      <a:bodyPr rtlCol="0" anchor="ctr"/>
                      <a:lstStyle/>
                      <a:p>
                        <a:endParaRPr lang="vi-VN"/>
                      </a:p>
                    </p:txBody>
                  </p:sp>
                  <p:sp>
                    <p:nvSpPr>
                      <p:cNvPr id="1039" name="Freeform: Shape 1038">
                        <a:extLst>
                          <a:ext uri="{FF2B5EF4-FFF2-40B4-BE49-F238E27FC236}">
                            <a16:creationId xmlns:a16="http://schemas.microsoft.com/office/drawing/2014/main" id="{51756805-84BD-5512-295A-CD0DAF36BFA7}"/>
                          </a:ext>
                        </a:extLst>
                      </p:cNvPr>
                      <p:cNvSpPr/>
                      <p:nvPr/>
                    </p:nvSpPr>
                    <p:spPr>
                      <a:xfrm>
                        <a:off x="2329832" y="5708643"/>
                        <a:ext cx="33282" cy="20019"/>
                      </a:xfrm>
                      <a:custGeom>
                        <a:avLst/>
                        <a:gdLst>
                          <a:gd name="connsiteX0" fmla="*/ 33192 w 33282"/>
                          <a:gd name="connsiteY0" fmla="*/ 19265 h 20019"/>
                          <a:gd name="connsiteX1" fmla="*/ 29448 w 33282"/>
                          <a:gd name="connsiteY1" fmla="*/ 16959 h 20019"/>
                          <a:gd name="connsiteX2" fmla="*/ 25607 w 33282"/>
                          <a:gd name="connsiteY2" fmla="*/ 14799 h 20019"/>
                          <a:gd name="connsiteX3" fmla="*/ 17224 w 33282"/>
                          <a:gd name="connsiteY3" fmla="*/ 9685 h 20019"/>
                          <a:gd name="connsiteX4" fmla="*/ 9243 w 33282"/>
                          <a:gd name="connsiteY4" fmla="*/ 4489 h 20019"/>
                          <a:gd name="connsiteX5" fmla="*/ 1238 w 33282"/>
                          <a:gd name="connsiteY5" fmla="*/ 82 h 20019"/>
                          <a:gd name="connsiteX6" fmla="*/ 599 w 33282"/>
                          <a:gd name="connsiteY6" fmla="*/ 1927 h 20019"/>
                          <a:gd name="connsiteX7" fmla="*/ 8846 w 33282"/>
                          <a:gd name="connsiteY7" fmla="*/ 5951 h 20019"/>
                          <a:gd name="connsiteX8" fmla="*/ 17447 w 33282"/>
                          <a:gd name="connsiteY8" fmla="*/ 11453 h 20019"/>
                          <a:gd name="connsiteX9" fmla="*/ 24910 w 33282"/>
                          <a:gd name="connsiteY9" fmla="*/ 16364 h 20019"/>
                          <a:gd name="connsiteX10" fmla="*/ 28993 w 33282"/>
                          <a:gd name="connsiteY10" fmla="*/ 18640 h 20019"/>
                          <a:gd name="connsiteX11" fmla="*/ 32852 w 33282"/>
                          <a:gd name="connsiteY11" fmla="*/ 20015 h 20019"/>
                          <a:gd name="connsiteX12" fmla="*/ 33192 w 33282"/>
                          <a:gd name="connsiteY12" fmla="*/ 19265 h 2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282" h="20019">
                            <a:moveTo>
                              <a:pt x="33192" y="19265"/>
                            </a:moveTo>
                            <a:cubicBezTo>
                              <a:pt x="32276" y="18136"/>
                              <a:pt x="30702" y="17637"/>
                              <a:pt x="29448" y="16959"/>
                            </a:cubicBezTo>
                            <a:cubicBezTo>
                              <a:pt x="28155" y="16262"/>
                              <a:pt x="26872" y="15550"/>
                              <a:pt x="25607" y="14799"/>
                            </a:cubicBezTo>
                            <a:cubicBezTo>
                              <a:pt x="22794" y="13129"/>
                              <a:pt x="20019" y="11385"/>
                              <a:pt x="17224" y="9685"/>
                            </a:cubicBezTo>
                            <a:cubicBezTo>
                              <a:pt x="14493" y="8024"/>
                              <a:pt x="11757" y="6474"/>
                              <a:pt x="9243" y="4489"/>
                            </a:cubicBezTo>
                            <a:cubicBezTo>
                              <a:pt x="6832" y="2581"/>
                              <a:pt x="4071" y="1244"/>
                              <a:pt x="1238" y="82"/>
                            </a:cubicBezTo>
                            <a:cubicBezTo>
                              <a:pt x="56" y="-402"/>
                              <a:pt x="-515" y="1399"/>
                              <a:pt x="599" y="1927"/>
                            </a:cubicBezTo>
                            <a:cubicBezTo>
                              <a:pt x="3369" y="3239"/>
                              <a:pt x="6033" y="4741"/>
                              <a:pt x="8846" y="5951"/>
                            </a:cubicBezTo>
                            <a:cubicBezTo>
                              <a:pt x="11984" y="7303"/>
                              <a:pt x="14672" y="9487"/>
                              <a:pt x="17447" y="11453"/>
                            </a:cubicBezTo>
                            <a:cubicBezTo>
                              <a:pt x="19883" y="13177"/>
                              <a:pt x="22339" y="14838"/>
                              <a:pt x="24910" y="16364"/>
                            </a:cubicBezTo>
                            <a:cubicBezTo>
                              <a:pt x="26247" y="17158"/>
                              <a:pt x="27603" y="17933"/>
                              <a:pt x="28993" y="18640"/>
                            </a:cubicBezTo>
                            <a:cubicBezTo>
                              <a:pt x="30199" y="19250"/>
                              <a:pt x="31467" y="20083"/>
                              <a:pt x="32852" y="20015"/>
                            </a:cubicBezTo>
                            <a:cubicBezTo>
                              <a:pt x="33201" y="19991"/>
                              <a:pt x="33414" y="19541"/>
                              <a:pt x="33192" y="19265"/>
                            </a:cubicBezTo>
                            <a:close/>
                          </a:path>
                        </a:pathLst>
                      </a:custGeom>
                      <a:solidFill>
                        <a:srgbClr val="B7ABAB"/>
                      </a:solidFill>
                      <a:ln w="4839" cap="flat">
                        <a:noFill/>
                        <a:prstDash val="solid"/>
                        <a:miter/>
                      </a:ln>
                    </p:spPr>
                    <p:txBody>
                      <a:bodyPr rtlCol="0" anchor="ctr"/>
                      <a:lstStyle/>
                      <a:p>
                        <a:endParaRPr lang="vi-VN"/>
                      </a:p>
                    </p:txBody>
                  </p:sp>
                  <p:sp>
                    <p:nvSpPr>
                      <p:cNvPr id="1040" name="Freeform: Shape 1039">
                        <a:extLst>
                          <a:ext uri="{FF2B5EF4-FFF2-40B4-BE49-F238E27FC236}">
                            <a16:creationId xmlns:a16="http://schemas.microsoft.com/office/drawing/2014/main" id="{2F3A53D7-62E4-256F-6489-9CA44333D3BD}"/>
                          </a:ext>
                        </a:extLst>
                      </p:cNvPr>
                      <p:cNvSpPr/>
                      <p:nvPr/>
                    </p:nvSpPr>
                    <p:spPr>
                      <a:xfrm>
                        <a:off x="2366908" y="5721163"/>
                        <a:ext cx="24005" cy="7776"/>
                      </a:xfrm>
                      <a:custGeom>
                        <a:avLst/>
                        <a:gdLst>
                          <a:gd name="connsiteX0" fmla="*/ 23241 w 24005"/>
                          <a:gd name="connsiteY0" fmla="*/ 47 h 7776"/>
                          <a:gd name="connsiteX1" fmla="*/ 17711 w 24005"/>
                          <a:gd name="connsiteY1" fmla="*/ 1553 h 7776"/>
                          <a:gd name="connsiteX2" fmla="*/ 12088 w 24005"/>
                          <a:gd name="connsiteY2" fmla="*/ 3359 h 7776"/>
                          <a:gd name="connsiteX3" fmla="*/ 751 w 24005"/>
                          <a:gd name="connsiteY3" fmla="*/ 5999 h 7776"/>
                          <a:gd name="connsiteX4" fmla="*/ 959 w 24005"/>
                          <a:gd name="connsiteY4" fmla="*/ 7767 h 7776"/>
                          <a:gd name="connsiteX5" fmla="*/ 12848 w 24005"/>
                          <a:gd name="connsiteY5" fmla="*/ 5616 h 7776"/>
                          <a:gd name="connsiteX6" fmla="*/ 18592 w 24005"/>
                          <a:gd name="connsiteY6" fmla="*/ 4042 h 7776"/>
                          <a:gd name="connsiteX7" fmla="*/ 23721 w 24005"/>
                          <a:gd name="connsiteY7" fmla="*/ 1863 h 7776"/>
                          <a:gd name="connsiteX8" fmla="*/ 23241 w 24005"/>
                          <a:gd name="connsiteY8" fmla="*/ 47 h 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05" h="7776">
                            <a:moveTo>
                              <a:pt x="23241" y="47"/>
                            </a:moveTo>
                            <a:cubicBezTo>
                              <a:pt x="21435" y="-253"/>
                              <a:pt x="19386" y="962"/>
                              <a:pt x="17711" y="1553"/>
                            </a:cubicBezTo>
                            <a:cubicBezTo>
                              <a:pt x="15856" y="2207"/>
                              <a:pt x="13977" y="2812"/>
                              <a:pt x="12088" y="3359"/>
                            </a:cubicBezTo>
                            <a:cubicBezTo>
                              <a:pt x="8335" y="4449"/>
                              <a:pt x="4616" y="5394"/>
                              <a:pt x="751" y="5999"/>
                            </a:cubicBezTo>
                            <a:cubicBezTo>
                              <a:pt x="-377" y="6173"/>
                              <a:pt x="-174" y="7926"/>
                              <a:pt x="959" y="7767"/>
                            </a:cubicBezTo>
                            <a:cubicBezTo>
                              <a:pt x="4930" y="7200"/>
                              <a:pt x="8950" y="6566"/>
                              <a:pt x="12848" y="5616"/>
                            </a:cubicBezTo>
                            <a:cubicBezTo>
                              <a:pt x="14776" y="5147"/>
                              <a:pt x="16694" y="4624"/>
                              <a:pt x="18592" y="4042"/>
                            </a:cubicBezTo>
                            <a:cubicBezTo>
                              <a:pt x="20137" y="3573"/>
                              <a:pt x="22680" y="3180"/>
                              <a:pt x="23721" y="1863"/>
                            </a:cubicBezTo>
                            <a:cubicBezTo>
                              <a:pt x="24166" y="1292"/>
                              <a:pt x="24147" y="197"/>
                              <a:pt x="23241" y="47"/>
                            </a:cubicBezTo>
                            <a:close/>
                          </a:path>
                        </a:pathLst>
                      </a:custGeom>
                      <a:solidFill>
                        <a:srgbClr val="B7ABAB"/>
                      </a:solidFill>
                      <a:ln w="4839" cap="flat">
                        <a:noFill/>
                        <a:prstDash val="solid"/>
                        <a:miter/>
                      </a:ln>
                    </p:spPr>
                    <p:txBody>
                      <a:bodyPr rtlCol="0" anchor="ctr"/>
                      <a:lstStyle/>
                      <a:p>
                        <a:endParaRPr lang="vi-VN"/>
                      </a:p>
                    </p:txBody>
                  </p:sp>
                  <p:sp>
                    <p:nvSpPr>
                      <p:cNvPr id="1041" name="Freeform: Shape 1040">
                        <a:extLst>
                          <a:ext uri="{FF2B5EF4-FFF2-40B4-BE49-F238E27FC236}">
                            <a16:creationId xmlns:a16="http://schemas.microsoft.com/office/drawing/2014/main" id="{2C7EF7C1-8F12-3D31-D644-1837F2E082C5}"/>
                          </a:ext>
                        </a:extLst>
                      </p:cNvPr>
                      <p:cNvSpPr/>
                      <p:nvPr/>
                    </p:nvSpPr>
                    <p:spPr>
                      <a:xfrm>
                        <a:off x="2381055" y="5736928"/>
                        <a:ext cx="29520" cy="18549"/>
                      </a:xfrm>
                      <a:custGeom>
                        <a:avLst/>
                        <a:gdLst>
                          <a:gd name="connsiteX0" fmla="*/ 29303 w 29520"/>
                          <a:gd name="connsiteY0" fmla="*/ 17262 h 18549"/>
                          <a:gd name="connsiteX1" fmla="*/ 25603 w 29520"/>
                          <a:gd name="connsiteY1" fmla="*/ 15475 h 18549"/>
                          <a:gd name="connsiteX2" fmla="*/ 22102 w 29520"/>
                          <a:gd name="connsiteY2" fmla="*/ 13582 h 18549"/>
                          <a:gd name="connsiteX3" fmla="*/ 15196 w 29520"/>
                          <a:gd name="connsiteY3" fmla="*/ 9296 h 18549"/>
                          <a:gd name="connsiteX4" fmla="*/ 1447 w 29520"/>
                          <a:gd name="connsiteY4" fmla="*/ 172 h 18549"/>
                          <a:gd name="connsiteX5" fmla="*/ 362 w 29520"/>
                          <a:gd name="connsiteY5" fmla="*/ 1620 h 18549"/>
                          <a:gd name="connsiteX6" fmla="*/ 14576 w 29520"/>
                          <a:gd name="connsiteY6" fmla="*/ 11553 h 18549"/>
                          <a:gd name="connsiteX7" fmla="*/ 21685 w 29520"/>
                          <a:gd name="connsiteY7" fmla="*/ 15950 h 18549"/>
                          <a:gd name="connsiteX8" fmla="*/ 28984 w 29520"/>
                          <a:gd name="connsiteY8" fmla="*/ 18458 h 18549"/>
                          <a:gd name="connsiteX9" fmla="*/ 29303 w 29520"/>
                          <a:gd name="connsiteY9" fmla="*/ 17262 h 1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20" h="18549">
                            <a:moveTo>
                              <a:pt x="29303" y="17262"/>
                            </a:moveTo>
                            <a:cubicBezTo>
                              <a:pt x="28257" y="16415"/>
                              <a:pt x="26819" y="16052"/>
                              <a:pt x="25603" y="15475"/>
                            </a:cubicBezTo>
                            <a:cubicBezTo>
                              <a:pt x="24402" y="14904"/>
                              <a:pt x="23245" y="14260"/>
                              <a:pt x="22102" y="13582"/>
                            </a:cubicBezTo>
                            <a:cubicBezTo>
                              <a:pt x="19772" y="12197"/>
                              <a:pt x="17477" y="10758"/>
                              <a:pt x="15196" y="9296"/>
                            </a:cubicBezTo>
                            <a:cubicBezTo>
                              <a:pt x="10566" y="6332"/>
                              <a:pt x="5980" y="3281"/>
                              <a:pt x="1447" y="172"/>
                            </a:cubicBezTo>
                            <a:cubicBezTo>
                              <a:pt x="488" y="-487"/>
                              <a:pt x="-573" y="913"/>
                              <a:pt x="362" y="1620"/>
                            </a:cubicBezTo>
                            <a:cubicBezTo>
                              <a:pt x="4973" y="5126"/>
                              <a:pt x="9699" y="8434"/>
                              <a:pt x="14576" y="11553"/>
                            </a:cubicBezTo>
                            <a:cubicBezTo>
                              <a:pt x="16920" y="13054"/>
                              <a:pt x="19278" y="14545"/>
                              <a:pt x="21685" y="15950"/>
                            </a:cubicBezTo>
                            <a:cubicBezTo>
                              <a:pt x="23690" y="17122"/>
                              <a:pt x="26557" y="18982"/>
                              <a:pt x="28984" y="18458"/>
                            </a:cubicBezTo>
                            <a:cubicBezTo>
                              <a:pt x="29487" y="18357"/>
                              <a:pt x="29725" y="17606"/>
                              <a:pt x="29303" y="17262"/>
                            </a:cubicBezTo>
                            <a:close/>
                          </a:path>
                        </a:pathLst>
                      </a:custGeom>
                      <a:solidFill>
                        <a:srgbClr val="B7ABAB"/>
                      </a:solidFill>
                      <a:ln w="4839" cap="flat">
                        <a:noFill/>
                        <a:prstDash val="solid"/>
                        <a:miter/>
                      </a:ln>
                    </p:spPr>
                    <p:txBody>
                      <a:bodyPr rtlCol="0" anchor="ctr"/>
                      <a:lstStyle/>
                      <a:p>
                        <a:endParaRPr lang="vi-VN"/>
                      </a:p>
                    </p:txBody>
                  </p:sp>
                  <p:sp>
                    <p:nvSpPr>
                      <p:cNvPr id="1042" name="Freeform: Shape 1041">
                        <a:extLst>
                          <a:ext uri="{FF2B5EF4-FFF2-40B4-BE49-F238E27FC236}">
                            <a16:creationId xmlns:a16="http://schemas.microsoft.com/office/drawing/2014/main" id="{CBDE79B0-DD38-20C5-16E7-5279B81834DC}"/>
                          </a:ext>
                        </a:extLst>
                      </p:cNvPr>
                      <p:cNvSpPr/>
                      <p:nvPr/>
                    </p:nvSpPr>
                    <p:spPr>
                      <a:xfrm>
                        <a:off x="2416411" y="5744722"/>
                        <a:ext cx="19961" cy="8899"/>
                      </a:xfrm>
                      <a:custGeom>
                        <a:avLst/>
                        <a:gdLst>
                          <a:gd name="connsiteX0" fmla="*/ 19450 w 19961"/>
                          <a:gd name="connsiteY0" fmla="*/ 64 h 8899"/>
                          <a:gd name="connsiteX1" fmla="*/ 19474 w 19961"/>
                          <a:gd name="connsiteY1" fmla="*/ 64 h 8899"/>
                          <a:gd name="connsiteX2" fmla="*/ 19445 w 19961"/>
                          <a:gd name="connsiteY2" fmla="*/ 59 h 8899"/>
                          <a:gd name="connsiteX3" fmla="*/ 19256 w 19961"/>
                          <a:gd name="connsiteY3" fmla="*/ 20 h 8899"/>
                          <a:gd name="connsiteX4" fmla="*/ 19155 w 19961"/>
                          <a:gd name="connsiteY4" fmla="*/ 1 h 8899"/>
                          <a:gd name="connsiteX5" fmla="*/ 19005 w 19961"/>
                          <a:gd name="connsiteY5" fmla="*/ 35 h 8899"/>
                          <a:gd name="connsiteX6" fmla="*/ 18830 w 19961"/>
                          <a:gd name="connsiteY6" fmla="*/ 44 h 8899"/>
                          <a:gd name="connsiteX7" fmla="*/ 18946 w 19961"/>
                          <a:gd name="connsiteY7" fmla="*/ 49 h 8899"/>
                          <a:gd name="connsiteX8" fmla="*/ 18690 w 19961"/>
                          <a:gd name="connsiteY8" fmla="*/ 112 h 8899"/>
                          <a:gd name="connsiteX9" fmla="*/ 17339 w 19961"/>
                          <a:gd name="connsiteY9" fmla="*/ 674 h 8899"/>
                          <a:gd name="connsiteX10" fmla="*/ 15135 w 19961"/>
                          <a:gd name="connsiteY10" fmla="*/ 1812 h 8899"/>
                          <a:gd name="connsiteX11" fmla="*/ 10273 w 19961"/>
                          <a:gd name="connsiteY11" fmla="*/ 3497 h 8899"/>
                          <a:gd name="connsiteX12" fmla="*/ 359 w 19961"/>
                          <a:gd name="connsiteY12" fmla="*/ 7275 h 8899"/>
                          <a:gd name="connsiteX13" fmla="*/ 1221 w 19961"/>
                          <a:gd name="connsiteY13" fmla="*/ 8810 h 8899"/>
                          <a:gd name="connsiteX14" fmla="*/ 11183 w 19961"/>
                          <a:gd name="connsiteY14" fmla="*/ 5725 h 8899"/>
                          <a:gd name="connsiteX15" fmla="*/ 15895 w 19961"/>
                          <a:gd name="connsiteY15" fmla="*/ 4195 h 8899"/>
                          <a:gd name="connsiteX16" fmla="*/ 18123 w 19961"/>
                          <a:gd name="connsiteY16" fmla="*/ 3037 h 8899"/>
                          <a:gd name="connsiteX17" fmla="*/ 19799 w 19961"/>
                          <a:gd name="connsiteY17" fmla="*/ 1386 h 8899"/>
                          <a:gd name="connsiteX18" fmla="*/ 19450 w 19961"/>
                          <a:gd name="connsiteY18" fmla="*/ 64 h 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961" h="8899">
                            <a:moveTo>
                              <a:pt x="19450" y="64"/>
                            </a:moveTo>
                            <a:lnTo>
                              <a:pt x="19474" y="64"/>
                            </a:lnTo>
                            <a:cubicBezTo>
                              <a:pt x="19465" y="59"/>
                              <a:pt x="19455" y="64"/>
                              <a:pt x="19445" y="59"/>
                            </a:cubicBezTo>
                            <a:cubicBezTo>
                              <a:pt x="19382" y="30"/>
                              <a:pt x="19324" y="30"/>
                              <a:pt x="19256" y="20"/>
                            </a:cubicBezTo>
                            <a:cubicBezTo>
                              <a:pt x="19222" y="15"/>
                              <a:pt x="19193" y="-4"/>
                              <a:pt x="19155" y="1"/>
                            </a:cubicBezTo>
                            <a:cubicBezTo>
                              <a:pt x="19097" y="10"/>
                              <a:pt x="19053" y="25"/>
                              <a:pt x="19005" y="35"/>
                            </a:cubicBezTo>
                            <a:cubicBezTo>
                              <a:pt x="18946" y="44"/>
                              <a:pt x="18893" y="15"/>
                              <a:pt x="18830" y="44"/>
                            </a:cubicBezTo>
                            <a:cubicBezTo>
                              <a:pt x="18869" y="44"/>
                              <a:pt x="18908" y="44"/>
                              <a:pt x="18946" y="49"/>
                            </a:cubicBezTo>
                            <a:cubicBezTo>
                              <a:pt x="18864" y="68"/>
                              <a:pt x="18782" y="78"/>
                              <a:pt x="18690" y="112"/>
                            </a:cubicBezTo>
                            <a:cubicBezTo>
                              <a:pt x="18235" y="272"/>
                              <a:pt x="17770" y="451"/>
                              <a:pt x="17339" y="674"/>
                            </a:cubicBezTo>
                            <a:cubicBezTo>
                              <a:pt x="16598" y="1052"/>
                              <a:pt x="15900" y="1483"/>
                              <a:pt x="15135" y="1812"/>
                            </a:cubicBezTo>
                            <a:cubicBezTo>
                              <a:pt x="13556" y="2490"/>
                              <a:pt x="11919" y="3023"/>
                              <a:pt x="10273" y="3497"/>
                            </a:cubicBezTo>
                            <a:cubicBezTo>
                              <a:pt x="6849" y="4485"/>
                              <a:pt x="3454" y="5449"/>
                              <a:pt x="359" y="7275"/>
                            </a:cubicBezTo>
                            <a:cubicBezTo>
                              <a:pt x="-498" y="7778"/>
                              <a:pt x="335" y="9280"/>
                              <a:pt x="1221" y="8810"/>
                            </a:cubicBezTo>
                            <a:cubicBezTo>
                              <a:pt x="4321" y="7173"/>
                              <a:pt x="7817" y="6592"/>
                              <a:pt x="11183" y="5725"/>
                            </a:cubicBezTo>
                            <a:cubicBezTo>
                              <a:pt x="12781" y="5313"/>
                              <a:pt x="14384" y="4868"/>
                              <a:pt x="15895" y="4195"/>
                            </a:cubicBezTo>
                            <a:cubicBezTo>
                              <a:pt x="16661" y="3856"/>
                              <a:pt x="17406" y="3468"/>
                              <a:pt x="18123" y="3037"/>
                            </a:cubicBezTo>
                            <a:cubicBezTo>
                              <a:pt x="18845" y="2601"/>
                              <a:pt x="19285" y="2035"/>
                              <a:pt x="19799" y="1386"/>
                            </a:cubicBezTo>
                            <a:cubicBezTo>
                              <a:pt x="20143" y="935"/>
                              <a:pt x="19901" y="286"/>
                              <a:pt x="19450" y="64"/>
                            </a:cubicBezTo>
                            <a:close/>
                          </a:path>
                        </a:pathLst>
                      </a:custGeom>
                      <a:solidFill>
                        <a:srgbClr val="B7ABAB"/>
                      </a:solidFill>
                      <a:ln w="4839" cap="flat">
                        <a:noFill/>
                        <a:prstDash val="solid"/>
                        <a:miter/>
                      </a:ln>
                    </p:spPr>
                    <p:txBody>
                      <a:bodyPr rtlCol="0" anchor="ctr"/>
                      <a:lstStyle/>
                      <a:p>
                        <a:endParaRPr lang="vi-VN"/>
                      </a:p>
                    </p:txBody>
                  </p:sp>
                  <p:sp>
                    <p:nvSpPr>
                      <p:cNvPr id="1043" name="Freeform: Shape 1042">
                        <a:extLst>
                          <a:ext uri="{FF2B5EF4-FFF2-40B4-BE49-F238E27FC236}">
                            <a16:creationId xmlns:a16="http://schemas.microsoft.com/office/drawing/2014/main" id="{0B46772F-256D-909A-8199-7188B5549494}"/>
                          </a:ext>
                        </a:extLst>
                      </p:cNvPr>
                      <p:cNvSpPr/>
                      <p:nvPr/>
                    </p:nvSpPr>
                    <p:spPr>
                      <a:xfrm>
                        <a:off x="2425397" y="5725756"/>
                        <a:ext cx="23327" cy="12174"/>
                      </a:xfrm>
                      <a:custGeom>
                        <a:avLst/>
                        <a:gdLst>
                          <a:gd name="connsiteX0" fmla="*/ 23099 w 23327"/>
                          <a:gd name="connsiteY0" fmla="*/ 11397 h 12174"/>
                          <a:gd name="connsiteX1" fmla="*/ 1045 w 23327"/>
                          <a:gd name="connsiteY1" fmla="*/ 84 h 12174"/>
                          <a:gd name="connsiteX2" fmla="*/ 343 w 23327"/>
                          <a:gd name="connsiteY2" fmla="*/ 1290 h 12174"/>
                          <a:gd name="connsiteX3" fmla="*/ 22726 w 23327"/>
                          <a:gd name="connsiteY3" fmla="*/ 12143 h 12174"/>
                          <a:gd name="connsiteX4" fmla="*/ 23099 w 23327"/>
                          <a:gd name="connsiteY4" fmla="*/ 11397 h 12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27" h="12174">
                            <a:moveTo>
                              <a:pt x="23099" y="11397"/>
                            </a:moveTo>
                            <a:cubicBezTo>
                              <a:pt x="15830" y="7479"/>
                              <a:pt x="8421" y="3813"/>
                              <a:pt x="1045" y="84"/>
                            </a:cubicBezTo>
                            <a:cubicBezTo>
                              <a:pt x="251" y="-318"/>
                              <a:pt x="-437" y="830"/>
                              <a:pt x="343" y="1290"/>
                            </a:cubicBezTo>
                            <a:cubicBezTo>
                              <a:pt x="7491" y="5493"/>
                              <a:pt x="14934" y="9271"/>
                              <a:pt x="22726" y="12143"/>
                            </a:cubicBezTo>
                            <a:cubicBezTo>
                              <a:pt x="23220" y="12327"/>
                              <a:pt x="23584" y="11659"/>
                              <a:pt x="23099" y="11397"/>
                            </a:cubicBezTo>
                            <a:close/>
                          </a:path>
                        </a:pathLst>
                      </a:custGeom>
                      <a:solidFill>
                        <a:srgbClr val="B7ABAB"/>
                      </a:solidFill>
                      <a:ln w="4839" cap="flat">
                        <a:noFill/>
                        <a:prstDash val="solid"/>
                        <a:miter/>
                      </a:ln>
                    </p:spPr>
                    <p:txBody>
                      <a:bodyPr rtlCol="0" anchor="ctr"/>
                      <a:lstStyle/>
                      <a:p>
                        <a:endParaRPr lang="vi-VN"/>
                      </a:p>
                    </p:txBody>
                  </p:sp>
                  <p:sp>
                    <p:nvSpPr>
                      <p:cNvPr id="1044" name="Freeform: Shape 1043">
                        <a:extLst>
                          <a:ext uri="{FF2B5EF4-FFF2-40B4-BE49-F238E27FC236}">
                            <a16:creationId xmlns:a16="http://schemas.microsoft.com/office/drawing/2014/main" id="{3C79BEE2-4DA8-2B83-C7DA-49A9B8E9720B}"/>
                          </a:ext>
                        </a:extLst>
                      </p:cNvPr>
                      <p:cNvSpPr/>
                      <p:nvPr/>
                    </p:nvSpPr>
                    <p:spPr>
                      <a:xfrm>
                        <a:off x="2460933" y="5729774"/>
                        <a:ext cx="24685" cy="8858"/>
                      </a:xfrm>
                      <a:custGeom>
                        <a:avLst/>
                        <a:gdLst>
                          <a:gd name="connsiteX0" fmla="*/ 24171 w 24685"/>
                          <a:gd name="connsiteY0" fmla="*/ 352 h 8858"/>
                          <a:gd name="connsiteX1" fmla="*/ 13148 w 24685"/>
                          <a:gd name="connsiteY1" fmla="*/ 2890 h 8858"/>
                          <a:gd name="connsiteX2" fmla="*/ 779 w 24685"/>
                          <a:gd name="connsiteY2" fmla="*/ 6725 h 8858"/>
                          <a:gd name="connsiteX3" fmla="*/ 1041 w 24685"/>
                          <a:gd name="connsiteY3" fmla="*/ 8851 h 8858"/>
                          <a:gd name="connsiteX4" fmla="*/ 7545 w 24685"/>
                          <a:gd name="connsiteY4" fmla="*/ 7907 h 8858"/>
                          <a:gd name="connsiteX5" fmla="*/ 13453 w 24685"/>
                          <a:gd name="connsiteY5" fmla="*/ 5888 h 8858"/>
                          <a:gd name="connsiteX6" fmla="*/ 18950 w 24685"/>
                          <a:gd name="connsiteY6" fmla="*/ 3534 h 8858"/>
                          <a:gd name="connsiteX7" fmla="*/ 24142 w 24685"/>
                          <a:gd name="connsiteY7" fmla="*/ 1965 h 8858"/>
                          <a:gd name="connsiteX8" fmla="*/ 24171 w 24685"/>
                          <a:gd name="connsiteY8" fmla="*/ 352 h 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85" h="8858">
                            <a:moveTo>
                              <a:pt x="24171" y="352"/>
                            </a:moveTo>
                            <a:cubicBezTo>
                              <a:pt x="20567" y="-888"/>
                              <a:pt x="16393" y="1432"/>
                              <a:pt x="13148" y="2890"/>
                            </a:cubicBezTo>
                            <a:cubicBezTo>
                              <a:pt x="9177" y="4672"/>
                              <a:pt x="5007" y="5733"/>
                              <a:pt x="779" y="6725"/>
                            </a:cubicBezTo>
                            <a:cubicBezTo>
                              <a:pt x="-383" y="6997"/>
                              <a:pt x="-204" y="8992"/>
                              <a:pt x="1041" y="8851"/>
                            </a:cubicBezTo>
                            <a:cubicBezTo>
                              <a:pt x="3206" y="8609"/>
                              <a:pt x="5419" y="8416"/>
                              <a:pt x="7545" y="7907"/>
                            </a:cubicBezTo>
                            <a:cubicBezTo>
                              <a:pt x="9574" y="7418"/>
                              <a:pt x="11535" y="6706"/>
                              <a:pt x="13453" y="5888"/>
                            </a:cubicBezTo>
                            <a:cubicBezTo>
                              <a:pt x="15284" y="5103"/>
                              <a:pt x="17081" y="4222"/>
                              <a:pt x="18950" y="3534"/>
                            </a:cubicBezTo>
                            <a:cubicBezTo>
                              <a:pt x="20655" y="2909"/>
                              <a:pt x="22442" y="2590"/>
                              <a:pt x="24142" y="1965"/>
                            </a:cubicBezTo>
                            <a:cubicBezTo>
                              <a:pt x="24815" y="1718"/>
                              <a:pt x="24907" y="604"/>
                              <a:pt x="24171" y="352"/>
                            </a:cubicBezTo>
                            <a:close/>
                          </a:path>
                        </a:pathLst>
                      </a:custGeom>
                      <a:solidFill>
                        <a:srgbClr val="B7ABAB"/>
                      </a:solidFill>
                      <a:ln w="4839" cap="flat">
                        <a:noFill/>
                        <a:prstDash val="solid"/>
                        <a:miter/>
                      </a:ln>
                    </p:spPr>
                    <p:txBody>
                      <a:bodyPr rtlCol="0" anchor="ctr"/>
                      <a:lstStyle/>
                      <a:p>
                        <a:endParaRPr lang="vi-VN"/>
                      </a:p>
                    </p:txBody>
                  </p:sp>
                  <p:sp>
                    <p:nvSpPr>
                      <p:cNvPr id="1045" name="Freeform: Shape 1044">
                        <a:extLst>
                          <a:ext uri="{FF2B5EF4-FFF2-40B4-BE49-F238E27FC236}">
                            <a16:creationId xmlns:a16="http://schemas.microsoft.com/office/drawing/2014/main" id="{74907A97-E6BC-3A57-E5BE-9415D4BF54D6}"/>
                          </a:ext>
                        </a:extLst>
                      </p:cNvPr>
                      <p:cNvSpPr/>
                      <p:nvPr/>
                    </p:nvSpPr>
                    <p:spPr>
                      <a:xfrm>
                        <a:off x="2426440" y="5762870"/>
                        <a:ext cx="29960" cy="15820"/>
                      </a:xfrm>
                      <a:custGeom>
                        <a:avLst/>
                        <a:gdLst>
                          <a:gd name="connsiteX0" fmla="*/ 29180 w 29960"/>
                          <a:gd name="connsiteY0" fmla="*/ 13273 h 15820"/>
                          <a:gd name="connsiteX1" fmla="*/ 15199 w 29960"/>
                          <a:gd name="connsiteY1" fmla="*/ 6817 h 15820"/>
                          <a:gd name="connsiteX2" fmla="*/ 8555 w 29960"/>
                          <a:gd name="connsiteY2" fmla="*/ 3573 h 15820"/>
                          <a:gd name="connsiteX3" fmla="*/ 1285 w 29960"/>
                          <a:gd name="connsiteY3" fmla="*/ 66 h 15820"/>
                          <a:gd name="connsiteX4" fmla="*/ 438 w 29960"/>
                          <a:gd name="connsiteY4" fmla="*/ 1921 h 15820"/>
                          <a:gd name="connsiteX5" fmla="*/ 7567 w 29960"/>
                          <a:gd name="connsiteY5" fmla="*/ 5868 h 15820"/>
                          <a:gd name="connsiteX6" fmla="*/ 14255 w 29960"/>
                          <a:gd name="connsiteY6" fmla="*/ 9234 h 15820"/>
                          <a:gd name="connsiteX7" fmla="*/ 28246 w 29960"/>
                          <a:gd name="connsiteY7" fmla="*/ 15714 h 15820"/>
                          <a:gd name="connsiteX8" fmla="*/ 29180 w 29960"/>
                          <a:gd name="connsiteY8" fmla="*/ 13273 h 15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0" h="15820">
                            <a:moveTo>
                              <a:pt x="29180" y="13273"/>
                            </a:moveTo>
                            <a:cubicBezTo>
                              <a:pt x="24546" y="11065"/>
                              <a:pt x="19824" y="9050"/>
                              <a:pt x="15199" y="6817"/>
                            </a:cubicBezTo>
                            <a:cubicBezTo>
                              <a:pt x="12981" y="5747"/>
                              <a:pt x="10763" y="4662"/>
                              <a:pt x="8555" y="3573"/>
                            </a:cubicBezTo>
                            <a:cubicBezTo>
                              <a:pt x="6162" y="2396"/>
                              <a:pt x="3794" y="967"/>
                              <a:pt x="1285" y="66"/>
                            </a:cubicBezTo>
                            <a:cubicBezTo>
                              <a:pt x="138" y="-345"/>
                              <a:pt x="-468" y="1267"/>
                              <a:pt x="438" y="1921"/>
                            </a:cubicBezTo>
                            <a:cubicBezTo>
                              <a:pt x="2608" y="3495"/>
                              <a:pt x="5189" y="4633"/>
                              <a:pt x="7567" y="5868"/>
                            </a:cubicBezTo>
                            <a:cubicBezTo>
                              <a:pt x="9780" y="7021"/>
                              <a:pt x="12012" y="8139"/>
                              <a:pt x="14255" y="9234"/>
                            </a:cubicBezTo>
                            <a:cubicBezTo>
                              <a:pt x="18860" y="11476"/>
                              <a:pt x="23495" y="13796"/>
                              <a:pt x="28246" y="15714"/>
                            </a:cubicBezTo>
                            <a:cubicBezTo>
                              <a:pt x="29820" y="16348"/>
                              <a:pt x="30682" y="13990"/>
                              <a:pt x="29180" y="13273"/>
                            </a:cubicBezTo>
                            <a:close/>
                          </a:path>
                        </a:pathLst>
                      </a:custGeom>
                      <a:solidFill>
                        <a:srgbClr val="B7ABAB"/>
                      </a:solidFill>
                      <a:ln w="4839" cap="flat">
                        <a:noFill/>
                        <a:prstDash val="solid"/>
                        <a:miter/>
                      </a:ln>
                    </p:spPr>
                    <p:txBody>
                      <a:bodyPr rtlCol="0" anchor="ctr"/>
                      <a:lstStyle/>
                      <a:p>
                        <a:endParaRPr lang="vi-VN"/>
                      </a:p>
                    </p:txBody>
                  </p:sp>
                  <p:sp>
                    <p:nvSpPr>
                      <p:cNvPr id="1046" name="Freeform: Shape 1045">
                        <a:extLst>
                          <a:ext uri="{FF2B5EF4-FFF2-40B4-BE49-F238E27FC236}">
                            <a16:creationId xmlns:a16="http://schemas.microsoft.com/office/drawing/2014/main" id="{4C5190CC-0FEC-326D-E83B-1D66E6F48098}"/>
                          </a:ext>
                        </a:extLst>
                      </p:cNvPr>
                      <p:cNvSpPr/>
                      <p:nvPr/>
                    </p:nvSpPr>
                    <p:spPr>
                      <a:xfrm>
                        <a:off x="2465548" y="5766650"/>
                        <a:ext cx="23512" cy="10343"/>
                      </a:xfrm>
                      <a:custGeom>
                        <a:avLst/>
                        <a:gdLst>
                          <a:gd name="connsiteX0" fmla="*/ 22810 w 23512"/>
                          <a:gd name="connsiteY0" fmla="*/ 6 h 10343"/>
                          <a:gd name="connsiteX1" fmla="*/ 17081 w 23512"/>
                          <a:gd name="connsiteY1" fmla="*/ 1629 h 10343"/>
                          <a:gd name="connsiteX2" fmla="*/ 11497 w 23512"/>
                          <a:gd name="connsiteY2" fmla="*/ 3701 h 10343"/>
                          <a:gd name="connsiteX3" fmla="*/ 567 w 23512"/>
                          <a:gd name="connsiteY3" fmla="*/ 8186 h 10343"/>
                          <a:gd name="connsiteX4" fmla="*/ 1593 w 23512"/>
                          <a:gd name="connsiteY4" fmla="*/ 10302 h 10343"/>
                          <a:gd name="connsiteX5" fmla="*/ 13667 w 23512"/>
                          <a:gd name="connsiteY5" fmla="*/ 6205 h 10343"/>
                          <a:gd name="connsiteX6" fmla="*/ 19212 w 23512"/>
                          <a:gd name="connsiteY6" fmla="*/ 4113 h 10343"/>
                          <a:gd name="connsiteX7" fmla="*/ 23493 w 23512"/>
                          <a:gd name="connsiteY7" fmla="*/ 975 h 10343"/>
                          <a:gd name="connsiteX8" fmla="*/ 22810 w 23512"/>
                          <a:gd name="connsiteY8" fmla="*/ 6 h 10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12" h="10343">
                            <a:moveTo>
                              <a:pt x="22810" y="6"/>
                            </a:moveTo>
                            <a:cubicBezTo>
                              <a:pt x="20868" y="-91"/>
                              <a:pt x="18888" y="970"/>
                              <a:pt x="17081" y="1629"/>
                            </a:cubicBezTo>
                            <a:cubicBezTo>
                              <a:pt x="15216" y="2307"/>
                              <a:pt x="13352" y="2994"/>
                              <a:pt x="11497" y="3701"/>
                            </a:cubicBezTo>
                            <a:cubicBezTo>
                              <a:pt x="7807" y="5111"/>
                              <a:pt x="4117" y="6452"/>
                              <a:pt x="567" y="8186"/>
                            </a:cubicBezTo>
                            <a:cubicBezTo>
                              <a:pt x="-692" y="8801"/>
                              <a:pt x="368" y="10641"/>
                              <a:pt x="1593" y="10302"/>
                            </a:cubicBezTo>
                            <a:cubicBezTo>
                              <a:pt x="5700" y="9164"/>
                              <a:pt x="9662" y="7658"/>
                              <a:pt x="13667" y="6205"/>
                            </a:cubicBezTo>
                            <a:cubicBezTo>
                              <a:pt x="15527" y="5532"/>
                              <a:pt x="17367" y="4815"/>
                              <a:pt x="19212" y="4113"/>
                            </a:cubicBezTo>
                            <a:cubicBezTo>
                              <a:pt x="20951" y="3449"/>
                              <a:pt x="22917" y="2970"/>
                              <a:pt x="23493" y="975"/>
                            </a:cubicBezTo>
                            <a:cubicBezTo>
                              <a:pt x="23604" y="578"/>
                              <a:pt x="23227" y="26"/>
                              <a:pt x="22810" y="6"/>
                            </a:cubicBezTo>
                            <a:close/>
                          </a:path>
                        </a:pathLst>
                      </a:custGeom>
                      <a:solidFill>
                        <a:srgbClr val="B7ABAB"/>
                      </a:solidFill>
                      <a:ln w="4839" cap="flat">
                        <a:noFill/>
                        <a:prstDash val="solid"/>
                        <a:miter/>
                      </a:ln>
                    </p:spPr>
                    <p:txBody>
                      <a:bodyPr rtlCol="0" anchor="ctr"/>
                      <a:lstStyle/>
                      <a:p>
                        <a:endParaRPr lang="vi-VN"/>
                      </a:p>
                    </p:txBody>
                  </p:sp>
                  <p:sp>
                    <p:nvSpPr>
                      <p:cNvPr id="1047" name="Freeform: Shape 1046">
                        <a:extLst>
                          <a:ext uri="{FF2B5EF4-FFF2-40B4-BE49-F238E27FC236}">
                            <a16:creationId xmlns:a16="http://schemas.microsoft.com/office/drawing/2014/main" id="{CA9B19FB-FD33-7050-3F0B-3031097339FF}"/>
                          </a:ext>
                        </a:extLst>
                      </p:cNvPr>
                      <p:cNvSpPr/>
                      <p:nvPr/>
                    </p:nvSpPr>
                    <p:spPr>
                      <a:xfrm>
                        <a:off x="2471357" y="5746082"/>
                        <a:ext cx="31034" cy="17530"/>
                      </a:xfrm>
                      <a:custGeom>
                        <a:avLst/>
                        <a:gdLst>
                          <a:gd name="connsiteX0" fmla="*/ 30692 w 31034"/>
                          <a:gd name="connsiteY0" fmla="*/ 15867 h 17530"/>
                          <a:gd name="connsiteX1" fmla="*/ 27147 w 31034"/>
                          <a:gd name="connsiteY1" fmla="*/ 13925 h 17530"/>
                          <a:gd name="connsiteX2" fmla="*/ 23709 w 31034"/>
                          <a:gd name="connsiteY2" fmla="*/ 12240 h 17530"/>
                          <a:gd name="connsiteX3" fmla="*/ 16246 w 31034"/>
                          <a:gd name="connsiteY3" fmla="*/ 8201 h 17530"/>
                          <a:gd name="connsiteX4" fmla="*/ 1533 w 31034"/>
                          <a:gd name="connsiteY4" fmla="*/ 128 h 17530"/>
                          <a:gd name="connsiteX5" fmla="*/ 439 w 31034"/>
                          <a:gd name="connsiteY5" fmla="*/ 1702 h 17530"/>
                          <a:gd name="connsiteX6" fmla="*/ 15476 w 31034"/>
                          <a:gd name="connsiteY6" fmla="*/ 10569 h 17530"/>
                          <a:gd name="connsiteX7" fmla="*/ 22706 w 31034"/>
                          <a:gd name="connsiteY7" fmla="*/ 14492 h 17530"/>
                          <a:gd name="connsiteX8" fmla="*/ 30043 w 31034"/>
                          <a:gd name="connsiteY8" fmla="*/ 17528 h 17530"/>
                          <a:gd name="connsiteX9" fmla="*/ 30692 w 31034"/>
                          <a:gd name="connsiteY9" fmla="*/ 15867 h 17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34" h="17530">
                            <a:moveTo>
                              <a:pt x="30692" y="15867"/>
                            </a:moveTo>
                            <a:cubicBezTo>
                              <a:pt x="29709" y="14927"/>
                              <a:pt x="28358" y="14496"/>
                              <a:pt x="27147" y="13925"/>
                            </a:cubicBezTo>
                            <a:cubicBezTo>
                              <a:pt x="25990" y="13383"/>
                              <a:pt x="24847" y="12821"/>
                              <a:pt x="23709" y="12240"/>
                            </a:cubicBezTo>
                            <a:cubicBezTo>
                              <a:pt x="21191" y="10956"/>
                              <a:pt x="18711" y="9591"/>
                              <a:pt x="16246" y="8201"/>
                            </a:cubicBezTo>
                            <a:cubicBezTo>
                              <a:pt x="11369" y="5455"/>
                              <a:pt x="6463" y="2777"/>
                              <a:pt x="1533" y="128"/>
                            </a:cubicBezTo>
                            <a:cubicBezTo>
                              <a:pt x="473" y="-444"/>
                              <a:pt x="-636" y="1053"/>
                              <a:pt x="439" y="1702"/>
                            </a:cubicBezTo>
                            <a:cubicBezTo>
                              <a:pt x="5422" y="4704"/>
                              <a:pt x="10405" y="7707"/>
                              <a:pt x="15476" y="10569"/>
                            </a:cubicBezTo>
                            <a:cubicBezTo>
                              <a:pt x="17863" y="11915"/>
                              <a:pt x="20266" y="13242"/>
                              <a:pt x="22706" y="14492"/>
                            </a:cubicBezTo>
                            <a:cubicBezTo>
                              <a:pt x="24900" y="15615"/>
                              <a:pt x="27530" y="17397"/>
                              <a:pt x="30043" y="17528"/>
                            </a:cubicBezTo>
                            <a:cubicBezTo>
                              <a:pt x="31027" y="17581"/>
                              <a:pt x="31346" y="16492"/>
                              <a:pt x="30692" y="15867"/>
                            </a:cubicBezTo>
                            <a:close/>
                          </a:path>
                        </a:pathLst>
                      </a:custGeom>
                      <a:solidFill>
                        <a:srgbClr val="B7ABAB"/>
                      </a:solidFill>
                      <a:ln w="4839" cap="flat">
                        <a:noFill/>
                        <a:prstDash val="solid"/>
                        <a:miter/>
                      </a:ln>
                    </p:spPr>
                    <p:txBody>
                      <a:bodyPr rtlCol="0" anchor="ctr"/>
                      <a:lstStyle/>
                      <a:p>
                        <a:endParaRPr lang="vi-VN"/>
                      </a:p>
                    </p:txBody>
                  </p:sp>
                  <p:sp>
                    <p:nvSpPr>
                      <p:cNvPr id="1048" name="Freeform: Shape 1047">
                        <a:extLst>
                          <a:ext uri="{FF2B5EF4-FFF2-40B4-BE49-F238E27FC236}">
                            <a16:creationId xmlns:a16="http://schemas.microsoft.com/office/drawing/2014/main" id="{766D9E34-0043-6109-36B5-16094A08CCF8}"/>
                          </a:ext>
                        </a:extLst>
                      </p:cNvPr>
                      <p:cNvSpPr/>
                      <p:nvPr/>
                    </p:nvSpPr>
                    <p:spPr>
                      <a:xfrm>
                        <a:off x="2506603" y="5759068"/>
                        <a:ext cx="8459" cy="4125"/>
                      </a:xfrm>
                      <a:custGeom>
                        <a:avLst/>
                        <a:gdLst>
                          <a:gd name="connsiteX0" fmla="*/ 8333 w 8459"/>
                          <a:gd name="connsiteY0" fmla="*/ 551 h 4125"/>
                          <a:gd name="connsiteX1" fmla="*/ 7151 w 8459"/>
                          <a:gd name="connsiteY1" fmla="*/ 23 h 4125"/>
                          <a:gd name="connsiteX2" fmla="*/ 5863 w 8459"/>
                          <a:gd name="connsiteY2" fmla="*/ 319 h 4125"/>
                          <a:gd name="connsiteX3" fmla="*/ 5151 w 8459"/>
                          <a:gd name="connsiteY3" fmla="*/ 600 h 4125"/>
                          <a:gd name="connsiteX4" fmla="*/ 3887 w 8459"/>
                          <a:gd name="connsiteY4" fmla="*/ 1098 h 4125"/>
                          <a:gd name="connsiteX5" fmla="*/ 1112 w 8459"/>
                          <a:gd name="connsiteY5" fmla="*/ 1728 h 4125"/>
                          <a:gd name="connsiteX6" fmla="*/ 8 w 8459"/>
                          <a:gd name="connsiteY6" fmla="*/ 3021 h 4125"/>
                          <a:gd name="connsiteX7" fmla="*/ 1301 w 8459"/>
                          <a:gd name="connsiteY7" fmla="*/ 4125 h 4125"/>
                          <a:gd name="connsiteX8" fmla="*/ 4483 w 8459"/>
                          <a:gd name="connsiteY8" fmla="*/ 3713 h 4125"/>
                          <a:gd name="connsiteX9" fmla="*/ 6420 w 8459"/>
                          <a:gd name="connsiteY9" fmla="*/ 3094 h 4125"/>
                          <a:gd name="connsiteX10" fmla="*/ 7088 w 8459"/>
                          <a:gd name="connsiteY10" fmla="*/ 2754 h 4125"/>
                          <a:gd name="connsiteX11" fmla="*/ 8134 w 8459"/>
                          <a:gd name="connsiteY11" fmla="*/ 1815 h 4125"/>
                          <a:gd name="connsiteX12" fmla="*/ 8333 w 8459"/>
                          <a:gd name="connsiteY12" fmla="*/ 551 h 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59" h="4125">
                            <a:moveTo>
                              <a:pt x="8333" y="551"/>
                            </a:moveTo>
                            <a:cubicBezTo>
                              <a:pt x="8086" y="139"/>
                              <a:pt x="7631" y="-74"/>
                              <a:pt x="7151" y="23"/>
                            </a:cubicBezTo>
                            <a:cubicBezTo>
                              <a:pt x="6716" y="115"/>
                              <a:pt x="6285" y="154"/>
                              <a:pt x="5863" y="319"/>
                            </a:cubicBezTo>
                            <a:cubicBezTo>
                              <a:pt x="5626" y="411"/>
                              <a:pt x="5388" y="512"/>
                              <a:pt x="5151" y="600"/>
                            </a:cubicBezTo>
                            <a:cubicBezTo>
                              <a:pt x="4725" y="754"/>
                              <a:pt x="4313" y="948"/>
                              <a:pt x="3887" y="1098"/>
                            </a:cubicBezTo>
                            <a:cubicBezTo>
                              <a:pt x="2991" y="1413"/>
                              <a:pt x="2057" y="1616"/>
                              <a:pt x="1112" y="1728"/>
                            </a:cubicBezTo>
                            <a:cubicBezTo>
                              <a:pt x="487" y="1800"/>
                              <a:pt x="-74" y="2357"/>
                              <a:pt x="8" y="3021"/>
                            </a:cubicBezTo>
                            <a:cubicBezTo>
                              <a:pt x="90" y="3694"/>
                              <a:pt x="628" y="4144"/>
                              <a:pt x="1301" y="4125"/>
                            </a:cubicBezTo>
                            <a:cubicBezTo>
                              <a:pt x="2371" y="4096"/>
                              <a:pt x="3442" y="3960"/>
                              <a:pt x="4483" y="3713"/>
                            </a:cubicBezTo>
                            <a:cubicBezTo>
                              <a:pt x="5132" y="3558"/>
                              <a:pt x="5815" y="3379"/>
                              <a:pt x="6420" y="3094"/>
                            </a:cubicBezTo>
                            <a:cubicBezTo>
                              <a:pt x="6648" y="2987"/>
                              <a:pt x="6875" y="2876"/>
                              <a:pt x="7088" y="2754"/>
                            </a:cubicBezTo>
                            <a:cubicBezTo>
                              <a:pt x="7500" y="2517"/>
                              <a:pt x="7820" y="2173"/>
                              <a:pt x="8134" y="1815"/>
                            </a:cubicBezTo>
                            <a:cubicBezTo>
                              <a:pt x="8430" y="1481"/>
                              <a:pt x="8585" y="972"/>
                              <a:pt x="8333" y="551"/>
                            </a:cubicBezTo>
                            <a:close/>
                          </a:path>
                        </a:pathLst>
                      </a:custGeom>
                      <a:solidFill>
                        <a:srgbClr val="B7ABAB"/>
                      </a:solidFill>
                      <a:ln w="4839" cap="flat">
                        <a:noFill/>
                        <a:prstDash val="solid"/>
                        <a:miter/>
                      </a:ln>
                    </p:spPr>
                    <p:txBody>
                      <a:bodyPr rtlCol="0" anchor="ctr"/>
                      <a:lstStyle/>
                      <a:p>
                        <a:endParaRPr lang="vi-VN"/>
                      </a:p>
                    </p:txBody>
                  </p:sp>
                  <p:sp>
                    <p:nvSpPr>
                      <p:cNvPr id="1049" name="Freeform: Shape 1048">
                        <a:extLst>
                          <a:ext uri="{FF2B5EF4-FFF2-40B4-BE49-F238E27FC236}">
                            <a16:creationId xmlns:a16="http://schemas.microsoft.com/office/drawing/2014/main" id="{CE741849-A540-0619-F3CE-4B400C4CD58F}"/>
                          </a:ext>
                        </a:extLst>
                      </p:cNvPr>
                      <p:cNvSpPr/>
                      <p:nvPr/>
                    </p:nvSpPr>
                    <p:spPr>
                      <a:xfrm>
                        <a:off x="2466974" y="5786841"/>
                        <a:ext cx="49524" cy="25707"/>
                      </a:xfrm>
                      <a:custGeom>
                        <a:avLst/>
                        <a:gdLst>
                          <a:gd name="connsiteX0" fmla="*/ 49386 w 49524"/>
                          <a:gd name="connsiteY0" fmla="*/ 24462 h 25707"/>
                          <a:gd name="connsiteX1" fmla="*/ 44141 w 49524"/>
                          <a:gd name="connsiteY1" fmla="*/ 21295 h 25707"/>
                          <a:gd name="connsiteX2" fmla="*/ 38233 w 49524"/>
                          <a:gd name="connsiteY2" fmla="*/ 18403 h 25707"/>
                          <a:gd name="connsiteX3" fmla="*/ 26033 w 49524"/>
                          <a:gd name="connsiteY3" fmla="*/ 12335 h 25707"/>
                          <a:gd name="connsiteX4" fmla="*/ 1257 w 49524"/>
                          <a:gd name="connsiteY4" fmla="*/ 73 h 25707"/>
                          <a:gd name="connsiteX5" fmla="*/ 376 w 49524"/>
                          <a:gd name="connsiteY5" fmla="*/ 1637 h 25707"/>
                          <a:gd name="connsiteX6" fmla="*/ 25079 w 49524"/>
                          <a:gd name="connsiteY6" fmla="*/ 14728 h 25707"/>
                          <a:gd name="connsiteX7" fmla="*/ 37259 w 49524"/>
                          <a:gd name="connsiteY7" fmla="*/ 20747 h 25707"/>
                          <a:gd name="connsiteX8" fmla="*/ 43158 w 49524"/>
                          <a:gd name="connsiteY8" fmla="*/ 23619 h 25707"/>
                          <a:gd name="connsiteX9" fmla="*/ 48761 w 49524"/>
                          <a:gd name="connsiteY9" fmla="*/ 25706 h 25707"/>
                          <a:gd name="connsiteX10" fmla="*/ 49386 w 49524"/>
                          <a:gd name="connsiteY10" fmla="*/ 24462 h 25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524" h="25707">
                            <a:moveTo>
                              <a:pt x="49386" y="24462"/>
                            </a:moveTo>
                            <a:cubicBezTo>
                              <a:pt x="48122" y="22810"/>
                              <a:pt x="45972" y="22186"/>
                              <a:pt x="44141" y="21295"/>
                            </a:cubicBezTo>
                            <a:cubicBezTo>
                              <a:pt x="42170" y="20336"/>
                              <a:pt x="40199" y="19372"/>
                              <a:pt x="38233" y="18403"/>
                            </a:cubicBezTo>
                            <a:cubicBezTo>
                              <a:pt x="34160" y="16398"/>
                              <a:pt x="30092" y="14374"/>
                              <a:pt x="26033" y="12335"/>
                            </a:cubicBezTo>
                            <a:cubicBezTo>
                              <a:pt x="17800" y="8195"/>
                              <a:pt x="9659" y="3860"/>
                              <a:pt x="1257" y="73"/>
                            </a:cubicBezTo>
                            <a:cubicBezTo>
                              <a:pt x="342" y="-339"/>
                              <a:pt x="-515" y="1100"/>
                              <a:pt x="376" y="1637"/>
                            </a:cubicBezTo>
                            <a:cubicBezTo>
                              <a:pt x="8342" y="6466"/>
                              <a:pt x="16749" y="10568"/>
                              <a:pt x="25079" y="14728"/>
                            </a:cubicBezTo>
                            <a:cubicBezTo>
                              <a:pt x="29133" y="16752"/>
                              <a:pt x="33191" y="18762"/>
                              <a:pt x="37259" y="20747"/>
                            </a:cubicBezTo>
                            <a:cubicBezTo>
                              <a:pt x="39225" y="21706"/>
                              <a:pt x="41192" y="22665"/>
                              <a:pt x="43158" y="23619"/>
                            </a:cubicBezTo>
                            <a:cubicBezTo>
                              <a:pt x="44954" y="24491"/>
                              <a:pt x="46727" y="25740"/>
                              <a:pt x="48761" y="25706"/>
                            </a:cubicBezTo>
                            <a:cubicBezTo>
                              <a:pt x="49347" y="25697"/>
                              <a:pt x="49749" y="24941"/>
                              <a:pt x="49386" y="24462"/>
                            </a:cubicBezTo>
                            <a:close/>
                          </a:path>
                        </a:pathLst>
                      </a:custGeom>
                      <a:solidFill>
                        <a:srgbClr val="B7ABAB"/>
                      </a:solidFill>
                      <a:ln w="4839" cap="flat">
                        <a:noFill/>
                        <a:prstDash val="solid"/>
                        <a:miter/>
                      </a:ln>
                    </p:spPr>
                    <p:txBody>
                      <a:bodyPr rtlCol="0" anchor="ctr"/>
                      <a:lstStyle/>
                      <a:p>
                        <a:endParaRPr lang="vi-VN"/>
                      </a:p>
                    </p:txBody>
                  </p:sp>
                  <p:sp>
                    <p:nvSpPr>
                      <p:cNvPr id="1050" name="Freeform: Shape 1049">
                        <a:extLst>
                          <a:ext uri="{FF2B5EF4-FFF2-40B4-BE49-F238E27FC236}">
                            <a16:creationId xmlns:a16="http://schemas.microsoft.com/office/drawing/2014/main" id="{7A1F6DFA-5CC1-31E9-7045-2A3AAC634DFA}"/>
                          </a:ext>
                        </a:extLst>
                      </p:cNvPr>
                      <p:cNvSpPr/>
                      <p:nvPr/>
                    </p:nvSpPr>
                    <p:spPr>
                      <a:xfrm>
                        <a:off x="2524003" y="5800499"/>
                        <a:ext cx="29532" cy="9554"/>
                      </a:xfrm>
                      <a:custGeom>
                        <a:avLst/>
                        <a:gdLst>
                          <a:gd name="connsiteX0" fmla="*/ 28688 w 29532"/>
                          <a:gd name="connsiteY0" fmla="*/ 87 h 9554"/>
                          <a:gd name="connsiteX1" fmla="*/ 25826 w 29532"/>
                          <a:gd name="connsiteY1" fmla="*/ 610 h 9554"/>
                          <a:gd name="connsiteX2" fmla="*/ 22222 w 29532"/>
                          <a:gd name="connsiteY2" fmla="*/ 1878 h 9554"/>
                          <a:gd name="connsiteX3" fmla="*/ 15021 w 29532"/>
                          <a:gd name="connsiteY3" fmla="*/ 4213 h 9554"/>
                          <a:gd name="connsiteX4" fmla="*/ 754 w 29532"/>
                          <a:gd name="connsiteY4" fmla="*/ 7787 h 9554"/>
                          <a:gd name="connsiteX5" fmla="*/ 962 w 29532"/>
                          <a:gd name="connsiteY5" fmla="*/ 9554 h 9554"/>
                          <a:gd name="connsiteX6" fmla="*/ 15883 w 29532"/>
                          <a:gd name="connsiteY6" fmla="*/ 6891 h 9554"/>
                          <a:gd name="connsiteX7" fmla="*/ 22818 w 29532"/>
                          <a:gd name="connsiteY7" fmla="*/ 4619 h 9554"/>
                          <a:gd name="connsiteX8" fmla="*/ 26106 w 29532"/>
                          <a:gd name="connsiteY8" fmla="*/ 3457 h 9554"/>
                          <a:gd name="connsiteX9" fmla="*/ 29380 w 29532"/>
                          <a:gd name="connsiteY9" fmla="*/ 1690 h 9554"/>
                          <a:gd name="connsiteX10" fmla="*/ 28688 w 29532"/>
                          <a:gd name="connsiteY10" fmla="*/ 87 h 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532" h="9554">
                            <a:moveTo>
                              <a:pt x="28688" y="87"/>
                            </a:moveTo>
                            <a:cubicBezTo>
                              <a:pt x="27632" y="-189"/>
                              <a:pt x="26823" y="251"/>
                              <a:pt x="25826" y="610"/>
                            </a:cubicBezTo>
                            <a:cubicBezTo>
                              <a:pt x="24625" y="1036"/>
                              <a:pt x="23424" y="1462"/>
                              <a:pt x="22222" y="1878"/>
                            </a:cubicBezTo>
                            <a:cubicBezTo>
                              <a:pt x="19835" y="2702"/>
                              <a:pt x="17438" y="3496"/>
                              <a:pt x="15021" y="4213"/>
                            </a:cubicBezTo>
                            <a:cubicBezTo>
                              <a:pt x="10328" y="5607"/>
                              <a:pt x="5548" y="6789"/>
                              <a:pt x="754" y="7787"/>
                            </a:cubicBezTo>
                            <a:cubicBezTo>
                              <a:pt x="-370" y="8019"/>
                              <a:pt x="-186" y="9584"/>
                              <a:pt x="962" y="9554"/>
                            </a:cubicBezTo>
                            <a:cubicBezTo>
                              <a:pt x="6096" y="9404"/>
                              <a:pt x="10977" y="8373"/>
                              <a:pt x="15883" y="6891"/>
                            </a:cubicBezTo>
                            <a:cubicBezTo>
                              <a:pt x="18213" y="6189"/>
                              <a:pt x="20518" y="5419"/>
                              <a:pt x="22818" y="4619"/>
                            </a:cubicBezTo>
                            <a:cubicBezTo>
                              <a:pt x="23917" y="4237"/>
                              <a:pt x="25012" y="3849"/>
                              <a:pt x="26106" y="3457"/>
                            </a:cubicBezTo>
                            <a:cubicBezTo>
                              <a:pt x="27341" y="3017"/>
                              <a:pt x="28601" y="2808"/>
                              <a:pt x="29380" y="1690"/>
                            </a:cubicBezTo>
                            <a:cubicBezTo>
                              <a:pt x="29787" y="1094"/>
                              <a:pt x="29317" y="251"/>
                              <a:pt x="28688" y="87"/>
                            </a:cubicBezTo>
                            <a:close/>
                          </a:path>
                        </a:pathLst>
                      </a:custGeom>
                      <a:solidFill>
                        <a:srgbClr val="B7ABAB"/>
                      </a:solidFill>
                      <a:ln w="4839" cap="flat">
                        <a:noFill/>
                        <a:prstDash val="solid"/>
                        <a:miter/>
                      </a:ln>
                    </p:spPr>
                    <p:txBody>
                      <a:bodyPr rtlCol="0" anchor="ctr"/>
                      <a:lstStyle/>
                      <a:p>
                        <a:endParaRPr lang="vi-VN"/>
                      </a:p>
                    </p:txBody>
                  </p:sp>
                  <p:sp>
                    <p:nvSpPr>
                      <p:cNvPr id="1051" name="Freeform: Shape 1050">
                        <a:extLst>
                          <a:ext uri="{FF2B5EF4-FFF2-40B4-BE49-F238E27FC236}">
                            <a16:creationId xmlns:a16="http://schemas.microsoft.com/office/drawing/2014/main" id="{9D25ECB5-FE65-FED4-EA94-750A41D5CBC9}"/>
                          </a:ext>
                        </a:extLst>
                      </p:cNvPr>
                      <p:cNvSpPr/>
                      <p:nvPr/>
                    </p:nvSpPr>
                    <p:spPr>
                      <a:xfrm>
                        <a:off x="2517206" y="5770026"/>
                        <a:ext cx="47133" cy="25971"/>
                      </a:xfrm>
                      <a:custGeom>
                        <a:avLst/>
                        <a:gdLst>
                          <a:gd name="connsiteX0" fmla="*/ 46610 w 47133"/>
                          <a:gd name="connsiteY0" fmla="*/ 23891 h 25971"/>
                          <a:gd name="connsiteX1" fmla="*/ 35016 w 47133"/>
                          <a:gd name="connsiteY1" fmla="*/ 18394 h 25971"/>
                          <a:gd name="connsiteX2" fmla="*/ 23640 w 47133"/>
                          <a:gd name="connsiteY2" fmla="*/ 12636 h 25971"/>
                          <a:gd name="connsiteX3" fmla="*/ 1518 w 47133"/>
                          <a:gd name="connsiteY3" fmla="*/ 136 h 25971"/>
                          <a:gd name="connsiteX4" fmla="*/ 423 w 47133"/>
                          <a:gd name="connsiteY4" fmla="*/ 1710 h 25971"/>
                          <a:gd name="connsiteX5" fmla="*/ 22962 w 47133"/>
                          <a:gd name="connsiteY5" fmla="*/ 14878 h 25971"/>
                          <a:gd name="connsiteX6" fmla="*/ 34362 w 47133"/>
                          <a:gd name="connsiteY6" fmla="*/ 20695 h 25971"/>
                          <a:gd name="connsiteX7" fmla="*/ 45801 w 47133"/>
                          <a:gd name="connsiteY7" fmla="*/ 25920 h 25971"/>
                          <a:gd name="connsiteX8" fmla="*/ 46610 w 47133"/>
                          <a:gd name="connsiteY8" fmla="*/ 23891 h 2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33" h="25971">
                            <a:moveTo>
                              <a:pt x="46610" y="23891"/>
                            </a:moveTo>
                            <a:cubicBezTo>
                              <a:pt x="42978" y="21731"/>
                              <a:pt x="38827" y="20239"/>
                              <a:pt x="35016" y="18394"/>
                            </a:cubicBezTo>
                            <a:cubicBezTo>
                              <a:pt x="31190" y="16539"/>
                              <a:pt x="27398" y="14622"/>
                              <a:pt x="23640" y="12636"/>
                            </a:cubicBezTo>
                            <a:cubicBezTo>
                              <a:pt x="16138" y="8679"/>
                              <a:pt x="8927" y="4248"/>
                              <a:pt x="1518" y="136"/>
                            </a:cubicBezTo>
                            <a:cubicBezTo>
                              <a:pt x="462" y="-450"/>
                              <a:pt x="-618" y="999"/>
                              <a:pt x="423" y="1710"/>
                            </a:cubicBezTo>
                            <a:cubicBezTo>
                              <a:pt x="7586" y="6611"/>
                              <a:pt x="15305" y="10805"/>
                              <a:pt x="22962" y="14878"/>
                            </a:cubicBezTo>
                            <a:cubicBezTo>
                              <a:pt x="26730" y="16883"/>
                              <a:pt x="30526" y="18820"/>
                              <a:pt x="34362" y="20695"/>
                            </a:cubicBezTo>
                            <a:cubicBezTo>
                              <a:pt x="38072" y="22506"/>
                              <a:pt x="41864" y="24666"/>
                              <a:pt x="45801" y="25920"/>
                            </a:cubicBezTo>
                            <a:cubicBezTo>
                              <a:pt x="47012" y="26298"/>
                              <a:pt x="47651" y="24511"/>
                              <a:pt x="46610" y="23891"/>
                            </a:cubicBezTo>
                            <a:close/>
                          </a:path>
                        </a:pathLst>
                      </a:custGeom>
                      <a:solidFill>
                        <a:srgbClr val="B7ABAB"/>
                      </a:solidFill>
                      <a:ln w="4839" cap="flat">
                        <a:noFill/>
                        <a:prstDash val="solid"/>
                        <a:miter/>
                      </a:ln>
                    </p:spPr>
                    <p:txBody>
                      <a:bodyPr rtlCol="0" anchor="ctr"/>
                      <a:lstStyle/>
                      <a:p>
                        <a:endParaRPr lang="vi-VN"/>
                      </a:p>
                    </p:txBody>
                  </p:sp>
                  <p:sp>
                    <p:nvSpPr>
                      <p:cNvPr id="1052" name="Freeform: Shape 1051">
                        <a:extLst>
                          <a:ext uri="{FF2B5EF4-FFF2-40B4-BE49-F238E27FC236}">
                            <a16:creationId xmlns:a16="http://schemas.microsoft.com/office/drawing/2014/main" id="{0AF7A481-9D01-D446-BD7C-A04AB0871527}"/>
                          </a:ext>
                        </a:extLst>
                      </p:cNvPr>
                      <p:cNvSpPr/>
                      <p:nvPr/>
                    </p:nvSpPr>
                    <p:spPr>
                      <a:xfrm>
                        <a:off x="2341062" y="5746606"/>
                        <a:ext cx="36314" cy="19309"/>
                      </a:xfrm>
                      <a:custGeom>
                        <a:avLst/>
                        <a:gdLst>
                          <a:gd name="connsiteX0" fmla="*/ 35837 w 36314"/>
                          <a:gd name="connsiteY0" fmla="*/ 17367 h 19309"/>
                          <a:gd name="connsiteX1" fmla="*/ 26819 w 36314"/>
                          <a:gd name="connsiteY1" fmla="*/ 13444 h 19309"/>
                          <a:gd name="connsiteX2" fmla="*/ 17952 w 36314"/>
                          <a:gd name="connsiteY2" fmla="*/ 8969 h 19309"/>
                          <a:gd name="connsiteX3" fmla="*/ 9525 w 36314"/>
                          <a:gd name="connsiteY3" fmla="*/ 4247 h 19309"/>
                          <a:gd name="connsiteX4" fmla="*/ 5298 w 36314"/>
                          <a:gd name="connsiteY4" fmla="*/ 1918 h 19309"/>
                          <a:gd name="connsiteX5" fmla="*/ 1007 w 36314"/>
                          <a:gd name="connsiteY5" fmla="*/ 5 h 19309"/>
                          <a:gd name="connsiteX6" fmla="*/ 174 w 36314"/>
                          <a:gd name="connsiteY6" fmla="*/ 1419 h 19309"/>
                          <a:gd name="connsiteX7" fmla="*/ 4038 w 36314"/>
                          <a:gd name="connsiteY7" fmla="*/ 4136 h 19309"/>
                          <a:gd name="connsiteX8" fmla="*/ 8542 w 36314"/>
                          <a:gd name="connsiteY8" fmla="*/ 6756 h 19309"/>
                          <a:gd name="connsiteX9" fmla="*/ 16969 w 36314"/>
                          <a:gd name="connsiteY9" fmla="*/ 11444 h 19309"/>
                          <a:gd name="connsiteX10" fmla="*/ 25313 w 36314"/>
                          <a:gd name="connsiteY10" fmla="*/ 15662 h 19309"/>
                          <a:gd name="connsiteX11" fmla="*/ 35256 w 36314"/>
                          <a:gd name="connsiteY11" fmla="*/ 19299 h 19309"/>
                          <a:gd name="connsiteX12" fmla="*/ 35837 w 36314"/>
                          <a:gd name="connsiteY12" fmla="*/ 17367 h 19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14" h="19309">
                            <a:moveTo>
                              <a:pt x="35837" y="17367"/>
                            </a:moveTo>
                            <a:cubicBezTo>
                              <a:pt x="32999" y="15798"/>
                              <a:pt x="29774" y="14800"/>
                              <a:pt x="26819" y="13444"/>
                            </a:cubicBezTo>
                            <a:cubicBezTo>
                              <a:pt x="23812" y="12064"/>
                              <a:pt x="20863" y="10548"/>
                              <a:pt x="17952" y="8969"/>
                            </a:cubicBezTo>
                            <a:cubicBezTo>
                              <a:pt x="15124" y="7434"/>
                              <a:pt x="12325" y="5841"/>
                              <a:pt x="9525" y="4247"/>
                            </a:cubicBezTo>
                            <a:cubicBezTo>
                              <a:pt x="8126" y="3453"/>
                              <a:pt x="6716" y="2683"/>
                              <a:pt x="5298" y="1918"/>
                            </a:cubicBezTo>
                            <a:cubicBezTo>
                              <a:pt x="3946" y="1187"/>
                              <a:pt x="2561" y="155"/>
                              <a:pt x="1007" y="5"/>
                            </a:cubicBezTo>
                            <a:cubicBezTo>
                              <a:pt x="241" y="-73"/>
                              <a:pt x="-291" y="785"/>
                              <a:pt x="174" y="1419"/>
                            </a:cubicBezTo>
                            <a:cubicBezTo>
                              <a:pt x="1094" y="2683"/>
                              <a:pt x="2721" y="3351"/>
                              <a:pt x="4038" y="4136"/>
                            </a:cubicBezTo>
                            <a:cubicBezTo>
                              <a:pt x="5530" y="5027"/>
                              <a:pt x="7031" y="5899"/>
                              <a:pt x="8542" y="6756"/>
                            </a:cubicBezTo>
                            <a:cubicBezTo>
                              <a:pt x="11342" y="8340"/>
                              <a:pt x="14141" y="9923"/>
                              <a:pt x="16969" y="11444"/>
                            </a:cubicBezTo>
                            <a:cubicBezTo>
                              <a:pt x="19715" y="12921"/>
                              <a:pt x="22485" y="14350"/>
                              <a:pt x="25313" y="15662"/>
                            </a:cubicBezTo>
                            <a:cubicBezTo>
                              <a:pt x="28418" y="17105"/>
                              <a:pt x="31846" y="18810"/>
                              <a:pt x="35256" y="19299"/>
                            </a:cubicBezTo>
                            <a:cubicBezTo>
                              <a:pt x="36311" y="19454"/>
                              <a:pt x="36709" y="17846"/>
                              <a:pt x="35837" y="17367"/>
                            </a:cubicBezTo>
                            <a:close/>
                          </a:path>
                        </a:pathLst>
                      </a:custGeom>
                      <a:solidFill>
                        <a:srgbClr val="B7ABAB"/>
                      </a:solidFill>
                      <a:ln w="4839" cap="flat">
                        <a:noFill/>
                        <a:prstDash val="solid"/>
                        <a:miter/>
                      </a:ln>
                    </p:spPr>
                    <p:txBody>
                      <a:bodyPr rtlCol="0" anchor="ctr"/>
                      <a:lstStyle/>
                      <a:p>
                        <a:endParaRPr lang="vi-VN"/>
                      </a:p>
                    </p:txBody>
                  </p:sp>
                  <p:sp>
                    <p:nvSpPr>
                      <p:cNvPr id="1053" name="Freeform: Shape 1052">
                        <a:extLst>
                          <a:ext uri="{FF2B5EF4-FFF2-40B4-BE49-F238E27FC236}">
                            <a16:creationId xmlns:a16="http://schemas.microsoft.com/office/drawing/2014/main" id="{3CA841F7-3F39-AE70-3ECD-6C1E6C2B0CA4}"/>
                          </a:ext>
                        </a:extLst>
                      </p:cNvPr>
                      <p:cNvSpPr/>
                      <p:nvPr/>
                    </p:nvSpPr>
                    <p:spPr>
                      <a:xfrm>
                        <a:off x="2383971" y="5757389"/>
                        <a:ext cx="16007" cy="8214"/>
                      </a:xfrm>
                      <a:custGeom>
                        <a:avLst/>
                        <a:gdLst>
                          <a:gd name="connsiteX0" fmla="*/ 15602 w 16007"/>
                          <a:gd name="connsiteY0" fmla="*/ 153 h 8214"/>
                          <a:gd name="connsiteX1" fmla="*/ 14004 w 16007"/>
                          <a:gd name="connsiteY1" fmla="*/ 66 h 8214"/>
                          <a:gd name="connsiteX2" fmla="*/ 13113 w 16007"/>
                          <a:gd name="connsiteY2" fmla="*/ 342 h 8214"/>
                          <a:gd name="connsiteX3" fmla="*/ 11239 w 16007"/>
                          <a:gd name="connsiteY3" fmla="*/ 1107 h 8214"/>
                          <a:gd name="connsiteX4" fmla="*/ 7742 w 16007"/>
                          <a:gd name="connsiteY4" fmla="*/ 2637 h 8214"/>
                          <a:gd name="connsiteX5" fmla="*/ 744 w 16007"/>
                          <a:gd name="connsiteY5" fmla="*/ 5814 h 8214"/>
                          <a:gd name="connsiteX6" fmla="*/ 1572 w 16007"/>
                          <a:gd name="connsiteY6" fmla="*/ 8110 h 8214"/>
                          <a:gd name="connsiteX7" fmla="*/ 8953 w 16007"/>
                          <a:gd name="connsiteY7" fmla="*/ 5001 h 8214"/>
                          <a:gd name="connsiteX8" fmla="*/ 12570 w 16007"/>
                          <a:gd name="connsiteY8" fmla="*/ 3412 h 8214"/>
                          <a:gd name="connsiteX9" fmla="*/ 14585 w 16007"/>
                          <a:gd name="connsiteY9" fmla="*/ 2424 h 8214"/>
                          <a:gd name="connsiteX10" fmla="*/ 15917 w 16007"/>
                          <a:gd name="connsiteY10" fmla="*/ 1068 h 8214"/>
                          <a:gd name="connsiteX11" fmla="*/ 15602 w 16007"/>
                          <a:gd name="connsiteY11" fmla="*/ 153 h 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7" h="8214">
                            <a:moveTo>
                              <a:pt x="15602" y="153"/>
                            </a:moveTo>
                            <a:cubicBezTo>
                              <a:pt x="15040" y="37"/>
                              <a:pt x="14600" y="-75"/>
                              <a:pt x="14004" y="66"/>
                            </a:cubicBezTo>
                            <a:cubicBezTo>
                              <a:pt x="13708" y="133"/>
                              <a:pt x="13394" y="235"/>
                              <a:pt x="13113" y="342"/>
                            </a:cubicBezTo>
                            <a:cubicBezTo>
                              <a:pt x="12483" y="574"/>
                              <a:pt x="11863" y="850"/>
                              <a:pt x="11239" y="1107"/>
                            </a:cubicBezTo>
                            <a:cubicBezTo>
                              <a:pt x="10057" y="1586"/>
                              <a:pt x="8899" y="2109"/>
                              <a:pt x="7742" y="2637"/>
                            </a:cubicBezTo>
                            <a:cubicBezTo>
                              <a:pt x="5408" y="3698"/>
                              <a:pt x="3073" y="4754"/>
                              <a:pt x="744" y="5814"/>
                            </a:cubicBezTo>
                            <a:cubicBezTo>
                              <a:pt x="-670" y="6458"/>
                              <a:pt x="114" y="8725"/>
                              <a:pt x="1572" y="8110"/>
                            </a:cubicBezTo>
                            <a:cubicBezTo>
                              <a:pt x="4032" y="7073"/>
                              <a:pt x="6492" y="6037"/>
                              <a:pt x="8953" y="5001"/>
                            </a:cubicBezTo>
                            <a:cubicBezTo>
                              <a:pt x="10168" y="4487"/>
                              <a:pt x="11374" y="3969"/>
                              <a:pt x="12570" y="3412"/>
                            </a:cubicBezTo>
                            <a:cubicBezTo>
                              <a:pt x="13248" y="3093"/>
                              <a:pt x="13936" y="2797"/>
                              <a:pt x="14585" y="2424"/>
                            </a:cubicBezTo>
                            <a:cubicBezTo>
                              <a:pt x="15200" y="2071"/>
                              <a:pt x="15534" y="1649"/>
                              <a:pt x="15917" y="1068"/>
                            </a:cubicBezTo>
                            <a:cubicBezTo>
                              <a:pt x="16106" y="773"/>
                              <a:pt x="15999" y="235"/>
                              <a:pt x="15602" y="153"/>
                            </a:cubicBezTo>
                            <a:close/>
                          </a:path>
                        </a:pathLst>
                      </a:custGeom>
                      <a:solidFill>
                        <a:srgbClr val="B7ABAB"/>
                      </a:solidFill>
                      <a:ln w="4839" cap="flat">
                        <a:noFill/>
                        <a:prstDash val="solid"/>
                        <a:miter/>
                      </a:ln>
                    </p:spPr>
                    <p:txBody>
                      <a:bodyPr rtlCol="0" anchor="ctr"/>
                      <a:lstStyle/>
                      <a:p>
                        <a:endParaRPr lang="vi-VN"/>
                      </a:p>
                    </p:txBody>
                  </p:sp>
                  <p:sp>
                    <p:nvSpPr>
                      <p:cNvPr id="1054" name="Freeform: Shape 1053">
                        <a:extLst>
                          <a:ext uri="{FF2B5EF4-FFF2-40B4-BE49-F238E27FC236}">
                            <a16:creationId xmlns:a16="http://schemas.microsoft.com/office/drawing/2014/main" id="{5A7223AA-F49D-8C5C-34E5-5D7038397DAB}"/>
                          </a:ext>
                        </a:extLst>
                      </p:cNvPr>
                      <p:cNvSpPr/>
                      <p:nvPr/>
                    </p:nvSpPr>
                    <p:spPr>
                      <a:xfrm>
                        <a:off x="2391931" y="5771498"/>
                        <a:ext cx="33303" cy="18715"/>
                      </a:xfrm>
                      <a:custGeom>
                        <a:avLst/>
                        <a:gdLst>
                          <a:gd name="connsiteX0" fmla="*/ 33004 w 33303"/>
                          <a:gd name="connsiteY0" fmla="*/ 17319 h 18715"/>
                          <a:gd name="connsiteX1" fmla="*/ 25517 w 33303"/>
                          <a:gd name="connsiteY1" fmla="*/ 13450 h 18715"/>
                          <a:gd name="connsiteX2" fmla="*/ 16645 w 33303"/>
                          <a:gd name="connsiteY2" fmla="*/ 8863 h 18715"/>
                          <a:gd name="connsiteX3" fmla="*/ 1559 w 33303"/>
                          <a:gd name="connsiteY3" fmla="*/ 151 h 18715"/>
                          <a:gd name="connsiteX4" fmla="*/ 470 w 33303"/>
                          <a:gd name="connsiteY4" fmla="*/ 1894 h 18715"/>
                          <a:gd name="connsiteX5" fmla="*/ 15856 w 33303"/>
                          <a:gd name="connsiteY5" fmla="*/ 11445 h 18715"/>
                          <a:gd name="connsiteX6" fmla="*/ 23595 w 33303"/>
                          <a:gd name="connsiteY6" fmla="*/ 15518 h 18715"/>
                          <a:gd name="connsiteX7" fmla="*/ 32326 w 33303"/>
                          <a:gd name="connsiteY7" fmla="*/ 18714 h 18715"/>
                          <a:gd name="connsiteX8" fmla="*/ 33004 w 33303"/>
                          <a:gd name="connsiteY8" fmla="*/ 17319 h 18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303" h="18715">
                            <a:moveTo>
                              <a:pt x="33004" y="17319"/>
                            </a:moveTo>
                            <a:cubicBezTo>
                              <a:pt x="30772" y="15600"/>
                              <a:pt x="28040" y="14655"/>
                              <a:pt x="25517" y="13450"/>
                            </a:cubicBezTo>
                            <a:cubicBezTo>
                              <a:pt x="22510" y="12016"/>
                              <a:pt x="19556" y="10481"/>
                              <a:pt x="16645" y="8863"/>
                            </a:cubicBezTo>
                            <a:cubicBezTo>
                              <a:pt x="11570" y="6045"/>
                              <a:pt x="6596" y="3042"/>
                              <a:pt x="1559" y="151"/>
                            </a:cubicBezTo>
                            <a:cubicBezTo>
                              <a:pt x="416" y="-508"/>
                              <a:pt x="-639" y="1158"/>
                              <a:pt x="470" y="1894"/>
                            </a:cubicBezTo>
                            <a:cubicBezTo>
                              <a:pt x="5501" y="5246"/>
                              <a:pt x="10577" y="8486"/>
                              <a:pt x="15856" y="11445"/>
                            </a:cubicBezTo>
                            <a:cubicBezTo>
                              <a:pt x="18398" y="12868"/>
                              <a:pt x="20970" y="14244"/>
                              <a:pt x="23595" y="15518"/>
                            </a:cubicBezTo>
                            <a:cubicBezTo>
                              <a:pt x="26316" y="16835"/>
                              <a:pt x="29256" y="18481"/>
                              <a:pt x="32326" y="18714"/>
                            </a:cubicBezTo>
                            <a:cubicBezTo>
                              <a:pt x="33033" y="18767"/>
                              <a:pt x="33711" y="17861"/>
                              <a:pt x="33004" y="17319"/>
                            </a:cubicBezTo>
                            <a:close/>
                          </a:path>
                        </a:pathLst>
                      </a:custGeom>
                      <a:solidFill>
                        <a:srgbClr val="B7ABAB"/>
                      </a:solidFill>
                      <a:ln w="4839" cap="flat">
                        <a:noFill/>
                        <a:prstDash val="solid"/>
                        <a:miter/>
                      </a:ln>
                    </p:spPr>
                    <p:txBody>
                      <a:bodyPr rtlCol="0" anchor="ctr"/>
                      <a:lstStyle/>
                      <a:p>
                        <a:endParaRPr lang="vi-VN"/>
                      </a:p>
                    </p:txBody>
                  </p:sp>
                  <p:sp>
                    <p:nvSpPr>
                      <p:cNvPr id="1055" name="Freeform: Shape 1054">
                        <a:extLst>
                          <a:ext uri="{FF2B5EF4-FFF2-40B4-BE49-F238E27FC236}">
                            <a16:creationId xmlns:a16="http://schemas.microsoft.com/office/drawing/2014/main" id="{E4B68560-D19D-03CE-5137-9FF9E344DB32}"/>
                          </a:ext>
                        </a:extLst>
                      </p:cNvPr>
                      <p:cNvSpPr/>
                      <p:nvPr/>
                    </p:nvSpPr>
                    <p:spPr>
                      <a:xfrm>
                        <a:off x="2433162" y="5780944"/>
                        <a:ext cx="13758" cy="6677"/>
                      </a:xfrm>
                      <a:custGeom>
                        <a:avLst/>
                        <a:gdLst>
                          <a:gd name="connsiteX0" fmla="*/ 9291 w 13758"/>
                          <a:gd name="connsiteY0" fmla="*/ 875 h 6677"/>
                          <a:gd name="connsiteX1" fmla="*/ 6429 w 13758"/>
                          <a:gd name="connsiteY1" fmla="*/ 2043 h 6677"/>
                          <a:gd name="connsiteX2" fmla="*/ 777 w 13758"/>
                          <a:gd name="connsiteY2" fmla="*/ 4362 h 6677"/>
                          <a:gd name="connsiteX3" fmla="*/ 1566 w 13758"/>
                          <a:gd name="connsiteY3" fmla="*/ 6634 h 6677"/>
                          <a:gd name="connsiteX4" fmla="*/ 5179 w 13758"/>
                          <a:gd name="connsiteY4" fmla="*/ 5699 h 6677"/>
                          <a:gd name="connsiteX5" fmla="*/ 7959 w 13758"/>
                          <a:gd name="connsiteY5" fmla="*/ 4716 h 6677"/>
                          <a:gd name="connsiteX6" fmla="*/ 10807 w 13758"/>
                          <a:gd name="connsiteY6" fmla="*/ 3621 h 6677"/>
                          <a:gd name="connsiteX7" fmla="*/ 13741 w 13758"/>
                          <a:gd name="connsiteY7" fmla="*/ 977 h 6677"/>
                          <a:gd name="connsiteX8" fmla="*/ 9291 w 13758"/>
                          <a:gd name="connsiteY8" fmla="*/ 875 h 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58" h="6677">
                            <a:moveTo>
                              <a:pt x="9291" y="875"/>
                            </a:moveTo>
                            <a:cubicBezTo>
                              <a:pt x="8337" y="1263"/>
                              <a:pt x="7387" y="1665"/>
                              <a:pt x="6429" y="2043"/>
                            </a:cubicBezTo>
                            <a:cubicBezTo>
                              <a:pt x="4530" y="2793"/>
                              <a:pt x="2651" y="3558"/>
                              <a:pt x="777" y="4362"/>
                            </a:cubicBezTo>
                            <a:cubicBezTo>
                              <a:pt x="-661" y="4982"/>
                              <a:pt x="70" y="6997"/>
                              <a:pt x="1566" y="6634"/>
                            </a:cubicBezTo>
                            <a:cubicBezTo>
                              <a:pt x="2772" y="6343"/>
                              <a:pt x="4002" y="6101"/>
                              <a:pt x="5179" y="5699"/>
                            </a:cubicBezTo>
                            <a:cubicBezTo>
                              <a:pt x="6109" y="5384"/>
                              <a:pt x="7039" y="5055"/>
                              <a:pt x="7959" y="4716"/>
                            </a:cubicBezTo>
                            <a:cubicBezTo>
                              <a:pt x="8913" y="4367"/>
                              <a:pt x="9881" y="4038"/>
                              <a:pt x="10807" y="3621"/>
                            </a:cubicBezTo>
                            <a:cubicBezTo>
                              <a:pt x="11857" y="3151"/>
                              <a:pt x="13969" y="2498"/>
                              <a:pt x="13741" y="977"/>
                            </a:cubicBezTo>
                            <a:cubicBezTo>
                              <a:pt x="13460" y="-897"/>
                              <a:pt x="10414" y="420"/>
                              <a:pt x="9291" y="875"/>
                            </a:cubicBezTo>
                            <a:close/>
                          </a:path>
                        </a:pathLst>
                      </a:custGeom>
                      <a:solidFill>
                        <a:srgbClr val="B7ABAB"/>
                      </a:solidFill>
                      <a:ln w="4839" cap="flat">
                        <a:noFill/>
                        <a:prstDash val="solid"/>
                        <a:miter/>
                      </a:ln>
                    </p:spPr>
                    <p:txBody>
                      <a:bodyPr rtlCol="0" anchor="ctr"/>
                      <a:lstStyle/>
                      <a:p>
                        <a:endParaRPr lang="vi-VN"/>
                      </a:p>
                    </p:txBody>
                  </p:sp>
                  <p:sp>
                    <p:nvSpPr>
                      <p:cNvPr id="1056" name="Freeform: Shape 1055">
                        <a:extLst>
                          <a:ext uri="{FF2B5EF4-FFF2-40B4-BE49-F238E27FC236}">
                            <a16:creationId xmlns:a16="http://schemas.microsoft.com/office/drawing/2014/main" id="{D4C16B8C-E3BB-6EBF-8BB0-D55C3209ACE7}"/>
                          </a:ext>
                        </a:extLst>
                      </p:cNvPr>
                      <p:cNvSpPr/>
                      <p:nvPr/>
                    </p:nvSpPr>
                    <p:spPr>
                      <a:xfrm>
                        <a:off x="2435830" y="5796081"/>
                        <a:ext cx="43078" cy="23363"/>
                      </a:xfrm>
                      <a:custGeom>
                        <a:avLst/>
                        <a:gdLst>
                          <a:gd name="connsiteX0" fmla="*/ 39123 w 43078"/>
                          <a:gd name="connsiteY0" fmla="*/ 19498 h 23363"/>
                          <a:gd name="connsiteX1" fmla="*/ 34067 w 43078"/>
                          <a:gd name="connsiteY1" fmla="*/ 16635 h 23363"/>
                          <a:gd name="connsiteX2" fmla="*/ 23243 w 43078"/>
                          <a:gd name="connsiteY2" fmla="*/ 10911 h 23363"/>
                          <a:gd name="connsiteX3" fmla="*/ 1654 w 43078"/>
                          <a:gd name="connsiteY3" fmla="*/ 112 h 23363"/>
                          <a:gd name="connsiteX4" fmla="*/ 613 w 43078"/>
                          <a:gd name="connsiteY4" fmla="*/ 2199 h 23363"/>
                          <a:gd name="connsiteX5" fmla="*/ 21413 w 43078"/>
                          <a:gd name="connsiteY5" fmla="*/ 13260 h 23363"/>
                          <a:gd name="connsiteX6" fmla="*/ 31869 w 43078"/>
                          <a:gd name="connsiteY6" fmla="*/ 18742 h 23363"/>
                          <a:gd name="connsiteX7" fmla="*/ 37201 w 43078"/>
                          <a:gd name="connsiteY7" fmla="*/ 21478 h 23363"/>
                          <a:gd name="connsiteX8" fmla="*/ 42673 w 43078"/>
                          <a:gd name="connsiteY8" fmla="*/ 23333 h 23363"/>
                          <a:gd name="connsiteX9" fmla="*/ 43046 w 43078"/>
                          <a:gd name="connsiteY9" fmla="*/ 22781 h 23363"/>
                          <a:gd name="connsiteX10" fmla="*/ 39123 w 43078"/>
                          <a:gd name="connsiteY10" fmla="*/ 19498 h 2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078" h="23363">
                            <a:moveTo>
                              <a:pt x="39123" y="19498"/>
                            </a:moveTo>
                            <a:cubicBezTo>
                              <a:pt x="37452" y="18505"/>
                              <a:pt x="35777" y="17551"/>
                              <a:pt x="34067" y="16635"/>
                            </a:cubicBezTo>
                            <a:cubicBezTo>
                              <a:pt x="30469" y="14708"/>
                              <a:pt x="26861" y="12805"/>
                              <a:pt x="23243" y="10911"/>
                            </a:cubicBezTo>
                            <a:cubicBezTo>
                              <a:pt x="16134" y="7192"/>
                              <a:pt x="9029" y="3269"/>
                              <a:pt x="1654" y="112"/>
                            </a:cubicBezTo>
                            <a:cubicBezTo>
                              <a:pt x="269" y="-479"/>
                              <a:pt x="-680" y="1434"/>
                              <a:pt x="613" y="2199"/>
                            </a:cubicBezTo>
                            <a:cubicBezTo>
                              <a:pt x="7349" y="6214"/>
                              <a:pt x="14454" y="9647"/>
                              <a:pt x="21413" y="13260"/>
                            </a:cubicBezTo>
                            <a:cubicBezTo>
                              <a:pt x="24904" y="15071"/>
                              <a:pt x="28391" y="16897"/>
                              <a:pt x="31869" y="18742"/>
                            </a:cubicBezTo>
                            <a:cubicBezTo>
                              <a:pt x="33636" y="19682"/>
                              <a:pt x="35404" y="20592"/>
                              <a:pt x="37201" y="21478"/>
                            </a:cubicBezTo>
                            <a:cubicBezTo>
                              <a:pt x="38920" y="22331"/>
                              <a:pt x="40683" y="23575"/>
                              <a:pt x="42673" y="23333"/>
                            </a:cubicBezTo>
                            <a:cubicBezTo>
                              <a:pt x="42910" y="23304"/>
                              <a:pt x="43172" y="23047"/>
                              <a:pt x="43046" y="22781"/>
                            </a:cubicBezTo>
                            <a:cubicBezTo>
                              <a:pt x="42247" y="21130"/>
                              <a:pt x="40639" y="20398"/>
                              <a:pt x="39123" y="19498"/>
                            </a:cubicBezTo>
                            <a:close/>
                          </a:path>
                        </a:pathLst>
                      </a:custGeom>
                      <a:solidFill>
                        <a:srgbClr val="B7ABAB"/>
                      </a:solidFill>
                      <a:ln w="4839" cap="flat">
                        <a:noFill/>
                        <a:prstDash val="solid"/>
                        <a:miter/>
                      </a:ln>
                    </p:spPr>
                    <p:txBody>
                      <a:bodyPr rtlCol="0" anchor="ctr"/>
                      <a:lstStyle/>
                      <a:p>
                        <a:endParaRPr lang="vi-VN"/>
                      </a:p>
                    </p:txBody>
                  </p:sp>
                  <p:sp>
                    <p:nvSpPr>
                      <p:cNvPr id="1057" name="Freeform: Shape 1056">
                        <a:extLst>
                          <a:ext uri="{FF2B5EF4-FFF2-40B4-BE49-F238E27FC236}">
                            <a16:creationId xmlns:a16="http://schemas.microsoft.com/office/drawing/2014/main" id="{516F85AC-4E53-0594-CA9A-A1D94B029D68}"/>
                          </a:ext>
                        </a:extLst>
                      </p:cNvPr>
                      <p:cNvSpPr/>
                      <p:nvPr/>
                    </p:nvSpPr>
                    <p:spPr>
                      <a:xfrm>
                        <a:off x="2484493" y="5815775"/>
                        <a:ext cx="15576" cy="4294"/>
                      </a:xfrm>
                      <a:custGeom>
                        <a:avLst/>
                        <a:gdLst>
                          <a:gd name="connsiteX0" fmla="*/ 15129 w 15576"/>
                          <a:gd name="connsiteY0" fmla="*/ 191 h 4294"/>
                          <a:gd name="connsiteX1" fmla="*/ 11715 w 15576"/>
                          <a:gd name="connsiteY1" fmla="*/ 327 h 4294"/>
                          <a:gd name="connsiteX2" fmla="*/ 6533 w 15576"/>
                          <a:gd name="connsiteY2" fmla="*/ 1407 h 4294"/>
                          <a:gd name="connsiteX3" fmla="*/ 3749 w 15576"/>
                          <a:gd name="connsiteY3" fmla="*/ 2036 h 4294"/>
                          <a:gd name="connsiteX4" fmla="*/ 741 w 15576"/>
                          <a:gd name="connsiteY4" fmla="*/ 2589 h 4294"/>
                          <a:gd name="connsiteX5" fmla="*/ 901 w 15576"/>
                          <a:gd name="connsiteY5" fmla="*/ 4288 h 4294"/>
                          <a:gd name="connsiteX6" fmla="*/ 8180 w 15576"/>
                          <a:gd name="connsiteY6" fmla="*/ 3489 h 4294"/>
                          <a:gd name="connsiteX7" fmla="*/ 11706 w 15576"/>
                          <a:gd name="connsiteY7" fmla="*/ 2850 h 4294"/>
                          <a:gd name="connsiteX8" fmla="*/ 15381 w 15576"/>
                          <a:gd name="connsiteY8" fmla="*/ 1431 h 4294"/>
                          <a:gd name="connsiteX9" fmla="*/ 15129 w 15576"/>
                          <a:gd name="connsiteY9" fmla="*/ 191 h 4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576" h="4294">
                            <a:moveTo>
                              <a:pt x="15129" y="191"/>
                            </a:moveTo>
                            <a:cubicBezTo>
                              <a:pt x="14117" y="-201"/>
                              <a:pt x="12742" y="94"/>
                              <a:pt x="11715" y="327"/>
                            </a:cubicBezTo>
                            <a:cubicBezTo>
                              <a:pt x="9996" y="719"/>
                              <a:pt x="8267" y="1082"/>
                              <a:pt x="6533" y="1407"/>
                            </a:cubicBezTo>
                            <a:cubicBezTo>
                              <a:pt x="5589" y="1581"/>
                              <a:pt x="4674" y="1785"/>
                              <a:pt x="3749" y="2036"/>
                            </a:cubicBezTo>
                            <a:cubicBezTo>
                              <a:pt x="2761" y="2303"/>
                              <a:pt x="1749" y="2434"/>
                              <a:pt x="741" y="2589"/>
                            </a:cubicBezTo>
                            <a:cubicBezTo>
                              <a:pt x="-339" y="2753"/>
                              <a:pt x="-198" y="4405"/>
                              <a:pt x="901" y="4288"/>
                            </a:cubicBezTo>
                            <a:cubicBezTo>
                              <a:pt x="3337" y="4027"/>
                              <a:pt x="5763" y="3896"/>
                              <a:pt x="8180" y="3489"/>
                            </a:cubicBezTo>
                            <a:cubicBezTo>
                              <a:pt x="9357" y="3291"/>
                              <a:pt x="10534" y="3078"/>
                              <a:pt x="11706" y="2850"/>
                            </a:cubicBezTo>
                            <a:cubicBezTo>
                              <a:pt x="12916" y="2618"/>
                              <a:pt x="14490" y="2342"/>
                              <a:pt x="15381" y="1431"/>
                            </a:cubicBezTo>
                            <a:cubicBezTo>
                              <a:pt x="15725" y="1087"/>
                              <a:pt x="15599" y="371"/>
                              <a:pt x="15129" y="191"/>
                            </a:cubicBezTo>
                            <a:close/>
                          </a:path>
                        </a:pathLst>
                      </a:custGeom>
                      <a:solidFill>
                        <a:srgbClr val="B7ABAB"/>
                      </a:solidFill>
                      <a:ln w="4839" cap="flat">
                        <a:noFill/>
                        <a:prstDash val="solid"/>
                        <a:miter/>
                      </a:ln>
                    </p:spPr>
                    <p:txBody>
                      <a:bodyPr rtlCol="0" anchor="ctr"/>
                      <a:lstStyle/>
                      <a:p>
                        <a:endParaRPr lang="vi-VN"/>
                      </a:p>
                    </p:txBody>
                  </p:sp>
                  <p:sp>
                    <p:nvSpPr>
                      <p:cNvPr id="1058" name="Freeform: Shape 1057">
                        <a:extLst>
                          <a:ext uri="{FF2B5EF4-FFF2-40B4-BE49-F238E27FC236}">
                            <a16:creationId xmlns:a16="http://schemas.microsoft.com/office/drawing/2014/main" id="{98DA2AC1-FFF6-8687-E85A-6FCB63C8A7A4}"/>
                          </a:ext>
                        </a:extLst>
                      </p:cNvPr>
                      <p:cNvSpPr/>
                      <p:nvPr/>
                    </p:nvSpPr>
                    <p:spPr>
                      <a:xfrm>
                        <a:off x="2496294" y="5829596"/>
                        <a:ext cx="26225" cy="11507"/>
                      </a:xfrm>
                      <a:custGeom>
                        <a:avLst/>
                        <a:gdLst>
                          <a:gd name="connsiteX0" fmla="*/ 26192 w 26225"/>
                          <a:gd name="connsiteY0" fmla="*/ 8546 h 11507"/>
                          <a:gd name="connsiteX1" fmla="*/ 24652 w 26225"/>
                          <a:gd name="connsiteY1" fmla="*/ 7863 h 11507"/>
                          <a:gd name="connsiteX2" fmla="*/ 23010 w 26225"/>
                          <a:gd name="connsiteY2" fmla="*/ 8502 h 11507"/>
                          <a:gd name="connsiteX3" fmla="*/ 21712 w 26225"/>
                          <a:gd name="connsiteY3" fmla="*/ 8241 h 11507"/>
                          <a:gd name="connsiteX4" fmla="*/ 18782 w 26225"/>
                          <a:gd name="connsiteY4" fmla="*/ 7408 h 11507"/>
                          <a:gd name="connsiteX5" fmla="*/ 13043 w 26225"/>
                          <a:gd name="connsiteY5" fmla="*/ 5412 h 11507"/>
                          <a:gd name="connsiteX6" fmla="*/ 7527 w 26225"/>
                          <a:gd name="connsiteY6" fmla="*/ 3020 h 11507"/>
                          <a:gd name="connsiteX7" fmla="*/ 1352 w 26225"/>
                          <a:gd name="connsiteY7" fmla="*/ 56 h 11507"/>
                          <a:gd name="connsiteX8" fmla="*/ 316 w 26225"/>
                          <a:gd name="connsiteY8" fmla="*/ 1940 h 11507"/>
                          <a:gd name="connsiteX9" fmla="*/ 7038 w 26225"/>
                          <a:gd name="connsiteY9" fmla="*/ 6057 h 11507"/>
                          <a:gd name="connsiteX10" fmla="*/ 14084 w 26225"/>
                          <a:gd name="connsiteY10" fmla="*/ 9112 h 11507"/>
                          <a:gd name="connsiteX11" fmla="*/ 26192 w 26225"/>
                          <a:gd name="connsiteY11" fmla="*/ 8546 h 11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225" h="11507">
                            <a:moveTo>
                              <a:pt x="26192" y="8546"/>
                            </a:moveTo>
                            <a:cubicBezTo>
                              <a:pt x="26104" y="7815"/>
                              <a:pt x="25204" y="7611"/>
                              <a:pt x="24652" y="7863"/>
                            </a:cubicBezTo>
                            <a:cubicBezTo>
                              <a:pt x="24051" y="8134"/>
                              <a:pt x="23664" y="8507"/>
                              <a:pt x="23010" y="8502"/>
                            </a:cubicBezTo>
                            <a:cubicBezTo>
                              <a:pt x="22588" y="8497"/>
                              <a:pt x="22114" y="8342"/>
                              <a:pt x="21712" y="8241"/>
                            </a:cubicBezTo>
                            <a:cubicBezTo>
                              <a:pt x="20729" y="7994"/>
                              <a:pt x="19751" y="7703"/>
                              <a:pt x="18782" y="7408"/>
                            </a:cubicBezTo>
                            <a:cubicBezTo>
                              <a:pt x="16845" y="6817"/>
                              <a:pt x="14932" y="6144"/>
                              <a:pt x="13043" y="5412"/>
                            </a:cubicBezTo>
                            <a:cubicBezTo>
                              <a:pt x="11174" y="4691"/>
                              <a:pt x="9329" y="3892"/>
                              <a:pt x="7527" y="3020"/>
                            </a:cubicBezTo>
                            <a:cubicBezTo>
                              <a:pt x="5479" y="2032"/>
                              <a:pt x="3512" y="792"/>
                              <a:pt x="1352" y="56"/>
                            </a:cubicBezTo>
                            <a:cubicBezTo>
                              <a:pt x="272" y="-312"/>
                              <a:pt x="-444" y="1219"/>
                              <a:pt x="316" y="1940"/>
                            </a:cubicBezTo>
                            <a:cubicBezTo>
                              <a:pt x="2200" y="3737"/>
                              <a:pt x="4718" y="4909"/>
                              <a:pt x="7038" y="6057"/>
                            </a:cubicBezTo>
                            <a:cubicBezTo>
                              <a:pt x="9333" y="7190"/>
                              <a:pt x="11682" y="8226"/>
                              <a:pt x="14084" y="9112"/>
                            </a:cubicBezTo>
                            <a:cubicBezTo>
                              <a:pt x="16452" y="9989"/>
                              <a:pt x="26889" y="14348"/>
                              <a:pt x="26192" y="8546"/>
                            </a:cubicBezTo>
                            <a:close/>
                          </a:path>
                        </a:pathLst>
                      </a:custGeom>
                      <a:solidFill>
                        <a:srgbClr val="B7ABAB"/>
                      </a:solidFill>
                      <a:ln w="4839" cap="flat">
                        <a:noFill/>
                        <a:prstDash val="solid"/>
                        <a:miter/>
                      </a:ln>
                    </p:spPr>
                    <p:txBody>
                      <a:bodyPr rtlCol="0" anchor="ctr"/>
                      <a:lstStyle/>
                      <a:p>
                        <a:endParaRPr lang="vi-VN"/>
                      </a:p>
                    </p:txBody>
                  </p:sp>
                  <p:sp>
                    <p:nvSpPr>
                      <p:cNvPr id="1059" name="Freeform: Shape 1058">
                        <a:extLst>
                          <a:ext uri="{FF2B5EF4-FFF2-40B4-BE49-F238E27FC236}">
                            <a16:creationId xmlns:a16="http://schemas.microsoft.com/office/drawing/2014/main" id="{08F1DC36-3FC2-DD83-9FED-61FAE3E575AC}"/>
                          </a:ext>
                        </a:extLst>
                      </p:cNvPr>
                      <p:cNvSpPr/>
                      <p:nvPr/>
                    </p:nvSpPr>
                    <p:spPr>
                      <a:xfrm>
                        <a:off x="2405585" y="5686735"/>
                        <a:ext cx="18644" cy="8876"/>
                      </a:xfrm>
                      <a:custGeom>
                        <a:avLst/>
                        <a:gdLst>
                          <a:gd name="connsiteX0" fmla="*/ 17980 w 18644"/>
                          <a:gd name="connsiteY0" fmla="*/ 7457 h 8876"/>
                          <a:gd name="connsiteX1" fmla="*/ 13684 w 18644"/>
                          <a:gd name="connsiteY1" fmla="*/ 5771 h 8876"/>
                          <a:gd name="connsiteX2" fmla="*/ 9873 w 18644"/>
                          <a:gd name="connsiteY2" fmla="*/ 3515 h 8876"/>
                          <a:gd name="connsiteX3" fmla="*/ 5965 w 18644"/>
                          <a:gd name="connsiteY3" fmla="*/ 1524 h 8876"/>
                          <a:gd name="connsiteX4" fmla="*/ 3752 w 18644"/>
                          <a:gd name="connsiteY4" fmla="*/ 875 h 8876"/>
                          <a:gd name="connsiteX5" fmla="*/ 2154 w 18644"/>
                          <a:gd name="connsiteY5" fmla="*/ 536 h 8876"/>
                          <a:gd name="connsiteX6" fmla="*/ 37 w 18644"/>
                          <a:gd name="connsiteY6" fmla="*/ 1563 h 8876"/>
                          <a:gd name="connsiteX7" fmla="*/ 91 w 18644"/>
                          <a:gd name="connsiteY7" fmla="*/ 1834 h 8876"/>
                          <a:gd name="connsiteX8" fmla="*/ 396 w 18644"/>
                          <a:gd name="connsiteY8" fmla="*/ 2338 h 8876"/>
                          <a:gd name="connsiteX9" fmla="*/ 1447 w 18644"/>
                          <a:gd name="connsiteY9" fmla="*/ 3011 h 8876"/>
                          <a:gd name="connsiteX10" fmla="*/ 3824 w 18644"/>
                          <a:gd name="connsiteY10" fmla="*/ 3486 h 8876"/>
                          <a:gd name="connsiteX11" fmla="*/ 8323 w 18644"/>
                          <a:gd name="connsiteY11" fmla="*/ 5602 h 8876"/>
                          <a:gd name="connsiteX12" fmla="*/ 17961 w 18644"/>
                          <a:gd name="connsiteY12" fmla="*/ 8851 h 8876"/>
                          <a:gd name="connsiteX13" fmla="*/ 17980 w 18644"/>
                          <a:gd name="connsiteY13" fmla="*/ 7457 h 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44" h="8876">
                            <a:moveTo>
                              <a:pt x="17980" y="7457"/>
                            </a:moveTo>
                            <a:cubicBezTo>
                              <a:pt x="16377" y="7273"/>
                              <a:pt x="15060" y="6556"/>
                              <a:pt x="13684" y="5771"/>
                            </a:cubicBezTo>
                            <a:cubicBezTo>
                              <a:pt x="12401" y="5040"/>
                              <a:pt x="11152" y="4256"/>
                              <a:pt x="9873" y="3515"/>
                            </a:cubicBezTo>
                            <a:cubicBezTo>
                              <a:pt x="8609" y="2778"/>
                              <a:pt x="7331" y="2052"/>
                              <a:pt x="5965" y="1524"/>
                            </a:cubicBezTo>
                            <a:cubicBezTo>
                              <a:pt x="5248" y="1248"/>
                              <a:pt x="4502" y="1030"/>
                              <a:pt x="3752" y="875"/>
                            </a:cubicBezTo>
                            <a:cubicBezTo>
                              <a:pt x="3379" y="798"/>
                              <a:pt x="2367" y="861"/>
                              <a:pt x="2154" y="536"/>
                            </a:cubicBezTo>
                            <a:cubicBezTo>
                              <a:pt x="1379" y="-636"/>
                              <a:pt x="-268" y="299"/>
                              <a:pt x="37" y="1563"/>
                            </a:cubicBezTo>
                            <a:cubicBezTo>
                              <a:pt x="-40" y="1243"/>
                              <a:pt x="66" y="1766"/>
                              <a:pt x="91" y="1834"/>
                            </a:cubicBezTo>
                            <a:cubicBezTo>
                              <a:pt x="163" y="2028"/>
                              <a:pt x="265" y="2183"/>
                              <a:pt x="396" y="2338"/>
                            </a:cubicBezTo>
                            <a:cubicBezTo>
                              <a:pt x="667" y="2662"/>
                              <a:pt x="1049" y="2870"/>
                              <a:pt x="1447" y="3011"/>
                            </a:cubicBezTo>
                            <a:cubicBezTo>
                              <a:pt x="2212" y="3277"/>
                              <a:pt x="3040" y="3272"/>
                              <a:pt x="3824" y="3486"/>
                            </a:cubicBezTo>
                            <a:cubicBezTo>
                              <a:pt x="5427" y="3926"/>
                              <a:pt x="6909" y="4754"/>
                              <a:pt x="8323" y="5602"/>
                            </a:cubicBezTo>
                            <a:cubicBezTo>
                              <a:pt x="11302" y="7384"/>
                              <a:pt x="14363" y="9108"/>
                              <a:pt x="17961" y="8851"/>
                            </a:cubicBezTo>
                            <a:cubicBezTo>
                              <a:pt x="18866" y="8789"/>
                              <a:pt x="18871" y="7558"/>
                              <a:pt x="17980" y="7457"/>
                            </a:cubicBezTo>
                            <a:close/>
                          </a:path>
                        </a:pathLst>
                      </a:custGeom>
                      <a:solidFill>
                        <a:srgbClr val="B7ABAB"/>
                      </a:solidFill>
                      <a:ln w="4839" cap="flat">
                        <a:noFill/>
                        <a:prstDash val="solid"/>
                        <a:miter/>
                      </a:ln>
                    </p:spPr>
                    <p:txBody>
                      <a:bodyPr rtlCol="0" anchor="ctr"/>
                      <a:lstStyle/>
                      <a:p>
                        <a:endParaRPr lang="vi-VN"/>
                      </a:p>
                    </p:txBody>
                  </p:sp>
                  <p:sp>
                    <p:nvSpPr>
                      <p:cNvPr id="1060" name="Freeform: Shape 1059">
                        <a:extLst>
                          <a:ext uri="{FF2B5EF4-FFF2-40B4-BE49-F238E27FC236}">
                            <a16:creationId xmlns:a16="http://schemas.microsoft.com/office/drawing/2014/main" id="{3C40F1A4-35E2-F033-1EAD-1A7BA37E3ACD}"/>
                          </a:ext>
                        </a:extLst>
                      </p:cNvPr>
                      <p:cNvSpPr/>
                      <p:nvPr/>
                    </p:nvSpPr>
                    <p:spPr>
                      <a:xfrm>
                        <a:off x="2462023" y="5712309"/>
                        <a:ext cx="32101" cy="15845"/>
                      </a:xfrm>
                      <a:custGeom>
                        <a:avLst/>
                        <a:gdLst>
                          <a:gd name="connsiteX0" fmla="*/ 31624 w 32101"/>
                          <a:gd name="connsiteY0" fmla="*/ 14150 h 15845"/>
                          <a:gd name="connsiteX1" fmla="*/ 16335 w 32101"/>
                          <a:gd name="connsiteY1" fmla="*/ 7191 h 15845"/>
                          <a:gd name="connsiteX2" fmla="*/ 1123 w 32101"/>
                          <a:gd name="connsiteY2" fmla="*/ 87 h 15845"/>
                          <a:gd name="connsiteX3" fmla="*/ 416 w 32101"/>
                          <a:gd name="connsiteY3" fmla="*/ 1525 h 15845"/>
                          <a:gd name="connsiteX4" fmla="*/ 15323 w 32101"/>
                          <a:gd name="connsiteY4" fmla="*/ 9409 h 15845"/>
                          <a:gd name="connsiteX5" fmla="*/ 22708 w 32101"/>
                          <a:gd name="connsiteY5" fmla="*/ 12596 h 15845"/>
                          <a:gd name="connsiteX6" fmla="*/ 31149 w 32101"/>
                          <a:gd name="connsiteY6" fmla="*/ 15812 h 15845"/>
                          <a:gd name="connsiteX7" fmla="*/ 31624 w 32101"/>
                          <a:gd name="connsiteY7" fmla="*/ 14150 h 1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101" h="15845">
                            <a:moveTo>
                              <a:pt x="31624" y="14150"/>
                            </a:moveTo>
                            <a:cubicBezTo>
                              <a:pt x="26674" y="11593"/>
                              <a:pt x="21386" y="9555"/>
                              <a:pt x="16335" y="7191"/>
                            </a:cubicBezTo>
                            <a:cubicBezTo>
                              <a:pt x="11264" y="4818"/>
                              <a:pt x="6194" y="2455"/>
                              <a:pt x="1123" y="87"/>
                            </a:cubicBezTo>
                            <a:cubicBezTo>
                              <a:pt x="179" y="-354"/>
                              <a:pt x="-460" y="1002"/>
                              <a:pt x="416" y="1525"/>
                            </a:cubicBezTo>
                            <a:cubicBezTo>
                              <a:pt x="5264" y="4416"/>
                              <a:pt x="10184" y="7051"/>
                              <a:pt x="15323" y="9409"/>
                            </a:cubicBezTo>
                            <a:cubicBezTo>
                              <a:pt x="17759" y="10528"/>
                              <a:pt x="20233" y="11564"/>
                              <a:pt x="22708" y="12596"/>
                            </a:cubicBezTo>
                            <a:cubicBezTo>
                              <a:pt x="25464" y="13739"/>
                              <a:pt x="28273" y="15008"/>
                              <a:pt x="31149" y="15812"/>
                            </a:cubicBezTo>
                            <a:cubicBezTo>
                              <a:pt x="32152" y="16088"/>
                              <a:pt x="32447" y="14577"/>
                              <a:pt x="31624" y="14150"/>
                            </a:cubicBezTo>
                            <a:close/>
                          </a:path>
                        </a:pathLst>
                      </a:custGeom>
                      <a:solidFill>
                        <a:srgbClr val="B7ABAB"/>
                      </a:solidFill>
                      <a:ln w="4839" cap="flat">
                        <a:noFill/>
                        <a:prstDash val="solid"/>
                        <a:miter/>
                      </a:ln>
                    </p:spPr>
                    <p:txBody>
                      <a:bodyPr rtlCol="0" anchor="ctr"/>
                      <a:lstStyle/>
                      <a:p>
                        <a:endParaRPr lang="vi-VN"/>
                      </a:p>
                    </p:txBody>
                  </p:sp>
                  <p:sp>
                    <p:nvSpPr>
                      <p:cNvPr id="1061" name="Freeform: Shape 1060">
                        <a:extLst>
                          <a:ext uri="{FF2B5EF4-FFF2-40B4-BE49-F238E27FC236}">
                            <a16:creationId xmlns:a16="http://schemas.microsoft.com/office/drawing/2014/main" id="{DF0E1A5B-1D94-81D6-1B60-DBC32D4CCFDD}"/>
                          </a:ext>
                        </a:extLst>
                      </p:cNvPr>
                      <p:cNvSpPr/>
                      <p:nvPr/>
                    </p:nvSpPr>
                    <p:spPr>
                      <a:xfrm>
                        <a:off x="2505994" y="5732964"/>
                        <a:ext cx="22552" cy="9509"/>
                      </a:xfrm>
                      <a:custGeom>
                        <a:avLst/>
                        <a:gdLst>
                          <a:gd name="connsiteX0" fmla="*/ 22405 w 22552"/>
                          <a:gd name="connsiteY0" fmla="*/ 8146 h 9509"/>
                          <a:gd name="connsiteX1" fmla="*/ 17199 w 22552"/>
                          <a:gd name="connsiteY1" fmla="*/ 5627 h 9509"/>
                          <a:gd name="connsiteX2" fmla="*/ 11925 w 22552"/>
                          <a:gd name="connsiteY2" fmla="*/ 3792 h 9509"/>
                          <a:gd name="connsiteX3" fmla="*/ 1334 w 22552"/>
                          <a:gd name="connsiteY3" fmla="*/ 48 h 9509"/>
                          <a:gd name="connsiteX4" fmla="*/ 477 w 22552"/>
                          <a:gd name="connsiteY4" fmla="*/ 1860 h 9509"/>
                          <a:gd name="connsiteX5" fmla="*/ 11238 w 22552"/>
                          <a:gd name="connsiteY5" fmla="*/ 6456 h 9509"/>
                          <a:gd name="connsiteX6" fmla="*/ 16550 w 22552"/>
                          <a:gd name="connsiteY6" fmla="*/ 8368 h 9509"/>
                          <a:gd name="connsiteX7" fmla="*/ 21994 w 22552"/>
                          <a:gd name="connsiteY7" fmla="*/ 9385 h 9509"/>
                          <a:gd name="connsiteX8" fmla="*/ 22405 w 22552"/>
                          <a:gd name="connsiteY8" fmla="*/ 8146 h 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52" h="9509">
                            <a:moveTo>
                              <a:pt x="22405" y="8146"/>
                            </a:moveTo>
                            <a:cubicBezTo>
                              <a:pt x="21209" y="6703"/>
                              <a:pt x="18904" y="6204"/>
                              <a:pt x="17199" y="5627"/>
                            </a:cubicBezTo>
                            <a:cubicBezTo>
                              <a:pt x="15436" y="5032"/>
                              <a:pt x="13679" y="4421"/>
                              <a:pt x="11925" y="3792"/>
                            </a:cubicBezTo>
                            <a:cubicBezTo>
                              <a:pt x="8400" y="2523"/>
                              <a:pt x="4884" y="1225"/>
                              <a:pt x="1334" y="48"/>
                            </a:cubicBezTo>
                            <a:cubicBezTo>
                              <a:pt x="283" y="-300"/>
                              <a:pt x="-569" y="1332"/>
                              <a:pt x="477" y="1860"/>
                            </a:cubicBezTo>
                            <a:cubicBezTo>
                              <a:pt x="3954" y="3618"/>
                              <a:pt x="7586" y="5100"/>
                              <a:pt x="11238" y="6456"/>
                            </a:cubicBezTo>
                            <a:cubicBezTo>
                              <a:pt x="13000" y="7109"/>
                              <a:pt x="14773" y="7749"/>
                              <a:pt x="16550" y="8368"/>
                            </a:cubicBezTo>
                            <a:cubicBezTo>
                              <a:pt x="18182" y="8935"/>
                              <a:pt x="20250" y="9841"/>
                              <a:pt x="21994" y="9385"/>
                            </a:cubicBezTo>
                            <a:cubicBezTo>
                              <a:pt x="22483" y="9255"/>
                              <a:pt x="22730" y="8538"/>
                              <a:pt x="22405" y="8146"/>
                            </a:cubicBezTo>
                            <a:close/>
                          </a:path>
                        </a:pathLst>
                      </a:custGeom>
                      <a:solidFill>
                        <a:srgbClr val="B7ABAB"/>
                      </a:solidFill>
                      <a:ln w="4839" cap="flat">
                        <a:noFill/>
                        <a:prstDash val="solid"/>
                        <a:miter/>
                      </a:ln>
                    </p:spPr>
                    <p:txBody>
                      <a:bodyPr rtlCol="0" anchor="ctr"/>
                      <a:lstStyle/>
                      <a:p>
                        <a:endParaRPr lang="vi-VN"/>
                      </a:p>
                    </p:txBody>
                  </p:sp>
                  <p:sp>
                    <p:nvSpPr>
                      <p:cNvPr id="1062" name="Freeform: Shape 1061">
                        <a:extLst>
                          <a:ext uri="{FF2B5EF4-FFF2-40B4-BE49-F238E27FC236}">
                            <a16:creationId xmlns:a16="http://schemas.microsoft.com/office/drawing/2014/main" id="{6262E183-4E4C-8DE4-61B3-804C613D4BEA}"/>
                          </a:ext>
                        </a:extLst>
                      </p:cNvPr>
                      <p:cNvSpPr/>
                      <p:nvPr/>
                    </p:nvSpPr>
                    <p:spPr>
                      <a:xfrm>
                        <a:off x="2188140" y="5650908"/>
                        <a:ext cx="24459" cy="16721"/>
                      </a:xfrm>
                      <a:custGeom>
                        <a:avLst/>
                        <a:gdLst>
                          <a:gd name="connsiteX0" fmla="*/ 24309 w 24459"/>
                          <a:gd name="connsiteY0" fmla="*/ 15118 h 16721"/>
                          <a:gd name="connsiteX1" fmla="*/ 21403 w 24459"/>
                          <a:gd name="connsiteY1" fmla="*/ 13970 h 16721"/>
                          <a:gd name="connsiteX2" fmla="*/ 18662 w 24459"/>
                          <a:gd name="connsiteY2" fmla="*/ 12508 h 16721"/>
                          <a:gd name="connsiteX3" fmla="*/ 13383 w 24459"/>
                          <a:gd name="connsiteY3" fmla="*/ 8628 h 16721"/>
                          <a:gd name="connsiteX4" fmla="*/ 1436 w 24459"/>
                          <a:gd name="connsiteY4" fmla="*/ 168 h 16721"/>
                          <a:gd name="connsiteX5" fmla="*/ 351 w 24459"/>
                          <a:gd name="connsiteY5" fmla="*/ 1616 h 16721"/>
                          <a:gd name="connsiteX6" fmla="*/ 12918 w 24459"/>
                          <a:gd name="connsiteY6" fmla="*/ 11423 h 16721"/>
                          <a:gd name="connsiteX7" fmla="*/ 18570 w 24459"/>
                          <a:gd name="connsiteY7" fmla="*/ 15457 h 16721"/>
                          <a:gd name="connsiteX8" fmla="*/ 24362 w 24459"/>
                          <a:gd name="connsiteY8" fmla="*/ 15859 h 16721"/>
                          <a:gd name="connsiteX9" fmla="*/ 24309 w 24459"/>
                          <a:gd name="connsiteY9" fmla="*/ 15118 h 1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59" h="16721">
                            <a:moveTo>
                              <a:pt x="24309" y="15118"/>
                            </a:moveTo>
                            <a:cubicBezTo>
                              <a:pt x="23553" y="14459"/>
                              <a:pt x="22333" y="14328"/>
                              <a:pt x="21403" y="13970"/>
                            </a:cubicBezTo>
                            <a:cubicBezTo>
                              <a:pt x="20420" y="13592"/>
                              <a:pt x="19529" y="13098"/>
                              <a:pt x="18662" y="12508"/>
                            </a:cubicBezTo>
                            <a:cubicBezTo>
                              <a:pt x="16861" y="11282"/>
                              <a:pt x="15136" y="9926"/>
                              <a:pt x="13383" y="8628"/>
                            </a:cubicBezTo>
                            <a:cubicBezTo>
                              <a:pt x="9456" y="5723"/>
                              <a:pt x="5514" y="2865"/>
                              <a:pt x="1436" y="168"/>
                            </a:cubicBezTo>
                            <a:cubicBezTo>
                              <a:pt x="467" y="-472"/>
                              <a:pt x="-555" y="870"/>
                              <a:pt x="351" y="1616"/>
                            </a:cubicBezTo>
                            <a:cubicBezTo>
                              <a:pt x="4448" y="5016"/>
                              <a:pt x="8662" y="8231"/>
                              <a:pt x="12918" y="11423"/>
                            </a:cubicBezTo>
                            <a:cubicBezTo>
                              <a:pt x="14763" y="12803"/>
                              <a:pt x="16565" y="14304"/>
                              <a:pt x="18570" y="15457"/>
                            </a:cubicBezTo>
                            <a:cubicBezTo>
                              <a:pt x="20052" y="16309"/>
                              <a:pt x="23021" y="17597"/>
                              <a:pt x="24362" y="15859"/>
                            </a:cubicBezTo>
                            <a:cubicBezTo>
                              <a:pt x="24503" y="15670"/>
                              <a:pt x="24498" y="15287"/>
                              <a:pt x="24309" y="15118"/>
                            </a:cubicBezTo>
                            <a:close/>
                          </a:path>
                        </a:pathLst>
                      </a:custGeom>
                      <a:solidFill>
                        <a:srgbClr val="B7ABAB"/>
                      </a:solidFill>
                      <a:ln w="4839" cap="flat">
                        <a:noFill/>
                        <a:prstDash val="solid"/>
                        <a:miter/>
                      </a:ln>
                    </p:spPr>
                    <p:txBody>
                      <a:bodyPr rtlCol="0" anchor="ctr"/>
                      <a:lstStyle/>
                      <a:p>
                        <a:endParaRPr lang="vi-VN"/>
                      </a:p>
                    </p:txBody>
                  </p:sp>
                  <p:sp>
                    <p:nvSpPr>
                      <p:cNvPr id="1063" name="Freeform: Shape 1062">
                        <a:extLst>
                          <a:ext uri="{FF2B5EF4-FFF2-40B4-BE49-F238E27FC236}">
                            <a16:creationId xmlns:a16="http://schemas.microsoft.com/office/drawing/2014/main" id="{3849CCF9-D764-7DE7-DDF9-A999848D19C6}"/>
                          </a:ext>
                        </a:extLst>
                      </p:cNvPr>
                      <p:cNvSpPr/>
                      <p:nvPr/>
                    </p:nvSpPr>
                    <p:spPr>
                      <a:xfrm>
                        <a:off x="2218942" y="5660777"/>
                        <a:ext cx="20908" cy="6221"/>
                      </a:xfrm>
                      <a:custGeom>
                        <a:avLst/>
                        <a:gdLst>
                          <a:gd name="connsiteX0" fmla="*/ 20438 w 20908"/>
                          <a:gd name="connsiteY0" fmla="*/ 183 h 6221"/>
                          <a:gd name="connsiteX1" fmla="*/ 14951 w 20908"/>
                          <a:gd name="connsiteY1" fmla="*/ 696 h 6221"/>
                          <a:gd name="connsiteX2" fmla="*/ 10220 w 20908"/>
                          <a:gd name="connsiteY2" fmla="*/ 1742 h 6221"/>
                          <a:gd name="connsiteX3" fmla="*/ 534 w 20908"/>
                          <a:gd name="connsiteY3" fmla="*/ 4672 h 6221"/>
                          <a:gd name="connsiteX4" fmla="*/ 1033 w 20908"/>
                          <a:gd name="connsiteY4" fmla="*/ 6198 h 6221"/>
                          <a:gd name="connsiteX5" fmla="*/ 11058 w 20908"/>
                          <a:gd name="connsiteY5" fmla="*/ 3888 h 6221"/>
                          <a:gd name="connsiteX6" fmla="*/ 16022 w 20908"/>
                          <a:gd name="connsiteY6" fmla="*/ 2846 h 6221"/>
                          <a:gd name="connsiteX7" fmla="*/ 20710 w 20908"/>
                          <a:gd name="connsiteY7" fmla="*/ 1456 h 6221"/>
                          <a:gd name="connsiteX8" fmla="*/ 20438 w 20908"/>
                          <a:gd name="connsiteY8" fmla="*/ 183 h 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08" h="6221">
                            <a:moveTo>
                              <a:pt x="20438" y="183"/>
                            </a:moveTo>
                            <a:cubicBezTo>
                              <a:pt x="18777" y="-326"/>
                              <a:pt x="16617" y="352"/>
                              <a:pt x="14951" y="696"/>
                            </a:cubicBezTo>
                            <a:cubicBezTo>
                              <a:pt x="13368" y="1021"/>
                              <a:pt x="11794" y="1369"/>
                              <a:pt x="10220" y="1742"/>
                            </a:cubicBezTo>
                            <a:cubicBezTo>
                              <a:pt x="6912" y="2527"/>
                              <a:pt x="3716" y="3461"/>
                              <a:pt x="534" y="4672"/>
                            </a:cubicBezTo>
                            <a:cubicBezTo>
                              <a:pt x="-444" y="5045"/>
                              <a:pt x="40" y="6420"/>
                              <a:pt x="1033" y="6198"/>
                            </a:cubicBezTo>
                            <a:cubicBezTo>
                              <a:pt x="4379" y="5437"/>
                              <a:pt x="7711" y="4648"/>
                              <a:pt x="11058" y="3888"/>
                            </a:cubicBezTo>
                            <a:cubicBezTo>
                              <a:pt x="12709" y="3515"/>
                              <a:pt x="14365" y="3176"/>
                              <a:pt x="16022" y="2846"/>
                            </a:cubicBezTo>
                            <a:cubicBezTo>
                              <a:pt x="17499" y="2551"/>
                              <a:pt x="19562" y="2502"/>
                              <a:pt x="20710" y="1456"/>
                            </a:cubicBezTo>
                            <a:cubicBezTo>
                              <a:pt x="21073" y="1122"/>
                              <a:pt x="20913" y="323"/>
                              <a:pt x="20438" y="183"/>
                            </a:cubicBezTo>
                            <a:close/>
                          </a:path>
                        </a:pathLst>
                      </a:custGeom>
                      <a:solidFill>
                        <a:srgbClr val="B7ABAB"/>
                      </a:solidFill>
                      <a:ln w="4839" cap="flat">
                        <a:noFill/>
                        <a:prstDash val="solid"/>
                        <a:miter/>
                      </a:ln>
                    </p:spPr>
                    <p:txBody>
                      <a:bodyPr rtlCol="0" anchor="ctr"/>
                      <a:lstStyle/>
                      <a:p>
                        <a:endParaRPr lang="vi-VN"/>
                      </a:p>
                    </p:txBody>
                  </p:sp>
                  <p:sp>
                    <p:nvSpPr>
                      <p:cNvPr id="1064" name="Freeform: Shape 1063">
                        <a:extLst>
                          <a:ext uri="{FF2B5EF4-FFF2-40B4-BE49-F238E27FC236}">
                            <a16:creationId xmlns:a16="http://schemas.microsoft.com/office/drawing/2014/main" id="{7CFDC2CD-8800-07FF-89BC-31BCE76A8208}"/>
                          </a:ext>
                        </a:extLst>
                      </p:cNvPr>
                      <p:cNvSpPr/>
                      <p:nvPr/>
                    </p:nvSpPr>
                    <p:spPr>
                      <a:xfrm>
                        <a:off x="2227704" y="5674173"/>
                        <a:ext cx="27553" cy="15046"/>
                      </a:xfrm>
                      <a:custGeom>
                        <a:avLst/>
                        <a:gdLst>
                          <a:gd name="connsiteX0" fmla="*/ 27037 w 27553"/>
                          <a:gd name="connsiteY0" fmla="*/ 13268 h 15046"/>
                          <a:gd name="connsiteX1" fmla="*/ 20441 w 27553"/>
                          <a:gd name="connsiteY1" fmla="*/ 11244 h 15046"/>
                          <a:gd name="connsiteX2" fmla="*/ 14334 w 27553"/>
                          <a:gd name="connsiteY2" fmla="*/ 8333 h 15046"/>
                          <a:gd name="connsiteX3" fmla="*/ 1559 w 27553"/>
                          <a:gd name="connsiteY3" fmla="*/ 178 h 15046"/>
                          <a:gd name="connsiteX4" fmla="*/ 479 w 27553"/>
                          <a:gd name="connsiteY4" fmla="*/ 2052 h 15046"/>
                          <a:gd name="connsiteX5" fmla="*/ 13366 w 27553"/>
                          <a:gd name="connsiteY5" fmla="*/ 10692 h 15046"/>
                          <a:gd name="connsiteX6" fmla="*/ 19889 w 27553"/>
                          <a:gd name="connsiteY6" fmla="*/ 13781 h 15046"/>
                          <a:gd name="connsiteX7" fmla="*/ 26780 w 27553"/>
                          <a:gd name="connsiteY7" fmla="*/ 14939 h 15046"/>
                          <a:gd name="connsiteX8" fmla="*/ 27037 w 27553"/>
                          <a:gd name="connsiteY8" fmla="*/ 13268 h 1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53" h="15046">
                            <a:moveTo>
                              <a:pt x="27037" y="13268"/>
                            </a:moveTo>
                            <a:cubicBezTo>
                              <a:pt x="24892" y="12406"/>
                              <a:pt x="22611" y="12052"/>
                              <a:pt x="20441" y="11244"/>
                            </a:cubicBezTo>
                            <a:cubicBezTo>
                              <a:pt x="18325" y="10454"/>
                              <a:pt x="16296" y="9447"/>
                              <a:pt x="14334" y="8333"/>
                            </a:cubicBezTo>
                            <a:cubicBezTo>
                              <a:pt x="9942" y="5839"/>
                              <a:pt x="5835" y="2856"/>
                              <a:pt x="1559" y="178"/>
                            </a:cubicBezTo>
                            <a:cubicBezTo>
                              <a:pt x="358" y="-573"/>
                              <a:pt x="-621" y="1248"/>
                              <a:pt x="479" y="2052"/>
                            </a:cubicBezTo>
                            <a:cubicBezTo>
                              <a:pt x="4658" y="5098"/>
                              <a:pt x="8867" y="8120"/>
                              <a:pt x="13366" y="10692"/>
                            </a:cubicBezTo>
                            <a:cubicBezTo>
                              <a:pt x="15458" y="11888"/>
                              <a:pt x="17623" y="12958"/>
                              <a:pt x="19889" y="13781"/>
                            </a:cubicBezTo>
                            <a:cubicBezTo>
                              <a:pt x="22097" y="14580"/>
                              <a:pt x="24422" y="15331"/>
                              <a:pt x="26780" y="14939"/>
                            </a:cubicBezTo>
                            <a:cubicBezTo>
                              <a:pt x="27604" y="14798"/>
                              <a:pt x="27890" y="13612"/>
                              <a:pt x="27037" y="13268"/>
                            </a:cubicBezTo>
                            <a:close/>
                          </a:path>
                        </a:pathLst>
                      </a:custGeom>
                      <a:solidFill>
                        <a:srgbClr val="B7ABAB"/>
                      </a:solidFill>
                      <a:ln w="4839" cap="flat">
                        <a:noFill/>
                        <a:prstDash val="solid"/>
                        <a:miter/>
                      </a:ln>
                    </p:spPr>
                    <p:txBody>
                      <a:bodyPr rtlCol="0" anchor="ctr"/>
                      <a:lstStyle/>
                      <a:p>
                        <a:endParaRPr lang="vi-VN"/>
                      </a:p>
                    </p:txBody>
                  </p:sp>
                  <p:sp>
                    <p:nvSpPr>
                      <p:cNvPr id="1065" name="Freeform: Shape 1064">
                        <a:extLst>
                          <a:ext uri="{FF2B5EF4-FFF2-40B4-BE49-F238E27FC236}">
                            <a16:creationId xmlns:a16="http://schemas.microsoft.com/office/drawing/2014/main" id="{89444394-D6E7-69B1-7FD4-9B401FC3ECFC}"/>
                          </a:ext>
                        </a:extLst>
                      </p:cNvPr>
                      <p:cNvSpPr/>
                      <p:nvPr/>
                    </p:nvSpPr>
                    <p:spPr>
                      <a:xfrm>
                        <a:off x="2259058" y="5683789"/>
                        <a:ext cx="11383" cy="4264"/>
                      </a:xfrm>
                      <a:custGeom>
                        <a:avLst/>
                        <a:gdLst>
                          <a:gd name="connsiteX0" fmla="*/ 10532 w 11383"/>
                          <a:gd name="connsiteY0" fmla="*/ 184 h 4264"/>
                          <a:gd name="connsiteX1" fmla="*/ 5534 w 11383"/>
                          <a:gd name="connsiteY1" fmla="*/ 586 h 4264"/>
                          <a:gd name="connsiteX2" fmla="*/ 541 w 11383"/>
                          <a:gd name="connsiteY2" fmla="*/ 2209 h 4264"/>
                          <a:gd name="connsiteX3" fmla="*/ 81 w 11383"/>
                          <a:gd name="connsiteY3" fmla="*/ 3574 h 4264"/>
                          <a:gd name="connsiteX4" fmla="*/ 1369 w 11383"/>
                          <a:gd name="connsiteY4" fmla="*/ 4218 h 4264"/>
                          <a:gd name="connsiteX5" fmla="*/ 5936 w 11383"/>
                          <a:gd name="connsiteY5" fmla="*/ 3090 h 4264"/>
                          <a:gd name="connsiteX6" fmla="*/ 10847 w 11383"/>
                          <a:gd name="connsiteY6" fmla="*/ 2238 h 4264"/>
                          <a:gd name="connsiteX7" fmla="*/ 11370 w 11383"/>
                          <a:gd name="connsiteY7" fmla="*/ 1104 h 4264"/>
                          <a:gd name="connsiteX8" fmla="*/ 10532 w 11383"/>
                          <a:gd name="connsiteY8" fmla="*/ 184 h 4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83" h="4264">
                            <a:moveTo>
                              <a:pt x="10532" y="184"/>
                            </a:moveTo>
                            <a:cubicBezTo>
                              <a:pt x="8924" y="-266"/>
                              <a:pt x="7122" y="204"/>
                              <a:pt x="5534" y="586"/>
                            </a:cubicBezTo>
                            <a:cubicBezTo>
                              <a:pt x="3820" y="1003"/>
                              <a:pt x="2173" y="1535"/>
                              <a:pt x="541" y="2209"/>
                            </a:cubicBezTo>
                            <a:cubicBezTo>
                              <a:pt x="42" y="2412"/>
                              <a:pt x="-113" y="3129"/>
                              <a:pt x="81" y="3574"/>
                            </a:cubicBezTo>
                            <a:cubicBezTo>
                              <a:pt x="289" y="4049"/>
                              <a:pt x="841" y="4393"/>
                              <a:pt x="1369" y="4218"/>
                            </a:cubicBezTo>
                            <a:cubicBezTo>
                              <a:pt x="2865" y="3729"/>
                              <a:pt x="4381" y="3342"/>
                              <a:pt x="5936" y="3090"/>
                            </a:cubicBezTo>
                            <a:cubicBezTo>
                              <a:pt x="7573" y="2828"/>
                              <a:pt x="9316" y="2911"/>
                              <a:pt x="10847" y="2238"/>
                            </a:cubicBezTo>
                            <a:cubicBezTo>
                              <a:pt x="11248" y="2063"/>
                              <a:pt x="11437" y="1492"/>
                              <a:pt x="11370" y="1104"/>
                            </a:cubicBezTo>
                            <a:cubicBezTo>
                              <a:pt x="11302" y="649"/>
                              <a:pt x="10982" y="310"/>
                              <a:pt x="10532" y="184"/>
                            </a:cubicBezTo>
                            <a:close/>
                          </a:path>
                        </a:pathLst>
                      </a:custGeom>
                      <a:solidFill>
                        <a:srgbClr val="B7ABAB"/>
                      </a:solidFill>
                      <a:ln w="4839" cap="flat">
                        <a:noFill/>
                        <a:prstDash val="solid"/>
                        <a:miter/>
                      </a:ln>
                    </p:spPr>
                    <p:txBody>
                      <a:bodyPr rtlCol="0" anchor="ctr"/>
                      <a:lstStyle/>
                      <a:p>
                        <a:endParaRPr lang="vi-VN"/>
                      </a:p>
                    </p:txBody>
                  </p:sp>
                  <p:sp>
                    <p:nvSpPr>
                      <p:cNvPr id="1066" name="Freeform: Shape 1065">
                        <a:extLst>
                          <a:ext uri="{FF2B5EF4-FFF2-40B4-BE49-F238E27FC236}">
                            <a16:creationId xmlns:a16="http://schemas.microsoft.com/office/drawing/2014/main" id="{2900BCF0-41FB-5A54-1B8B-A143434F12AD}"/>
                          </a:ext>
                        </a:extLst>
                      </p:cNvPr>
                      <p:cNvSpPr/>
                      <p:nvPr/>
                    </p:nvSpPr>
                    <p:spPr>
                      <a:xfrm>
                        <a:off x="2262946" y="5696491"/>
                        <a:ext cx="25668" cy="15637"/>
                      </a:xfrm>
                      <a:custGeom>
                        <a:avLst/>
                        <a:gdLst>
                          <a:gd name="connsiteX0" fmla="*/ 25293 w 25668"/>
                          <a:gd name="connsiteY0" fmla="*/ 13843 h 15637"/>
                          <a:gd name="connsiteX1" fmla="*/ 19303 w 25668"/>
                          <a:gd name="connsiteY1" fmla="*/ 10675 h 15637"/>
                          <a:gd name="connsiteX2" fmla="*/ 13278 w 25668"/>
                          <a:gd name="connsiteY2" fmla="*/ 7411 h 15637"/>
                          <a:gd name="connsiteX3" fmla="*/ 1525 w 25668"/>
                          <a:gd name="connsiteY3" fmla="*/ 176 h 15637"/>
                          <a:gd name="connsiteX4" fmla="*/ 430 w 25668"/>
                          <a:gd name="connsiteY4" fmla="*/ 1876 h 15637"/>
                          <a:gd name="connsiteX5" fmla="*/ 12237 w 25668"/>
                          <a:gd name="connsiteY5" fmla="*/ 9518 h 15637"/>
                          <a:gd name="connsiteX6" fmla="*/ 18266 w 25668"/>
                          <a:gd name="connsiteY6" fmla="*/ 12796 h 15637"/>
                          <a:gd name="connsiteX7" fmla="*/ 24669 w 25668"/>
                          <a:gd name="connsiteY7" fmla="*/ 15620 h 15637"/>
                          <a:gd name="connsiteX8" fmla="*/ 25293 w 25668"/>
                          <a:gd name="connsiteY8" fmla="*/ 13843 h 15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668" h="15637">
                            <a:moveTo>
                              <a:pt x="25293" y="13843"/>
                            </a:moveTo>
                            <a:cubicBezTo>
                              <a:pt x="23603" y="12467"/>
                              <a:pt x="21235" y="11668"/>
                              <a:pt x="19303" y="10675"/>
                            </a:cubicBezTo>
                            <a:cubicBezTo>
                              <a:pt x="17269" y="9634"/>
                              <a:pt x="15264" y="8544"/>
                              <a:pt x="13278" y="7411"/>
                            </a:cubicBezTo>
                            <a:cubicBezTo>
                              <a:pt x="9288" y="5135"/>
                              <a:pt x="5370" y="2699"/>
                              <a:pt x="1525" y="176"/>
                            </a:cubicBezTo>
                            <a:cubicBezTo>
                              <a:pt x="430" y="-541"/>
                              <a:pt x="-611" y="1115"/>
                              <a:pt x="430" y="1876"/>
                            </a:cubicBezTo>
                            <a:cubicBezTo>
                              <a:pt x="4227" y="4651"/>
                              <a:pt x="8154" y="7184"/>
                              <a:pt x="12237" y="9518"/>
                            </a:cubicBezTo>
                            <a:cubicBezTo>
                              <a:pt x="14223" y="10656"/>
                              <a:pt x="16232" y="11746"/>
                              <a:pt x="18266" y="12796"/>
                            </a:cubicBezTo>
                            <a:cubicBezTo>
                              <a:pt x="20252" y="13818"/>
                              <a:pt x="22455" y="15223"/>
                              <a:pt x="24669" y="15620"/>
                            </a:cubicBezTo>
                            <a:cubicBezTo>
                              <a:pt x="25720" y="15814"/>
                              <a:pt x="25967" y="14390"/>
                              <a:pt x="25293" y="13843"/>
                            </a:cubicBezTo>
                            <a:close/>
                          </a:path>
                        </a:pathLst>
                      </a:custGeom>
                      <a:solidFill>
                        <a:srgbClr val="B7ABAB"/>
                      </a:solidFill>
                      <a:ln w="4839" cap="flat">
                        <a:noFill/>
                        <a:prstDash val="solid"/>
                        <a:miter/>
                      </a:ln>
                    </p:spPr>
                    <p:txBody>
                      <a:bodyPr rtlCol="0" anchor="ctr"/>
                      <a:lstStyle/>
                      <a:p>
                        <a:endParaRPr lang="vi-VN"/>
                      </a:p>
                    </p:txBody>
                  </p:sp>
                  <p:sp>
                    <p:nvSpPr>
                      <p:cNvPr id="1067" name="Freeform: Shape 1066">
                        <a:extLst>
                          <a:ext uri="{FF2B5EF4-FFF2-40B4-BE49-F238E27FC236}">
                            <a16:creationId xmlns:a16="http://schemas.microsoft.com/office/drawing/2014/main" id="{41BABC39-2E4D-9D2C-00DB-74B0C2976510}"/>
                          </a:ext>
                        </a:extLst>
                      </p:cNvPr>
                      <p:cNvSpPr/>
                      <p:nvPr/>
                    </p:nvSpPr>
                    <p:spPr>
                      <a:xfrm>
                        <a:off x="2294674" y="5705209"/>
                        <a:ext cx="14122" cy="6192"/>
                      </a:xfrm>
                      <a:custGeom>
                        <a:avLst/>
                        <a:gdLst>
                          <a:gd name="connsiteX0" fmla="*/ 13059 w 14122"/>
                          <a:gd name="connsiteY0" fmla="*/ 0 h 6192"/>
                          <a:gd name="connsiteX1" fmla="*/ 6225 w 14122"/>
                          <a:gd name="connsiteY1" fmla="*/ 1782 h 6192"/>
                          <a:gd name="connsiteX2" fmla="*/ 511 w 14122"/>
                          <a:gd name="connsiteY2" fmla="*/ 4238 h 6192"/>
                          <a:gd name="connsiteX3" fmla="*/ 1198 w 14122"/>
                          <a:gd name="connsiteY3" fmla="*/ 6156 h 6192"/>
                          <a:gd name="connsiteX4" fmla="*/ 7334 w 14122"/>
                          <a:gd name="connsiteY4" fmla="*/ 4126 h 6192"/>
                          <a:gd name="connsiteX5" fmla="*/ 13586 w 14122"/>
                          <a:gd name="connsiteY5" fmla="*/ 2025 h 6192"/>
                          <a:gd name="connsiteX6" fmla="*/ 13059 w 14122"/>
                          <a:gd name="connsiteY6" fmla="*/ 0 h 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22" h="6192">
                            <a:moveTo>
                              <a:pt x="13059" y="0"/>
                            </a:moveTo>
                            <a:cubicBezTo>
                              <a:pt x="10724" y="53"/>
                              <a:pt x="8400" y="998"/>
                              <a:pt x="6225" y="1782"/>
                            </a:cubicBezTo>
                            <a:cubicBezTo>
                              <a:pt x="4298" y="2480"/>
                              <a:pt x="2259" y="3153"/>
                              <a:pt x="511" y="4238"/>
                            </a:cubicBezTo>
                            <a:cubicBezTo>
                              <a:pt x="-429" y="4819"/>
                              <a:pt x="2" y="6456"/>
                              <a:pt x="1198" y="6156"/>
                            </a:cubicBezTo>
                            <a:cubicBezTo>
                              <a:pt x="3286" y="5637"/>
                              <a:pt x="5281" y="4775"/>
                              <a:pt x="7334" y="4126"/>
                            </a:cubicBezTo>
                            <a:cubicBezTo>
                              <a:pt x="9417" y="3463"/>
                              <a:pt x="11630" y="3022"/>
                              <a:pt x="13586" y="2025"/>
                            </a:cubicBezTo>
                            <a:cubicBezTo>
                              <a:pt x="14545" y="1535"/>
                              <a:pt x="14124" y="-24"/>
                              <a:pt x="13059" y="0"/>
                            </a:cubicBezTo>
                            <a:close/>
                          </a:path>
                        </a:pathLst>
                      </a:custGeom>
                      <a:solidFill>
                        <a:srgbClr val="B7ABAB"/>
                      </a:solidFill>
                      <a:ln w="4839" cap="flat">
                        <a:noFill/>
                        <a:prstDash val="solid"/>
                        <a:miter/>
                      </a:ln>
                    </p:spPr>
                    <p:txBody>
                      <a:bodyPr rtlCol="0" anchor="ctr"/>
                      <a:lstStyle/>
                      <a:p>
                        <a:endParaRPr lang="vi-VN"/>
                      </a:p>
                    </p:txBody>
                  </p:sp>
                  <p:sp>
                    <p:nvSpPr>
                      <p:cNvPr id="1068" name="Freeform: Shape 1067">
                        <a:extLst>
                          <a:ext uri="{FF2B5EF4-FFF2-40B4-BE49-F238E27FC236}">
                            <a16:creationId xmlns:a16="http://schemas.microsoft.com/office/drawing/2014/main" id="{FD33DCB7-E6D7-06E1-D87B-C05714C07A3F}"/>
                          </a:ext>
                        </a:extLst>
                      </p:cNvPr>
                      <p:cNvSpPr/>
                      <p:nvPr/>
                    </p:nvSpPr>
                    <p:spPr>
                      <a:xfrm>
                        <a:off x="2299891" y="5719663"/>
                        <a:ext cx="32019" cy="18315"/>
                      </a:xfrm>
                      <a:custGeom>
                        <a:avLst/>
                        <a:gdLst>
                          <a:gd name="connsiteX0" fmla="*/ 31712 w 32019"/>
                          <a:gd name="connsiteY0" fmla="*/ 16468 h 18315"/>
                          <a:gd name="connsiteX1" fmla="*/ 28128 w 32019"/>
                          <a:gd name="connsiteY1" fmla="*/ 14409 h 18315"/>
                          <a:gd name="connsiteX2" fmla="*/ 24491 w 32019"/>
                          <a:gd name="connsiteY2" fmla="*/ 12463 h 18315"/>
                          <a:gd name="connsiteX3" fmla="*/ 17043 w 32019"/>
                          <a:gd name="connsiteY3" fmla="*/ 7809 h 18315"/>
                          <a:gd name="connsiteX4" fmla="*/ 1386 w 32019"/>
                          <a:gd name="connsiteY4" fmla="*/ 26 h 18315"/>
                          <a:gd name="connsiteX5" fmla="*/ 587 w 32019"/>
                          <a:gd name="connsiteY5" fmla="*/ 2089 h 18315"/>
                          <a:gd name="connsiteX6" fmla="*/ 15784 w 32019"/>
                          <a:gd name="connsiteY6" fmla="*/ 10501 h 18315"/>
                          <a:gd name="connsiteX7" fmla="*/ 23019 w 32019"/>
                          <a:gd name="connsiteY7" fmla="*/ 15000 h 18315"/>
                          <a:gd name="connsiteX8" fmla="*/ 26869 w 32019"/>
                          <a:gd name="connsiteY8" fmla="*/ 17044 h 18315"/>
                          <a:gd name="connsiteX9" fmla="*/ 30932 w 32019"/>
                          <a:gd name="connsiteY9" fmla="*/ 18303 h 18315"/>
                          <a:gd name="connsiteX10" fmla="*/ 31712 w 32019"/>
                          <a:gd name="connsiteY10" fmla="*/ 16468 h 1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19" h="18315">
                            <a:moveTo>
                              <a:pt x="31712" y="16468"/>
                            </a:moveTo>
                            <a:cubicBezTo>
                              <a:pt x="30748" y="15460"/>
                              <a:pt x="29363" y="15015"/>
                              <a:pt x="28128" y="14409"/>
                            </a:cubicBezTo>
                            <a:cubicBezTo>
                              <a:pt x="26893" y="13804"/>
                              <a:pt x="25683" y="13150"/>
                              <a:pt x="24491" y="12463"/>
                            </a:cubicBezTo>
                            <a:cubicBezTo>
                              <a:pt x="21954" y="11000"/>
                              <a:pt x="19503" y="9397"/>
                              <a:pt x="17043" y="7809"/>
                            </a:cubicBezTo>
                            <a:cubicBezTo>
                              <a:pt x="12210" y="4685"/>
                              <a:pt x="7076" y="1280"/>
                              <a:pt x="1386" y="26"/>
                            </a:cubicBezTo>
                            <a:cubicBezTo>
                              <a:pt x="199" y="-236"/>
                              <a:pt x="-605" y="1547"/>
                              <a:pt x="587" y="2089"/>
                            </a:cubicBezTo>
                            <a:cubicBezTo>
                              <a:pt x="5919" y="4511"/>
                              <a:pt x="10859" y="7329"/>
                              <a:pt x="15784" y="10501"/>
                            </a:cubicBezTo>
                            <a:cubicBezTo>
                              <a:pt x="18171" y="12041"/>
                              <a:pt x="20554" y="13591"/>
                              <a:pt x="23019" y="15000"/>
                            </a:cubicBezTo>
                            <a:cubicBezTo>
                              <a:pt x="24278" y="15722"/>
                              <a:pt x="25562" y="16410"/>
                              <a:pt x="26869" y="17044"/>
                            </a:cubicBezTo>
                            <a:cubicBezTo>
                              <a:pt x="28109" y="17640"/>
                              <a:pt x="29518" y="18424"/>
                              <a:pt x="30932" y="18303"/>
                            </a:cubicBezTo>
                            <a:cubicBezTo>
                              <a:pt x="31843" y="18226"/>
                              <a:pt x="32400" y="17184"/>
                              <a:pt x="31712" y="16468"/>
                            </a:cubicBezTo>
                            <a:close/>
                          </a:path>
                        </a:pathLst>
                      </a:custGeom>
                      <a:solidFill>
                        <a:srgbClr val="B7ABAB"/>
                      </a:solidFill>
                      <a:ln w="4839" cap="flat">
                        <a:noFill/>
                        <a:prstDash val="solid"/>
                        <a:miter/>
                      </a:ln>
                    </p:spPr>
                    <p:txBody>
                      <a:bodyPr rtlCol="0" anchor="ctr"/>
                      <a:lstStyle/>
                      <a:p>
                        <a:endParaRPr lang="vi-VN"/>
                      </a:p>
                    </p:txBody>
                  </p:sp>
                  <p:sp>
                    <p:nvSpPr>
                      <p:cNvPr id="1069" name="Freeform: Shape 1068">
                        <a:extLst>
                          <a:ext uri="{FF2B5EF4-FFF2-40B4-BE49-F238E27FC236}">
                            <a16:creationId xmlns:a16="http://schemas.microsoft.com/office/drawing/2014/main" id="{6F3B9924-A83A-20C9-03A7-E77A9C936BED}"/>
                          </a:ext>
                        </a:extLst>
                      </p:cNvPr>
                      <p:cNvSpPr/>
                      <p:nvPr/>
                    </p:nvSpPr>
                    <p:spPr>
                      <a:xfrm>
                        <a:off x="2340417" y="5732176"/>
                        <a:ext cx="18417" cy="5853"/>
                      </a:xfrm>
                      <a:custGeom>
                        <a:avLst/>
                        <a:gdLst>
                          <a:gd name="connsiteX0" fmla="*/ 17222 w 18417"/>
                          <a:gd name="connsiteY0" fmla="*/ 13 h 5853"/>
                          <a:gd name="connsiteX1" fmla="*/ 12941 w 18417"/>
                          <a:gd name="connsiteY1" fmla="*/ 808 h 5853"/>
                          <a:gd name="connsiteX2" fmla="*/ 9144 w 18417"/>
                          <a:gd name="connsiteY2" fmla="*/ 1703 h 5853"/>
                          <a:gd name="connsiteX3" fmla="*/ 795 w 18417"/>
                          <a:gd name="connsiteY3" fmla="*/ 3578 h 5853"/>
                          <a:gd name="connsiteX4" fmla="*/ 1212 w 18417"/>
                          <a:gd name="connsiteY4" fmla="*/ 5854 h 5853"/>
                          <a:gd name="connsiteX5" fmla="*/ 9827 w 18417"/>
                          <a:gd name="connsiteY5" fmla="*/ 4721 h 5853"/>
                          <a:gd name="connsiteX6" fmla="*/ 13672 w 18417"/>
                          <a:gd name="connsiteY6" fmla="*/ 3854 h 5853"/>
                          <a:gd name="connsiteX7" fmla="*/ 17924 w 18417"/>
                          <a:gd name="connsiteY7" fmla="*/ 2352 h 5853"/>
                          <a:gd name="connsiteX8" fmla="*/ 17222 w 18417"/>
                          <a:gd name="connsiteY8" fmla="*/ 13 h 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17" h="5853">
                            <a:moveTo>
                              <a:pt x="17222" y="13"/>
                            </a:moveTo>
                            <a:cubicBezTo>
                              <a:pt x="15798" y="-93"/>
                              <a:pt x="14307" y="464"/>
                              <a:pt x="12941" y="808"/>
                            </a:cubicBezTo>
                            <a:cubicBezTo>
                              <a:pt x="11682" y="1127"/>
                              <a:pt x="10413" y="1427"/>
                              <a:pt x="9144" y="1703"/>
                            </a:cubicBezTo>
                            <a:cubicBezTo>
                              <a:pt x="6355" y="2314"/>
                              <a:pt x="3546" y="2822"/>
                              <a:pt x="795" y="3578"/>
                            </a:cubicBezTo>
                            <a:cubicBezTo>
                              <a:pt x="-522" y="3941"/>
                              <a:pt x="-77" y="5873"/>
                              <a:pt x="1212" y="5854"/>
                            </a:cubicBezTo>
                            <a:cubicBezTo>
                              <a:pt x="4112" y="5815"/>
                              <a:pt x="6989" y="5311"/>
                              <a:pt x="9827" y="4721"/>
                            </a:cubicBezTo>
                            <a:cubicBezTo>
                              <a:pt x="11115" y="4454"/>
                              <a:pt x="12394" y="4164"/>
                              <a:pt x="13672" y="3854"/>
                            </a:cubicBezTo>
                            <a:cubicBezTo>
                              <a:pt x="15111" y="3505"/>
                              <a:pt x="16694" y="3210"/>
                              <a:pt x="17924" y="2352"/>
                            </a:cubicBezTo>
                            <a:cubicBezTo>
                              <a:pt x="18883" y="1694"/>
                              <a:pt x="18331" y="96"/>
                              <a:pt x="17222" y="13"/>
                            </a:cubicBezTo>
                            <a:close/>
                          </a:path>
                        </a:pathLst>
                      </a:custGeom>
                      <a:solidFill>
                        <a:srgbClr val="B7ABAB"/>
                      </a:solidFill>
                      <a:ln w="4839" cap="flat">
                        <a:noFill/>
                        <a:prstDash val="solid"/>
                        <a:miter/>
                      </a:ln>
                    </p:spPr>
                    <p:txBody>
                      <a:bodyPr rtlCol="0" anchor="ctr"/>
                      <a:lstStyle/>
                      <a:p>
                        <a:endParaRPr lang="vi-VN"/>
                      </a:p>
                    </p:txBody>
                  </p:sp>
                  <p:sp>
                    <p:nvSpPr>
                      <p:cNvPr id="1070" name="Freeform: Shape 1069">
                        <a:extLst>
                          <a:ext uri="{FF2B5EF4-FFF2-40B4-BE49-F238E27FC236}">
                            <a16:creationId xmlns:a16="http://schemas.microsoft.com/office/drawing/2014/main" id="{3ECEB0D7-DC1F-5DDF-6A3B-B2ACB5AEEE0B}"/>
                          </a:ext>
                        </a:extLst>
                      </p:cNvPr>
                      <p:cNvSpPr/>
                      <p:nvPr/>
                    </p:nvSpPr>
                    <p:spPr>
                      <a:xfrm>
                        <a:off x="2528291" y="5816476"/>
                        <a:ext cx="22322" cy="13396"/>
                      </a:xfrm>
                      <a:custGeom>
                        <a:avLst/>
                        <a:gdLst>
                          <a:gd name="connsiteX0" fmla="*/ 22012 w 22322"/>
                          <a:gd name="connsiteY0" fmla="*/ 11786 h 13396"/>
                          <a:gd name="connsiteX1" fmla="*/ 18918 w 22322"/>
                          <a:gd name="connsiteY1" fmla="*/ 10711 h 13396"/>
                          <a:gd name="connsiteX2" fmla="*/ 16153 w 22322"/>
                          <a:gd name="connsiteY2" fmla="*/ 9553 h 13396"/>
                          <a:gd name="connsiteX3" fmla="*/ 11111 w 22322"/>
                          <a:gd name="connsiteY3" fmla="*/ 6817 h 13396"/>
                          <a:gd name="connsiteX4" fmla="*/ 1546 w 22322"/>
                          <a:gd name="connsiteY4" fmla="*/ 178 h 13396"/>
                          <a:gd name="connsiteX5" fmla="*/ 253 w 22322"/>
                          <a:gd name="connsiteY5" fmla="*/ 1659 h 13396"/>
                          <a:gd name="connsiteX6" fmla="*/ 10506 w 22322"/>
                          <a:gd name="connsiteY6" fmla="*/ 9423 h 13396"/>
                          <a:gd name="connsiteX7" fmla="*/ 16036 w 22322"/>
                          <a:gd name="connsiteY7" fmla="*/ 12294 h 13396"/>
                          <a:gd name="connsiteX8" fmla="*/ 21988 w 22322"/>
                          <a:gd name="connsiteY8" fmla="*/ 12929 h 13396"/>
                          <a:gd name="connsiteX9" fmla="*/ 22012 w 22322"/>
                          <a:gd name="connsiteY9" fmla="*/ 11786 h 1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322" h="13396">
                            <a:moveTo>
                              <a:pt x="22012" y="11786"/>
                            </a:moveTo>
                            <a:cubicBezTo>
                              <a:pt x="21068" y="11214"/>
                              <a:pt x="19940" y="11084"/>
                              <a:pt x="18918" y="10711"/>
                            </a:cubicBezTo>
                            <a:cubicBezTo>
                              <a:pt x="17978" y="10367"/>
                              <a:pt x="17053" y="9984"/>
                              <a:pt x="16153" y="9553"/>
                            </a:cubicBezTo>
                            <a:cubicBezTo>
                              <a:pt x="14428" y="8730"/>
                              <a:pt x="12743" y="7810"/>
                              <a:pt x="11111" y="6817"/>
                            </a:cubicBezTo>
                            <a:cubicBezTo>
                              <a:pt x="7774" y="4793"/>
                              <a:pt x="4689" y="2478"/>
                              <a:pt x="1546" y="178"/>
                            </a:cubicBezTo>
                            <a:cubicBezTo>
                              <a:pt x="646" y="-481"/>
                              <a:pt x="-522" y="846"/>
                              <a:pt x="253" y="1659"/>
                            </a:cubicBezTo>
                            <a:cubicBezTo>
                              <a:pt x="3188" y="4749"/>
                              <a:pt x="6825" y="7297"/>
                              <a:pt x="10506" y="9423"/>
                            </a:cubicBezTo>
                            <a:cubicBezTo>
                              <a:pt x="12302" y="10459"/>
                              <a:pt x="14133" y="11466"/>
                              <a:pt x="16036" y="12294"/>
                            </a:cubicBezTo>
                            <a:cubicBezTo>
                              <a:pt x="17688" y="13011"/>
                              <a:pt x="20303" y="13989"/>
                              <a:pt x="21988" y="12929"/>
                            </a:cubicBezTo>
                            <a:cubicBezTo>
                              <a:pt x="22390" y="12677"/>
                              <a:pt x="22468" y="12062"/>
                              <a:pt x="22012" y="11786"/>
                            </a:cubicBezTo>
                            <a:close/>
                          </a:path>
                        </a:pathLst>
                      </a:custGeom>
                      <a:solidFill>
                        <a:srgbClr val="B7ABAB"/>
                      </a:solidFill>
                      <a:ln w="4839" cap="flat">
                        <a:noFill/>
                        <a:prstDash val="solid"/>
                        <a:miter/>
                      </a:ln>
                    </p:spPr>
                    <p:txBody>
                      <a:bodyPr rtlCol="0" anchor="ctr"/>
                      <a:lstStyle/>
                      <a:p>
                        <a:endParaRPr lang="vi-VN"/>
                      </a:p>
                    </p:txBody>
                  </p:sp>
                </p:grpSp>
                <p:grpSp>
                  <p:nvGrpSpPr>
                    <p:cNvPr id="1015" name="Graphic 1991">
                      <a:extLst>
                        <a:ext uri="{FF2B5EF4-FFF2-40B4-BE49-F238E27FC236}">
                          <a16:creationId xmlns:a16="http://schemas.microsoft.com/office/drawing/2014/main" id="{A778E010-3646-7677-7999-6BB1D557A69D}"/>
                        </a:ext>
                      </a:extLst>
                    </p:cNvPr>
                    <p:cNvGrpSpPr/>
                    <p:nvPr/>
                  </p:nvGrpSpPr>
                  <p:grpSpPr>
                    <a:xfrm>
                      <a:off x="1492539" y="4494378"/>
                      <a:ext cx="672439" cy="1340392"/>
                      <a:chOff x="1492539" y="4494378"/>
                      <a:chExt cx="672439" cy="1340392"/>
                    </a:xfrm>
                  </p:grpSpPr>
                  <p:sp>
                    <p:nvSpPr>
                      <p:cNvPr id="1016" name="Freeform: Shape 1015">
                        <a:extLst>
                          <a:ext uri="{FF2B5EF4-FFF2-40B4-BE49-F238E27FC236}">
                            <a16:creationId xmlns:a16="http://schemas.microsoft.com/office/drawing/2014/main" id="{33B28CB7-6EF0-147C-0299-0AD2B7C287A5}"/>
                          </a:ext>
                        </a:extLst>
                      </p:cNvPr>
                      <p:cNvSpPr/>
                      <p:nvPr/>
                    </p:nvSpPr>
                    <p:spPr>
                      <a:xfrm>
                        <a:off x="1492539" y="5453836"/>
                        <a:ext cx="510929" cy="380172"/>
                      </a:xfrm>
                      <a:custGeom>
                        <a:avLst/>
                        <a:gdLst>
                          <a:gd name="connsiteX0" fmla="*/ 510929 w 510929"/>
                          <a:gd name="connsiteY0" fmla="*/ 223077 h 380172"/>
                          <a:gd name="connsiteX1" fmla="*/ 397673 w 510929"/>
                          <a:gd name="connsiteY1" fmla="*/ 140006 h 380172"/>
                          <a:gd name="connsiteX2" fmla="*/ 278606 w 510929"/>
                          <a:gd name="connsiteY2" fmla="*/ 7282 h 380172"/>
                          <a:gd name="connsiteX3" fmla="*/ 262803 w 510929"/>
                          <a:gd name="connsiteY3" fmla="*/ 429 h 380172"/>
                          <a:gd name="connsiteX4" fmla="*/ 258081 w 510929"/>
                          <a:gd name="connsiteY4" fmla="*/ 1620 h 380172"/>
                          <a:gd name="connsiteX5" fmla="*/ 241369 w 510929"/>
                          <a:gd name="connsiteY5" fmla="*/ 40649 h 380172"/>
                          <a:gd name="connsiteX6" fmla="*/ 265801 w 510929"/>
                          <a:gd name="connsiteY6" fmla="*/ 112038 h 380172"/>
                          <a:gd name="connsiteX7" fmla="*/ 962 w 510929"/>
                          <a:gd name="connsiteY7" fmla="*/ 200281 h 380172"/>
                          <a:gd name="connsiteX8" fmla="*/ 151368 w 510929"/>
                          <a:gd name="connsiteY8" fmla="*/ 380132 h 380172"/>
                          <a:gd name="connsiteX9" fmla="*/ 510929 w 510929"/>
                          <a:gd name="connsiteY9" fmla="*/ 223077 h 380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29" h="380172">
                            <a:moveTo>
                              <a:pt x="510929" y="223077"/>
                            </a:moveTo>
                            <a:cubicBezTo>
                              <a:pt x="501210" y="213357"/>
                              <a:pt x="420619" y="161393"/>
                              <a:pt x="397673" y="140006"/>
                            </a:cubicBezTo>
                            <a:cubicBezTo>
                              <a:pt x="315562" y="63469"/>
                              <a:pt x="287802" y="23849"/>
                              <a:pt x="278606" y="7282"/>
                            </a:cubicBezTo>
                            <a:cubicBezTo>
                              <a:pt x="275492" y="1674"/>
                              <a:pt x="269026" y="-1135"/>
                              <a:pt x="262803" y="429"/>
                            </a:cubicBezTo>
                            <a:lnTo>
                              <a:pt x="258081" y="1620"/>
                            </a:lnTo>
                            <a:cubicBezTo>
                              <a:pt x="240991" y="5926"/>
                              <a:pt x="232719" y="25293"/>
                              <a:pt x="241369" y="40649"/>
                            </a:cubicBezTo>
                            <a:cubicBezTo>
                              <a:pt x="258508" y="71077"/>
                              <a:pt x="279889" y="113293"/>
                              <a:pt x="265801" y="112038"/>
                            </a:cubicBezTo>
                            <a:cubicBezTo>
                              <a:pt x="261893" y="111690"/>
                              <a:pt x="-18438" y="117438"/>
                              <a:pt x="962" y="200281"/>
                            </a:cubicBezTo>
                            <a:cubicBezTo>
                              <a:pt x="20363" y="283128"/>
                              <a:pt x="95990" y="382476"/>
                              <a:pt x="151368" y="380132"/>
                            </a:cubicBezTo>
                            <a:cubicBezTo>
                              <a:pt x="206742" y="377783"/>
                              <a:pt x="510929" y="223077"/>
                              <a:pt x="510929" y="223077"/>
                            </a:cubicBezTo>
                          </a:path>
                        </a:pathLst>
                      </a:custGeom>
                      <a:solidFill>
                        <a:srgbClr val="EAB071">
                          <a:alpha val="40000"/>
                        </a:srgbClr>
                      </a:solidFill>
                      <a:ln w="4839" cap="flat">
                        <a:noFill/>
                        <a:prstDash val="solid"/>
                        <a:miter/>
                      </a:ln>
                    </p:spPr>
                    <p:txBody>
                      <a:bodyPr rtlCol="0" anchor="ctr"/>
                      <a:lstStyle/>
                      <a:p>
                        <a:endParaRPr lang="vi-VN"/>
                      </a:p>
                    </p:txBody>
                  </p:sp>
                  <p:grpSp>
                    <p:nvGrpSpPr>
                      <p:cNvPr id="1017" name="Graphic 1991">
                        <a:extLst>
                          <a:ext uri="{FF2B5EF4-FFF2-40B4-BE49-F238E27FC236}">
                            <a16:creationId xmlns:a16="http://schemas.microsoft.com/office/drawing/2014/main" id="{77A0FFF5-7D3C-6969-5D73-450459322FA6}"/>
                          </a:ext>
                        </a:extLst>
                      </p:cNvPr>
                      <p:cNvGrpSpPr/>
                      <p:nvPr/>
                    </p:nvGrpSpPr>
                    <p:grpSpPr>
                      <a:xfrm>
                        <a:off x="1570859" y="4494378"/>
                        <a:ext cx="594119" cy="1340392"/>
                        <a:chOff x="1570859" y="4494378"/>
                        <a:chExt cx="594119" cy="1340392"/>
                      </a:xfrm>
                    </p:grpSpPr>
                    <p:grpSp>
                      <p:nvGrpSpPr>
                        <p:cNvPr id="1018" name="Graphic 1991">
                          <a:extLst>
                            <a:ext uri="{FF2B5EF4-FFF2-40B4-BE49-F238E27FC236}">
                              <a16:creationId xmlns:a16="http://schemas.microsoft.com/office/drawing/2014/main" id="{BAD38FE7-079A-8814-2052-854E6B3B3D2E}"/>
                            </a:ext>
                          </a:extLst>
                        </p:cNvPr>
                        <p:cNvGrpSpPr/>
                        <p:nvPr/>
                      </p:nvGrpSpPr>
                      <p:grpSpPr>
                        <a:xfrm>
                          <a:off x="1736377" y="4494378"/>
                          <a:ext cx="428600" cy="1202959"/>
                          <a:chOff x="1736377" y="4494378"/>
                          <a:chExt cx="428600" cy="1202959"/>
                        </a:xfrm>
                      </p:grpSpPr>
                      <p:sp>
                        <p:nvSpPr>
                          <p:cNvPr id="1023" name="Freeform: Shape 1022">
                            <a:extLst>
                              <a:ext uri="{FF2B5EF4-FFF2-40B4-BE49-F238E27FC236}">
                                <a16:creationId xmlns:a16="http://schemas.microsoft.com/office/drawing/2014/main" id="{48E97959-5B55-1EFE-031B-D34D47AD9A87}"/>
                              </a:ext>
                            </a:extLst>
                          </p:cNvPr>
                          <p:cNvSpPr/>
                          <p:nvPr/>
                        </p:nvSpPr>
                        <p:spPr>
                          <a:xfrm>
                            <a:off x="1942491" y="4494378"/>
                            <a:ext cx="222486" cy="1202864"/>
                          </a:xfrm>
                          <a:custGeom>
                            <a:avLst/>
                            <a:gdLst>
                              <a:gd name="connsiteX0" fmla="*/ 0 w 222486"/>
                              <a:gd name="connsiteY0" fmla="*/ 0 h 1202864"/>
                              <a:gd name="connsiteX1" fmla="*/ 43891 w 222486"/>
                              <a:gd name="connsiteY1" fmla="*/ 0 h 1202864"/>
                              <a:gd name="connsiteX2" fmla="*/ 83831 w 222486"/>
                              <a:gd name="connsiteY2" fmla="*/ 35295 h 1202864"/>
                              <a:gd name="connsiteX3" fmla="*/ 222333 w 222486"/>
                              <a:gd name="connsiteY3" fmla="*/ 1151956 h 1202864"/>
                              <a:gd name="connsiteX4" fmla="*/ 153365 w 222486"/>
                              <a:gd name="connsiteY4" fmla="*/ 1202865 h 1202864"/>
                              <a:gd name="connsiteX5" fmla="*/ 0 w 222486"/>
                              <a:gd name="connsiteY5" fmla="*/ 0 h 120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486" h="1202864">
                                <a:moveTo>
                                  <a:pt x="0" y="0"/>
                                </a:moveTo>
                                <a:lnTo>
                                  <a:pt x="43891" y="0"/>
                                </a:lnTo>
                                <a:cubicBezTo>
                                  <a:pt x="64202" y="0"/>
                                  <a:pt x="81332" y="15134"/>
                                  <a:pt x="83831" y="35295"/>
                                </a:cubicBezTo>
                                <a:lnTo>
                                  <a:pt x="222333" y="1151956"/>
                                </a:lnTo>
                                <a:cubicBezTo>
                                  <a:pt x="226275" y="1189871"/>
                                  <a:pt x="153365" y="1202865"/>
                                  <a:pt x="153365" y="1202865"/>
                                </a:cubicBezTo>
                                <a:cubicBezTo>
                                  <a:pt x="111697" y="957862"/>
                                  <a:pt x="55989" y="481229"/>
                                  <a:pt x="0" y="0"/>
                                </a:cubicBezTo>
                                <a:close/>
                              </a:path>
                            </a:pathLst>
                          </a:custGeom>
                          <a:solidFill>
                            <a:srgbClr val="EAEAEA"/>
                          </a:solidFill>
                          <a:ln w="4839" cap="flat">
                            <a:noFill/>
                            <a:prstDash val="solid"/>
                            <a:miter/>
                          </a:ln>
                        </p:spPr>
                        <p:txBody>
                          <a:bodyPr rtlCol="0" anchor="ctr"/>
                          <a:lstStyle/>
                          <a:p>
                            <a:endParaRPr lang="vi-VN"/>
                          </a:p>
                        </p:txBody>
                      </p:sp>
                      <p:sp>
                        <p:nvSpPr>
                          <p:cNvPr id="1024" name="Freeform: Shape 1023">
                            <a:extLst>
                              <a:ext uri="{FF2B5EF4-FFF2-40B4-BE49-F238E27FC236}">
                                <a16:creationId xmlns:a16="http://schemas.microsoft.com/office/drawing/2014/main" id="{4442B39D-3844-D833-7A05-A25EE5451CCB}"/>
                              </a:ext>
                            </a:extLst>
                          </p:cNvPr>
                          <p:cNvSpPr/>
                          <p:nvPr/>
                        </p:nvSpPr>
                        <p:spPr>
                          <a:xfrm>
                            <a:off x="1736377" y="4494378"/>
                            <a:ext cx="359482" cy="1202959"/>
                          </a:xfrm>
                          <a:custGeom>
                            <a:avLst/>
                            <a:gdLst>
                              <a:gd name="connsiteX0" fmla="*/ 206114 w 359482"/>
                              <a:gd name="connsiteY0" fmla="*/ 0 h 1202959"/>
                              <a:gd name="connsiteX1" fmla="*/ 359474 w 359482"/>
                              <a:gd name="connsiteY1" fmla="*/ 1202860 h 1202959"/>
                              <a:gd name="connsiteX2" fmla="*/ 69384 w 359482"/>
                              <a:gd name="connsiteY2" fmla="*/ 981132 h 1202959"/>
                              <a:gd name="connsiteX3" fmla="*/ 10257 w 359482"/>
                              <a:gd name="connsiteY3" fmla="*/ 583874 h 1202959"/>
                              <a:gd name="connsiteX4" fmla="*/ 1017 w 359482"/>
                              <a:gd name="connsiteY4" fmla="*/ 254983 h 1202959"/>
                              <a:gd name="connsiteX5" fmla="*/ 206114 w 359482"/>
                              <a:gd name="connsiteY5" fmla="*/ 0 h 1202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482" h="1202959">
                                <a:moveTo>
                                  <a:pt x="206114" y="0"/>
                                </a:moveTo>
                                <a:cubicBezTo>
                                  <a:pt x="206114" y="0"/>
                                  <a:pt x="357624" y="1197315"/>
                                  <a:pt x="359474" y="1202860"/>
                                </a:cubicBezTo>
                                <a:cubicBezTo>
                                  <a:pt x="361324" y="1208405"/>
                                  <a:pt x="69384" y="981132"/>
                                  <a:pt x="69384" y="981132"/>
                                </a:cubicBezTo>
                                <a:cubicBezTo>
                                  <a:pt x="69384" y="981132"/>
                                  <a:pt x="25038" y="833317"/>
                                  <a:pt x="10257" y="583874"/>
                                </a:cubicBezTo>
                                <a:cubicBezTo>
                                  <a:pt x="-4523" y="334431"/>
                                  <a:pt x="1017" y="254983"/>
                                  <a:pt x="1017" y="254983"/>
                                </a:cubicBezTo>
                                <a:lnTo>
                                  <a:pt x="206114" y="0"/>
                                </a:lnTo>
                                <a:close/>
                              </a:path>
                            </a:pathLst>
                          </a:custGeom>
                          <a:solidFill>
                            <a:srgbClr val="D8D6D6"/>
                          </a:solidFill>
                          <a:ln w="4839" cap="flat">
                            <a:noFill/>
                            <a:prstDash val="solid"/>
                            <a:miter/>
                          </a:ln>
                        </p:spPr>
                        <p:txBody>
                          <a:bodyPr rtlCol="0" anchor="ctr"/>
                          <a:lstStyle/>
                          <a:p>
                            <a:endParaRPr lang="vi-VN"/>
                          </a:p>
                        </p:txBody>
                      </p:sp>
                      <p:sp>
                        <p:nvSpPr>
                          <p:cNvPr id="1025" name="Freeform: Shape 1024">
                            <a:extLst>
                              <a:ext uri="{FF2B5EF4-FFF2-40B4-BE49-F238E27FC236}">
                                <a16:creationId xmlns:a16="http://schemas.microsoft.com/office/drawing/2014/main" id="{AC378867-6D8D-B700-DF22-D6B488FF8E67}"/>
                              </a:ext>
                            </a:extLst>
                          </p:cNvPr>
                          <p:cNvSpPr/>
                          <p:nvPr/>
                        </p:nvSpPr>
                        <p:spPr>
                          <a:xfrm>
                            <a:off x="1769425" y="4648353"/>
                            <a:ext cx="87457" cy="114558"/>
                          </a:xfrm>
                          <a:custGeom>
                            <a:avLst/>
                            <a:gdLst>
                              <a:gd name="connsiteX0" fmla="*/ 87458 w 87457"/>
                              <a:gd name="connsiteY0" fmla="*/ 0 h 114558"/>
                              <a:gd name="connsiteX1" fmla="*/ 87458 w 87457"/>
                              <a:gd name="connsiteY1" fmla="*/ 24636 h 114558"/>
                              <a:gd name="connsiteX2" fmla="*/ 0 w 87457"/>
                              <a:gd name="connsiteY2" fmla="*/ 114559 h 114558"/>
                              <a:gd name="connsiteX3" fmla="*/ 0 w 87457"/>
                              <a:gd name="connsiteY3" fmla="*/ 99778 h 114558"/>
                            </a:gdLst>
                            <a:ahLst/>
                            <a:cxnLst>
                              <a:cxn ang="0">
                                <a:pos x="connsiteX0" y="connsiteY0"/>
                              </a:cxn>
                              <a:cxn ang="0">
                                <a:pos x="connsiteX1" y="connsiteY1"/>
                              </a:cxn>
                              <a:cxn ang="0">
                                <a:pos x="connsiteX2" y="connsiteY2"/>
                              </a:cxn>
                              <a:cxn ang="0">
                                <a:pos x="connsiteX3" y="connsiteY3"/>
                              </a:cxn>
                            </a:cxnLst>
                            <a:rect l="l" t="t" r="r" b="b"/>
                            <a:pathLst>
                              <a:path w="87457" h="114558">
                                <a:moveTo>
                                  <a:pt x="87458" y="0"/>
                                </a:moveTo>
                                <a:lnTo>
                                  <a:pt x="87458" y="24636"/>
                                </a:lnTo>
                                <a:lnTo>
                                  <a:pt x="0" y="114559"/>
                                </a:lnTo>
                                <a:lnTo>
                                  <a:pt x="0" y="99778"/>
                                </a:lnTo>
                                <a:close/>
                              </a:path>
                            </a:pathLst>
                          </a:custGeom>
                          <a:solidFill>
                            <a:srgbClr val="7F7A7A"/>
                          </a:solidFill>
                          <a:ln w="4839" cap="flat">
                            <a:noFill/>
                            <a:prstDash val="solid"/>
                            <a:miter/>
                          </a:ln>
                        </p:spPr>
                        <p:txBody>
                          <a:bodyPr rtlCol="0" anchor="ctr"/>
                          <a:lstStyle/>
                          <a:p>
                            <a:endParaRPr lang="vi-VN"/>
                          </a:p>
                        </p:txBody>
                      </p:sp>
                      <p:sp>
                        <p:nvSpPr>
                          <p:cNvPr id="1026" name="Freeform: Shape 1025">
                            <a:extLst>
                              <a:ext uri="{FF2B5EF4-FFF2-40B4-BE49-F238E27FC236}">
                                <a16:creationId xmlns:a16="http://schemas.microsoft.com/office/drawing/2014/main" id="{8F109791-DF5B-AEBB-DA6D-04B962B02F1D}"/>
                              </a:ext>
                            </a:extLst>
                          </p:cNvPr>
                          <p:cNvSpPr/>
                          <p:nvPr/>
                        </p:nvSpPr>
                        <p:spPr>
                          <a:xfrm>
                            <a:off x="1736377" y="4746742"/>
                            <a:ext cx="359473" cy="950496"/>
                          </a:xfrm>
                          <a:custGeom>
                            <a:avLst/>
                            <a:gdLst>
                              <a:gd name="connsiteX0" fmla="*/ 10257 w 359473"/>
                              <a:gd name="connsiteY0" fmla="*/ 328896 h 950496"/>
                              <a:gd name="connsiteX1" fmla="*/ 69384 w 359473"/>
                              <a:gd name="connsiteY1" fmla="*/ 726154 h 950496"/>
                              <a:gd name="connsiteX2" fmla="*/ 338335 w 359473"/>
                              <a:gd name="connsiteY2" fmla="*/ 933159 h 950496"/>
                              <a:gd name="connsiteX3" fmla="*/ 359474 w 359473"/>
                              <a:gd name="connsiteY3" fmla="*/ 950496 h 950496"/>
                              <a:gd name="connsiteX4" fmla="*/ 357450 w 359473"/>
                              <a:gd name="connsiteY4" fmla="*/ 933464 h 950496"/>
                              <a:gd name="connsiteX5" fmla="*/ 1017 w 359473"/>
                              <a:gd name="connsiteY5" fmla="*/ 0 h 950496"/>
                              <a:gd name="connsiteX6" fmla="*/ 10257 w 359473"/>
                              <a:gd name="connsiteY6" fmla="*/ 328896 h 95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9473" h="950496">
                                <a:moveTo>
                                  <a:pt x="10257" y="328896"/>
                                </a:moveTo>
                                <a:cubicBezTo>
                                  <a:pt x="25038" y="578339"/>
                                  <a:pt x="69384" y="726154"/>
                                  <a:pt x="69384" y="726154"/>
                                </a:cubicBezTo>
                                <a:cubicBezTo>
                                  <a:pt x="69384" y="726154"/>
                                  <a:pt x="271551" y="883538"/>
                                  <a:pt x="338335" y="933159"/>
                                </a:cubicBezTo>
                                <a:lnTo>
                                  <a:pt x="359474" y="950496"/>
                                </a:lnTo>
                                <a:cubicBezTo>
                                  <a:pt x="359343" y="949537"/>
                                  <a:pt x="357590" y="934544"/>
                                  <a:pt x="357450" y="933464"/>
                                </a:cubicBezTo>
                                <a:cubicBezTo>
                                  <a:pt x="8407" y="364438"/>
                                  <a:pt x="1017" y="0"/>
                                  <a:pt x="1017" y="0"/>
                                </a:cubicBezTo>
                                <a:cubicBezTo>
                                  <a:pt x="1017" y="0"/>
                                  <a:pt x="-4523" y="79453"/>
                                  <a:pt x="10257" y="328896"/>
                                </a:cubicBezTo>
                                <a:close/>
                              </a:path>
                            </a:pathLst>
                          </a:custGeom>
                          <a:solidFill>
                            <a:srgbClr val="D8D6D6">
                              <a:alpha val="47000"/>
                            </a:srgbClr>
                          </a:solidFill>
                          <a:ln w="4839" cap="flat">
                            <a:noFill/>
                            <a:prstDash val="solid"/>
                            <a:miter/>
                          </a:ln>
                        </p:spPr>
                        <p:txBody>
                          <a:bodyPr rtlCol="0" anchor="ctr"/>
                          <a:lstStyle/>
                          <a:p>
                            <a:endParaRPr lang="vi-VN"/>
                          </a:p>
                        </p:txBody>
                      </p:sp>
                    </p:grpSp>
                    <p:grpSp>
                      <p:nvGrpSpPr>
                        <p:cNvPr id="1019" name="Graphic 1991">
                          <a:extLst>
                            <a:ext uri="{FF2B5EF4-FFF2-40B4-BE49-F238E27FC236}">
                              <a16:creationId xmlns:a16="http://schemas.microsoft.com/office/drawing/2014/main" id="{4494BE7D-ADFC-E504-0D3F-054606E7A7CA}"/>
                            </a:ext>
                          </a:extLst>
                        </p:cNvPr>
                        <p:cNvGrpSpPr/>
                        <p:nvPr/>
                      </p:nvGrpSpPr>
                      <p:grpSpPr>
                        <a:xfrm>
                          <a:off x="1570859" y="5133857"/>
                          <a:ext cx="541622" cy="700913"/>
                          <a:chOff x="1570859" y="5133857"/>
                          <a:chExt cx="541622" cy="700913"/>
                        </a:xfrm>
                      </p:grpSpPr>
                      <p:sp>
                        <p:nvSpPr>
                          <p:cNvPr id="1020" name="Freeform: Shape 1019">
                            <a:extLst>
                              <a:ext uri="{FF2B5EF4-FFF2-40B4-BE49-F238E27FC236}">
                                <a16:creationId xmlns:a16="http://schemas.microsoft.com/office/drawing/2014/main" id="{A9A53C2C-951C-C927-EEBF-BB24182C7272}"/>
                              </a:ext>
                            </a:extLst>
                          </p:cNvPr>
                          <p:cNvSpPr/>
                          <p:nvPr/>
                        </p:nvSpPr>
                        <p:spPr>
                          <a:xfrm>
                            <a:off x="1625559" y="5676912"/>
                            <a:ext cx="486922" cy="149497"/>
                          </a:xfrm>
                          <a:custGeom>
                            <a:avLst/>
                            <a:gdLst>
                              <a:gd name="connsiteX0" fmla="*/ 486923 w 486922"/>
                              <a:gd name="connsiteY0" fmla="*/ 79453 h 149497"/>
                              <a:gd name="connsiteX1" fmla="*/ 377909 w 486922"/>
                              <a:gd name="connsiteY1" fmla="*/ 0 h 149497"/>
                              <a:gd name="connsiteX2" fmla="*/ 19820 w 486922"/>
                              <a:gd name="connsiteY2" fmla="*/ 50439 h 149497"/>
                              <a:gd name="connsiteX3" fmla="*/ 976 w 486922"/>
                              <a:gd name="connsiteY3" fmla="*/ 86228 h 149497"/>
                              <a:gd name="connsiteX4" fmla="*/ 35467 w 486922"/>
                              <a:gd name="connsiteY4" fmla="*/ 149050 h 149497"/>
                              <a:gd name="connsiteX5" fmla="*/ 354503 w 486922"/>
                              <a:gd name="connsiteY5" fmla="*/ 108399 h 149497"/>
                              <a:gd name="connsiteX6" fmla="*/ 470302 w 486922"/>
                              <a:gd name="connsiteY6" fmla="*/ 95211 h 149497"/>
                              <a:gd name="connsiteX7" fmla="*/ 486923 w 486922"/>
                              <a:gd name="connsiteY7" fmla="*/ 79453 h 149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922" h="149497">
                                <a:moveTo>
                                  <a:pt x="486923" y="79453"/>
                                </a:moveTo>
                                <a:lnTo>
                                  <a:pt x="377909" y="0"/>
                                </a:lnTo>
                                <a:cubicBezTo>
                                  <a:pt x="377909" y="0"/>
                                  <a:pt x="16207" y="85298"/>
                                  <a:pt x="19820" y="50439"/>
                                </a:cubicBezTo>
                                <a:cubicBezTo>
                                  <a:pt x="19820" y="50439"/>
                                  <a:pt x="-5184" y="64052"/>
                                  <a:pt x="976" y="86228"/>
                                </a:cubicBezTo>
                                <a:cubicBezTo>
                                  <a:pt x="7137" y="108399"/>
                                  <a:pt x="12299" y="154527"/>
                                  <a:pt x="35467" y="149050"/>
                                </a:cubicBezTo>
                                <a:cubicBezTo>
                                  <a:pt x="58636" y="143573"/>
                                  <a:pt x="354503" y="113329"/>
                                  <a:pt x="354503" y="108399"/>
                                </a:cubicBezTo>
                                <a:cubicBezTo>
                                  <a:pt x="354503" y="103468"/>
                                  <a:pt x="470302" y="95211"/>
                                  <a:pt x="470302" y="95211"/>
                                </a:cubicBezTo>
                                <a:lnTo>
                                  <a:pt x="486923" y="79453"/>
                                </a:lnTo>
                                <a:close/>
                              </a:path>
                            </a:pathLst>
                          </a:custGeom>
                          <a:solidFill>
                            <a:srgbClr val="D8D6D6"/>
                          </a:solidFill>
                          <a:ln w="4839" cap="flat">
                            <a:noFill/>
                            <a:prstDash val="solid"/>
                            <a:miter/>
                          </a:ln>
                        </p:spPr>
                        <p:txBody>
                          <a:bodyPr rtlCol="0" anchor="ctr"/>
                          <a:lstStyle/>
                          <a:p>
                            <a:endParaRPr lang="vi-VN"/>
                          </a:p>
                        </p:txBody>
                      </p:sp>
                      <p:sp>
                        <p:nvSpPr>
                          <p:cNvPr id="1021" name="Freeform: Shape 1020">
                            <a:extLst>
                              <a:ext uri="{FF2B5EF4-FFF2-40B4-BE49-F238E27FC236}">
                                <a16:creationId xmlns:a16="http://schemas.microsoft.com/office/drawing/2014/main" id="{29711992-CAD8-EDCE-0A8B-81295D28C14A}"/>
                              </a:ext>
                            </a:extLst>
                          </p:cNvPr>
                          <p:cNvSpPr/>
                          <p:nvPr/>
                        </p:nvSpPr>
                        <p:spPr>
                          <a:xfrm>
                            <a:off x="1625559" y="5727351"/>
                            <a:ext cx="104716" cy="99059"/>
                          </a:xfrm>
                          <a:custGeom>
                            <a:avLst/>
                            <a:gdLst>
                              <a:gd name="connsiteX0" fmla="*/ 19820 w 104716"/>
                              <a:gd name="connsiteY0" fmla="*/ 0 h 99059"/>
                              <a:gd name="connsiteX1" fmla="*/ 976 w 104716"/>
                              <a:gd name="connsiteY1" fmla="*/ 35789 h 99059"/>
                              <a:gd name="connsiteX2" fmla="*/ 35467 w 104716"/>
                              <a:gd name="connsiteY2" fmla="*/ 98611 h 99059"/>
                              <a:gd name="connsiteX3" fmla="*/ 52534 w 104716"/>
                              <a:gd name="connsiteY3" fmla="*/ 95933 h 99059"/>
                              <a:gd name="connsiteX4" fmla="*/ 52703 w 104716"/>
                              <a:gd name="connsiteY4" fmla="*/ 93434 h 99059"/>
                              <a:gd name="connsiteX5" fmla="*/ 104716 w 104716"/>
                              <a:gd name="connsiteY5" fmla="*/ 3279 h 99059"/>
                              <a:gd name="connsiteX6" fmla="*/ 104716 w 104716"/>
                              <a:gd name="connsiteY6" fmla="*/ 3279 h 99059"/>
                              <a:gd name="connsiteX7" fmla="*/ 19820 w 104716"/>
                              <a:gd name="connsiteY7" fmla="*/ 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16" h="99059">
                                <a:moveTo>
                                  <a:pt x="19820" y="0"/>
                                </a:moveTo>
                                <a:cubicBezTo>
                                  <a:pt x="19820" y="0"/>
                                  <a:pt x="-5184" y="13613"/>
                                  <a:pt x="976" y="35789"/>
                                </a:cubicBezTo>
                                <a:cubicBezTo>
                                  <a:pt x="7137" y="57965"/>
                                  <a:pt x="12299" y="104088"/>
                                  <a:pt x="35467" y="98611"/>
                                </a:cubicBezTo>
                                <a:cubicBezTo>
                                  <a:pt x="38044" y="98001"/>
                                  <a:pt x="44001" y="97086"/>
                                  <a:pt x="52534" y="95933"/>
                                </a:cubicBezTo>
                                <a:lnTo>
                                  <a:pt x="52703" y="93434"/>
                                </a:lnTo>
                                <a:cubicBezTo>
                                  <a:pt x="45323" y="93681"/>
                                  <a:pt x="26150" y="28670"/>
                                  <a:pt x="104716" y="3279"/>
                                </a:cubicBezTo>
                                <a:lnTo>
                                  <a:pt x="104716" y="3279"/>
                                </a:lnTo>
                                <a:cubicBezTo>
                                  <a:pt x="54912" y="9996"/>
                                  <a:pt x="18663" y="11148"/>
                                  <a:pt x="19820" y="0"/>
                                </a:cubicBezTo>
                                <a:close/>
                              </a:path>
                            </a:pathLst>
                          </a:custGeom>
                          <a:solidFill>
                            <a:srgbClr val="D8D6D6">
                              <a:alpha val="47000"/>
                            </a:srgbClr>
                          </a:solidFill>
                          <a:ln w="4839" cap="flat">
                            <a:noFill/>
                            <a:prstDash val="solid"/>
                            <a:miter/>
                          </a:ln>
                        </p:spPr>
                        <p:txBody>
                          <a:bodyPr rtlCol="0" anchor="ctr"/>
                          <a:lstStyle/>
                          <a:p>
                            <a:endParaRPr lang="vi-VN"/>
                          </a:p>
                        </p:txBody>
                      </p:sp>
                      <p:sp>
                        <p:nvSpPr>
                          <p:cNvPr id="1022" name="Freeform: Shape 1021">
                            <a:extLst>
                              <a:ext uri="{FF2B5EF4-FFF2-40B4-BE49-F238E27FC236}">
                                <a16:creationId xmlns:a16="http://schemas.microsoft.com/office/drawing/2014/main" id="{F0EA7FC4-AFC4-322C-6BC6-5D3FFF183C41}"/>
                              </a:ext>
                            </a:extLst>
                          </p:cNvPr>
                          <p:cNvSpPr/>
                          <p:nvPr/>
                        </p:nvSpPr>
                        <p:spPr>
                          <a:xfrm>
                            <a:off x="1570859" y="5133857"/>
                            <a:ext cx="541622" cy="700913"/>
                          </a:xfrm>
                          <a:custGeom>
                            <a:avLst/>
                            <a:gdLst>
                              <a:gd name="connsiteX0" fmla="*/ 255228 w 541622"/>
                              <a:gd name="connsiteY0" fmla="*/ 7217 h 700913"/>
                              <a:gd name="connsiteX1" fmla="*/ 210882 w 541622"/>
                              <a:gd name="connsiteY1" fmla="*/ 41709 h 700913"/>
                              <a:gd name="connsiteX2" fmla="*/ 100018 w 541622"/>
                              <a:gd name="connsiteY2" fmla="*/ 687175 h 700913"/>
                              <a:gd name="connsiteX3" fmla="*/ 541623 w 541622"/>
                              <a:gd name="connsiteY3" fmla="*/ 622508 h 700913"/>
                              <a:gd name="connsiteX4" fmla="*/ 541623 w 541622"/>
                              <a:gd name="connsiteY4" fmla="*/ 635443 h 700913"/>
                              <a:gd name="connsiteX5" fmla="*/ 73043 w 541622"/>
                              <a:gd name="connsiteY5" fmla="*/ 700115 h 700913"/>
                              <a:gd name="connsiteX6" fmla="*/ 245 w 541622"/>
                              <a:gd name="connsiteY6" fmla="*/ 615122 h 700913"/>
                              <a:gd name="connsiteX7" fmla="*/ 165523 w 541622"/>
                              <a:gd name="connsiteY7" fmla="*/ 27553 h 700913"/>
                              <a:gd name="connsiteX8" fmla="*/ 255228 w 541622"/>
                              <a:gd name="connsiteY8" fmla="*/ 7217 h 700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622" h="700913">
                                <a:moveTo>
                                  <a:pt x="255228" y="7217"/>
                                </a:moveTo>
                                <a:cubicBezTo>
                                  <a:pt x="255228" y="7217"/>
                                  <a:pt x="225662" y="15838"/>
                                  <a:pt x="210882" y="41709"/>
                                </a:cubicBezTo>
                                <a:cubicBezTo>
                                  <a:pt x="196101" y="67575"/>
                                  <a:pt x="3940" y="689025"/>
                                  <a:pt x="100018" y="687175"/>
                                </a:cubicBezTo>
                                <a:cubicBezTo>
                                  <a:pt x="196101" y="685325"/>
                                  <a:pt x="541623" y="622508"/>
                                  <a:pt x="541623" y="622508"/>
                                </a:cubicBezTo>
                                <a:lnTo>
                                  <a:pt x="541623" y="635443"/>
                                </a:lnTo>
                                <a:cubicBezTo>
                                  <a:pt x="541623" y="635443"/>
                                  <a:pt x="110735" y="709351"/>
                                  <a:pt x="73043" y="700115"/>
                                </a:cubicBezTo>
                                <a:cubicBezTo>
                                  <a:pt x="35351" y="690875"/>
                                  <a:pt x="-3450" y="672399"/>
                                  <a:pt x="245" y="615122"/>
                                </a:cubicBezTo>
                                <a:cubicBezTo>
                                  <a:pt x="3940" y="557845"/>
                                  <a:pt x="125700" y="73744"/>
                                  <a:pt x="165523" y="27553"/>
                                </a:cubicBezTo>
                                <a:cubicBezTo>
                                  <a:pt x="205341" y="-18648"/>
                                  <a:pt x="255228" y="7217"/>
                                  <a:pt x="255228" y="7217"/>
                                </a:cubicBezTo>
                                <a:close/>
                              </a:path>
                            </a:pathLst>
                          </a:custGeom>
                          <a:solidFill>
                            <a:srgbClr val="EAEAEA"/>
                          </a:solidFill>
                          <a:ln w="4839" cap="flat">
                            <a:noFill/>
                            <a:prstDash val="solid"/>
                            <a:miter/>
                          </a:ln>
                        </p:spPr>
                        <p:txBody>
                          <a:bodyPr rtlCol="0" anchor="ctr"/>
                          <a:lstStyle/>
                          <a:p>
                            <a:endParaRPr lang="vi-VN"/>
                          </a:p>
                        </p:txBody>
                      </p:sp>
                    </p:grpSp>
                  </p:grpSp>
                </p:grpSp>
              </p:grpSp>
            </p:grpSp>
            <p:grpSp>
              <p:nvGrpSpPr>
                <p:cNvPr id="956" name="Graphic 1991">
                  <a:extLst>
                    <a:ext uri="{FF2B5EF4-FFF2-40B4-BE49-F238E27FC236}">
                      <a16:creationId xmlns:a16="http://schemas.microsoft.com/office/drawing/2014/main" id="{FAF0FB23-3EBC-EB6C-3430-561255A040E1}"/>
                    </a:ext>
                  </a:extLst>
                </p:cNvPr>
                <p:cNvGrpSpPr/>
                <p:nvPr/>
              </p:nvGrpSpPr>
              <p:grpSpPr>
                <a:xfrm>
                  <a:off x="2308835" y="4713923"/>
                  <a:ext cx="974422" cy="1235518"/>
                  <a:chOff x="2308835" y="4713923"/>
                  <a:chExt cx="974422" cy="1235518"/>
                </a:xfrm>
              </p:grpSpPr>
              <p:grpSp>
                <p:nvGrpSpPr>
                  <p:cNvPr id="957" name="Graphic 1991">
                    <a:extLst>
                      <a:ext uri="{FF2B5EF4-FFF2-40B4-BE49-F238E27FC236}">
                        <a16:creationId xmlns:a16="http://schemas.microsoft.com/office/drawing/2014/main" id="{26E3B1EE-F91F-5CC7-A592-7A7550485705}"/>
                      </a:ext>
                    </a:extLst>
                  </p:cNvPr>
                  <p:cNvGrpSpPr/>
                  <p:nvPr/>
                </p:nvGrpSpPr>
                <p:grpSpPr>
                  <a:xfrm>
                    <a:off x="2308835" y="5566344"/>
                    <a:ext cx="355177" cy="154064"/>
                    <a:chOff x="2308835" y="5566344"/>
                    <a:chExt cx="355177" cy="154064"/>
                  </a:xfrm>
                </p:grpSpPr>
                <p:sp>
                  <p:nvSpPr>
                    <p:cNvPr id="1006" name="Freeform: Shape 1005">
                      <a:extLst>
                        <a:ext uri="{FF2B5EF4-FFF2-40B4-BE49-F238E27FC236}">
                          <a16:creationId xmlns:a16="http://schemas.microsoft.com/office/drawing/2014/main" id="{F3DA3C28-AB5C-C608-598D-43CD08BC79BB}"/>
                        </a:ext>
                      </a:extLst>
                    </p:cNvPr>
                    <p:cNvSpPr/>
                    <p:nvPr/>
                  </p:nvSpPr>
                  <p:spPr>
                    <a:xfrm>
                      <a:off x="2308835" y="5566344"/>
                      <a:ext cx="355177" cy="154064"/>
                    </a:xfrm>
                    <a:custGeom>
                      <a:avLst/>
                      <a:gdLst>
                        <a:gd name="connsiteX0" fmla="*/ 312649 w 355177"/>
                        <a:gd name="connsiteY0" fmla="*/ 0 h 154064"/>
                        <a:gd name="connsiteX1" fmla="*/ 221496 w 355177"/>
                        <a:gd name="connsiteY1" fmla="*/ 19711 h 154064"/>
                        <a:gd name="connsiteX2" fmla="*/ 122953 w 355177"/>
                        <a:gd name="connsiteY2" fmla="*/ 35726 h 154064"/>
                        <a:gd name="connsiteX3" fmla="*/ 49046 w 355177"/>
                        <a:gd name="connsiteY3" fmla="*/ 48041 h 154064"/>
                        <a:gd name="connsiteX4" fmla="*/ 3469 w 355177"/>
                        <a:gd name="connsiteY4" fmla="*/ 110864 h 154064"/>
                        <a:gd name="connsiteX5" fmla="*/ 5934 w 355177"/>
                        <a:gd name="connsiteY5" fmla="*/ 117024 h 154064"/>
                        <a:gd name="connsiteX6" fmla="*/ 3319 w 355177"/>
                        <a:gd name="connsiteY6" fmla="*/ 143500 h 154064"/>
                        <a:gd name="connsiteX7" fmla="*/ 76147 w 355177"/>
                        <a:gd name="connsiteY7" fmla="*/ 87458 h 154064"/>
                        <a:gd name="connsiteX8" fmla="*/ 131578 w 355177"/>
                        <a:gd name="connsiteY8" fmla="*/ 93618 h 154064"/>
                        <a:gd name="connsiteX9" fmla="*/ 116314 w 355177"/>
                        <a:gd name="connsiteY9" fmla="*/ 141689 h 154064"/>
                        <a:gd name="connsiteX10" fmla="*/ 143414 w 355177"/>
                        <a:gd name="connsiteY10" fmla="*/ 136763 h 154064"/>
                        <a:gd name="connsiteX11" fmla="*/ 196865 w 355177"/>
                        <a:gd name="connsiteY11" fmla="*/ 103251 h 154064"/>
                        <a:gd name="connsiteX12" fmla="*/ 215341 w 355177"/>
                        <a:gd name="connsiteY12" fmla="*/ 96088 h 154064"/>
                        <a:gd name="connsiteX13" fmla="*/ 341160 w 355177"/>
                        <a:gd name="connsiteY13" fmla="*/ 108408 h 154064"/>
                        <a:gd name="connsiteX14" fmla="*/ 312649 w 355177"/>
                        <a:gd name="connsiteY14" fmla="*/ 0 h 15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177" h="154064">
                          <a:moveTo>
                            <a:pt x="312649" y="0"/>
                          </a:moveTo>
                          <a:lnTo>
                            <a:pt x="221496" y="19711"/>
                          </a:lnTo>
                          <a:cubicBezTo>
                            <a:pt x="221496" y="19711"/>
                            <a:pt x="126648" y="35726"/>
                            <a:pt x="122953" y="35726"/>
                          </a:cubicBezTo>
                          <a:cubicBezTo>
                            <a:pt x="119258" y="35726"/>
                            <a:pt x="68756" y="36956"/>
                            <a:pt x="49046" y="48041"/>
                          </a:cubicBezTo>
                          <a:cubicBezTo>
                            <a:pt x="29335" y="59127"/>
                            <a:pt x="1004" y="104703"/>
                            <a:pt x="3469" y="110864"/>
                          </a:cubicBezTo>
                          <a:cubicBezTo>
                            <a:pt x="5934" y="117024"/>
                            <a:pt x="5934" y="117024"/>
                            <a:pt x="5934" y="117024"/>
                          </a:cubicBezTo>
                          <a:cubicBezTo>
                            <a:pt x="5934" y="117024"/>
                            <a:pt x="-5451" y="137955"/>
                            <a:pt x="3319" y="143500"/>
                          </a:cubicBezTo>
                          <a:cubicBezTo>
                            <a:pt x="12090" y="149050"/>
                            <a:pt x="65061" y="88693"/>
                            <a:pt x="76147" y="87458"/>
                          </a:cubicBezTo>
                          <a:cubicBezTo>
                            <a:pt x="87232" y="86228"/>
                            <a:pt x="131578" y="93618"/>
                            <a:pt x="131578" y="93618"/>
                          </a:cubicBezTo>
                          <a:cubicBezTo>
                            <a:pt x="131578" y="93618"/>
                            <a:pt x="111383" y="124443"/>
                            <a:pt x="116314" y="141689"/>
                          </a:cubicBezTo>
                          <a:cubicBezTo>
                            <a:pt x="121239" y="158934"/>
                            <a:pt x="127399" y="158934"/>
                            <a:pt x="143414" y="136763"/>
                          </a:cubicBezTo>
                          <a:cubicBezTo>
                            <a:pt x="159430" y="114593"/>
                            <a:pt x="178390" y="110413"/>
                            <a:pt x="196865" y="103251"/>
                          </a:cubicBezTo>
                          <a:cubicBezTo>
                            <a:pt x="215341" y="96088"/>
                            <a:pt x="215341" y="96088"/>
                            <a:pt x="215341" y="96088"/>
                          </a:cubicBezTo>
                          <a:cubicBezTo>
                            <a:pt x="215341" y="96088"/>
                            <a:pt x="308068" y="124419"/>
                            <a:pt x="341160" y="108408"/>
                          </a:cubicBezTo>
                          <a:cubicBezTo>
                            <a:pt x="374242" y="92388"/>
                            <a:pt x="342211" y="6160"/>
                            <a:pt x="312649" y="0"/>
                          </a:cubicBezTo>
                          <a:close/>
                        </a:path>
                      </a:pathLst>
                    </a:custGeom>
                    <a:solidFill>
                      <a:srgbClr val="EEA786"/>
                    </a:solidFill>
                    <a:ln w="4839" cap="flat">
                      <a:noFill/>
                      <a:prstDash val="solid"/>
                      <a:miter/>
                    </a:ln>
                  </p:spPr>
                  <p:txBody>
                    <a:bodyPr rtlCol="0" anchor="ctr"/>
                    <a:lstStyle/>
                    <a:p>
                      <a:endParaRPr lang="vi-VN"/>
                    </a:p>
                  </p:txBody>
                </p:sp>
                <p:grpSp>
                  <p:nvGrpSpPr>
                    <p:cNvPr id="1007" name="Graphic 1991">
                      <a:extLst>
                        <a:ext uri="{FF2B5EF4-FFF2-40B4-BE49-F238E27FC236}">
                          <a16:creationId xmlns:a16="http://schemas.microsoft.com/office/drawing/2014/main" id="{A363EE85-EC97-E6EB-3813-E93DD79AAEDF}"/>
                        </a:ext>
                      </a:extLst>
                    </p:cNvPr>
                    <p:cNvGrpSpPr/>
                    <p:nvPr/>
                  </p:nvGrpSpPr>
                  <p:grpSpPr>
                    <a:xfrm>
                      <a:off x="2312974" y="5622266"/>
                      <a:ext cx="223621" cy="62590"/>
                      <a:chOff x="2312974" y="5622266"/>
                      <a:chExt cx="223621" cy="62590"/>
                    </a:xfrm>
                    <a:solidFill>
                      <a:srgbClr val="E77350"/>
                    </a:solidFill>
                  </p:grpSpPr>
                  <p:sp>
                    <p:nvSpPr>
                      <p:cNvPr id="1009" name="Freeform: Shape 1008">
                        <a:extLst>
                          <a:ext uri="{FF2B5EF4-FFF2-40B4-BE49-F238E27FC236}">
                            <a16:creationId xmlns:a16="http://schemas.microsoft.com/office/drawing/2014/main" id="{CF6D5F54-9A52-E2A4-D4CA-F4F310DE0C6C}"/>
                          </a:ext>
                        </a:extLst>
                      </p:cNvPr>
                      <p:cNvSpPr/>
                      <p:nvPr/>
                    </p:nvSpPr>
                    <p:spPr>
                      <a:xfrm>
                        <a:off x="2312974" y="5622266"/>
                        <a:ext cx="63028" cy="62590"/>
                      </a:xfrm>
                      <a:custGeom>
                        <a:avLst/>
                        <a:gdLst>
                          <a:gd name="connsiteX0" fmla="*/ 62322 w 63028"/>
                          <a:gd name="connsiteY0" fmla="*/ 28 h 62590"/>
                          <a:gd name="connsiteX1" fmla="*/ 43105 w 63028"/>
                          <a:gd name="connsiteY1" fmla="*/ 10595 h 62590"/>
                          <a:gd name="connsiteX2" fmla="*/ 26751 w 63028"/>
                          <a:gd name="connsiteY2" fmla="*/ 25342 h 62590"/>
                          <a:gd name="connsiteX3" fmla="*/ 100 w 63028"/>
                          <a:gd name="connsiteY3" fmla="*/ 61227 h 62590"/>
                          <a:gd name="connsiteX4" fmla="*/ 1509 w 63028"/>
                          <a:gd name="connsiteY4" fmla="*/ 62288 h 62590"/>
                          <a:gd name="connsiteX5" fmla="*/ 28717 w 63028"/>
                          <a:gd name="connsiteY5" fmla="*/ 27240 h 62590"/>
                          <a:gd name="connsiteX6" fmla="*/ 45091 w 63028"/>
                          <a:gd name="connsiteY6" fmla="*/ 12527 h 62590"/>
                          <a:gd name="connsiteX7" fmla="*/ 62757 w 63028"/>
                          <a:gd name="connsiteY7" fmla="*/ 1088 h 62590"/>
                          <a:gd name="connsiteX8" fmla="*/ 62322 w 63028"/>
                          <a:gd name="connsiteY8" fmla="*/ 28 h 6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28" h="62590">
                            <a:moveTo>
                              <a:pt x="62322" y="28"/>
                            </a:moveTo>
                            <a:cubicBezTo>
                              <a:pt x="55314" y="2149"/>
                              <a:pt x="48926" y="6231"/>
                              <a:pt x="43105" y="10595"/>
                            </a:cubicBezTo>
                            <a:cubicBezTo>
                              <a:pt x="37221" y="15002"/>
                              <a:pt x="31807" y="20014"/>
                              <a:pt x="26751" y="25342"/>
                            </a:cubicBezTo>
                            <a:cubicBezTo>
                              <a:pt x="16566" y="36064"/>
                              <a:pt x="7209" y="48244"/>
                              <a:pt x="100" y="61227"/>
                            </a:cubicBezTo>
                            <a:cubicBezTo>
                              <a:pt x="-360" y="62070"/>
                              <a:pt x="880" y="63116"/>
                              <a:pt x="1509" y="62288"/>
                            </a:cubicBezTo>
                            <a:cubicBezTo>
                              <a:pt x="10498" y="50476"/>
                              <a:pt x="18479" y="38078"/>
                              <a:pt x="28717" y="27240"/>
                            </a:cubicBezTo>
                            <a:cubicBezTo>
                              <a:pt x="33763" y="21898"/>
                              <a:pt x="39216" y="16944"/>
                              <a:pt x="45091" y="12527"/>
                            </a:cubicBezTo>
                            <a:cubicBezTo>
                              <a:pt x="50728" y="8290"/>
                              <a:pt x="56825" y="4866"/>
                              <a:pt x="62757" y="1088"/>
                            </a:cubicBezTo>
                            <a:cubicBezTo>
                              <a:pt x="63295" y="749"/>
                              <a:pt x="62971" y="-171"/>
                              <a:pt x="62322" y="28"/>
                            </a:cubicBezTo>
                            <a:close/>
                          </a:path>
                        </a:pathLst>
                      </a:custGeom>
                      <a:solidFill>
                        <a:srgbClr val="E77350"/>
                      </a:solidFill>
                      <a:ln w="4839" cap="flat">
                        <a:noFill/>
                        <a:prstDash val="solid"/>
                        <a:miter/>
                      </a:ln>
                    </p:spPr>
                    <p:txBody>
                      <a:bodyPr rtlCol="0" anchor="ctr"/>
                      <a:lstStyle/>
                      <a:p>
                        <a:endParaRPr lang="vi-VN"/>
                      </a:p>
                    </p:txBody>
                  </p:sp>
                  <p:sp>
                    <p:nvSpPr>
                      <p:cNvPr id="1010" name="Freeform: Shape 1009">
                        <a:extLst>
                          <a:ext uri="{FF2B5EF4-FFF2-40B4-BE49-F238E27FC236}">
                            <a16:creationId xmlns:a16="http://schemas.microsoft.com/office/drawing/2014/main" id="{6396B22B-0EA5-3987-90A6-2D62AE546604}"/>
                          </a:ext>
                        </a:extLst>
                      </p:cNvPr>
                      <p:cNvSpPr/>
                      <p:nvPr/>
                    </p:nvSpPr>
                    <p:spPr>
                      <a:xfrm>
                        <a:off x="2520668" y="5632462"/>
                        <a:ext cx="15926" cy="31022"/>
                      </a:xfrm>
                      <a:custGeom>
                        <a:avLst/>
                        <a:gdLst>
                          <a:gd name="connsiteX0" fmla="*/ 14085 w 15926"/>
                          <a:gd name="connsiteY0" fmla="*/ 133 h 31022"/>
                          <a:gd name="connsiteX1" fmla="*/ 12850 w 15926"/>
                          <a:gd name="connsiteY1" fmla="*/ 956 h 31022"/>
                          <a:gd name="connsiteX2" fmla="*/ 13194 w 15926"/>
                          <a:gd name="connsiteY2" fmla="*/ 5872 h 31022"/>
                          <a:gd name="connsiteX3" fmla="*/ 12269 w 15926"/>
                          <a:gd name="connsiteY3" fmla="*/ 10075 h 31022"/>
                          <a:gd name="connsiteX4" fmla="*/ 9929 w 15926"/>
                          <a:gd name="connsiteY4" fmla="*/ 17921 h 31022"/>
                          <a:gd name="connsiteX5" fmla="*/ 6389 w 15926"/>
                          <a:gd name="connsiteY5" fmla="*/ 24478 h 31022"/>
                          <a:gd name="connsiteX6" fmla="*/ 3454 w 15926"/>
                          <a:gd name="connsiteY6" fmla="*/ 27306 h 31022"/>
                          <a:gd name="connsiteX7" fmla="*/ 118 w 15926"/>
                          <a:gd name="connsiteY7" fmla="*/ 29936 h 31022"/>
                          <a:gd name="connsiteX8" fmla="*/ 786 w 15926"/>
                          <a:gd name="connsiteY8" fmla="*/ 30968 h 31022"/>
                          <a:gd name="connsiteX9" fmla="*/ 12748 w 15926"/>
                          <a:gd name="connsiteY9" fmla="*/ 17616 h 31022"/>
                          <a:gd name="connsiteX10" fmla="*/ 15203 w 15926"/>
                          <a:gd name="connsiteY10" fmla="*/ 9165 h 31022"/>
                          <a:gd name="connsiteX11" fmla="*/ 14085 w 15926"/>
                          <a:gd name="connsiteY11" fmla="*/ 133 h 31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926" h="31022">
                            <a:moveTo>
                              <a:pt x="14085" y="133"/>
                            </a:moveTo>
                            <a:cubicBezTo>
                              <a:pt x="13542" y="-264"/>
                              <a:pt x="12675" y="293"/>
                              <a:pt x="12850" y="956"/>
                            </a:cubicBezTo>
                            <a:cubicBezTo>
                              <a:pt x="13310" y="2685"/>
                              <a:pt x="13504" y="4075"/>
                              <a:pt x="13194" y="5872"/>
                            </a:cubicBezTo>
                            <a:cubicBezTo>
                              <a:pt x="12951" y="7281"/>
                              <a:pt x="12598" y="8681"/>
                              <a:pt x="12269" y="10075"/>
                            </a:cubicBezTo>
                            <a:cubicBezTo>
                              <a:pt x="11649" y="12734"/>
                              <a:pt x="10942" y="15383"/>
                              <a:pt x="9929" y="17921"/>
                            </a:cubicBezTo>
                            <a:cubicBezTo>
                              <a:pt x="9014" y="20212"/>
                              <a:pt x="7929" y="22536"/>
                              <a:pt x="6389" y="24478"/>
                            </a:cubicBezTo>
                            <a:cubicBezTo>
                              <a:pt x="5542" y="25549"/>
                              <a:pt x="4554" y="26503"/>
                              <a:pt x="3454" y="27306"/>
                            </a:cubicBezTo>
                            <a:cubicBezTo>
                              <a:pt x="2282" y="28164"/>
                              <a:pt x="965" y="28721"/>
                              <a:pt x="118" y="29936"/>
                            </a:cubicBezTo>
                            <a:cubicBezTo>
                              <a:pt x="-192" y="30382"/>
                              <a:pt x="137" y="31249"/>
                              <a:pt x="786" y="30968"/>
                            </a:cubicBezTo>
                            <a:cubicBezTo>
                              <a:pt x="6651" y="28425"/>
                              <a:pt x="10554" y="23524"/>
                              <a:pt x="12748" y="17616"/>
                            </a:cubicBezTo>
                            <a:cubicBezTo>
                              <a:pt x="13770" y="14865"/>
                              <a:pt x="14525" y="12017"/>
                              <a:pt x="15203" y="9165"/>
                            </a:cubicBezTo>
                            <a:cubicBezTo>
                              <a:pt x="15872" y="6380"/>
                              <a:pt x="16835" y="2152"/>
                              <a:pt x="14085" y="133"/>
                            </a:cubicBezTo>
                            <a:close/>
                          </a:path>
                        </a:pathLst>
                      </a:custGeom>
                      <a:solidFill>
                        <a:srgbClr val="E77350"/>
                      </a:solidFill>
                      <a:ln w="4839" cap="flat">
                        <a:noFill/>
                        <a:prstDash val="solid"/>
                        <a:miter/>
                      </a:ln>
                    </p:spPr>
                    <p:txBody>
                      <a:bodyPr rtlCol="0" anchor="ctr"/>
                      <a:lstStyle/>
                      <a:p>
                        <a:endParaRPr lang="vi-VN"/>
                      </a:p>
                    </p:txBody>
                  </p:sp>
                </p:grpSp>
                <p:sp>
                  <p:nvSpPr>
                    <p:cNvPr id="1008" name="Freeform: Shape 1007">
                      <a:extLst>
                        <a:ext uri="{FF2B5EF4-FFF2-40B4-BE49-F238E27FC236}">
                          <a16:creationId xmlns:a16="http://schemas.microsoft.com/office/drawing/2014/main" id="{FE24DDE4-ADEC-6289-B7BE-9D91519A9067}"/>
                        </a:ext>
                      </a:extLst>
                    </p:cNvPr>
                    <p:cNvSpPr/>
                    <p:nvPr/>
                  </p:nvSpPr>
                  <p:spPr>
                    <a:xfrm>
                      <a:off x="2431788" y="5566349"/>
                      <a:ext cx="231563" cy="113304"/>
                    </a:xfrm>
                    <a:custGeom>
                      <a:avLst/>
                      <a:gdLst>
                        <a:gd name="connsiteX0" fmla="*/ 209363 w 231563"/>
                        <a:gd name="connsiteY0" fmla="*/ 111348 h 113304"/>
                        <a:gd name="connsiteX1" fmla="*/ 228498 w 231563"/>
                        <a:gd name="connsiteY1" fmla="*/ 81622 h 113304"/>
                        <a:gd name="connsiteX2" fmla="*/ 231563 w 231563"/>
                        <a:gd name="connsiteY2" fmla="*/ 69147 h 113304"/>
                        <a:gd name="connsiteX3" fmla="*/ 189696 w 231563"/>
                        <a:gd name="connsiteY3" fmla="*/ 0 h 113304"/>
                        <a:gd name="connsiteX4" fmla="*/ 98543 w 231563"/>
                        <a:gd name="connsiteY4" fmla="*/ 19710 h 113304"/>
                        <a:gd name="connsiteX5" fmla="*/ 0 w 231563"/>
                        <a:gd name="connsiteY5" fmla="*/ 35726 h 113304"/>
                        <a:gd name="connsiteX6" fmla="*/ 130569 w 231563"/>
                        <a:gd name="connsiteY6" fmla="*/ 32341 h 113304"/>
                        <a:gd name="connsiteX7" fmla="*/ 189701 w 231563"/>
                        <a:gd name="connsiteY7" fmla="*/ 113304 h 113304"/>
                        <a:gd name="connsiteX8" fmla="*/ 209363 w 231563"/>
                        <a:gd name="connsiteY8" fmla="*/ 111348 h 113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563" h="113304">
                          <a:moveTo>
                            <a:pt x="209363" y="111348"/>
                          </a:moveTo>
                          <a:cubicBezTo>
                            <a:pt x="227103" y="104786"/>
                            <a:pt x="227059" y="85690"/>
                            <a:pt x="228498" y="81622"/>
                          </a:cubicBezTo>
                          <a:cubicBezTo>
                            <a:pt x="229103" y="79908"/>
                            <a:pt x="230275" y="74973"/>
                            <a:pt x="231563" y="69147"/>
                          </a:cubicBezTo>
                          <a:cubicBezTo>
                            <a:pt x="227805" y="39339"/>
                            <a:pt x="208269" y="3869"/>
                            <a:pt x="189696" y="0"/>
                          </a:cubicBezTo>
                          <a:lnTo>
                            <a:pt x="98543" y="19710"/>
                          </a:lnTo>
                          <a:cubicBezTo>
                            <a:pt x="98543" y="19710"/>
                            <a:pt x="3695" y="35726"/>
                            <a:pt x="0" y="35726"/>
                          </a:cubicBezTo>
                          <a:cubicBezTo>
                            <a:pt x="9855" y="43731"/>
                            <a:pt x="89923" y="29566"/>
                            <a:pt x="130569" y="32341"/>
                          </a:cubicBezTo>
                          <a:cubicBezTo>
                            <a:pt x="171211" y="35111"/>
                            <a:pt x="189696" y="113290"/>
                            <a:pt x="189701" y="113304"/>
                          </a:cubicBezTo>
                          <a:cubicBezTo>
                            <a:pt x="196912" y="113275"/>
                            <a:pt x="203586" y="112675"/>
                            <a:pt x="209363" y="111348"/>
                          </a:cubicBezTo>
                          <a:close/>
                        </a:path>
                      </a:pathLst>
                    </a:custGeom>
                    <a:solidFill>
                      <a:srgbClr val="EEA786">
                        <a:alpha val="30000"/>
                      </a:srgbClr>
                    </a:solidFill>
                    <a:ln w="4839" cap="flat">
                      <a:noFill/>
                      <a:prstDash val="solid"/>
                      <a:miter/>
                    </a:ln>
                  </p:spPr>
                  <p:txBody>
                    <a:bodyPr rtlCol="0" anchor="ctr"/>
                    <a:lstStyle/>
                    <a:p>
                      <a:endParaRPr lang="vi-VN"/>
                    </a:p>
                  </p:txBody>
                </p:sp>
              </p:grpSp>
              <p:grpSp>
                <p:nvGrpSpPr>
                  <p:cNvPr id="958" name="Graphic 1991">
                    <a:extLst>
                      <a:ext uri="{FF2B5EF4-FFF2-40B4-BE49-F238E27FC236}">
                        <a16:creationId xmlns:a16="http://schemas.microsoft.com/office/drawing/2014/main" id="{564823D5-9C28-ABDA-559F-F010CB2FC86D}"/>
                      </a:ext>
                    </a:extLst>
                  </p:cNvPr>
                  <p:cNvGrpSpPr/>
                  <p:nvPr/>
                </p:nvGrpSpPr>
                <p:grpSpPr>
                  <a:xfrm>
                    <a:off x="2575293" y="5270729"/>
                    <a:ext cx="219030" cy="416359"/>
                    <a:chOff x="2575293" y="5270729"/>
                    <a:chExt cx="219030" cy="416359"/>
                  </a:xfrm>
                </p:grpSpPr>
                <p:sp>
                  <p:nvSpPr>
                    <p:cNvPr id="1003" name="Freeform: Shape 1002">
                      <a:extLst>
                        <a:ext uri="{FF2B5EF4-FFF2-40B4-BE49-F238E27FC236}">
                          <a16:creationId xmlns:a16="http://schemas.microsoft.com/office/drawing/2014/main" id="{933422D7-AB00-D6C2-AA6C-CCB3188BBFE3}"/>
                        </a:ext>
                      </a:extLst>
                    </p:cNvPr>
                    <p:cNvSpPr/>
                    <p:nvPr/>
                  </p:nvSpPr>
                  <p:spPr>
                    <a:xfrm>
                      <a:off x="2621475" y="5270729"/>
                      <a:ext cx="172847" cy="416344"/>
                    </a:xfrm>
                    <a:custGeom>
                      <a:avLst/>
                      <a:gdLst>
                        <a:gd name="connsiteX0" fmla="*/ 164930 w 172847"/>
                        <a:gd name="connsiteY0" fmla="*/ 353517 h 416344"/>
                        <a:gd name="connsiteX1" fmla="*/ 18345 w 172847"/>
                        <a:gd name="connsiteY1" fmla="*/ 416116 h 416344"/>
                        <a:gd name="connsiteX2" fmla="*/ 25004 w 172847"/>
                        <a:gd name="connsiteY2" fmla="*/ 353013 h 416344"/>
                        <a:gd name="connsiteX3" fmla="*/ 0 w 172847"/>
                        <a:gd name="connsiteY3" fmla="*/ 295625 h 416344"/>
                        <a:gd name="connsiteX4" fmla="*/ 52429 w 172847"/>
                        <a:gd name="connsiteY4" fmla="*/ 273735 h 416344"/>
                        <a:gd name="connsiteX5" fmla="*/ 125630 w 172847"/>
                        <a:gd name="connsiteY5" fmla="*/ 75118 h 416344"/>
                        <a:gd name="connsiteX6" fmla="*/ 159535 w 172847"/>
                        <a:gd name="connsiteY6" fmla="*/ 0 h 416344"/>
                        <a:gd name="connsiteX7" fmla="*/ 169342 w 172847"/>
                        <a:gd name="connsiteY7" fmla="*/ 171657 h 416344"/>
                        <a:gd name="connsiteX8" fmla="*/ 164930 w 172847"/>
                        <a:gd name="connsiteY8" fmla="*/ 353517 h 416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847" h="416344">
                          <a:moveTo>
                            <a:pt x="164930" y="353517"/>
                          </a:moveTo>
                          <a:cubicBezTo>
                            <a:pt x="142604" y="397844"/>
                            <a:pt x="25871" y="418795"/>
                            <a:pt x="18345" y="416116"/>
                          </a:cubicBezTo>
                          <a:cubicBezTo>
                            <a:pt x="28040" y="393573"/>
                            <a:pt x="28476" y="371755"/>
                            <a:pt x="25004" y="353013"/>
                          </a:cubicBezTo>
                          <a:cubicBezTo>
                            <a:pt x="18781" y="319326"/>
                            <a:pt x="0" y="295625"/>
                            <a:pt x="0" y="295625"/>
                          </a:cubicBezTo>
                          <a:cubicBezTo>
                            <a:pt x="0" y="295625"/>
                            <a:pt x="0" y="295625"/>
                            <a:pt x="52429" y="273735"/>
                          </a:cubicBezTo>
                          <a:cubicBezTo>
                            <a:pt x="104824" y="251879"/>
                            <a:pt x="117019" y="126865"/>
                            <a:pt x="125630" y="75118"/>
                          </a:cubicBezTo>
                          <a:cubicBezTo>
                            <a:pt x="134279" y="23377"/>
                            <a:pt x="159535" y="0"/>
                            <a:pt x="159535" y="0"/>
                          </a:cubicBezTo>
                          <a:cubicBezTo>
                            <a:pt x="157075" y="3656"/>
                            <a:pt x="164600" y="86480"/>
                            <a:pt x="169342" y="171657"/>
                          </a:cubicBezTo>
                          <a:cubicBezTo>
                            <a:pt x="173724" y="250901"/>
                            <a:pt x="175676" y="332131"/>
                            <a:pt x="164930" y="353517"/>
                          </a:cubicBezTo>
                          <a:close/>
                        </a:path>
                      </a:pathLst>
                    </a:custGeom>
                    <a:solidFill>
                      <a:srgbClr val="4B69A3"/>
                    </a:solidFill>
                    <a:ln w="4839" cap="flat">
                      <a:noFill/>
                      <a:prstDash val="solid"/>
                      <a:miter/>
                    </a:ln>
                  </p:spPr>
                  <p:txBody>
                    <a:bodyPr rtlCol="0" anchor="ctr"/>
                    <a:lstStyle/>
                    <a:p>
                      <a:endParaRPr lang="vi-VN"/>
                    </a:p>
                  </p:txBody>
                </p:sp>
                <p:sp>
                  <p:nvSpPr>
                    <p:cNvPr id="1004" name="Freeform: Shape 1003">
                      <a:extLst>
                        <a:ext uri="{FF2B5EF4-FFF2-40B4-BE49-F238E27FC236}">
                          <a16:creationId xmlns:a16="http://schemas.microsoft.com/office/drawing/2014/main" id="{724AF0F5-3243-703A-8F23-0757BDF79585}"/>
                        </a:ext>
                      </a:extLst>
                    </p:cNvPr>
                    <p:cNvSpPr/>
                    <p:nvPr/>
                  </p:nvSpPr>
                  <p:spPr>
                    <a:xfrm>
                      <a:off x="2639820" y="5411146"/>
                      <a:ext cx="154503" cy="275926"/>
                    </a:xfrm>
                    <a:custGeom>
                      <a:avLst/>
                      <a:gdLst>
                        <a:gd name="connsiteX0" fmla="*/ 146585 w 154503"/>
                        <a:gd name="connsiteY0" fmla="*/ 213099 h 275926"/>
                        <a:gd name="connsiteX1" fmla="*/ 0 w 154503"/>
                        <a:gd name="connsiteY1" fmla="*/ 275699 h 275926"/>
                        <a:gd name="connsiteX2" fmla="*/ 6659 w 154503"/>
                        <a:gd name="connsiteY2" fmla="*/ 212596 h 275926"/>
                        <a:gd name="connsiteX3" fmla="*/ 82358 w 154503"/>
                        <a:gd name="connsiteY3" fmla="*/ 181950 h 275926"/>
                        <a:gd name="connsiteX4" fmla="*/ 123247 w 154503"/>
                        <a:gd name="connsiteY4" fmla="*/ 2075 h 275926"/>
                        <a:gd name="connsiteX5" fmla="*/ 136526 w 154503"/>
                        <a:gd name="connsiteY5" fmla="*/ 2075 h 275926"/>
                        <a:gd name="connsiteX6" fmla="*/ 151002 w 154503"/>
                        <a:gd name="connsiteY6" fmla="*/ 31239 h 275926"/>
                        <a:gd name="connsiteX7" fmla="*/ 146585 w 154503"/>
                        <a:gd name="connsiteY7" fmla="*/ 213099 h 27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503" h="275926">
                          <a:moveTo>
                            <a:pt x="146585" y="213099"/>
                          </a:moveTo>
                          <a:cubicBezTo>
                            <a:pt x="124259" y="257426"/>
                            <a:pt x="7526" y="278377"/>
                            <a:pt x="0" y="275699"/>
                          </a:cubicBezTo>
                          <a:cubicBezTo>
                            <a:pt x="9695" y="253155"/>
                            <a:pt x="10131" y="231338"/>
                            <a:pt x="6659" y="212596"/>
                          </a:cubicBezTo>
                          <a:cubicBezTo>
                            <a:pt x="27900" y="206736"/>
                            <a:pt x="58367" y="197651"/>
                            <a:pt x="82358" y="181950"/>
                          </a:cubicBezTo>
                          <a:cubicBezTo>
                            <a:pt x="123392" y="155062"/>
                            <a:pt x="123247" y="2075"/>
                            <a:pt x="123247" y="2075"/>
                          </a:cubicBezTo>
                          <a:cubicBezTo>
                            <a:pt x="123247" y="2075"/>
                            <a:pt x="136744" y="-2594"/>
                            <a:pt x="136526" y="2075"/>
                          </a:cubicBezTo>
                          <a:cubicBezTo>
                            <a:pt x="136420" y="4172"/>
                            <a:pt x="143330" y="17054"/>
                            <a:pt x="151002" y="31239"/>
                          </a:cubicBezTo>
                          <a:cubicBezTo>
                            <a:pt x="155379" y="110483"/>
                            <a:pt x="157331" y="191713"/>
                            <a:pt x="146585" y="213099"/>
                          </a:cubicBezTo>
                          <a:close/>
                        </a:path>
                      </a:pathLst>
                    </a:custGeom>
                    <a:solidFill>
                      <a:srgbClr val="5088D8">
                        <a:alpha val="46000"/>
                      </a:srgbClr>
                    </a:solidFill>
                    <a:ln w="4839" cap="flat">
                      <a:noFill/>
                      <a:prstDash val="solid"/>
                      <a:miter/>
                    </a:ln>
                  </p:spPr>
                  <p:txBody>
                    <a:bodyPr rtlCol="0" anchor="ctr"/>
                    <a:lstStyle/>
                    <a:p>
                      <a:endParaRPr lang="vi-VN"/>
                    </a:p>
                  </p:txBody>
                </p:sp>
                <p:sp>
                  <p:nvSpPr>
                    <p:cNvPr id="1005" name="Freeform: Shape 1004">
                      <a:extLst>
                        <a:ext uri="{FF2B5EF4-FFF2-40B4-BE49-F238E27FC236}">
                          <a16:creationId xmlns:a16="http://schemas.microsoft.com/office/drawing/2014/main" id="{9616E6EA-1CFD-B44E-73BD-5C431BF7BE32}"/>
                        </a:ext>
                      </a:extLst>
                    </p:cNvPr>
                    <p:cNvSpPr/>
                    <p:nvPr/>
                  </p:nvSpPr>
                  <p:spPr>
                    <a:xfrm>
                      <a:off x="2575293" y="5556113"/>
                      <a:ext cx="108378" cy="130974"/>
                    </a:xfrm>
                    <a:custGeom>
                      <a:avLst/>
                      <a:gdLst>
                        <a:gd name="connsiteX0" fmla="*/ 0 w 108378"/>
                        <a:gd name="connsiteY0" fmla="*/ 10231 h 130974"/>
                        <a:gd name="connsiteX1" fmla="*/ 46192 w 108378"/>
                        <a:gd name="connsiteY1" fmla="*/ 123530 h 130974"/>
                        <a:gd name="connsiteX2" fmla="*/ 88717 w 108378"/>
                        <a:gd name="connsiteY2" fmla="*/ 120528 h 130974"/>
                        <a:gd name="connsiteX3" fmla="*/ 102098 w 108378"/>
                        <a:gd name="connsiteY3" fmla="*/ 54577 h 130974"/>
                        <a:gd name="connsiteX4" fmla="*/ 46192 w 108378"/>
                        <a:gd name="connsiteY4" fmla="*/ 70 h 130974"/>
                        <a:gd name="connsiteX5" fmla="*/ 0 w 108378"/>
                        <a:gd name="connsiteY5" fmla="*/ 10231 h 13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378" h="130974">
                          <a:moveTo>
                            <a:pt x="0" y="10231"/>
                          </a:moveTo>
                          <a:cubicBezTo>
                            <a:pt x="4620" y="11156"/>
                            <a:pt x="77603" y="64069"/>
                            <a:pt x="46192" y="123530"/>
                          </a:cubicBezTo>
                          <a:cubicBezTo>
                            <a:pt x="46192" y="123530"/>
                            <a:pt x="66575" y="142132"/>
                            <a:pt x="88717" y="120528"/>
                          </a:cubicBezTo>
                          <a:cubicBezTo>
                            <a:pt x="110864" y="98923"/>
                            <a:pt x="112733" y="75828"/>
                            <a:pt x="102098" y="54577"/>
                          </a:cubicBezTo>
                          <a:cubicBezTo>
                            <a:pt x="91463" y="33326"/>
                            <a:pt x="61897" y="-1780"/>
                            <a:pt x="46192" y="70"/>
                          </a:cubicBezTo>
                          <a:cubicBezTo>
                            <a:pt x="30486" y="1915"/>
                            <a:pt x="0" y="10231"/>
                            <a:pt x="0" y="10231"/>
                          </a:cubicBezTo>
                          <a:close/>
                        </a:path>
                      </a:pathLst>
                    </a:custGeom>
                    <a:solidFill>
                      <a:srgbClr val="91D1E8"/>
                    </a:solidFill>
                    <a:ln w="4839" cap="flat">
                      <a:noFill/>
                      <a:prstDash val="solid"/>
                      <a:miter/>
                    </a:ln>
                  </p:spPr>
                  <p:txBody>
                    <a:bodyPr rtlCol="0" anchor="ctr"/>
                    <a:lstStyle/>
                    <a:p>
                      <a:endParaRPr lang="vi-VN"/>
                    </a:p>
                  </p:txBody>
                </p:sp>
              </p:grpSp>
              <p:grpSp>
                <p:nvGrpSpPr>
                  <p:cNvPr id="959" name="Graphic 1991">
                    <a:extLst>
                      <a:ext uri="{FF2B5EF4-FFF2-40B4-BE49-F238E27FC236}">
                        <a16:creationId xmlns:a16="http://schemas.microsoft.com/office/drawing/2014/main" id="{63B6FDE7-7C4F-1E16-849B-F154859474CA}"/>
                      </a:ext>
                    </a:extLst>
                  </p:cNvPr>
                  <p:cNvGrpSpPr/>
                  <p:nvPr/>
                </p:nvGrpSpPr>
                <p:grpSpPr>
                  <a:xfrm>
                    <a:off x="2694249" y="5199339"/>
                    <a:ext cx="174833" cy="614621"/>
                    <a:chOff x="2694249" y="5199339"/>
                    <a:chExt cx="174833" cy="614621"/>
                  </a:xfrm>
                </p:grpSpPr>
                <p:sp>
                  <p:nvSpPr>
                    <p:cNvPr id="1001" name="Freeform: Shape 1000">
                      <a:extLst>
                        <a:ext uri="{FF2B5EF4-FFF2-40B4-BE49-F238E27FC236}">
                          <a16:creationId xmlns:a16="http://schemas.microsoft.com/office/drawing/2014/main" id="{4991DA5E-D780-510E-C953-CE264DDC19BA}"/>
                        </a:ext>
                      </a:extLst>
                    </p:cNvPr>
                    <p:cNvSpPr/>
                    <p:nvPr/>
                  </p:nvSpPr>
                  <p:spPr>
                    <a:xfrm>
                      <a:off x="2694249" y="5199339"/>
                      <a:ext cx="174833" cy="614617"/>
                    </a:xfrm>
                    <a:custGeom>
                      <a:avLst/>
                      <a:gdLst>
                        <a:gd name="connsiteX0" fmla="*/ 174834 w 174833"/>
                        <a:gd name="connsiteY0" fmla="*/ 0 h 614617"/>
                        <a:gd name="connsiteX1" fmla="*/ 84378 w 174833"/>
                        <a:gd name="connsiteY1" fmla="*/ 70435 h 614617"/>
                        <a:gd name="connsiteX2" fmla="*/ 64052 w 174833"/>
                        <a:gd name="connsiteY2" fmla="*/ 356830 h 614617"/>
                        <a:gd name="connsiteX3" fmla="*/ 0 w 174833"/>
                        <a:gd name="connsiteY3" fmla="*/ 579172 h 614617"/>
                        <a:gd name="connsiteX4" fmla="*/ 56662 w 174833"/>
                        <a:gd name="connsiteY4" fmla="*/ 607111 h 614617"/>
                        <a:gd name="connsiteX5" fmla="*/ 71578 w 174833"/>
                        <a:gd name="connsiteY5" fmla="*/ 614617 h 614617"/>
                        <a:gd name="connsiteX6" fmla="*/ 134265 w 174833"/>
                        <a:gd name="connsiteY6" fmla="*/ 451678 h 614617"/>
                        <a:gd name="connsiteX7" fmla="*/ 136730 w 174833"/>
                        <a:gd name="connsiteY7" fmla="*/ 127097 h 614617"/>
                        <a:gd name="connsiteX8" fmla="*/ 174834 w 174833"/>
                        <a:gd name="connsiteY8" fmla="*/ 0 h 614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833" h="614617">
                          <a:moveTo>
                            <a:pt x="174834" y="0"/>
                          </a:moveTo>
                          <a:cubicBezTo>
                            <a:pt x="174834" y="0"/>
                            <a:pt x="100393" y="40874"/>
                            <a:pt x="84378" y="70435"/>
                          </a:cubicBezTo>
                          <a:cubicBezTo>
                            <a:pt x="68362" y="99996"/>
                            <a:pt x="67132" y="292777"/>
                            <a:pt x="64052" y="356830"/>
                          </a:cubicBezTo>
                          <a:cubicBezTo>
                            <a:pt x="60972" y="420882"/>
                            <a:pt x="0" y="579172"/>
                            <a:pt x="0" y="579172"/>
                          </a:cubicBezTo>
                          <a:lnTo>
                            <a:pt x="56662" y="607111"/>
                          </a:lnTo>
                          <a:lnTo>
                            <a:pt x="71578" y="614617"/>
                          </a:lnTo>
                          <a:cubicBezTo>
                            <a:pt x="71578" y="614617"/>
                            <a:pt x="127489" y="510190"/>
                            <a:pt x="134265" y="451678"/>
                          </a:cubicBezTo>
                          <a:cubicBezTo>
                            <a:pt x="141040" y="393166"/>
                            <a:pt x="110244" y="211475"/>
                            <a:pt x="136730" y="127097"/>
                          </a:cubicBezTo>
                          <a:cubicBezTo>
                            <a:pt x="163216" y="42724"/>
                            <a:pt x="174834" y="0"/>
                            <a:pt x="174834" y="0"/>
                          </a:cubicBezTo>
                          <a:close/>
                        </a:path>
                      </a:pathLst>
                    </a:custGeom>
                    <a:solidFill>
                      <a:srgbClr val="52A1C1"/>
                    </a:solidFill>
                    <a:ln w="4839" cap="flat">
                      <a:noFill/>
                      <a:prstDash val="solid"/>
                      <a:miter/>
                    </a:ln>
                  </p:spPr>
                  <p:txBody>
                    <a:bodyPr rtlCol="0" anchor="ctr"/>
                    <a:lstStyle/>
                    <a:p>
                      <a:endParaRPr lang="vi-VN"/>
                    </a:p>
                  </p:txBody>
                </p:sp>
                <p:sp>
                  <p:nvSpPr>
                    <p:cNvPr id="1002" name="Freeform: Shape 1001">
                      <a:extLst>
                        <a:ext uri="{FF2B5EF4-FFF2-40B4-BE49-F238E27FC236}">
                          <a16:creationId xmlns:a16="http://schemas.microsoft.com/office/drawing/2014/main" id="{12F3B76B-8522-B12D-EF62-1710E180B574}"/>
                        </a:ext>
                      </a:extLst>
                    </p:cNvPr>
                    <p:cNvSpPr/>
                    <p:nvPr/>
                  </p:nvSpPr>
                  <p:spPr>
                    <a:xfrm>
                      <a:off x="2694249" y="5240136"/>
                      <a:ext cx="135265" cy="573825"/>
                    </a:xfrm>
                    <a:custGeom>
                      <a:avLst/>
                      <a:gdLst>
                        <a:gd name="connsiteX0" fmla="*/ 97492 w 135265"/>
                        <a:gd name="connsiteY0" fmla="*/ 46681 h 573825"/>
                        <a:gd name="connsiteX1" fmla="*/ 112719 w 135265"/>
                        <a:gd name="connsiteY1" fmla="*/ 0 h 573825"/>
                        <a:gd name="connsiteX2" fmla="*/ 84378 w 135265"/>
                        <a:gd name="connsiteY2" fmla="*/ 29643 h 573825"/>
                        <a:gd name="connsiteX3" fmla="*/ 64052 w 135265"/>
                        <a:gd name="connsiteY3" fmla="*/ 316038 h 573825"/>
                        <a:gd name="connsiteX4" fmla="*/ 0 w 135265"/>
                        <a:gd name="connsiteY4" fmla="*/ 538380 h 573825"/>
                        <a:gd name="connsiteX5" fmla="*/ 56662 w 135265"/>
                        <a:gd name="connsiteY5" fmla="*/ 566319 h 573825"/>
                        <a:gd name="connsiteX6" fmla="*/ 71578 w 135265"/>
                        <a:gd name="connsiteY6" fmla="*/ 573825 h 573825"/>
                        <a:gd name="connsiteX7" fmla="*/ 134265 w 135265"/>
                        <a:gd name="connsiteY7" fmla="*/ 410886 h 573825"/>
                        <a:gd name="connsiteX8" fmla="*/ 135044 w 135265"/>
                        <a:gd name="connsiteY8" fmla="*/ 375145 h 573825"/>
                        <a:gd name="connsiteX9" fmla="*/ 129097 w 135265"/>
                        <a:gd name="connsiteY9" fmla="*/ 368709 h 573825"/>
                        <a:gd name="connsiteX10" fmla="*/ 97492 w 135265"/>
                        <a:gd name="connsiteY10" fmla="*/ 46681 h 57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265" h="573825">
                          <a:moveTo>
                            <a:pt x="97492" y="46681"/>
                          </a:moveTo>
                          <a:lnTo>
                            <a:pt x="112719" y="0"/>
                          </a:lnTo>
                          <a:cubicBezTo>
                            <a:pt x="100248" y="9918"/>
                            <a:pt x="89419" y="20340"/>
                            <a:pt x="84378" y="29643"/>
                          </a:cubicBezTo>
                          <a:cubicBezTo>
                            <a:pt x="68362" y="59204"/>
                            <a:pt x="67132" y="251986"/>
                            <a:pt x="64052" y="316038"/>
                          </a:cubicBezTo>
                          <a:cubicBezTo>
                            <a:pt x="60972" y="380090"/>
                            <a:pt x="0" y="538380"/>
                            <a:pt x="0" y="538380"/>
                          </a:cubicBezTo>
                          <a:lnTo>
                            <a:pt x="56662" y="566319"/>
                          </a:lnTo>
                          <a:lnTo>
                            <a:pt x="71578" y="573825"/>
                          </a:lnTo>
                          <a:cubicBezTo>
                            <a:pt x="71578" y="573825"/>
                            <a:pt x="127489" y="469398"/>
                            <a:pt x="134265" y="410886"/>
                          </a:cubicBezTo>
                          <a:cubicBezTo>
                            <a:pt x="135325" y="401714"/>
                            <a:pt x="135466" y="389514"/>
                            <a:pt x="135044" y="375145"/>
                          </a:cubicBezTo>
                          <a:cubicBezTo>
                            <a:pt x="133189" y="372942"/>
                            <a:pt x="131233" y="370787"/>
                            <a:pt x="129097" y="368709"/>
                          </a:cubicBezTo>
                          <a:cubicBezTo>
                            <a:pt x="45499" y="287407"/>
                            <a:pt x="97492" y="46681"/>
                            <a:pt x="97492" y="46681"/>
                          </a:cubicBezTo>
                          <a:close/>
                        </a:path>
                      </a:pathLst>
                    </a:custGeom>
                    <a:solidFill>
                      <a:srgbClr val="3888A0"/>
                    </a:solidFill>
                    <a:ln w="4839" cap="flat">
                      <a:noFill/>
                      <a:prstDash val="solid"/>
                      <a:miter/>
                    </a:ln>
                  </p:spPr>
                  <p:txBody>
                    <a:bodyPr rtlCol="0" anchor="ctr"/>
                    <a:lstStyle/>
                    <a:p>
                      <a:endParaRPr lang="vi-VN"/>
                    </a:p>
                  </p:txBody>
                </p:sp>
              </p:grpSp>
              <p:grpSp>
                <p:nvGrpSpPr>
                  <p:cNvPr id="960" name="Graphic 1991">
                    <a:extLst>
                      <a:ext uri="{FF2B5EF4-FFF2-40B4-BE49-F238E27FC236}">
                        <a16:creationId xmlns:a16="http://schemas.microsoft.com/office/drawing/2014/main" id="{489AB2D0-4665-0408-1FCD-44489B554658}"/>
                      </a:ext>
                    </a:extLst>
                  </p:cNvPr>
                  <p:cNvGrpSpPr/>
                  <p:nvPr/>
                </p:nvGrpSpPr>
                <p:grpSpPr>
                  <a:xfrm>
                    <a:off x="2753284" y="5178336"/>
                    <a:ext cx="269763" cy="693355"/>
                    <a:chOff x="2753284" y="5178336"/>
                    <a:chExt cx="269763" cy="693355"/>
                  </a:xfrm>
                </p:grpSpPr>
                <p:sp>
                  <p:nvSpPr>
                    <p:cNvPr id="999" name="Freeform: Shape 998">
                      <a:extLst>
                        <a:ext uri="{FF2B5EF4-FFF2-40B4-BE49-F238E27FC236}">
                          <a16:creationId xmlns:a16="http://schemas.microsoft.com/office/drawing/2014/main" id="{AEAADC1E-3584-E0F5-EFF0-CCC4386E161F}"/>
                        </a:ext>
                      </a:extLst>
                    </p:cNvPr>
                    <p:cNvSpPr/>
                    <p:nvPr/>
                  </p:nvSpPr>
                  <p:spPr>
                    <a:xfrm>
                      <a:off x="2753284" y="5178336"/>
                      <a:ext cx="269763" cy="693355"/>
                    </a:xfrm>
                    <a:custGeom>
                      <a:avLst/>
                      <a:gdLst>
                        <a:gd name="connsiteX0" fmla="*/ 97318 w 269763"/>
                        <a:gd name="connsiteY0" fmla="*/ 49674 h 693355"/>
                        <a:gd name="connsiteX1" fmla="*/ 52972 w 269763"/>
                        <a:gd name="connsiteY1" fmla="*/ 218022 h 693355"/>
                        <a:gd name="connsiteX2" fmla="*/ 52623 w 269763"/>
                        <a:gd name="connsiteY2" fmla="*/ 508504 h 693355"/>
                        <a:gd name="connsiteX3" fmla="*/ 0 w 269763"/>
                        <a:gd name="connsiteY3" fmla="*/ 629054 h 693355"/>
                        <a:gd name="connsiteX4" fmla="*/ 73908 w 269763"/>
                        <a:gd name="connsiteY4" fmla="*/ 665167 h 693355"/>
                        <a:gd name="connsiteX5" fmla="*/ 185444 w 269763"/>
                        <a:gd name="connsiteY5" fmla="*/ 692268 h 693355"/>
                        <a:gd name="connsiteX6" fmla="*/ 185488 w 269763"/>
                        <a:gd name="connsiteY6" fmla="*/ 468081 h 693355"/>
                        <a:gd name="connsiteX7" fmla="*/ 145350 w 269763"/>
                        <a:gd name="connsiteY7" fmla="*/ 243893 h 693355"/>
                        <a:gd name="connsiteX8" fmla="*/ 269764 w 269763"/>
                        <a:gd name="connsiteY8" fmla="*/ 11255 h 693355"/>
                        <a:gd name="connsiteX9" fmla="*/ 255100 w 269763"/>
                        <a:gd name="connsiteY9" fmla="*/ 0 h 693355"/>
                        <a:gd name="connsiteX10" fmla="*/ 134885 w 269763"/>
                        <a:gd name="connsiteY10" fmla="*/ 34491 h 693355"/>
                        <a:gd name="connsiteX11" fmla="*/ 97318 w 269763"/>
                        <a:gd name="connsiteY11" fmla="*/ 49674 h 693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9763" h="693355">
                          <a:moveTo>
                            <a:pt x="97318" y="49674"/>
                          </a:moveTo>
                          <a:cubicBezTo>
                            <a:pt x="97318" y="49674"/>
                            <a:pt x="48046" y="99769"/>
                            <a:pt x="52972" y="218022"/>
                          </a:cubicBezTo>
                          <a:cubicBezTo>
                            <a:pt x="57897" y="336276"/>
                            <a:pt x="74450" y="452850"/>
                            <a:pt x="52623" y="508504"/>
                          </a:cubicBezTo>
                          <a:cubicBezTo>
                            <a:pt x="30796" y="564159"/>
                            <a:pt x="0" y="629054"/>
                            <a:pt x="0" y="629054"/>
                          </a:cubicBezTo>
                          <a:cubicBezTo>
                            <a:pt x="0" y="629054"/>
                            <a:pt x="19711" y="639301"/>
                            <a:pt x="73908" y="665167"/>
                          </a:cubicBezTo>
                          <a:cubicBezTo>
                            <a:pt x="128104" y="691033"/>
                            <a:pt x="187352" y="695963"/>
                            <a:pt x="185444" y="692268"/>
                          </a:cubicBezTo>
                          <a:cubicBezTo>
                            <a:pt x="183536" y="688573"/>
                            <a:pt x="204685" y="559234"/>
                            <a:pt x="185488" y="468081"/>
                          </a:cubicBezTo>
                          <a:cubicBezTo>
                            <a:pt x="166291" y="376928"/>
                            <a:pt x="137868" y="303006"/>
                            <a:pt x="145350" y="243893"/>
                          </a:cubicBezTo>
                          <a:cubicBezTo>
                            <a:pt x="152832" y="184776"/>
                            <a:pt x="269764" y="11255"/>
                            <a:pt x="269764" y="11255"/>
                          </a:cubicBezTo>
                          <a:lnTo>
                            <a:pt x="255100" y="0"/>
                          </a:lnTo>
                          <a:cubicBezTo>
                            <a:pt x="255100" y="0"/>
                            <a:pt x="174054" y="34491"/>
                            <a:pt x="134885" y="34491"/>
                          </a:cubicBezTo>
                          <a:cubicBezTo>
                            <a:pt x="129344" y="34482"/>
                            <a:pt x="97318" y="49674"/>
                            <a:pt x="97318" y="49674"/>
                          </a:cubicBezTo>
                          <a:close/>
                        </a:path>
                      </a:pathLst>
                    </a:custGeom>
                    <a:solidFill>
                      <a:srgbClr val="323757"/>
                    </a:solidFill>
                    <a:ln w="4839" cap="flat">
                      <a:noFill/>
                      <a:prstDash val="solid"/>
                      <a:miter/>
                    </a:ln>
                  </p:spPr>
                  <p:txBody>
                    <a:bodyPr rtlCol="0" anchor="ctr"/>
                    <a:lstStyle/>
                    <a:p>
                      <a:endParaRPr lang="vi-VN"/>
                    </a:p>
                  </p:txBody>
                </p:sp>
                <p:sp>
                  <p:nvSpPr>
                    <p:cNvPr id="1000" name="Freeform: Shape 999">
                      <a:extLst>
                        <a:ext uri="{FF2B5EF4-FFF2-40B4-BE49-F238E27FC236}">
                          <a16:creationId xmlns:a16="http://schemas.microsoft.com/office/drawing/2014/main" id="{DDCCD698-F469-65A4-0449-B563A247328D}"/>
                        </a:ext>
                      </a:extLst>
                    </p:cNvPr>
                    <p:cNvSpPr/>
                    <p:nvPr/>
                  </p:nvSpPr>
                  <p:spPr>
                    <a:xfrm>
                      <a:off x="2753284" y="5228009"/>
                      <a:ext cx="193603" cy="643682"/>
                    </a:xfrm>
                    <a:custGeom>
                      <a:avLst/>
                      <a:gdLst>
                        <a:gd name="connsiteX0" fmla="*/ 185449 w 193603"/>
                        <a:gd name="connsiteY0" fmla="*/ 642594 h 643682"/>
                        <a:gd name="connsiteX1" fmla="*/ 187120 w 193603"/>
                        <a:gd name="connsiteY1" fmla="*/ 426766 h 643682"/>
                        <a:gd name="connsiteX2" fmla="*/ 97318 w 193603"/>
                        <a:gd name="connsiteY2" fmla="*/ 0 h 643682"/>
                        <a:gd name="connsiteX3" fmla="*/ 52972 w 193603"/>
                        <a:gd name="connsiteY3" fmla="*/ 168349 h 643682"/>
                        <a:gd name="connsiteX4" fmla="*/ 52623 w 193603"/>
                        <a:gd name="connsiteY4" fmla="*/ 458831 h 643682"/>
                        <a:gd name="connsiteX5" fmla="*/ 0 w 193603"/>
                        <a:gd name="connsiteY5" fmla="*/ 579380 h 643682"/>
                        <a:gd name="connsiteX6" fmla="*/ 73908 w 193603"/>
                        <a:gd name="connsiteY6" fmla="*/ 615494 h 643682"/>
                        <a:gd name="connsiteX7" fmla="*/ 185449 w 193603"/>
                        <a:gd name="connsiteY7" fmla="*/ 642594 h 643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603" h="643682">
                          <a:moveTo>
                            <a:pt x="185449" y="642594"/>
                          </a:moveTo>
                          <a:cubicBezTo>
                            <a:pt x="183599" y="639011"/>
                            <a:pt x="203431" y="517260"/>
                            <a:pt x="187120" y="426766"/>
                          </a:cubicBezTo>
                          <a:cubicBezTo>
                            <a:pt x="-2789" y="281610"/>
                            <a:pt x="92906" y="5298"/>
                            <a:pt x="97318" y="0"/>
                          </a:cubicBezTo>
                          <a:cubicBezTo>
                            <a:pt x="97318" y="0"/>
                            <a:pt x="48046" y="50095"/>
                            <a:pt x="52972" y="168349"/>
                          </a:cubicBezTo>
                          <a:cubicBezTo>
                            <a:pt x="57897" y="286603"/>
                            <a:pt x="74450" y="403176"/>
                            <a:pt x="52623" y="458831"/>
                          </a:cubicBezTo>
                          <a:cubicBezTo>
                            <a:pt x="30796" y="514485"/>
                            <a:pt x="0" y="579380"/>
                            <a:pt x="0" y="579380"/>
                          </a:cubicBezTo>
                          <a:cubicBezTo>
                            <a:pt x="0" y="579380"/>
                            <a:pt x="19711" y="589628"/>
                            <a:pt x="73908" y="615494"/>
                          </a:cubicBezTo>
                          <a:cubicBezTo>
                            <a:pt x="128104" y="641359"/>
                            <a:pt x="187352" y="646290"/>
                            <a:pt x="185449" y="642594"/>
                          </a:cubicBezTo>
                          <a:close/>
                        </a:path>
                      </a:pathLst>
                    </a:custGeom>
                    <a:solidFill>
                      <a:srgbClr val="323757">
                        <a:alpha val="23000"/>
                      </a:srgbClr>
                    </a:solidFill>
                    <a:ln w="4839" cap="flat">
                      <a:noFill/>
                      <a:prstDash val="solid"/>
                      <a:miter/>
                    </a:ln>
                  </p:spPr>
                  <p:txBody>
                    <a:bodyPr rtlCol="0" anchor="ctr"/>
                    <a:lstStyle/>
                    <a:p>
                      <a:endParaRPr lang="vi-VN"/>
                    </a:p>
                  </p:txBody>
                </p:sp>
              </p:grpSp>
              <p:sp>
                <p:nvSpPr>
                  <p:cNvPr id="961" name="Freeform: Shape 960">
                    <a:extLst>
                      <a:ext uri="{FF2B5EF4-FFF2-40B4-BE49-F238E27FC236}">
                        <a16:creationId xmlns:a16="http://schemas.microsoft.com/office/drawing/2014/main" id="{B832883F-2B57-BF7B-BD2A-1765DB590585}"/>
                      </a:ext>
                    </a:extLst>
                  </p:cNvPr>
                  <p:cNvSpPr/>
                  <p:nvPr/>
                </p:nvSpPr>
                <p:spPr>
                  <a:xfrm>
                    <a:off x="2786395" y="5163979"/>
                    <a:ext cx="130729" cy="224969"/>
                  </a:xfrm>
                  <a:custGeom>
                    <a:avLst/>
                    <a:gdLst>
                      <a:gd name="connsiteX0" fmla="*/ 60512 w 130729"/>
                      <a:gd name="connsiteY0" fmla="*/ 14347 h 224969"/>
                      <a:gd name="connsiteX1" fmla="*/ 0 w 130729"/>
                      <a:gd name="connsiteY1" fmla="*/ 73033 h 224969"/>
                      <a:gd name="connsiteX2" fmla="*/ 2770 w 130729"/>
                      <a:gd name="connsiteY2" fmla="*/ 133061 h 224969"/>
                      <a:gd name="connsiteX3" fmla="*/ 20326 w 130729"/>
                      <a:gd name="connsiteY3" fmla="*/ 119201 h 224969"/>
                      <a:gd name="connsiteX4" fmla="*/ 4160 w 130729"/>
                      <a:gd name="connsiteY4" fmla="*/ 188953 h 224969"/>
                      <a:gd name="connsiteX5" fmla="*/ 19628 w 130729"/>
                      <a:gd name="connsiteY5" fmla="*/ 224969 h 224969"/>
                      <a:gd name="connsiteX6" fmla="*/ 64212 w 130729"/>
                      <a:gd name="connsiteY6" fmla="*/ 64030 h 224969"/>
                      <a:gd name="connsiteX7" fmla="*/ 130729 w 130729"/>
                      <a:gd name="connsiteY7" fmla="*/ 3727 h 224969"/>
                      <a:gd name="connsiteX8" fmla="*/ 60512 w 130729"/>
                      <a:gd name="connsiteY8" fmla="*/ 14347 h 224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729" h="224969">
                        <a:moveTo>
                          <a:pt x="60512" y="14347"/>
                        </a:moveTo>
                        <a:cubicBezTo>
                          <a:pt x="25866" y="38368"/>
                          <a:pt x="0" y="73033"/>
                          <a:pt x="0" y="73033"/>
                        </a:cubicBezTo>
                        <a:cubicBezTo>
                          <a:pt x="0" y="73033"/>
                          <a:pt x="10625" y="118280"/>
                          <a:pt x="2770" y="133061"/>
                        </a:cubicBezTo>
                        <a:lnTo>
                          <a:pt x="20326" y="119201"/>
                        </a:lnTo>
                        <a:cubicBezTo>
                          <a:pt x="20326" y="119201"/>
                          <a:pt x="-460" y="161697"/>
                          <a:pt x="4160" y="188953"/>
                        </a:cubicBezTo>
                        <a:cubicBezTo>
                          <a:pt x="8780" y="216209"/>
                          <a:pt x="19628" y="224969"/>
                          <a:pt x="19628" y="224969"/>
                        </a:cubicBezTo>
                        <a:cubicBezTo>
                          <a:pt x="19628" y="224969"/>
                          <a:pt x="29101" y="103083"/>
                          <a:pt x="64212" y="64030"/>
                        </a:cubicBezTo>
                        <a:cubicBezTo>
                          <a:pt x="99318" y="24972"/>
                          <a:pt x="130729" y="3727"/>
                          <a:pt x="130729" y="3727"/>
                        </a:cubicBezTo>
                        <a:cubicBezTo>
                          <a:pt x="130729" y="3727"/>
                          <a:pt x="95153" y="-9674"/>
                          <a:pt x="60512" y="14347"/>
                        </a:cubicBezTo>
                        <a:close/>
                      </a:path>
                    </a:pathLst>
                  </a:custGeom>
                  <a:solidFill>
                    <a:srgbClr val="4B69A3"/>
                  </a:solidFill>
                  <a:ln w="4839" cap="flat">
                    <a:noFill/>
                    <a:prstDash val="solid"/>
                    <a:miter/>
                  </a:ln>
                </p:spPr>
                <p:txBody>
                  <a:bodyPr rtlCol="0" anchor="ctr"/>
                  <a:lstStyle/>
                  <a:p>
                    <a:endParaRPr lang="vi-VN"/>
                  </a:p>
                </p:txBody>
              </p:sp>
              <p:sp>
                <p:nvSpPr>
                  <p:cNvPr id="962" name="Freeform: Shape 961">
                    <a:extLst>
                      <a:ext uri="{FF2B5EF4-FFF2-40B4-BE49-F238E27FC236}">
                        <a16:creationId xmlns:a16="http://schemas.microsoft.com/office/drawing/2014/main" id="{D2206D66-1AFF-8D75-19ED-8630E7AC10E3}"/>
                      </a:ext>
                    </a:extLst>
                  </p:cNvPr>
                  <p:cNvSpPr/>
                  <p:nvPr/>
                </p:nvSpPr>
                <p:spPr>
                  <a:xfrm>
                    <a:off x="2790419" y="5236385"/>
                    <a:ext cx="21462" cy="46680"/>
                  </a:xfrm>
                  <a:custGeom>
                    <a:avLst/>
                    <a:gdLst>
                      <a:gd name="connsiteX0" fmla="*/ 21184 w 21462"/>
                      <a:gd name="connsiteY0" fmla="*/ 33220 h 46680"/>
                      <a:gd name="connsiteX1" fmla="*/ 19518 w 21462"/>
                      <a:gd name="connsiteY1" fmla="*/ 24886 h 46680"/>
                      <a:gd name="connsiteX2" fmla="*/ 18215 w 21462"/>
                      <a:gd name="connsiteY2" fmla="*/ 16294 h 46680"/>
                      <a:gd name="connsiteX3" fmla="*/ 11803 w 21462"/>
                      <a:gd name="connsiteY3" fmla="*/ 2981 h 46680"/>
                      <a:gd name="connsiteX4" fmla="*/ 446 w 21462"/>
                      <a:gd name="connsiteY4" fmla="*/ 715 h 46680"/>
                      <a:gd name="connsiteX5" fmla="*/ 979 w 21462"/>
                      <a:gd name="connsiteY5" fmla="*/ 2056 h 46680"/>
                      <a:gd name="connsiteX6" fmla="*/ 12500 w 21462"/>
                      <a:gd name="connsiteY6" fmla="*/ 6575 h 46680"/>
                      <a:gd name="connsiteX7" fmla="*/ 16559 w 21462"/>
                      <a:gd name="connsiteY7" fmla="*/ 19481 h 46680"/>
                      <a:gd name="connsiteX8" fmla="*/ 18840 w 21462"/>
                      <a:gd name="connsiteY8" fmla="*/ 32407 h 46680"/>
                      <a:gd name="connsiteX9" fmla="*/ 16544 w 21462"/>
                      <a:gd name="connsiteY9" fmla="*/ 45032 h 46680"/>
                      <a:gd name="connsiteX10" fmla="*/ 18365 w 21462"/>
                      <a:gd name="connsiteY10" fmla="*/ 46277 h 46680"/>
                      <a:gd name="connsiteX11" fmla="*/ 21184 w 21462"/>
                      <a:gd name="connsiteY11" fmla="*/ 33220 h 4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62" h="46680">
                        <a:moveTo>
                          <a:pt x="21184" y="33220"/>
                        </a:moveTo>
                        <a:cubicBezTo>
                          <a:pt x="20782" y="30412"/>
                          <a:pt x="20016" y="27670"/>
                          <a:pt x="19518" y="24886"/>
                        </a:cubicBezTo>
                        <a:cubicBezTo>
                          <a:pt x="19004" y="22033"/>
                          <a:pt x="18723" y="19147"/>
                          <a:pt x="18215" y="16294"/>
                        </a:cubicBezTo>
                        <a:cubicBezTo>
                          <a:pt x="17348" y="11389"/>
                          <a:pt x="15701" y="6337"/>
                          <a:pt x="11803" y="2981"/>
                        </a:cubicBezTo>
                        <a:cubicBezTo>
                          <a:pt x="8655" y="274"/>
                          <a:pt x="4374" y="-854"/>
                          <a:pt x="446" y="715"/>
                        </a:cubicBezTo>
                        <a:cubicBezTo>
                          <a:pt x="-425" y="1064"/>
                          <a:pt x="102" y="2342"/>
                          <a:pt x="979" y="2056"/>
                        </a:cubicBezTo>
                        <a:cubicBezTo>
                          <a:pt x="5410" y="604"/>
                          <a:pt x="9953" y="2918"/>
                          <a:pt x="12500" y="6575"/>
                        </a:cubicBezTo>
                        <a:cubicBezTo>
                          <a:pt x="15120" y="10338"/>
                          <a:pt x="15939" y="15035"/>
                          <a:pt x="16559" y="19481"/>
                        </a:cubicBezTo>
                        <a:cubicBezTo>
                          <a:pt x="17164" y="23835"/>
                          <a:pt x="18089" y="28082"/>
                          <a:pt x="18840" y="32407"/>
                        </a:cubicBezTo>
                        <a:cubicBezTo>
                          <a:pt x="19610" y="36857"/>
                          <a:pt x="19527" y="41390"/>
                          <a:pt x="16544" y="45032"/>
                        </a:cubicBezTo>
                        <a:cubicBezTo>
                          <a:pt x="15634" y="46141"/>
                          <a:pt x="17445" y="47318"/>
                          <a:pt x="18365" y="46277"/>
                        </a:cubicBezTo>
                        <a:cubicBezTo>
                          <a:pt x="21508" y="42708"/>
                          <a:pt x="21837" y="37734"/>
                          <a:pt x="21184" y="33220"/>
                        </a:cubicBezTo>
                        <a:close/>
                      </a:path>
                    </a:pathLst>
                  </a:custGeom>
                  <a:solidFill>
                    <a:srgbClr val="21447C"/>
                  </a:solidFill>
                  <a:ln w="4839" cap="flat">
                    <a:noFill/>
                    <a:prstDash val="solid"/>
                    <a:miter/>
                  </a:ln>
                </p:spPr>
                <p:txBody>
                  <a:bodyPr rtlCol="0" anchor="ctr"/>
                  <a:lstStyle/>
                  <a:p>
                    <a:endParaRPr lang="vi-VN"/>
                  </a:p>
                </p:txBody>
              </p:sp>
              <p:grpSp>
                <p:nvGrpSpPr>
                  <p:cNvPr id="963" name="Graphic 1991">
                    <a:extLst>
                      <a:ext uri="{FF2B5EF4-FFF2-40B4-BE49-F238E27FC236}">
                        <a16:creationId xmlns:a16="http://schemas.microsoft.com/office/drawing/2014/main" id="{4F7FA626-7C8C-5B7C-BE31-F90B15110F16}"/>
                      </a:ext>
                    </a:extLst>
                  </p:cNvPr>
                  <p:cNvGrpSpPr/>
                  <p:nvPr/>
                </p:nvGrpSpPr>
                <p:grpSpPr>
                  <a:xfrm>
                    <a:off x="2850597" y="5024751"/>
                    <a:ext cx="176269" cy="212260"/>
                    <a:chOff x="2850597" y="5024751"/>
                    <a:chExt cx="176269" cy="212260"/>
                  </a:xfrm>
                </p:grpSpPr>
                <p:sp>
                  <p:nvSpPr>
                    <p:cNvPr id="997" name="Freeform: Shape 996">
                      <a:extLst>
                        <a:ext uri="{FF2B5EF4-FFF2-40B4-BE49-F238E27FC236}">
                          <a16:creationId xmlns:a16="http://schemas.microsoft.com/office/drawing/2014/main" id="{A9475C70-DBF9-3F15-935B-04A1A3B97CB6}"/>
                        </a:ext>
                      </a:extLst>
                    </p:cNvPr>
                    <p:cNvSpPr/>
                    <p:nvPr/>
                  </p:nvSpPr>
                  <p:spPr>
                    <a:xfrm>
                      <a:off x="2850597" y="5024753"/>
                      <a:ext cx="176269" cy="212258"/>
                    </a:xfrm>
                    <a:custGeom>
                      <a:avLst/>
                      <a:gdLst>
                        <a:gd name="connsiteX0" fmla="*/ 125649 w 176269"/>
                        <a:gd name="connsiteY0" fmla="*/ 16844 h 212258"/>
                        <a:gd name="connsiteX1" fmla="*/ 157791 w 176269"/>
                        <a:gd name="connsiteY1" fmla="*/ 99653 h 212258"/>
                        <a:gd name="connsiteX2" fmla="*/ 172456 w 176269"/>
                        <a:gd name="connsiteY2" fmla="*/ 164828 h 212258"/>
                        <a:gd name="connsiteX3" fmla="*/ 25115 w 176269"/>
                        <a:gd name="connsiteY3" fmla="*/ 210236 h 212258"/>
                        <a:gd name="connsiteX4" fmla="*/ 0 w 176269"/>
                        <a:gd name="connsiteY4" fmla="*/ 203252 h 212258"/>
                        <a:gd name="connsiteX5" fmla="*/ 21938 w 176269"/>
                        <a:gd name="connsiteY5" fmla="*/ 164828 h 212258"/>
                        <a:gd name="connsiteX6" fmla="*/ 0 w 176269"/>
                        <a:gd name="connsiteY6" fmla="*/ 121238 h 212258"/>
                        <a:gd name="connsiteX7" fmla="*/ 98185 w 176269"/>
                        <a:gd name="connsiteY7" fmla="*/ 5754 h 212258"/>
                        <a:gd name="connsiteX8" fmla="*/ 125649 w 176269"/>
                        <a:gd name="connsiteY8" fmla="*/ 16844 h 21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269" h="212258">
                          <a:moveTo>
                            <a:pt x="125649" y="16844"/>
                          </a:moveTo>
                          <a:cubicBezTo>
                            <a:pt x="125649" y="16844"/>
                            <a:pt x="128075" y="72334"/>
                            <a:pt x="157791" y="99653"/>
                          </a:cubicBezTo>
                          <a:cubicBezTo>
                            <a:pt x="187512" y="126971"/>
                            <a:pt x="172456" y="164828"/>
                            <a:pt x="172456" y="164828"/>
                          </a:cubicBezTo>
                          <a:cubicBezTo>
                            <a:pt x="172456" y="164828"/>
                            <a:pt x="63781" y="223786"/>
                            <a:pt x="25115" y="210236"/>
                          </a:cubicBezTo>
                          <a:lnTo>
                            <a:pt x="0" y="203252"/>
                          </a:lnTo>
                          <a:cubicBezTo>
                            <a:pt x="0" y="203252"/>
                            <a:pt x="22941" y="189634"/>
                            <a:pt x="21938" y="164828"/>
                          </a:cubicBezTo>
                          <a:cubicBezTo>
                            <a:pt x="20941" y="140023"/>
                            <a:pt x="0" y="121238"/>
                            <a:pt x="0" y="121238"/>
                          </a:cubicBezTo>
                          <a:lnTo>
                            <a:pt x="98185" y="5754"/>
                          </a:lnTo>
                          <a:cubicBezTo>
                            <a:pt x="98190" y="5759"/>
                            <a:pt x="121072" y="-12853"/>
                            <a:pt x="125649" y="16844"/>
                          </a:cubicBezTo>
                          <a:close/>
                        </a:path>
                      </a:pathLst>
                    </a:custGeom>
                    <a:solidFill>
                      <a:srgbClr val="EEA786"/>
                    </a:solidFill>
                    <a:ln w="4839" cap="flat">
                      <a:noFill/>
                      <a:prstDash val="solid"/>
                      <a:miter/>
                    </a:ln>
                  </p:spPr>
                  <p:txBody>
                    <a:bodyPr rtlCol="0" anchor="ctr"/>
                    <a:lstStyle/>
                    <a:p>
                      <a:endParaRPr lang="vi-VN"/>
                    </a:p>
                  </p:txBody>
                </p:sp>
                <p:sp>
                  <p:nvSpPr>
                    <p:cNvPr id="998" name="Freeform: Shape 997">
                      <a:extLst>
                        <a:ext uri="{FF2B5EF4-FFF2-40B4-BE49-F238E27FC236}">
                          <a16:creationId xmlns:a16="http://schemas.microsoft.com/office/drawing/2014/main" id="{BA8B4E4B-E297-1AE0-1491-AE3B53785938}"/>
                        </a:ext>
                      </a:extLst>
                    </p:cNvPr>
                    <p:cNvSpPr/>
                    <p:nvPr/>
                  </p:nvSpPr>
                  <p:spPr>
                    <a:xfrm>
                      <a:off x="2850602" y="5024751"/>
                      <a:ext cx="124569" cy="182303"/>
                    </a:xfrm>
                    <a:custGeom>
                      <a:avLst/>
                      <a:gdLst>
                        <a:gd name="connsiteX0" fmla="*/ 120927 w 124569"/>
                        <a:gd name="connsiteY0" fmla="*/ 25466 h 182303"/>
                        <a:gd name="connsiteX1" fmla="*/ 124569 w 124569"/>
                        <a:gd name="connsiteY1" fmla="*/ 11790 h 182303"/>
                        <a:gd name="connsiteX2" fmla="*/ 98185 w 124569"/>
                        <a:gd name="connsiteY2" fmla="*/ 5755 h 182303"/>
                        <a:gd name="connsiteX3" fmla="*/ 0 w 124569"/>
                        <a:gd name="connsiteY3" fmla="*/ 121239 h 182303"/>
                        <a:gd name="connsiteX4" fmla="*/ 21938 w 124569"/>
                        <a:gd name="connsiteY4" fmla="*/ 164830 h 182303"/>
                        <a:gd name="connsiteX5" fmla="*/ 18451 w 124569"/>
                        <a:gd name="connsiteY5" fmla="*/ 182303 h 182303"/>
                        <a:gd name="connsiteX6" fmla="*/ 18481 w 124569"/>
                        <a:gd name="connsiteY6" fmla="*/ 182298 h 182303"/>
                        <a:gd name="connsiteX7" fmla="*/ 120927 w 124569"/>
                        <a:gd name="connsiteY7" fmla="*/ 25466 h 182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569" h="182303">
                          <a:moveTo>
                            <a:pt x="120927" y="25466"/>
                          </a:moveTo>
                          <a:cubicBezTo>
                            <a:pt x="123402" y="20662"/>
                            <a:pt x="124477" y="16100"/>
                            <a:pt x="124569" y="11790"/>
                          </a:cubicBezTo>
                          <a:cubicBezTo>
                            <a:pt x="118273" y="-10580"/>
                            <a:pt x="98185" y="5755"/>
                            <a:pt x="98185" y="5755"/>
                          </a:cubicBezTo>
                          <a:lnTo>
                            <a:pt x="0" y="121239"/>
                          </a:lnTo>
                          <a:cubicBezTo>
                            <a:pt x="0" y="121239"/>
                            <a:pt x="20941" y="140025"/>
                            <a:pt x="21938" y="164830"/>
                          </a:cubicBezTo>
                          <a:cubicBezTo>
                            <a:pt x="22205" y="171484"/>
                            <a:pt x="20728" y="177310"/>
                            <a:pt x="18451" y="182303"/>
                          </a:cubicBezTo>
                          <a:cubicBezTo>
                            <a:pt x="18461" y="182303"/>
                            <a:pt x="18471" y="182298"/>
                            <a:pt x="18481" y="182298"/>
                          </a:cubicBezTo>
                          <a:cubicBezTo>
                            <a:pt x="98863" y="163915"/>
                            <a:pt x="120927" y="25466"/>
                            <a:pt x="120927" y="25466"/>
                          </a:cubicBezTo>
                          <a:close/>
                        </a:path>
                      </a:pathLst>
                    </a:custGeom>
                    <a:solidFill>
                      <a:srgbClr val="D87D68">
                        <a:alpha val="30000"/>
                      </a:srgbClr>
                    </a:solidFill>
                    <a:ln w="4839" cap="flat">
                      <a:noFill/>
                      <a:prstDash val="solid"/>
                      <a:miter/>
                    </a:ln>
                  </p:spPr>
                  <p:txBody>
                    <a:bodyPr rtlCol="0" anchor="ctr"/>
                    <a:lstStyle/>
                    <a:p>
                      <a:endParaRPr lang="vi-VN"/>
                    </a:p>
                  </p:txBody>
                </p:sp>
              </p:grpSp>
              <p:sp>
                <p:nvSpPr>
                  <p:cNvPr id="964" name="Freeform: Shape 963">
                    <a:extLst>
                      <a:ext uri="{FF2B5EF4-FFF2-40B4-BE49-F238E27FC236}">
                        <a16:creationId xmlns:a16="http://schemas.microsoft.com/office/drawing/2014/main" id="{1214EFDA-F962-2442-4295-7F4C1C984646}"/>
                      </a:ext>
                    </a:extLst>
                  </p:cNvPr>
                  <p:cNvSpPr/>
                  <p:nvPr/>
                </p:nvSpPr>
                <p:spPr>
                  <a:xfrm>
                    <a:off x="2689228" y="5685127"/>
                    <a:ext cx="4778" cy="1711"/>
                  </a:xfrm>
                  <a:custGeom>
                    <a:avLst/>
                    <a:gdLst>
                      <a:gd name="connsiteX0" fmla="*/ 4377 w 4778"/>
                      <a:gd name="connsiteY0" fmla="*/ 808 h 1711"/>
                      <a:gd name="connsiteX1" fmla="*/ 764 w 4778"/>
                      <a:gd name="connsiteY1" fmla="*/ 14 h 1711"/>
                      <a:gd name="connsiteX2" fmla="*/ 9 w 4778"/>
                      <a:gd name="connsiteY2" fmla="*/ 503 h 1711"/>
                      <a:gd name="connsiteX3" fmla="*/ 498 w 4778"/>
                      <a:gd name="connsiteY3" fmla="*/ 1258 h 1711"/>
                      <a:gd name="connsiteX4" fmla="*/ 4275 w 4778"/>
                      <a:gd name="connsiteY4" fmla="*/ 1709 h 1711"/>
                      <a:gd name="connsiteX5" fmla="*/ 4774 w 4778"/>
                      <a:gd name="connsiteY5" fmla="*/ 1307 h 1711"/>
                      <a:gd name="connsiteX6" fmla="*/ 4377 w 4778"/>
                      <a:gd name="connsiteY6" fmla="*/ 808 h 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78" h="1711">
                        <a:moveTo>
                          <a:pt x="4377" y="808"/>
                        </a:moveTo>
                        <a:cubicBezTo>
                          <a:pt x="3171" y="546"/>
                          <a:pt x="1970" y="275"/>
                          <a:pt x="764" y="14"/>
                        </a:cubicBezTo>
                        <a:cubicBezTo>
                          <a:pt x="440" y="-59"/>
                          <a:pt x="67" y="164"/>
                          <a:pt x="9" y="503"/>
                        </a:cubicBezTo>
                        <a:cubicBezTo>
                          <a:pt x="-44" y="818"/>
                          <a:pt x="144" y="1215"/>
                          <a:pt x="498" y="1258"/>
                        </a:cubicBezTo>
                        <a:cubicBezTo>
                          <a:pt x="1757" y="1404"/>
                          <a:pt x="3016" y="1559"/>
                          <a:pt x="4275" y="1709"/>
                        </a:cubicBezTo>
                        <a:cubicBezTo>
                          <a:pt x="4518" y="1738"/>
                          <a:pt x="4750" y="1549"/>
                          <a:pt x="4774" y="1307"/>
                        </a:cubicBezTo>
                        <a:cubicBezTo>
                          <a:pt x="4808" y="1045"/>
                          <a:pt x="4614" y="861"/>
                          <a:pt x="4377" y="808"/>
                        </a:cubicBezTo>
                        <a:close/>
                      </a:path>
                    </a:pathLst>
                  </a:custGeom>
                  <a:solidFill>
                    <a:srgbClr val="E77350"/>
                  </a:solidFill>
                  <a:ln w="4839" cap="flat">
                    <a:noFill/>
                    <a:prstDash val="solid"/>
                    <a:miter/>
                  </a:ln>
                </p:spPr>
                <p:txBody>
                  <a:bodyPr rtlCol="0" anchor="ctr"/>
                  <a:lstStyle/>
                  <a:p>
                    <a:endParaRPr lang="vi-VN"/>
                  </a:p>
                </p:txBody>
              </p:sp>
              <p:sp>
                <p:nvSpPr>
                  <p:cNvPr id="965" name="Freeform: Shape 964">
                    <a:extLst>
                      <a:ext uri="{FF2B5EF4-FFF2-40B4-BE49-F238E27FC236}">
                        <a16:creationId xmlns:a16="http://schemas.microsoft.com/office/drawing/2014/main" id="{FFF6CD20-71FD-5CA4-2639-BADC8200F3B5}"/>
                      </a:ext>
                    </a:extLst>
                  </p:cNvPr>
                  <p:cNvSpPr/>
                  <p:nvPr/>
                </p:nvSpPr>
                <p:spPr>
                  <a:xfrm>
                    <a:off x="2697401" y="4758809"/>
                    <a:ext cx="344394" cy="403972"/>
                  </a:xfrm>
                  <a:custGeom>
                    <a:avLst/>
                    <a:gdLst>
                      <a:gd name="connsiteX0" fmla="*/ 9687 w 344394"/>
                      <a:gd name="connsiteY0" fmla="*/ 107935 h 403972"/>
                      <a:gd name="connsiteX1" fmla="*/ 655 w 344394"/>
                      <a:gd name="connsiteY1" fmla="*/ 191537 h 403972"/>
                      <a:gd name="connsiteX2" fmla="*/ 655 w 344394"/>
                      <a:gd name="connsiteY2" fmla="*/ 284574 h 403972"/>
                      <a:gd name="connsiteX3" fmla="*/ 148300 w 344394"/>
                      <a:gd name="connsiteY3" fmla="*/ 401511 h 403972"/>
                      <a:gd name="connsiteX4" fmla="*/ 264641 w 344394"/>
                      <a:gd name="connsiteY4" fmla="*/ 302420 h 403972"/>
                      <a:gd name="connsiteX5" fmla="*/ 267537 w 344394"/>
                      <a:gd name="connsiteY5" fmla="*/ 293345 h 403972"/>
                      <a:gd name="connsiteX6" fmla="*/ 340496 w 344394"/>
                      <a:gd name="connsiteY6" fmla="*/ 195363 h 403972"/>
                      <a:gd name="connsiteX7" fmla="*/ 184607 w 344394"/>
                      <a:gd name="connsiteY7" fmla="*/ 364 h 403972"/>
                      <a:gd name="connsiteX8" fmla="*/ 9687 w 344394"/>
                      <a:gd name="connsiteY8" fmla="*/ 107935 h 403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4394" h="403972">
                        <a:moveTo>
                          <a:pt x="9687" y="107935"/>
                        </a:moveTo>
                        <a:cubicBezTo>
                          <a:pt x="9687" y="107935"/>
                          <a:pt x="-2977" y="177517"/>
                          <a:pt x="655" y="191537"/>
                        </a:cubicBezTo>
                        <a:cubicBezTo>
                          <a:pt x="4282" y="205558"/>
                          <a:pt x="2122" y="242519"/>
                          <a:pt x="655" y="284574"/>
                        </a:cubicBezTo>
                        <a:cubicBezTo>
                          <a:pt x="-813" y="326635"/>
                          <a:pt x="56537" y="420306"/>
                          <a:pt x="148300" y="401511"/>
                        </a:cubicBezTo>
                        <a:cubicBezTo>
                          <a:pt x="240063" y="382711"/>
                          <a:pt x="264641" y="302420"/>
                          <a:pt x="264641" y="302420"/>
                        </a:cubicBezTo>
                        <a:lnTo>
                          <a:pt x="267537" y="293345"/>
                        </a:lnTo>
                        <a:cubicBezTo>
                          <a:pt x="267537" y="293345"/>
                          <a:pt x="326219" y="262912"/>
                          <a:pt x="340496" y="195363"/>
                        </a:cubicBezTo>
                        <a:cubicBezTo>
                          <a:pt x="354772" y="127815"/>
                          <a:pt x="335619" y="8011"/>
                          <a:pt x="184607" y="364"/>
                        </a:cubicBezTo>
                        <a:cubicBezTo>
                          <a:pt x="33596" y="-7278"/>
                          <a:pt x="9687" y="107935"/>
                          <a:pt x="9687" y="107935"/>
                        </a:cubicBezTo>
                        <a:close/>
                      </a:path>
                    </a:pathLst>
                  </a:custGeom>
                  <a:solidFill>
                    <a:srgbClr val="EEA786"/>
                  </a:solidFill>
                  <a:ln w="4839" cap="flat">
                    <a:noFill/>
                    <a:prstDash val="solid"/>
                    <a:miter/>
                  </a:ln>
                </p:spPr>
                <p:txBody>
                  <a:bodyPr rtlCol="0" anchor="ctr"/>
                  <a:lstStyle/>
                  <a:p>
                    <a:endParaRPr lang="vi-VN"/>
                  </a:p>
                </p:txBody>
              </p:sp>
              <p:grpSp>
                <p:nvGrpSpPr>
                  <p:cNvPr id="966" name="Graphic 1991">
                    <a:extLst>
                      <a:ext uri="{FF2B5EF4-FFF2-40B4-BE49-F238E27FC236}">
                        <a16:creationId xmlns:a16="http://schemas.microsoft.com/office/drawing/2014/main" id="{53978D67-66B4-611B-5840-934495126235}"/>
                      </a:ext>
                    </a:extLst>
                  </p:cNvPr>
                  <p:cNvGrpSpPr/>
                  <p:nvPr/>
                </p:nvGrpSpPr>
                <p:grpSpPr>
                  <a:xfrm>
                    <a:off x="2702626" y="4913169"/>
                    <a:ext cx="153893" cy="167825"/>
                    <a:chOff x="2702626" y="4913169"/>
                    <a:chExt cx="153893" cy="167825"/>
                  </a:xfrm>
                  <a:solidFill>
                    <a:srgbClr val="2D2929"/>
                  </a:solidFill>
                </p:grpSpPr>
                <p:sp>
                  <p:nvSpPr>
                    <p:cNvPr id="991" name="Freeform: Shape 990">
                      <a:extLst>
                        <a:ext uri="{FF2B5EF4-FFF2-40B4-BE49-F238E27FC236}">
                          <a16:creationId xmlns:a16="http://schemas.microsoft.com/office/drawing/2014/main" id="{83E789CD-447E-7C42-50CE-978355F17F03}"/>
                        </a:ext>
                      </a:extLst>
                    </p:cNvPr>
                    <p:cNvSpPr/>
                    <p:nvPr/>
                  </p:nvSpPr>
                  <p:spPr>
                    <a:xfrm>
                      <a:off x="2797957" y="4913169"/>
                      <a:ext cx="58562" cy="13782"/>
                    </a:xfrm>
                    <a:custGeom>
                      <a:avLst/>
                      <a:gdLst>
                        <a:gd name="connsiteX0" fmla="*/ 57208 w 58562"/>
                        <a:gd name="connsiteY0" fmla="*/ 7752 h 13782"/>
                        <a:gd name="connsiteX1" fmla="*/ 43996 w 58562"/>
                        <a:gd name="connsiteY1" fmla="*/ 2522 h 13782"/>
                        <a:gd name="connsiteX2" fmla="*/ 29913 w 58562"/>
                        <a:gd name="connsiteY2" fmla="*/ 67 h 13782"/>
                        <a:gd name="connsiteX3" fmla="*/ 16760 w 58562"/>
                        <a:gd name="connsiteY3" fmla="*/ 498 h 13782"/>
                        <a:gd name="connsiteX4" fmla="*/ 2730 w 58562"/>
                        <a:gd name="connsiteY4" fmla="*/ 3999 h 13782"/>
                        <a:gd name="connsiteX5" fmla="*/ 27 w 58562"/>
                        <a:gd name="connsiteY5" fmla="*/ 7956 h 13782"/>
                        <a:gd name="connsiteX6" fmla="*/ 3572 w 58562"/>
                        <a:gd name="connsiteY6" fmla="*/ 11176 h 13782"/>
                        <a:gd name="connsiteX7" fmla="*/ 19680 w 58562"/>
                        <a:gd name="connsiteY7" fmla="*/ 10019 h 13782"/>
                        <a:gd name="connsiteX8" fmla="*/ 27986 w 58562"/>
                        <a:gd name="connsiteY8" fmla="*/ 10120 h 13782"/>
                        <a:gd name="connsiteX9" fmla="*/ 35836 w 58562"/>
                        <a:gd name="connsiteY9" fmla="*/ 10493 h 13782"/>
                        <a:gd name="connsiteX10" fmla="*/ 54946 w 58562"/>
                        <a:gd name="connsiteY10" fmla="*/ 13782 h 13782"/>
                        <a:gd name="connsiteX11" fmla="*/ 57208 w 58562"/>
                        <a:gd name="connsiteY11" fmla="*/ 7752 h 13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62" h="13782">
                          <a:moveTo>
                            <a:pt x="57208" y="7752"/>
                          </a:moveTo>
                          <a:cubicBezTo>
                            <a:pt x="53411" y="4880"/>
                            <a:pt x="48553" y="3665"/>
                            <a:pt x="43996" y="2522"/>
                          </a:cubicBezTo>
                          <a:cubicBezTo>
                            <a:pt x="39327" y="1350"/>
                            <a:pt x="34736" y="231"/>
                            <a:pt x="29913" y="67"/>
                          </a:cubicBezTo>
                          <a:cubicBezTo>
                            <a:pt x="25511" y="-83"/>
                            <a:pt x="21133" y="4"/>
                            <a:pt x="16760" y="498"/>
                          </a:cubicBezTo>
                          <a:cubicBezTo>
                            <a:pt x="11873" y="1050"/>
                            <a:pt x="7321" y="2246"/>
                            <a:pt x="2730" y="3999"/>
                          </a:cubicBezTo>
                          <a:cubicBezTo>
                            <a:pt x="1015" y="4653"/>
                            <a:pt x="-200" y="6009"/>
                            <a:pt x="27" y="7956"/>
                          </a:cubicBezTo>
                          <a:cubicBezTo>
                            <a:pt x="216" y="9578"/>
                            <a:pt x="1766" y="11375"/>
                            <a:pt x="3572" y="11176"/>
                          </a:cubicBezTo>
                          <a:cubicBezTo>
                            <a:pt x="8900" y="10585"/>
                            <a:pt x="14324" y="10212"/>
                            <a:pt x="19680" y="10019"/>
                          </a:cubicBezTo>
                          <a:cubicBezTo>
                            <a:pt x="22450" y="9922"/>
                            <a:pt x="25215" y="9946"/>
                            <a:pt x="27986" y="10120"/>
                          </a:cubicBezTo>
                          <a:cubicBezTo>
                            <a:pt x="30649" y="10285"/>
                            <a:pt x="33211" y="10673"/>
                            <a:pt x="35836" y="10493"/>
                          </a:cubicBezTo>
                          <a:cubicBezTo>
                            <a:pt x="41730" y="11225"/>
                            <a:pt x="48650" y="13646"/>
                            <a:pt x="54946" y="13782"/>
                          </a:cubicBezTo>
                          <a:cubicBezTo>
                            <a:pt x="58186" y="13850"/>
                            <a:pt x="59953" y="9835"/>
                            <a:pt x="57208" y="7752"/>
                          </a:cubicBezTo>
                          <a:close/>
                        </a:path>
                      </a:pathLst>
                    </a:custGeom>
                    <a:solidFill>
                      <a:srgbClr val="2D2929"/>
                    </a:solidFill>
                    <a:ln w="4839" cap="flat">
                      <a:noFill/>
                      <a:prstDash val="solid"/>
                      <a:miter/>
                    </a:ln>
                  </p:spPr>
                  <p:txBody>
                    <a:bodyPr rtlCol="0" anchor="ctr"/>
                    <a:lstStyle/>
                    <a:p>
                      <a:endParaRPr lang="vi-VN"/>
                    </a:p>
                  </p:txBody>
                </p:sp>
                <p:sp>
                  <p:nvSpPr>
                    <p:cNvPr id="992" name="Freeform: Shape 991">
                      <a:extLst>
                        <a:ext uri="{FF2B5EF4-FFF2-40B4-BE49-F238E27FC236}">
                          <a16:creationId xmlns:a16="http://schemas.microsoft.com/office/drawing/2014/main" id="{89AE0C63-CB0E-C3D4-B762-29A9CFB87F04}"/>
                        </a:ext>
                      </a:extLst>
                    </p:cNvPr>
                    <p:cNvSpPr/>
                    <p:nvPr/>
                  </p:nvSpPr>
                  <p:spPr>
                    <a:xfrm>
                      <a:off x="2702626" y="4915519"/>
                      <a:ext cx="30597" cy="12051"/>
                    </a:xfrm>
                    <a:custGeom>
                      <a:avLst/>
                      <a:gdLst>
                        <a:gd name="connsiteX0" fmla="*/ 29340 w 30597"/>
                        <a:gd name="connsiteY0" fmla="*/ 6168 h 12051"/>
                        <a:gd name="connsiteX1" fmla="*/ 16845 w 30597"/>
                        <a:gd name="connsiteY1" fmla="*/ 409 h 12051"/>
                        <a:gd name="connsiteX2" fmla="*/ 9111 w 30597"/>
                        <a:gd name="connsiteY2" fmla="*/ 114 h 12051"/>
                        <a:gd name="connsiteX3" fmla="*/ 5227 w 30597"/>
                        <a:gd name="connsiteY3" fmla="*/ 932 h 12051"/>
                        <a:gd name="connsiteX4" fmla="*/ 3924 w 30597"/>
                        <a:gd name="connsiteY4" fmla="*/ 1422 h 12051"/>
                        <a:gd name="connsiteX5" fmla="*/ 1866 w 30597"/>
                        <a:gd name="connsiteY5" fmla="*/ 2410 h 12051"/>
                        <a:gd name="connsiteX6" fmla="*/ 384 w 30597"/>
                        <a:gd name="connsiteY6" fmla="*/ 4497 h 12051"/>
                        <a:gd name="connsiteX7" fmla="*/ 1818 w 30597"/>
                        <a:gd name="connsiteY7" fmla="*/ 8342 h 12051"/>
                        <a:gd name="connsiteX8" fmla="*/ 4951 w 30597"/>
                        <a:gd name="connsiteY8" fmla="*/ 8880 h 12051"/>
                        <a:gd name="connsiteX9" fmla="*/ 5784 w 30597"/>
                        <a:gd name="connsiteY9" fmla="*/ 8700 h 12051"/>
                        <a:gd name="connsiteX10" fmla="*/ 7775 w 30597"/>
                        <a:gd name="connsiteY10" fmla="*/ 8453 h 12051"/>
                        <a:gd name="connsiteX11" fmla="*/ 10506 w 30597"/>
                        <a:gd name="connsiteY11" fmla="*/ 8124 h 12051"/>
                        <a:gd name="connsiteX12" fmla="*/ 13169 w 30597"/>
                        <a:gd name="connsiteY12" fmla="*/ 8008 h 12051"/>
                        <a:gd name="connsiteX13" fmla="*/ 13862 w 30597"/>
                        <a:gd name="connsiteY13" fmla="*/ 8032 h 12051"/>
                        <a:gd name="connsiteX14" fmla="*/ 14995 w 30597"/>
                        <a:gd name="connsiteY14" fmla="*/ 8134 h 12051"/>
                        <a:gd name="connsiteX15" fmla="*/ 26173 w 30597"/>
                        <a:gd name="connsiteY15" fmla="*/ 11771 h 12051"/>
                        <a:gd name="connsiteX16" fmla="*/ 30178 w 30597"/>
                        <a:gd name="connsiteY16" fmla="*/ 10333 h 12051"/>
                        <a:gd name="connsiteX17" fmla="*/ 29340 w 30597"/>
                        <a:gd name="connsiteY17" fmla="*/ 6168 h 1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597" h="12051">
                          <a:moveTo>
                            <a:pt x="29340" y="6168"/>
                          </a:moveTo>
                          <a:cubicBezTo>
                            <a:pt x="25698" y="3121"/>
                            <a:pt x="21538" y="1175"/>
                            <a:pt x="16845" y="409"/>
                          </a:cubicBezTo>
                          <a:cubicBezTo>
                            <a:pt x="14308" y="-2"/>
                            <a:pt x="11678" y="-109"/>
                            <a:pt x="9111" y="114"/>
                          </a:cubicBezTo>
                          <a:cubicBezTo>
                            <a:pt x="7784" y="230"/>
                            <a:pt x="6491" y="511"/>
                            <a:pt x="5227" y="932"/>
                          </a:cubicBezTo>
                          <a:cubicBezTo>
                            <a:pt x="4786" y="1078"/>
                            <a:pt x="4355" y="1242"/>
                            <a:pt x="3924" y="1422"/>
                          </a:cubicBezTo>
                          <a:cubicBezTo>
                            <a:pt x="3222" y="1707"/>
                            <a:pt x="2472" y="1945"/>
                            <a:pt x="1866" y="2410"/>
                          </a:cubicBezTo>
                          <a:cubicBezTo>
                            <a:pt x="1067" y="3025"/>
                            <a:pt x="927" y="3654"/>
                            <a:pt x="384" y="4497"/>
                          </a:cubicBezTo>
                          <a:cubicBezTo>
                            <a:pt x="-502" y="5872"/>
                            <a:pt x="215" y="7897"/>
                            <a:pt x="1818" y="8342"/>
                          </a:cubicBezTo>
                          <a:cubicBezTo>
                            <a:pt x="2825" y="8962"/>
                            <a:pt x="3871" y="9141"/>
                            <a:pt x="4951" y="8880"/>
                          </a:cubicBezTo>
                          <a:cubicBezTo>
                            <a:pt x="5227" y="8817"/>
                            <a:pt x="5508" y="8754"/>
                            <a:pt x="5784" y="8700"/>
                          </a:cubicBezTo>
                          <a:cubicBezTo>
                            <a:pt x="6443" y="8579"/>
                            <a:pt x="7111" y="8516"/>
                            <a:pt x="7775" y="8453"/>
                          </a:cubicBezTo>
                          <a:cubicBezTo>
                            <a:pt x="8690" y="8366"/>
                            <a:pt x="9591" y="8216"/>
                            <a:pt x="10506" y="8124"/>
                          </a:cubicBezTo>
                          <a:cubicBezTo>
                            <a:pt x="11392" y="8037"/>
                            <a:pt x="12283" y="7998"/>
                            <a:pt x="13169" y="8008"/>
                          </a:cubicBezTo>
                          <a:cubicBezTo>
                            <a:pt x="13271" y="8008"/>
                            <a:pt x="13751" y="8032"/>
                            <a:pt x="13862" y="8032"/>
                          </a:cubicBezTo>
                          <a:cubicBezTo>
                            <a:pt x="14240" y="8056"/>
                            <a:pt x="14618" y="8090"/>
                            <a:pt x="14995" y="8134"/>
                          </a:cubicBezTo>
                          <a:cubicBezTo>
                            <a:pt x="18874" y="8575"/>
                            <a:pt x="22778" y="9858"/>
                            <a:pt x="26173" y="11771"/>
                          </a:cubicBezTo>
                          <a:cubicBezTo>
                            <a:pt x="27558" y="12551"/>
                            <a:pt x="29495" y="11587"/>
                            <a:pt x="30178" y="10333"/>
                          </a:cubicBezTo>
                          <a:cubicBezTo>
                            <a:pt x="30972" y="8884"/>
                            <a:pt x="30609" y="7228"/>
                            <a:pt x="29340" y="6168"/>
                          </a:cubicBezTo>
                          <a:close/>
                        </a:path>
                      </a:pathLst>
                    </a:custGeom>
                    <a:solidFill>
                      <a:srgbClr val="2D2929"/>
                    </a:solidFill>
                    <a:ln w="4839" cap="flat">
                      <a:noFill/>
                      <a:prstDash val="solid"/>
                      <a:miter/>
                    </a:ln>
                  </p:spPr>
                  <p:txBody>
                    <a:bodyPr rtlCol="0" anchor="ctr"/>
                    <a:lstStyle/>
                    <a:p>
                      <a:endParaRPr lang="vi-VN"/>
                    </a:p>
                  </p:txBody>
                </p:sp>
                <p:sp>
                  <p:nvSpPr>
                    <p:cNvPr id="993" name="Freeform: Shape 992">
                      <a:extLst>
                        <a:ext uri="{FF2B5EF4-FFF2-40B4-BE49-F238E27FC236}">
                          <a16:creationId xmlns:a16="http://schemas.microsoft.com/office/drawing/2014/main" id="{B626C858-7A47-5EB2-C033-8D9F497C3137}"/>
                        </a:ext>
                      </a:extLst>
                    </p:cNvPr>
                    <p:cNvSpPr/>
                    <p:nvPr/>
                  </p:nvSpPr>
                  <p:spPr>
                    <a:xfrm>
                      <a:off x="2716560" y="4973455"/>
                      <a:ext cx="34067" cy="58994"/>
                    </a:xfrm>
                    <a:custGeom>
                      <a:avLst/>
                      <a:gdLst>
                        <a:gd name="connsiteX0" fmla="*/ 13333 w 34067"/>
                        <a:gd name="connsiteY0" fmla="*/ 49090 h 58994"/>
                        <a:gd name="connsiteX1" fmla="*/ 7952 w 34067"/>
                        <a:gd name="connsiteY1" fmla="*/ 44102 h 58994"/>
                        <a:gd name="connsiteX2" fmla="*/ 12834 w 34067"/>
                        <a:gd name="connsiteY2" fmla="*/ 38774 h 58994"/>
                        <a:gd name="connsiteX3" fmla="*/ 19764 w 34067"/>
                        <a:gd name="connsiteY3" fmla="*/ 31931 h 58994"/>
                        <a:gd name="connsiteX4" fmla="*/ 34065 w 34067"/>
                        <a:gd name="connsiteY4" fmla="*/ 1668 h 58994"/>
                        <a:gd name="connsiteX5" fmla="*/ 31048 w 34067"/>
                        <a:gd name="connsiteY5" fmla="*/ 1286 h 58994"/>
                        <a:gd name="connsiteX6" fmla="*/ 8868 w 34067"/>
                        <a:gd name="connsiteY6" fmla="*/ 32600 h 58994"/>
                        <a:gd name="connsiteX7" fmla="*/ 1899 w 34067"/>
                        <a:gd name="connsiteY7" fmla="*/ 50000 h 58994"/>
                        <a:gd name="connsiteX8" fmla="*/ 9517 w 34067"/>
                        <a:gd name="connsiteY8" fmla="*/ 56015 h 58994"/>
                        <a:gd name="connsiteX9" fmla="*/ 19716 w 34067"/>
                        <a:gd name="connsiteY9" fmla="*/ 58742 h 58994"/>
                        <a:gd name="connsiteX10" fmla="*/ 21091 w 34067"/>
                        <a:gd name="connsiteY10" fmla="*/ 55153 h 58994"/>
                        <a:gd name="connsiteX11" fmla="*/ 13333 w 34067"/>
                        <a:gd name="connsiteY11" fmla="*/ 49090 h 58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067" h="58994">
                          <a:moveTo>
                            <a:pt x="13333" y="49090"/>
                          </a:moveTo>
                          <a:cubicBezTo>
                            <a:pt x="11928" y="48189"/>
                            <a:pt x="7730" y="46063"/>
                            <a:pt x="7952" y="44102"/>
                          </a:cubicBezTo>
                          <a:cubicBezTo>
                            <a:pt x="8185" y="42053"/>
                            <a:pt x="11415" y="39980"/>
                            <a:pt x="12834" y="38774"/>
                          </a:cubicBezTo>
                          <a:cubicBezTo>
                            <a:pt x="15314" y="36663"/>
                            <a:pt x="17619" y="34387"/>
                            <a:pt x="19764" y="31931"/>
                          </a:cubicBezTo>
                          <a:cubicBezTo>
                            <a:pt x="27276" y="23330"/>
                            <a:pt x="33542" y="13373"/>
                            <a:pt x="34065" y="1668"/>
                          </a:cubicBezTo>
                          <a:cubicBezTo>
                            <a:pt x="34153" y="-269"/>
                            <a:pt x="31358" y="-676"/>
                            <a:pt x="31048" y="1286"/>
                          </a:cubicBezTo>
                          <a:cubicBezTo>
                            <a:pt x="28898" y="14913"/>
                            <a:pt x="19173" y="24386"/>
                            <a:pt x="8868" y="32600"/>
                          </a:cubicBezTo>
                          <a:cubicBezTo>
                            <a:pt x="3691" y="36726"/>
                            <a:pt x="-3457" y="42973"/>
                            <a:pt x="1899" y="50000"/>
                          </a:cubicBezTo>
                          <a:cubicBezTo>
                            <a:pt x="3821" y="52523"/>
                            <a:pt x="6868" y="54364"/>
                            <a:pt x="9517" y="56015"/>
                          </a:cubicBezTo>
                          <a:cubicBezTo>
                            <a:pt x="12689" y="57991"/>
                            <a:pt x="15938" y="59642"/>
                            <a:pt x="19716" y="58742"/>
                          </a:cubicBezTo>
                          <a:cubicBezTo>
                            <a:pt x="21469" y="58325"/>
                            <a:pt x="21992" y="56606"/>
                            <a:pt x="21091" y="55153"/>
                          </a:cubicBezTo>
                          <a:cubicBezTo>
                            <a:pt x="19236" y="52175"/>
                            <a:pt x="16205" y="50930"/>
                            <a:pt x="13333" y="49090"/>
                          </a:cubicBezTo>
                          <a:close/>
                        </a:path>
                      </a:pathLst>
                    </a:custGeom>
                    <a:solidFill>
                      <a:srgbClr val="2D2929"/>
                    </a:solidFill>
                    <a:ln w="4839" cap="flat">
                      <a:noFill/>
                      <a:prstDash val="solid"/>
                      <a:miter/>
                    </a:ln>
                  </p:spPr>
                  <p:txBody>
                    <a:bodyPr rtlCol="0" anchor="ctr"/>
                    <a:lstStyle/>
                    <a:p>
                      <a:endParaRPr lang="vi-VN"/>
                    </a:p>
                  </p:txBody>
                </p:sp>
                <p:sp>
                  <p:nvSpPr>
                    <p:cNvPr id="994" name="Freeform: Shape 993">
                      <a:extLst>
                        <a:ext uri="{FF2B5EF4-FFF2-40B4-BE49-F238E27FC236}">
                          <a16:creationId xmlns:a16="http://schemas.microsoft.com/office/drawing/2014/main" id="{F06C24DD-6294-8D5E-F5E7-70BA02EBCC22}"/>
                        </a:ext>
                      </a:extLst>
                    </p:cNvPr>
                    <p:cNvSpPr/>
                    <p:nvPr/>
                  </p:nvSpPr>
                  <p:spPr>
                    <a:xfrm>
                      <a:off x="2782936" y="5057879"/>
                      <a:ext cx="67661" cy="23115"/>
                    </a:xfrm>
                    <a:custGeom>
                      <a:avLst/>
                      <a:gdLst>
                        <a:gd name="connsiteX0" fmla="*/ 64944 w 67661"/>
                        <a:gd name="connsiteY0" fmla="*/ 125 h 23115"/>
                        <a:gd name="connsiteX1" fmla="*/ 36628 w 67661"/>
                        <a:gd name="connsiteY1" fmla="*/ 11898 h 23115"/>
                        <a:gd name="connsiteX2" fmla="*/ 2354 w 67661"/>
                        <a:gd name="connsiteY2" fmla="*/ 17811 h 23115"/>
                        <a:gd name="connsiteX3" fmla="*/ 2737 w 67661"/>
                        <a:gd name="connsiteY3" fmla="*/ 23061 h 23115"/>
                        <a:gd name="connsiteX4" fmla="*/ 35402 w 67661"/>
                        <a:gd name="connsiteY4" fmla="*/ 19429 h 23115"/>
                        <a:gd name="connsiteX5" fmla="*/ 67143 w 67661"/>
                        <a:gd name="connsiteY5" fmla="*/ 3346 h 23115"/>
                        <a:gd name="connsiteX6" fmla="*/ 64944 w 67661"/>
                        <a:gd name="connsiteY6" fmla="*/ 125 h 23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61" h="23115">
                          <a:moveTo>
                            <a:pt x="64944" y="125"/>
                          </a:moveTo>
                          <a:cubicBezTo>
                            <a:pt x="55447" y="3932"/>
                            <a:pt x="46376" y="8702"/>
                            <a:pt x="36628" y="11898"/>
                          </a:cubicBezTo>
                          <a:cubicBezTo>
                            <a:pt x="25581" y="15521"/>
                            <a:pt x="13977" y="17579"/>
                            <a:pt x="2354" y="17811"/>
                          </a:cubicBezTo>
                          <a:cubicBezTo>
                            <a:pt x="-1079" y="17879"/>
                            <a:pt x="-590" y="22969"/>
                            <a:pt x="2737" y="23061"/>
                          </a:cubicBezTo>
                          <a:cubicBezTo>
                            <a:pt x="13760" y="23376"/>
                            <a:pt x="24748" y="22339"/>
                            <a:pt x="35402" y="19429"/>
                          </a:cubicBezTo>
                          <a:cubicBezTo>
                            <a:pt x="46851" y="16300"/>
                            <a:pt x="58459" y="11695"/>
                            <a:pt x="67143" y="3346"/>
                          </a:cubicBezTo>
                          <a:cubicBezTo>
                            <a:pt x="68591" y="1946"/>
                            <a:pt x="66731" y="-592"/>
                            <a:pt x="64944" y="125"/>
                          </a:cubicBezTo>
                          <a:close/>
                        </a:path>
                      </a:pathLst>
                    </a:custGeom>
                    <a:solidFill>
                      <a:srgbClr val="2D2929"/>
                    </a:solidFill>
                    <a:ln w="4839" cap="flat">
                      <a:noFill/>
                      <a:prstDash val="solid"/>
                      <a:miter/>
                    </a:ln>
                  </p:spPr>
                  <p:txBody>
                    <a:bodyPr rtlCol="0" anchor="ctr"/>
                    <a:lstStyle/>
                    <a:p>
                      <a:endParaRPr lang="vi-VN"/>
                    </a:p>
                  </p:txBody>
                </p:sp>
                <p:sp>
                  <p:nvSpPr>
                    <p:cNvPr id="995" name="Freeform: Shape 994">
                      <a:extLst>
                        <a:ext uri="{FF2B5EF4-FFF2-40B4-BE49-F238E27FC236}">
                          <a16:creationId xmlns:a16="http://schemas.microsoft.com/office/drawing/2014/main" id="{FA73A982-CFD4-0249-4A8D-0E4E126C37AD}"/>
                        </a:ext>
                      </a:extLst>
                    </p:cNvPr>
                    <p:cNvSpPr/>
                    <p:nvPr/>
                  </p:nvSpPr>
                  <p:spPr>
                    <a:xfrm>
                      <a:off x="2812242" y="4945252"/>
                      <a:ext cx="14993" cy="33454"/>
                    </a:xfrm>
                    <a:custGeom>
                      <a:avLst/>
                      <a:gdLst>
                        <a:gd name="connsiteX0" fmla="*/ 14994 w 14993"/>
                        <a:gd name="connsiteY0" fmla="*/ 16727 h 33454"/>
                        <a:gd name="connsiteX1" fmla="*/ 7497 w 14993"/>
                        <a:gd name="connsiteY1" fmla="*/ 33455 h 33454"/>
                        <a:gd name="connsiteX2" fmla="*/ 0 w 14993"/>
                        <a:gd name="connsiteY2" fmla="*/ 16727 h 33454"/>
                        <a:gd name="connsiteX3" fmla="*/ 7497 w 14993"/>
                        <a:gd name="connsiteY3" fmla="*/ 0 h 33454"/>
                        <a:gd name="connsiteX4" fmla="*/ 14994 w 14993"/>
                        <a:gd name="connsiteY4" fmla="*/ 16727 h 334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93" h="33454">
                          <a:moveTo>
                            <a:pt x="14994" y="16727"/>
                          </a:moveTo>
                          <a:cubicBezTo>
                            <a:pt x="14994" y="25968"/>
                            <a:pt x="11637" y="33455"/>
                            <a:pt x="7497" y="33455"/>
                          </a:cubicBezTo>
                          <a:cubicBezTo>
                            <a:pt x="3356" y="33455"/>
                            <a:pt x="0" y="25968"/>
                            <a:pt x="0" y="16727"/>
                          </a:cubicBezTo>
                          <a:cubicBezTo>
                            <a:pt x="0" y="7487"/>
                            <a:pt x="3356" y="0"/>
                            <a:pt x="7497" y="0"/>
                          </a:cubicBezTo>
                          <a:cubicBezTo>
                            <a:pt x="11637" y="0"/>
                            <a:pt x="14994" y="7487"/>
                            <a:pt x="14994" y="16727"/>
                          </a:cubicBezTo>
                          <a:close/>
                        </a:path>
                      </a:pathLst>
                    </a:custGeom>
                    <a:solidFill>
                      <a:srgbClr val="2D2929"/>
                    </a:solidFill>
                    <a:ln w="4839" cap="flat">
                      <a:noFill/>
                      <a:prstDash val="solid"/>
                      <a:miter/>
                    </a:ln>
                  </p:spPr>
                  <p:txBody>
                    <a:bodyPr rtlCol="0" anchor="ctr"/>
                    <a:lstStyle/>
                    <a:p>
                      <a:endParaRPr lang="vi-VN"/>
                    </a:p>
                  </p:txBody>
                </p:sp>
                <p:sp>
                  <p:nvSpPr>
                    <p:cNvPr id="996" name="Freeform: Shape 995">
                      <a:extLst>
                        <a:ext uri="{FF2B5EF4-FFF2-40B4-BE49-F238E27FC236}">
                          <a16:creationId xmlns:a16="http://schemas.microsoft.com/office/drawing/2014/main" id="{30D26445-700F-2E05-0E54-605AF491308C}"/>
                        </a:ext>
                      </a:extLst>
                    </p:cNvPr>
                    <p:cNvSpPr/>
                    <p:nvPr/>
                  </p:nvSpPr>
                  <p:spPr>
                    <a:xfrm>
                      <a:off x="2716560" y="4945252"/>
                      <a:ext cx="12940" cy="28204"/>
                    </a:xfrm>
                    <a:custGeom>
                      <a:avLst/>
                      <a:gdLst>
                        <a:gd name="connsiteX0" fmla="*/ 12940 w 12940"/>
                        <a:gd name="connsiteY0" fmla="*/ 14103 h 28204"/>
                        <a:gd name="connsiteX1" fmla="*/ 6470 w 12940"/>
                        <a:gd name="connsiteY1" fmla="*/ 28205 h 28204"/>
                        <a:gd name="connsiteX2" fmla="*/ 0 w 12940"/>
                        <a:gd name="connsiteY2" fmla="*/ 14103 h 28204"/>
                        <a:gd name="connsiteX3" fmla="*/ 6470 w 12940"/>
                        <a:gd name="connsiteY3" fmla="*/ 0 h 28204"/>
                        <a:gd name="connsiteX4" fmla="*/ 12940 w 12940"/>
                        <a:gd name="connsiteY4" fmla="*/ 14103 h 2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40" h="28204">
                          <a:moveTo>
                            <a:pt x="12940" y="14103"/>
                          </a:moveTo>
                          <a:cubicBezTo>
                            <a:pt x="12940" y="21890"/>
                            <a:pt x="10044" y="28205"/>
                            <a:pt x="6470" y="28205"/>
                          </a:cubicBezTo>
                          <a:cubicBezTo>
                            <a:pt x="2896" y="28205"/>
                            <a:pt x="0" y="21890"/>
                            <a:pt x="0" y="14103"/>
                          </a:cubicBezTo>
                          <a:cubicBezTo>
                            <a:pt x="0" y="6315"/>
                            <a:pt x="2896" y="0"/>
                            <a:pt x="6470" y="0"/>
                          </a:cubicBezTo>
                          <a:cubicBezTo>
                            <a:pt x="10044" y="0"/>
                            <a:pt x="12940" y="6315"/>
                            <a:pt x="12940" y="14103"/>
                          </a:cubicBezTo>
                          <a:close/>
                        </a:path>
                      </a:pathLst>
                    </a:custGeom>
                    <a:solidFill>
                      <a:srgbClr val="2D2929"/>
                    </a:solidFill>
                    <a:ln w="4839" cap="flat">
                      <a:noFill/>
                      <a:prstDash val="solid"/>
                      <a:miter/>
                    </a:ln>
                  </p:spPr>
                  <p:txBody>
                    <a:bodyPr rtlCol="0" anchor="ctr"/>
                    <a:lstStyle/>
                    <a:p>
                      <a:endParaRPr lang="vi-VN"/>
                    </a:p>
                  </p:txBody>
                </p:sp>
              </p:grpSp>
              <p:sp>
                <p:nvSpPr>
                  <p:cNvPr id="967" name="Freeform: Shape 966">
                    <a:extLst>
                      <a:ext uri="{FF2B5EF4-FFF2-40B4-BE49-F238E27FC236}">
                        <a16:creationId xmlns:a16="http://schemas.microsoft.com/office/drawing/2014/main" id="{7425CB2E-3F07-73D1-E250-DA67529427C8}"/>
                      </a:ext>
                    </a:extLst>
                  </p:cNvPr>
                  <p:cNvSpPr/>
                  <p:nvPr/>
                </p:nvSpPr>
                <p:spPr>
                  <a:xfrm>
                    <a:off x="2697401" y="4758801"/>
                    <a:ext cx="242612" cy="353323"/>
                  </a:xfrm>
                  <a:custGeom>
                    <a:avLst/>
                    <a:gdLst>
                      <a:gd name="connsiteX0" fmla="*/ 9687 w 242612"/>
                      <a:gd name="connsiteY0" fmla="*/ 107943 h 353323"/>
                      <a:gd name="connsiteX1" fmla="*/ 655 w 242612"/>
                      <a:gd name="connsiteY1" fmla="*/ 191546 h 353323"/>
                      <a:gd name="connsiteX2" fmla="*/ 655 w 242612"/>
                      <a:gd name="connsiteY2" fmla="*/ 284583 h 353323"/>
                      <a:gd name="connsiteX3" fmla="*/ 28622 w 242612"/>
                      <a:gd name="connsiteY3" fmla="*/ 353323 h 353323"/>
                      <a:gd name="connsiteX4" fmla="*/ 6791 w 242612"/>
                      <a:gd name="connsiteY4" fmla="*/ 310638 h 353323"/>
                      <a:gd name="connsiteX5" fmla="*/ 5226 w 242612"/>
                      <a:gd name="connsiteY5" fmla="*/ 236154 h 353323"/>
                      <a:gd name="connsiteX6" fmla="*/ 5226 w 242612"/>
                      <a:gd name="connsiteY6" fmla="*/ 186447 h 353323"/>
                      <a:gd name="connsiteX7" fmla="*/ 25634 w 242612"/>
                      <a:gd name="connsiteY7" fmla="*/ 129581 h 353323"/>
                      <a:gd name="connsiteX8" fmla="*/ 79439 w 242612"/>
                      <a:gd name="connsiteY8" fmla="*/ 131644 h 353323"/>
                      <a:gd name="connsiteX9" fmla="*/ 57869 w 242612"/>
                      <a:gd name="connsiteY9" fmla="*/ 98262 h 353323"/>
                      <a:gd name="connsiteX10" fmla="*/ 96917 w 242612"/>
                      <a:gd name="connsiteY10" fmla="*/ 129581 h 353323"/>
                      <a:gd name="connsiteX11" fmla="*/ 149501 w 242612"/>
                      <a:gd name="connsiteY11" fmla="*/ 131877 h 353323"/>
                      <a:gd name="connsiteX12" fmla="*/ 159124 w 242612"/>
                      <a:gd name="connsiteY12" fmla="*/ 99173 h 353323"/>
                      <a:gd name="connsiteX13" fmla="*/ 221675 w 242612"/>
                      <a:gd name="connsiteY13" fmla="*/ 90320 h 353323"/>
                      <a:gd name="connsiteX14" fmla="*/ 241337 w 242612"/>
                      <a:gd name="connsiteY14" fmla="*/ 44056 h 353323"/>
                      <a:gd name="connsiteX15" fmla="*/ 231913 w 242612"/>
                      <a:gd name="connsiteY15" fmla="*/ 7351 h 353323"/>
                      <a:gd name="connsiteX16" fmla="*/ 184612 w 242612"/>
                      <a:gd name="connsiteY16" fmla="*/ 363 h 353323"/>
                      <a:gd name="connsiteX17" fmla="*/ 9687 w 242612"/>
                      <a:gd name="connsiteY17" fmla="*/ 107943 h 35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2612" h="353323">
                        <a:moveTo>
                          <a:pt x="9687" y="107943"/>
                        </a:moveTo>
                        <a:cubicBezTo>
                          <a:pt x="9687" y="107943"/>
                          <a:pt x="-2977" y="177526"/>
                          <a:pt x="655" y="191546"/>
                        </a:cubicBezTo>
                        <a:cubicBezTo>
                          <a:pt x="4287" y="205566"/>
                          <a:pt x="2122" y="242527"/>
                          <a:pt x="655" y="284583"/>
                        </a:cubicBezTo>
                        <a:cubicBezTo>
                          <a:pt x="30" y="302395"/>
                          <a:pt x="9997" y="329457"/>
                          <a:pt x="28622" y="353323"/>
                        </a:cubicBezTo>
                        <a:cubicBezTo>
                          <a:pt x="20854" y="339211"/>
                          <a:pt x="9755" y="320091"/>
                          <a:pt x="6791" y="310638"/>
                        </a:cubicBezTo>
                        <a:cubicBezTo>
                          <a:pt x="1783" y="294685"/>
                          <a:pt x="1880" y="251559"/>
                          <a:pt x="5226" y="236154"/>
                        </a:cubicBezTo>
                        <a:cubicBezTo>
                          <a:pt x="8568" y="220749"/>
                          <a:pt x="5226" y="186447"/>
                          <a:pt x="5226" y="186447"/>
                        </a:cubicBezTo>
                        <a:cubicBezTo>
                          <a:pt x="5226" y="186447"/>
                          <a:pt x="14965" y="125533"/>
                          <a:pt x="25634" y="129581"/>
                        </a:cubicBezTo>
                        <a:cubicBezTo>
                          <a:pt x="36303" y="133630"/>
                          <a:pt x="79439" y="131644"/>
                          <a:pt x="79439" y="131644"/>
                        </a:cubicBezTo>
                        <a:lnTo>
                          <a:pt x="57869" y="98262"/>
                        </a:lnTo>
                        <a:cubicBezTo>
                          <a:pt x="59307" y="100456"/>
                          <a:pt x="69879" y="115585"/>
                          <a:pt x="96917" y="129581"/>
                        </a:cubicBezTo>
                        <a:cubicBezTo>
                          <a:pt x="126149" y="144711"/>
                          <a:pt x="149501" y="131877"/>
                          <a:pt x="149501" y="131877"/>
                        </a:cubicBezTo>
                        <a:lnTo>
                          <a:pt x="159124" y="99173"/>
                        </a:lnTo>
                        <a:lnTo>
                          <a:pt x="221675" y="90320"/>
                        </a:lnTo>
                        <a:cubicBezTo>
                          <a:pt x="221675" y="90320"/>
                          <a:pt x="235424" y="51247"/>
                          <a:pt x="241337" y="44056"/>
                        </a:cubicBezTo>
                        <a:cubicBezTo>
                          <a:pt x="246243" y="38094"/>
                          <a:pt x="235671" y="15056"/>
                          <a:pt x="231913" y="7351"/>
                        </a:cubicBezTo>
                        <a:cubicBezTo>
                          <a:pt x="217791" y="3705"/>
                          <a:pt x="202124" y="1254"/>
                          <a:pt x="184612" y="363"/>
                        </a:cubicBezTo>
                        <a:cubicBezTo>
                          <a:pt x="33596" y="-7269"/>
                          <a:pt x="9687" y="107943"/>
                          <a:pt x="9687" y="107943"/>
                        </a:cubicBezTo>
                        <a:close/>
                      </a:path>
                    </a:pathLst>
                  </a:custGeom>
                  <a:solidFill>
                    <a:srgbClr val="D87D68">
                      <a:alpha val="30000"/>
                    </a:srgbClr>
                  </a:solidFill>
                  <a:ln w="4839" cap="flat">
                    <a:noFill/>
                    <a:prstDash val="solid"/>
                    <a:miter/>
                  </a:ln>
                </p:spPr>
                <p:txBody>
                  <a:bodyPr rtlCol="0" anchor="ctr"/>
                  <a:lstStyle/>
                  <a:p>
                    <a:endParaRPr lang="vi-VN"/>
                  </a:p>
                </p:txBody>
              </p:sp>
              <p:sp>
                <p:nvSpPr>
                  <p:cNvPr id="968" name="Freeform: Shape 967">
                    <a:extLst>
                      <a:ext uri="{FF2B5EF4-FFF2-40B4-BE49-F238E27FC236}">
                        <a16:creationId xmlns:a16="http://schemas.microsoft.com/office/drawing/2014/main" id="{A5DC97E1-799E-0C35-C4A9-816E68992281}"/>
                      </a:ext>
                    </a:extLst>
                  </p:cNvPr>
                  <p:cNvSpPr/>
                  <p:nvPr/>
                </p:nvSpPr>
                <p:spPr>
                  <a:xfrm>
                    <a:off x="2673077" y="4713923"/>
                    <a:ext cx="417856" cy="348929"/>
                  </a:xfrm>
                  <a:custGeom>
                    <a:avLst/>
                    <a:gdLst>
                      <a:gd name="connsiteX0" fmla="*/ 24979 w 417856"/>
                      <a:gd name="connsiteY0" fmla="*/ 33782 h 348929"/>
                      <a:gd name="connsiteX1" fmla="*/ 13312 w 417856"/>
                      <a:gd name="connsiteY1" fmla="*/ 129371 h 348929"/>
                      <a:gd name="connsiteX2" fmla="*/ 103758 w 417856"/>
                      <a:gd name="connsiteY2" fmla="*/ 176526 h 348929"/>
                      <a:gd name="connsiteX3" fmla="*/ 82134 w 417856"/>
                      <a:gd name="connsiteY3" fmla="*/ 130645 h 348929"/>
                      <a:gd name="connsiteX4" fmla="*/ 173820 w 417856"/>
                      <a:gd name="connsiteY4" fmla="*/ 176764 h 348929"/>
                      <a:gd name="connsiteX5" fmla="*/ 194209 w 417856"/>
                      <a:gd name="connsiteY5" fmla="*/ 157411 h 348929"/>
                      <a:gd name="connsiteX6" fmla="*/ 223605 w 417856"/>
                      <a:gd name="connsiteY6" fmla="*/ 170158 h 348929"/>
                      <a:gd name="connsiteX7" fmla="*/ 256740 w 417856"/>
                      <a:gd name="connsiteY7" fmla="*/ 223687 h 348929"/>
                      <a:gd name="connsiteX8" fmla="*/ 256740 w 417856"/>
                      <a:gd name="connsiteY8" fmla="*/ 263195 h 348929"/>
                      <a:gd name="connsiteX9" fmla="*/ 263811 w 417856"/>
                      <a:gd name="connsiteY9" fmla="*/ 274663 h 348929"/>
                      <a:gd name="connsiteX10" fmla="*/ 306138 w 417856"/>
                      <a:gd name="connsiteY10" fmla="*/ 348793 h 348929"/>
                      <a:gd name="connsiteX11" fmla="*/ 372718 w 417856"/>
                      <a:gd name="connsiteY11" fmla="*/ 249175 h 348929"/>
                      <a:gd name="connsiteX12" fmla="*/ 391833 w 417856"/>
                      <a:gd name="connsiteY12" fmla="*/ 134471 h 348929"/>
                      <a:gd name="connsiteX13" fmla="*/ 410953 w 417856"/>
                      <a:gd name="connsiteY13" fmla="*/ 153586 h 348929"/>
                      <a:gd name="connsiteX14" fmla="*/ 398206 w 417856"/>
                      <a:gd name="connsiteY14" fmla="*/ 87311 h 348929"/>
                      <a:gd name="connsiteX15" fmla="*/ 212718 w 417856"/>
                      <a:gd name="connsiteY15" fmla="*/ 4468 h 348929"/>
                      <a:gd name="connsiteX16" fmla="*/ 24979 w 417856"/>
                      <a:gd name="connsiteY16" fmla="*/ 33782 h 34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7856" h="348929">
                        <a:moveTo>
                          <a:pt x="24979" y="33782"/>
                        </a:moveTo>
                        <a:cubicBezTo>
                          <a:pt x="24979" y="33782"/>
                          <a:pt x="-22370" y="75843"/>
                          <a:pt x="13312" y="129371"/>
                        </a:cubicBezTo>
                        <a:cubicBezTo>
                          <a:pt x="48999" y="182900"/>
                          <a:pt x="103758" y="176526"/>
                          <a:pt x="103758" y="176526"/>
                        </a:cubicBezTo>
                        <a:cubicBezTo>
                          <a:pt x="103758" y="176526"/>
                          <a:pt x="64293" y="121724"/>
                          <a:pt x="82134" y="130645"/>
                        </a:cubicBezTo>
                        <a:cubicBezTo>
                          <a:pt x="99976" y="139565"/>
                          <a:pt x="146976" y="180822"/>
                          <a:pt x="173820" y="176764"/>
                        </a:cubicBezTo>
                        <a:cubicBezTo>
                          <a:pt x="200664" y="172705"/>
                          <a:pt x="194209" y="157411"/>
                          <a:pt x="194209" y="157411"/>
                        </a:cubicBezTo>
                        <a:cubicBezTo>
                          <a:pt x="194209" y="157411"/>
                          <a:pt x="209590" y="170158"/>
                          <a:pt x="223605" y="170158"/>
                        </a:cubicBezTo>
                        <a:cubicBezTo>
                          <a:pt x="237625" y="170158"/>
                          <a:pt x="256740" y="204567"/>
                          <a:pt x="256740" y="223687"/>
                        </a:cubicBezTo>
                        <a:cubicBezTo>
                          <a:pt x="256740" y="242806"/>
                          <a:pt x="256740" y="263195"/>
                          <a:pt x="256740" y="263195"/>
                        </a:cubicBezTo>
                        <a:lnTo>
                          <a:pt x="263811" y="274663"/>
                        </a:lnTo>
                        <a:cubicBezTo>
                          <a:pt x="263811" y="274663"/>
                          <a:pt x="279376" y="352614"/>
                          <a:pt x="306138" y="348793"/>
                        </a:cubicBezTo>
                        <a:cubicBezTo>
                          <a:pt x="306138" y="348793"/>
                          <a:pt x="344678" y="326608"/>
                          <a:pt x="372718" y="249175"/>
                        </a:cubicBezTo>
                        <a:cubicBezTo>
                          <a:pt x="384777" y="215880"/>
                          <a:pt x="391833" y="134471"/>
                          <a:pt x="391833" y="134471"/>
                        </a:cubicBezTo>
                        <a:cubicBezTo>
                          <a:pt x="391833" y="134471"/>
                          <a:pt x="395659" y="154864"/>
                          <a:pt x="410953" y="153586"/>
                        </a:cubicBezTo>
                        <a:cubicBezTo>
                          <a:pt x="426247" y="152312"/>
                          <a:pt x="413500" y="106430"/>
                          <a:pt x="398206" y="87311"/>
                        </a:cubicBezTo>
                        <a:cubicBezTo>
                          <a:pt x="382912" y="68191"/>
                          <a:pt x="333108" y="23588"/>
                          <a:pt x="212718" y="4468"/>
                        </a:cubicBezTo>
                        <a:cubicBezTo>
                          <a:pt x="92329" y="-14652"/>
                          <a:pt x="24979" y="33782"/>
                          <a:pt x="24979" y="33782"/>
                        </a:cubicBezTo>
                        <a:close/>
                      </a:path>
                    </a:pathLst>
                  </a:custGeom>
                  <a:solidFill>
                    <a:srgbClr val="2D2929"/>
                  </a:solidFill>
                  <a:ln w="4839" cap="flat">
                    <a:noFill/>
                    <a:prstDash val="solid"/>
                    <a:miter/>
                  </a:ln>
                </p:spPr>
                <p:txBody>
                  <a:bodyPr rtlCol="0" anchor="ctr"/>
                  <a:lstStyle/>
                  <a:p>
                    <a:endParaRPr lang="vi-VN"/>
                  </a:p>
                </p:txBody>
              </p:sp>
              <p:sp>
                <p:nvSpPr>
                  <p:cNvPr id="969" name="Freeform: Shape 968">
                    <a:extLst>
                      <a:ext uri="{FF2B5EF4-FFF2-40B4-BE49-F238E27FC236}">
                        <a16:creationId xmlns:a16="http://schemas.microsoft.com/office/drawing/2014/main" id="{5AC427FA-C7A3-798C-CA0B-045273C661C2}"/>
                      </a:ext>
                    </a:extLst>
                  </p:cNvPr>
                  <p:cNvSpPr/>
                  <p:nvPr/>
                </p:nvSpPr>
                <p:spPr>
                  <a:xfrm>
                    <a:off x="2922079" y="4954991"/>
                    <a:ext cx="79927" cy="79927"/>
                  </a:xfrm>
                  <a:custGeom>
                    <a:avLst/>
                    <a:gdLst>
                      <a:gd name="connsiteX0" fmla="*/ 79927 w 79927"/>
                      <a:gd name="connsiteY0" fmla="*/ 39964 h 79927"/>
                      <a:gd name="connsiteX1" fmla="*/ 39963 w 79927"/>
                      <a:gd name="connsiteY1" fmla="*/ 79927 h 79927"/>
                      <a:gd name="connsiteX2" fmla="*/ 0 w 79927"/>
                      <a:gd name="connsiteY2" fmla="*/ 39964 h 79927"/>
                      <a:gd name="connsiteX3" fmla="*/ 39963 w 79927"/>
                      <a:gd name="connsiteY3" fmla="*/ 0 h 79927"/>
                      <a:gd name="connsiteX4" fmla="*/ 79927 w 79927"/>
                      <a:gd name="connsiteY4" fmla="*/ 39964 h 79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27" h="79927">
                        <a:moveTo>
                          <a:pt x="79927" y="39964"/>
                        </a:moveTo>
                        <a:cubicBezTo>
                          <a:pt x="79927" y="62035"/>
                          <a:pt x="62035" y="79927"/>
                          <a:pt x="39963" y="79927"/>
                        </a:cubicBezTo>
                        <a:cubicBezTo>
                          <a:pt x="17892" y="79927"/>
                          <a:pt x="0" y="62035"/>
                          <a:pt x="0" y="39964"/>
                        </a:cubicBezTo>
                        <a:cubicBezTo>
                          <a:pt x="0" y="17892"/>
                          <a:pt x="17892" y="0"/>
                          <a:pt x="39963" y="0"/>
                        </a:cubicBezTo>
                        <a:cubicBezTo>
                          <a:pt x="62035" y="0"/>
                          <a:pt x="79927" y="17892"/>
                          <a:pt x="79927" y="39964"/>
                        </a:cubicBezTo>
                        <a:close/>
                      </a:path>
                    </a:pathLst>
                  </a:custGeom>
                  <a:solidFill>
                    <a:srgbClr val="EEA786"/>
                  </a:solidFill>
                  <a:ln w="4839" cap="flat">
                    <a:noFill/>
                    <a:prstDash val="solid"/>
                    <a:miter/>
                  </a:ln>
                </p:spPr>
                <p:txBody>
                  <a:bodyPr rtlCol="0" anchor="ctr"/>
                  <a:lstStyle/>
                  <a:p>
                    <a:endParaRPr lang="vi-VN"/>
                  </a:p>
                </p:txBody>
              </p:sp>
              <p:grpSp>
                <p:nvGrpSpPr>
                  <p:cNvPr id="970" name="Graphic 1991">
                    <a:extLst>
                      <a:ext uri="{FF2B5EF4-FFF2-40B4-BE49-F238E27FC236}">
                        <a16:creationId xmlns:a16="http://schemas.microsoft.com/office/drawing/2014/main" id="{AAC2A158-1004-F36B-A052-5DCB8332A95A}"/>
                      </a:ext>
                    </a:extLst>
                  </p:cNvPr>
                  <p:cNvGrpSpPr/>
                  <p:nvPr/>
                </p:nvGrpSpPr>
                <p:grpSpPr>
                  <a:xfrm>
                    <a:off x="2729501" y="4713925"/>
                    <a:ext cx="361437" cy="153640"/>
                    <a:chOff x="2729501" y="4713925"/>
                    <a:chExt cx="361437" cy="153640"/>
                  </a:xfrm>
                  <a:solidFill>
                    <a:srgbClr val="635B5B"/>
                  </a:solidFill>
                </p:grpSpPr>
                <p:sp>
                  <p:nvSpPr>
                    <p:cNvPr id="989" name="Freeform: Shape 988">
                      <a:extLst>
                        <a:ext uri="{FF2B5EF4-FFF2-40B4-BE49-F238E27FC236}">
                          <a16:creationId xmlns:a16="http://schemas.microsoft.com/office/drawing/2014/main" id="{F2537A0B-07BD-21E2-4D65-BA8A7C602632}"/>
                        </a:ext>
                      </a:extLst>
                    </p:cNvPr>
                    <p:cNvSpPr/>
                    <p:nvPr/>
                  </p:nvSpPr>
                  <p:spPr>
                    <a:xfrm>
                      <a:off x="3026864" y="4832954"/>
                      <a:ext cx="5128" cy="111"/>
                    </a:xfrm>
                    <a:custGeom>
                      <a:avLst/>
                      <a:gdLst>
                        <a:gd name="connsiteX0" fmla="*/ 0 w 5128"/>
                        <a:gd name="connsiteY0" fmla="*/ 92 h 111"/>
                        <a:gd name="connsiteX1" fmla="*/ 5129 w 5128"/>
                        <a:gd name="connsiteY1" fmla="*/ 25 h 111"/>
                        <a:gd name="connsiteX2" fmla="*/ 0 w 5128"/>
                        <a:gd name="connsiteY2" fmla="*/ 92 h 111"/>
                      </a:gdLst>
                      <a:ahLst/>
                      <a:cxnLst>
                        <a:cxn ang="0">
                          <a:pos x="connsiteX0" y="connsiteY0"/>
                        </a:cxn>
                        <a:cxn ang="0">
                          <a:pos x="connsiteX1" y="connsiteY1"/>
                        </a:cxn>
                        <a:cxn ang="0">
                          <a:pos x="connsiteX2" y="connsiteY2"/>
                        </a:cxn>
                      </a:cxnLst>
                      <a:rect l="l" t="t" r="r" b="b"/>
                      <a:pathLst>
                        <a:path w="5128" h="111">
                          <a:moveTo>
                            <a:pt x="0" y="92"/>
                          </a:moveTo>
                          <a:cubicBezTo>
                            <a:pt x="0" y="92"/>
                            <a:pt x="2092" y="165"/>
                            <a:pt x="5129" y="25"/>
                          </a:cubicBezTo>
                          <a:cubicBezTo>
                            <a:pt x="2005" y="-58"/>
                            <a:pt x="0" y="92"/>
                            <a:pt x="0" y="92"/>
                          </a:cubicBezTo>
                          <a:close/>
                        </a:path>
                      </a:pathLst>
                    </a:custGeom>
                    <a:solidFill>
                      <a:srgbClr val="635B5B"/>
                    </a:solidFill>
                    <a:ln w="4839" cap="flat">
                      <a:noFill/>
                      <a:prstDash val="solid"/>
                      <a:miter/>
                    </a:ln>
                  </p:spPr>
                  <p:txBody>
                    <a:bodyPr rtlCol="0" anchor="ctr"/>
                    <a:lstStyle/>
                    <a:p>
                      <a:endParaRPr lang="vi-VN"/>
                    </a:p>
                  </p:txBody>
                </p:sp>
                <p:sp>
                  <p:nvSpPr>
                    <p:cNvPr id="990" name="Freeform: Shape 989">
                      <a:extLst>
                        <a:ext uri="{FF2B5EF4-FFF2-40B4-BE49-F238E27FC236}">
                          <a16:creationId xmlns:a16="http://schemas.microsoft.com/office/drawing/2014/main" id="{695F4AB1-3A03-50CD-75F4-2C67CC03242A}"/>
                        </a:ext>
                      </a:extLst>
                    </p:cNvPr>
                    <p:cNvSpPr/>
                    <p:nvPr/>
                  </p:nvSpPr>
                  <p:spPr>
                    <a:xfrm>
                      <a:off x="2729501" y="4713925"/>
                      <a:ext cx="361437" cy="153640"/>
                    </a:xfrm>
                    <a:custGeom>
                      <a:avLst/>
                      <a:gdLst>
                        <a:gd name="connsiteX0" fmla="*/ 156300 w 361437"/>
                        <a:gd name="connsiteY0" fmla="*/ 4466 h 153640"/>
                        <a:gd name="connsiteX1" fmla="*/ 0 w 361437"/>
                        <a:gd name="connsiteY1" fmla="*/ 17954 h 153640"/>
                        <a:gd name="connsiteX2" fmla="*/ 0 w 361437"/>
                        <a:gd name="connsiteY2" fmla="*/ 17954 h 153640"/>
                        <a:gd name="connsiteX3" fmla="*/ 263991 w 361437"/>
                        <a:gd name="connsiteY3" fmla="*/ 58673 h 153640"/>
                        <a:gd name="connsiteX4" fmla="*/ 302492 w 361437"/>
                        <a:gd name="connsiteY4" fmla="*/ 119054 h 153640"/>
                        <a:gd name="connsiteX5" fmla="*/ 339114 w 361437"/>
                        <a:gd name="connsiteY5" fmla="*/ 144266 h 153640"/>
                        <a:gd name="connsiteX6" fmla="*/ 354534 w 361437"/>
                        <a:gd name="connsiteY6" fmla="*/ 153584 h 153640"/>
                        <a:gd name="connsiteX7" fmla="*/ 341788 w 361437"/>
                        <a:gd name="connsiteY7" fmla="*/ 87309 h 153640"/>
                        <a:gd name="connsiteX8" fmla="*/ 156300 w 361437"/>
                        <a:gd name="connsiteY8" fmla="*/ 4466 h 15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437" h="153640">
                          <a:moveTo>
                            <a:pt x="156300" y="4466"/>
                          </a:moveTo>
                          <a:cubicBezTo>
                            <a:pt x="84068" y="-7002"/>
                            <a:pt x="30956" y="5842"/>
                            <a:pt x="0" y="17954"/>
                          </a:cubicBezTo>
                          <a:lnTo>
                            <a:pt x="0" y="17954"/>
                          </a:lnTo>
                          <a:cubicBezTo>
                            <a:pt x="0" y="17954"/>
                            <a:pt x="149432" y="-4614"/>
                            <a:pt x="263991" y="58673"/>
                          </a:cubicBezTo>
                          <a:cubicBezTo>
                            <a:pt x="360176" y="111809"/>
                            <a:pt x="318377" y="118328"/>
                            <a:pt x="302492" y="119054"/>
                          </a:cubicBezTo>
                          <a:cubicBezTo>
                            <a:pt x="313210" y="119345"/>
                            <a:pt x="337182" y="122449"/>
                            <a:pt x="339114" y="144266"/>
                          </a:cubicBezTo>
                          <a:cubicBezTo>
                            <a:pt x="341967" y="149288"/>
                            <a:pt x="346766" y="154228"/>
                            <a:pt x="354534" y="153584"/>
                          </a:cubicBezTo>
                          <a:cubicBezTo>
                            <a:pt x="369828" y="152310"/>
                            <a:pt x="357081" y="106429"/>
                            <a:pt x="341788" y="87309"/>
                          </a:cubicBezTo>
                          <a:cubicBezTo>
                            <a:pt x="326494" y="68194"/>
                            <a:pt x="276689" y="23586"/>
                            <a:pt x="156300" y="4466"/>
                          </a:cubicBezTo>
                          <a:close/>
                        </a:path>
                      </a:pathLst>
                    </a:custGeom>
                    <a:solidFill>
                      <a:srgbClr val="635B5B"/>
                    </a:solidFill>
                    <a:ln w="4839" cap="flat">
                      <a:noFill/>
                      <a:prstDash val="solid"/>
                      <a:miter/>
                    </a:ln>
                  </p:spPr>
                  <p:txBody>
                    <a:bodyPr rtlCol="0" anchor="ctr"/>
                    <a:lstStyle/>
                    <a:p>
                      <a:endParaRPr lang="vi-VN"/>
                    </a:p>
                  </p:txBody>
                </p:sp>
              </p:grpSp>
              <p:grpSp>
                <p:nvGrpSpPr>
                  <p:cNvPr id="971" name="Graphic 1991">
                    <a:extLst>
                      <a:ext uri="{FF2B5EF4-FFF2-40B4-BE49-F238E27FC236}">
                        <a16:creationId xmlns:a16="http://schemas.microsoft.com/office/drawing/2014/main" id="{435E0F46-4601-0EF1-23E9-DCCE30C18A83}"/>
                      </a:ext>
                    </a:extLst>
                  </p:cNvPr>
                  <p:cNvGrpSpPr/>
                  <p:nvPr/>
                </p:nvGrpSpPr>
                <p:grpSpPr>
                  <a:xfrm>
                    <a:off x="2869712" y="5124305"/>
                    <a:ext cx="372645" cy="825137"/>
                    <a:chOff x="2869712" y="5124305"/>
                    <a:chExt cx="372645" cy="825137"/>
                  </a:xfrm>
                </p:grpSpPr>
                <p:sp>
                  <p:nvSpPr>
                    <p:cNvPr id="985" name="Freeform: Shape 984">
                      <a:extLst>
                        <a:ext uri="{FF2B5EF4-FFF2-40B4-BE49-F238E27FC236}">
                          <a16:creationId xmlns:a16="http://schemas.microsoft.com/office/drawing/2014/main" id="{612F550F-3B78-216B-CDBC-22EA771306D2}"/>
                        </a:ext>
                      </a:extLst>
                    </p:cNvPr>
                    <p:cNvSpPr/>
                    <p:nvPr/>
                  </p:nvSpPr>
                  <p:spPr>
                    <a:xfrm>
                      <a:off x="2872539" y="5151412"/>
                      <a:ext cx="369817" cy="798019"/>
                    </a:xfrm>
                    <a:custGeom>
                      <a:avLst/>
                      <a:gdLst>
                        <a:gd name="connsiteX0" fmla="*/ 177833 w 369817"/>
                        <a:gd name="connsiteY0" fmla="*/ 171 h 798019"/>
                        <a:gd name="connsiteX1" fmla="*/ 313109 w 369817"/>
                        <a:gd name="connsiteY1" fmla="*/ 73720 h 798019"/>
                        <a:gd name="connsiteX2" fmla="*/ 369771 w 369817"/>
                        <a:gd name="connsiteY2" fmla="*/ 338559 h 798019"/>
                        <a:gd name="connsiteX3" fmla="*/ 321730 w 369817"/>
                        <a:gd name="connsiteY3" fmla="*/ 754908 h 798019"/>
                        <a:gd name="connsiteX4" fmla="*/ 287239 w 369817"/>
                        <a:gd name="connsiteY4" fmla="*/ 798019 h 798019"/>
                        <a:gd name="connsiteX5" fmla="*/ 38415 w 369817"/>
                        <a:gd name="connsiteY5" fmla="*/ 730718 h 798019"/>
                        <a:gd name="connsiteX6" fmla="*/ 46527 w 369817"/>
                        <a:gd name="connsiteY6" fmla="*/ 509775 h 798019"/>
                        <a:gd name="connsiteX7" fmla="*/ 3174 w 369817"/>
                        <a:gd name="connsiteY7" fmla="*/ 270807 h 798019"/>
                        <a:gd name="connsiteX8" fmla="*/ 125878 w 369817"/>
                        <a:gd name="connsiteY8" fmla="*/ 14588 h 798019"/>
                        <a:gd name="connsiteX9" fmla="*/ 177833 w 369817"/>
                        <a:gd name="connsiteY9" fmla="*/ 171 h 79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9817" h="798019">
                          <a:moveTo>
                            <a:pt x="177833" y="171"/>
                          </a:moveTo>
                          <a:cubicBezTo>
                            <a:pt x="177833" y="171"/>
                            <a:pt x="278618" y="40464"/>
                            <a:pt x="313109" y="73720"/>
                          </a:cubicBezTo>
                          <a:cubicBezTo>
                            <a:pt x="347601" y="106977"/>
                            <a:pt x="371006" y="273272"/>
                            <a:pt x="369771" y="338559"/>
                          </a:cubicBezTo>
                          <a:cubicBezTo>
                            <a:pt x="368541" y="403846"/>
                            <a:pt x="331585" y="732737"/>
                            <a:pt x="321730" y="754908"/>
                          </a:cubicBezTo>
                          <a:cubicBezTo>
                            <a:pt x="311874" y="777079"/>
                            <a:pt x="287239" y="798019"/>
                            <a:pt x="287239" y="798019"/>
                          </a:cubicBezTo>
                          <a:lnTo>
                            <a:pt x="38415" y="730718"/>
                          </a:lnTo>
                          <a:cubicBezTo>
                            <a:pt x="38415" y="730718"/>
                            <a:pt x="73115" y="623103"/>
                            <a:pt x="46527" y="509775"/>
                          </a:cubicBezTo>
                          <a:cubicBezTo>
                            <a:pt x="19940" y="396451"/>
                            <a:pt x="-9897" y="318844"/>
                            <a:pt x="3174" y="270807"/>
                          </a:cubicBezTo>
                          <a:cubicBezTo>
                            <a:pt x="16245" y="222765"/>
                            <a:pt x="103702" y="31834"/>
                            <a:pt x="125878" y="14588"/>
                          </a:cubicBezTo>
                          <a:cubicBezTo>
                            <a:pt x="148049" y="-2647"/>
                            <a:pt x="177833" y="171"/>
                            <a:pt x="177833" y="171"/>
                          </a:cubicBezTo>
                          <a:close/>
                        </a:path>
                      </a:pathLst>
                    </a:custGeom>
                    <a:solidFill>
                      <a:srgbClr val="52A1C1"/>
                    </a:solidFill>
                    <a:ln w="4839" cap="flat">
                      <a:noFill/>
                      <a:prstDash val="solid"/>
                      <a:miter/>
                    </a:ln>
                  </p:spPr>
                  <p:txBody>
                    <a:bodyPr rtlCol="0" anchor="ctr"/>
                    <a:lstStyle/>
                    <a:p>
                      <a:endParaRPr lang="vi-VN"/>
                    </a:p>
                  </p:txBody>
                </p:sp>
                <p:sp>
                  <p:nvSpPr>
                    <p:cNvPr id="986" name="Freeform: Shape 985">
                      <a:extLst>
                        <a:ext uri="{FF2B5EF4-FFF2-40B4-BE49-F238E27FC236}">
                          <a16:creationId xmlns:a16="http://schemas.microsoft.com/office/drawing/2014/main" id="{0D55320F-7097-0367-904D-806B2AA4C5B4}"/>
                        </a:ext>
                      </a:extLst>
                    </p:cNvPr>
                    <p:cNvSpPr/>
                    <p:nvPr/>
                  </p:nvSpPr>
                  <p:spPr>
                    <a:xfrm>
                      <a:off x="2872539" y="5341406"/>
                      <a:ext cx="339144" cy="608035"/>
                    </a:xfrm>
                    <a:custGeom>
                      <a:avLst/>
                      <a:gdLst>
                        <a:gd name="connsiteX0" fmla="*/ 261378 w 339144"/>
                        <a:gd name="connsiteY0" fmla="*/ 413743 h 608035"/>
                        <a:gd name="connsiteX1" fmla="*/ 67468 w 339144"/>
                        <a:gd name="connsiteY1" fmla="*/ 251685 h 608035"/>
                        <a:gd name="connsiteX2" fmla="*/ 49535 w 339144"/>
                        <a:gd name="connsiteY2" fmla="*/ 0 h 608035"/>
                        <a:gd name="connsiteX3" fmla="*/ 19557 w 339144"/>
                        <a:gd name="connsiteY3" fmla="*/ 35566 h 608035"/>
                        <a:gd name="connsiteX4" fmla="*/ 3174 w 339144"/>
                        <a:gd name="connsiteY4" fmla="*/ 80818 h 608035"/>
                        <a:gd name="connsiteX5" fmla="*/ 46527 w 339144"/>
                        <a:gd name="connsiteY5" fmla="*/ 319791 h 608035"/>
                        <a:gd name="connsiteX6" fmla="*/ 38415 w 339144"/>
                        <a:gd name="connsiteY6" fmla="*/ 540734 h 608035"/>
                        <a:gd name="connsiteX7" fmla="*/ 287239 w 339144"/>
                        <a:gd name="connsiteY7" fmla="*/ 608036 h 608035"/>
                        <a:gd name="connsiteX8" fmla="*/ 321730 w 339144"/>
                        <a:gd name="connsiteY8" fmla="*/ 564924 h 608035"/>
                        <a:gd name="connsiteX9" fmla="*/ 339145 w 339144"/>
                        <a:gd name="connsiteY9" fmla="*/ 454913 h 608035"/>
                        <a:gd name="connsiteX10" fmla="*/ 261378 w 339144"/>
                        <a:gd name="connsiteY10" fmla="*/ 413743 h 608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9144" h="608035">
                          <a:moveTo>
                            <a:pt x="261378" y="413743"/>
                          </a:moveTo>
                          <a:cubicBezTo>
                            <a:pt x="261378" y="413743"/>
                            <a:pt x="131617" y="358166"/>
                            <a:pt x="67468" y="251685"/>
                          </a:cubicBezTo>
                          <a:cubicBezTo>
                            <a:pt x="3319" y="145205"/>
                            <a:pt x="49535" y="0"/>
                            <a:pt x="49535" y="0"/>
                          </a:cubicBezTo>
                          <a:lnTo>
                            <a:pt x="19557" y="35566"/>
                          </a:lnTo>
                          <a:cubicBezTo>
                            <a:pt x="11746" y="54880"/>
                            <a:pt x="5871" y="70900"/>
                            <a:pt x="3174" y="80818"/>
                          </a:cubicBezTo>
                          <a:cubicBezTo>
                            <a:pt x="-9897" y="128860"/>
                            <a:pt x="19940" y="206462"/>
                            <a:pt x="46527" y="319791"/>
                          </a:cubicBezTo>
                          <a:cubicBezTo>
                            <a:pt x="73115" y="433115"/>
                            <a:pt x="38415" y="540734"/>
                            <a:pt x="38415" y="540734"/>
                          </a:cubicBezTo>
                          <a:lnTo>
                            <a:pt x="287239" y="608036"/>
                          </a:lnTo>
                          <a:cubicBezTo>
                            <a:pt x="287239" y="608036"/>
                            <a:pt x="311874" y="587095"/>
                            <a:pt x="321730" y="564924"/>
                          </a:cubicBezTo>
                          <a:cubicBezTo>
                            <a:pt x="325149" y="557233"/>
                            <a:pt x="331827" y="512616"/>
                            <a:pt x="339145" y="454913"/>
                          </a:cubicBezTo>
                          <a:cubicBezTo>
                            <a:pt x="303099" y="435284"/>
                            <a:pt x="261378" y="413743"/>
                            <a:pt x="261378" y="413743"/>
                          </a:cubicBezTo>
                          <a:close/>
                        </a:path>
                      </a:pathLst>
                    </a:custGeom>
                    <a:solidFill>
                      <a:srgbClr val="3888A0"/>
                    </a:solidFill>
                    <a:ln w="4839" cap="flat">
                      <a:noFill/>
                      <a:prstDash val="solid"/>
                      <a:miter/>
                    </a:ln>
                  </p:spPr>
                  <p:txBody>
                    <a:bodyPr rtlCol="0" anchor="ctr"/>
                    <a:lstStyle/>
                    <a:p>
                      <a:endParaRPr lang="vi-VN"/>
                    </a:p>
                  </p:txBody>
                </p:sp>
                <p:sp>
                  <p:nvSpPr>
                    <p:cNvPr id="987" name="Freeform: Shape 986">
                      <a:extLst>
                        <a:ext uri="{FF2B5EF4-FFF2-40B4-BE49-F238E27FC236}">
                          <a16:creationId xmlns:a16="http://schemas.microsoft.com/office/drawing/2014/main" id="{41BCD5E8-3BB9-655E-D979-207E4B87FD58}"/>
                        </a:ext>
                      </a:extLst>
                    </p:cNvPr>
                    <p:cNvSpPr/>
                    <p:nvPr/>
                  </p:nvSpPr>
                  <p:spPr>
                    <a:xfrm>
                      <a:off x="2869712" y="5124305"/>
                      <a:ext cx="180662" cy="334251"/>
                    </a:xfrm>
                    <a:custGeom>
                      <a:avLst/>
                      <a:gdLst>
                        <a:gd name="connsiteX0" fmla="*/ 169139 w 180662"/>
                        <a:gd name="connsiteY0" fmla="*/ 15637 h 334251"/>
                        <a:gd name="connsiteX1" fmla="*/ 147181 w 180662"/>
                        <a:gd name="connsiteY1" fmla="*/ 2808 h 334251"/>
                        <a:gd name="connsiteX2" fmla="*/ 122424 w 180662"/>
                        <a:gd name="connsiteY2" fmla="*/ 5932 h 334251"/>
                        <a:gd name="connsiteX3" fmla="*/ 42478 w 180662"/>
                        <a:gd name="connsiteY3" fmla="*/ 88508 h 334251"/>
                        <a:gd name="connsiteX4" fmla="*/ 14147 w 180662"/>
                        <a:gd name="connsiteY4" fmla="*/ 158720 h 334251"/>
                        <a:gd name="connsiteX5" fmla="*/ 31392 w 180662"/>
                        <a:gd name="connsiteY5" fmla="*/ 180891 h 334251"/>
                        <a:gd name="connsiteX6" fmla="*/ 12916 w 180662"/>
                        <a:gd name="connsiteY6" fmla="*/ 236323 h 334251"/>
                        <a:gd name="connsiteX7" fmla="*/ 1918 w 180662"/>
                        <a:gd name="connsiteY7" fmla="*/ 334251 h 334251"/>
                        <a:gd name="connsiteX8" fmla="*/ 36317 w 180662"/>
                        <a:gd name="connsiteY8" fmla="*/ 247408 h 334251"/>
                        <a:gd name="connsiteX9" fmla="*/ 76969 w 180662"/>
                        <a:gd name="connsiteY9" fmla="*/ 159950 h 334251"/>
                        <a:gd name="connsiteX10" fmla="*/ 105300 w 180662"/>
                        <a:gd name="connsiteY10" fmla="*/ 194441 h 334251"/>
                        <a:gd name="connsiteX11" fmla="*/ 139791 w 180662"/>
                        <a:gd name="connsiteY11" fmla="*/ 130389 h 334251"/>
                        <a:gd name="connsiteX12" fmla="*/ 177745 w 180662"/>
                        <a:gd name="connsiteY12" fmla="*/ 46951 h 334251"/>
                        <a:gd name="connsiteX13" fmla="*/ 169139 w 180662"/>
                        <a:gd name="connsiteY13" fmla="*/ 15637 h 33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662" h="334251">
                          <a:moveTo>
                            <a:pt x="169139" y="15637"/>
                          </a:moveTo>
                          <a:lnTo>
                            <a:pt x="147181" y="2808"/>
                          </a:lnTo>
                          <a:cubicBezTo>
                            <a:pt x="139161" y="-1875"/>
                            <a:pt x="129020" y="-611"/>
                            <a:pt x="122424" y="5932"/>
                          </a:cubicBezTo>
                          <a:cubicBezTo>
                            <a:pt x="105900" y="22325"/>
                            <a:pt x="73583" y="54811"/>
                            <a:pt x="42478" y="88508"/>
                          </a:cubicBezTo>
                          <a:cubicBezTo>
                            <a:pt x="-1869" y="136549"/>
                            <a:pt x="1826" y="150100"/>
                            <a:pt x="14147" y="158720"/>
                          </a:cubicBezTo>
                          <a:cubicBezTo>
                            <a:pt x="26467" y="167345"/>
                            <a:pt x="31392" y="180891"/>
                            <a:pt x="31392" y="180891"/>
                          </a:cubicBezTo>
                          <a:cubicBezTo>
                            <a:pt x="31392" y="180891"/>
                            <a:pt x="25401" y="209498"/>
                            <a:pt x="12916" y="236323"/>
                          </a:cubicBezTo>
                          <a:cubicBezTo>
                            <a:pt x="-6794" y="278669"/>
                            <a:pt x="1918" y="334251"/>
                            <a:pt x="1918" y="334251"/>
                          </a:cubicBezTo>
                          <a:cubicBezTo>
                            <a:pt x="1918" y="334251"/>
                            <a:pt x="3342" y="278766"/>
                            <a:pt x="36317" y="247408"/>
                          </a:cubicBezTo>
                          <a:cubicBezTo>
                            <a:pt x="73889" y="211687"/>
                            <a:pt x="76969" y="159950"/>
                            <a:pt x="76969" y="159950"/>
                          </a:cubicBezTo>
                          <a:lnTo>
                            <a:pt x="105300" y="194441"/>
                          </a:lnTo>
                          <a:cubicBezTo>
                            <a:pt x="105300" y="194441"/>
                            <a:pt x="126240" y="174731"/>
                            <a:pt x="139791" y="130389"/>
                          </a:cubicBezTo>
                          <a:cubicBezTo>
                            <a:pt x="148430" y="102116"/>
                            <a:pt x="166083" y="67979"/>
                            <a:pt x="177745" y="46951"/>
                          </a:cubicBezTo>
                          <a:cubicBezTo>
                            <a:pt x="183871" y="35904"/>
                            <a:pt x="180045" y="22010"/>
                            <a:pt x="169139" y="15637"/>
                          </a:cubicBezTo>
                          <a:close/>
                        </a:path>
                      </a:pathLst>
                    </a:custGeom>
                    <a:solidFill>
                      <a:srgbClr val="4B69A3"/>
                    </a:solidFill>
                    <a:ln w="4839" cap="flat">
                      <a:noFill/>
                      <a:prstDash val="solid"/>
                      <a:miter/>
                    </a:ln>
                  </p:spPr>
                  <p:txBody>
                    <a:bodyPr rtlCol="0" anchor="ctr"/>
                    <a:lstStyle/>
                    <a:p>
                      <a:endParaRPr lang="vi-VN"/>
                    </a:p>
                  </p:txBody>
                </p:sp>
                <p:sp>
                  <p:nvSpPr>
                    <p:cNvPr id="988" name="Freeform: Shape 987">
                      <a:extLst>
                        <a:ext uri="{FF2B5EF4-FFF2-40B4-BE49-F238E27FC236}">
                          <a16:creationId xmlns:a16="http://schemas.microsoft.com/office/drawing/2014/main" id="{A35D7F49-6E09-DEAB-41AC-33EA0ED9CB23}"/>
                        </a:ext>
                      </a:extLst>
                    </p:cNvPr>
                    <p:cNvSpPr/>
                    <p:nvPr/>
                  </p:nvSpPr>
                  <p:spPr>
                    <a:xfrm>
                      <a:off x="2889355" y="5257817"/>
                      <a:ext cx="59428" cy="41543"/>
                    </a:xfrm>
                    <a:custGeom>
                      <a:avLst/>
                      <a:gdLst>
                        <a:gd name="connsiteX0" fmla="*/ 58870 w 59428"/>
                        <a:gd name="connsiteY0" fmla="*/ 26263 h 41543"/>
                        <a:gd name="connsiteX1" fmla="*/ 37862 w 59428"/>
                        <a:gd name="connsiteY1" fmla="*/ 13115 h 41543"/>
                        <a:gd name="connsiteX2" fmla="*/ 18490 w 59428"/>
                        <a:gd name="connsiteY2" fmla="*/ 2209 h 41543"/>
                        <a:gd name="connsiteX3" fmla="*/ 1017 w 59428"/>
                        <a:gd name="connsiteY3" fmla="*/ 3657 h 41543"/>
                        <a:gd name="connsiteX4" fmla="*/ 7255 w 59428"/>
                        <a:gd name="connsiteY4" fmla="*/ 20321 h 41543"/>
                        <a:gd name="connsiteX5" fmla="*/ 15933 w 59428"/>
                        <a:gd name="connsiteY5" fmla="*/ 30932 h 41543"/>
                        <a:gd name="connsiteX6" fmla="*/ 24563 w 59428"/>
                        <a:gd name="connsiteY6" fmla="*/ 41199 h 41543"/>
                        <a:gd name="connsiteX7" fmla="*/ 26462 w 59428"/>
                        <a:gd name="connsiteY7" fmla="*/ 39664 h 41543"/>
                        <a:gd name="connsiteX8" fmla="*/ 18088 w 59428"/>
                        <a:gd name="connsiteY8" fmla="*/ 29038 h 41543"/>
                        <a:gd name="connsiteX9" fmla="*/ 9686 w 59428"/>
                        <a:gd name="connsiteY9" fmla="*/ 18660 h 41543"/>
                        <a:gd name="connsiteX10" fmla="*/ 3027 w 59428"/>
                        <a:gd name="connsiteY10" fmla="*/ 7841 h 41543"/>
                        <a:gd name="connsiteX11" fmla="*/ 12296 w 59428"/>
                        <a:gd name="connsiteY11" fmla="*/ 3332 h 41543"/>
                        <a:gd name="connsiteX12" fmla="*/ 34772 w 59428"/>
                        <a:gd name="connsiteY12" fmla="*/ 14529 h 41543"/>
                        <a:gd name="connsiteX13" fmla="*/ 57214 w 59428"/>
                        <a:gd name="connsiteY13" fmla="*/ 28336 h 41543"/>
                        <a:gd name="connsiteX14" fmla="*/ 58870 w 59428"/>
                        <a:gd name="connsiteY14" fmla="*/ 26263 h 41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428" h="41543">
                          <a:moveTo>
                            <a:pt x="58870" y="26263"/>
                          </a:moveTo>
                          <a:cubicBezTo>
                            <a:pt x="51882" y="21856"/>
                            <a:pt x="44889" y="17464"/>
                            <a:pt x="37862" y="13115"/>
                          </a:cubicBezTo>
                          <a:cubicBezTo>
                            <a:pt x="31605" y="9240"/>
                            <a:pt x="25391" y="4867"/>
                            <a:pt x="18490" y="2209"/>
                          </a:cubicBezTo>
                          <a:cubicBezTo>
                            <a:pt x="13565" y="315"/>
                            <a:pt x="4281" y="-2232"/>
                            <a:pt x="1017" y="3657"/>
                          </a:cubicBezTo>
                          <a:cubicBezTo>
                            <a:pt x="-2417" y="9851"/>
                            <a:pt x="3652" y="15904"/>
                            <a:pt x="7255" y="20321"/>
                          </a:cubicBezTo>
                          <a:cubicBezTo>
                            <a:pt x="10141" y="23861"/>
                            <a:pt x="13018" y="27411"/>
                            <a:pt x="15933" y="30932"/>
                          </a:cubicBezTo>
                          <a:cubicBezTo>
                            <a:pt x="18771" y="34361"/>
                            <a:pt x="21473" y="37998"/>
                            <a:pt x="24563" y="41199"/>
                          </a:cubicBezTo>
                          <a:cubicBezTo>
                            <a:pt x="25527" y="42196"/>
                            <a:pt x="27236" y="40826"/>
                            <a:pt x="26462" y="39664"/>
                          </a:cubicBezTo>
                          <a:cubicBezTo>
                            <a:pt x="23968" y="35939"/>
                            <a:pt x="20887" y="32540"/>
                            <a:pt x="18088" y="29038"/>
                          </a:cubicBezTo>
                          <a:cubicBezTo>
                            <a:pt x="15304" y="25566"/>
                            <a:pt x="12490" y="22113"/>
                            <a:pt x="9686" y="18660"/>
                          </a:cubicBezTo>
                          <a:cubicBezTo>
                            <a:pt x="7235" y="15643"/>
                            <a:pt x="3206" y="12001"/>
                            <a:pt x="3027" y="7841"/>
                          </a:cubicBezTo>
                          <a:cubicBezTo>
                            <a:pt x="2799" y="2490"/>
                            <a:pt x="8490" y="2669"/>
                            <a:pt x="12296" y="3332"/>
                          </a:cubicBezTo>
                          <a:cubicBezTo>
                            <a:pt x="20558" y="4775"/>
                            <a:pt x="27798" y="10195"/>
                            <a:pt x="34772" y="14529"/>
                          </a:cubicBezTo>
                          <a:cubicBezTo>
                            <a:pt x="42235" y="19168"/>
                            <a:pt x="49717" y="23760"/>
                            <a:pt x="57214" y="28336"/>
                          </a:cubicBezTo>
                          <a:cubicBezTo>
                            <a:pt x="58643" y="29208"/>
                            <a:pt x="60323" y="27179"/>
                            <a:pt x="58870" y="26263"/>
                          </a:cubicBezTo>
                          <a:close/>
                        </a:path>
                      </a:pathLst>
                    </a:custGeom>
                    <a:solidFill>
                      <a:srgbClr val="21447C"/>
                    </a:solidFill>
                    <a:ln w="4839" cap="flat">
                      <a:noFill/>
                      <a:prstDash val="solid"/>
                      <a:miter/>
                    </a:ln>
                  </p:spPr>
                  <p:txBody>
                    <a:bodyPr rtlCol="0" anchor="ctr"/>
                    <a:lstStyle/>
                    <a:p>
                      <a:endParaRPr lang="vi-VN"/>
                    </a:p>
                  </p:txBody>
                </p:sp>
              </p:grpSp>
              <p:grpSp>
                <p:nvGrpSpPr>
                  <p:cNvPr id="972" name="Graphic 1991">
                    <a:extLst>
                      <a:ext uri="{FF2B5EF4-FFF2-40B4-BE49-F238E27FC236}">
                        <a16:creationId xmlns:a16="http://schemas.microsoft.com/office/drawing/2014/main" id="{F8417796-FFAB-54DF-F021-892231C58063}"/>
                      </a:ext>
                    </a:extLst>
                  </p:cNvPr>
                  <p:cNvGrpSpPr/>
                  <p:nvPr/>
                </p:nvGrpSpPr>
                <p:grpSpPr>
                  <a:xfrm>
                    <a:off x="2516436" y="5228006"/>
                    <a:ext cx="766821" cy="632933"/>
                    <a:chOff x="2516436" y="5228006"/>
                    <a:chExt cx="766821" cy="632933"/>
                  </a:xfrm>
                </p:grpSpPr>
                <p:grpSp>
                  <p:nvGrpSpPr>
                    <p:cNvPr id="973" name="Graphic 1991">
                      <a:extLst>
                        <a:ext uri="{FF2B5EF4-FFF2-40B4-BE49-F238E27FC236}">
                          <a16:creationId xmlns:a16="http://schemas.microsoft.com/office/drawing/2014/main" id="{3F8610F0-A8A4-561E-EDCE-4FA8190D8281}"/>
                        </a:ext>
                      </a:extLst>
                    </p:cNvPr>
                    <p:cNvGrpSpPr/>
                    <p:nvPr/>
                  </p:nvGrpSpPr>
                  <p:grpSpPr>
                    <a:xfrm>
                      <a:off x="2516436" y="5669595"/>
                      <a:ext cx="610796" cy="166948"/>
                      <a:chOff x="2516436" y="5669595"/>
                      <a:chExt cx="610796" cy="166948"/>
                    </a:xfrm>
                  </p:grpSpPr>
                  <p:sp>
                    <p:nvSpPr>
                      <p:cNvPr id="980" name="Freeform: Shape 979">
                        <a:extLst>
                          <a:ext uri="{FF2B5EF4-FFF2-40B4-BE49-F238E27FC236}">
                            <a16:creationId xmlns:a16="http://schemas.microsoft.com/office/drawing/2014/main" id="{3BDB9F72-4541-0CC5-1454-8F3B7DF51337}"/>
                          </a:ext>
                        </a:extLst>
                      </p:cNvPr>
                      <p:cNvSpPr/>
                      <p:nvPr/>
                    </p:nvSpPr>
                    <p:spPr>
                      <a:xfrm>
                        <a:off x="2516436" y="5669595"/>
                        <a:ext cx="610796" cy="166948"/>
                      </a:xfrm>
                      <a:custGeom>
                        <a:avLst/>
                        <a:gdLst>
                          <a:gd name="connsiteX0" fmla="*/ 581604 w 610796"/>
                          <a:gd name="connsiteY0" fmla="*/ 26810 h 166948"/>
                          <a:gd name="connsiteX1" fmla="*/ 348888 w 610796"/>
                          <a:gd name="connsiteY1" fmla="*/ 4925 h 166948"/>
                          <a:gd name="connsiteX2" fmla="*/ 175202 w 610796"/>
                          <a:gd name="connsiteY2" fmla="*/ 0 h 166948"/>
                          <a:gd name="connsiteX3" fmla="*/ 29848 w 610796"/>
                          <a:gd name="connsiteY3" fmla="*/ 44346 h 166948"/>
                          <a:gd name="connsiteX4" fmla="*/ 29848 w 610796"/>
                          <a:gd name="connsiteY4" fmla="*/ 64769 h 166948"/>
                          <a:gd name="connsiteX5" fmla="*/ 287 w 610796"/>
                          <a:gd name="connsiteY5" fmla="*/ 93618 h 166948"/>
                          <a:gd name="connsiteX6" fmla="*/ 109915 w 610796"/>
                          <a:gd name="connsiteY6" fmla="*/ 80068 h 166948"/>
                          <a:gd name="connsiteX7" fmla="*/ 34773 w 610796"/>
                          <a:gd name="connsiteY7" fmla="*/ 157670 h 166948"/>
                          <a:gd name="connsiteX8" fmla="*/ 82814 w 610796"/>
                          <a:gd name="connsiteY8" fmla="*/ 146585 h 166948"/>
                          <a:gd name="connsiteX9" fmla="*/ 71729 w 610796"/>
                          <a:gd name="connsiteY9" fmla="*/ 166295 h 166948"/>
                          <a:gd name="connsiteX10" fmla="*/ 178897 w 610796"/>
                          <a:gd name="connsiteY10" fmla="*/ 133034 h 166948"/>
                          <a:gd name="connsiteX11" fmla="*/ 318092 w 610796"/>
                          <a:gd name="connsiteY11" fmla="*/ 102238 h 166948"/>
                          <a:gd name="connsiteX12" fmla="*/ 546348 w 610796"/>
                          <a:gd name="connsiteY12" fmla="*/ 154275 h 166948"/>
                          <a:gd name="connsiteX13" fmla="*/ 607567 w 610796"/>
                          <a:gd name="connsiteY13" fmla="*/ 83472 h 166948"/>
                          <a:gd name="connsiteX14" fmla="*/ 581604 w 610796"/>
                          <a:gd name="connsiteY14" fmla="*/ 26810 h 166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0796" h="166948">
                            <a:moveTo>
                              <a:pt x="581604" y="26810"/>
                            </a:moveTo>
                            <a:cubicBezTo>
                              <a:pt x="581604" y="26810"/>
                              <a:pt x="353813" y="4925"/>
                              <a:pt x="348888" y="4925"/>
                            </a:cubicBezTo>
                            <a:cubicBezTo>
                              <a:pt x="343963" y="4925"/>
                              <a:pt x="175202" y="0"/>
                              <a:pt x="175202" y="0"/>
                            </a:cubicBezTo>
                            <a:cubicBezTo>
                              <a:pt x="175202" y="0"/>
                              <a:pt x="41795" y="33058"/>
                              <a:pt x="29848" y="44346"/>
                            </a:cubicBezTo>
                            <a:cubicBezTo>
                              <a:pt x="12665" y="60585"/>
                              <a:pt x="29848" y="64769"/>
                              <a:pt x="29848" y="64769"/>
                            </a:cubicBezTo>
                            <a:cubicBezTo>
                              <a:pt x="29848" y="64769"/>
                              <a:pt x="-3409" y="78833"/>
                              <a:pt x="287" y="93618"/>
                            </a:cubicBezTo>
                            <a:cubicBezTo>
                              <a:pt x="3982" y="108399"/>
                              <a:pt x="91440" y="75142"/>
                              <a:pt x="109915" y="80068"/>
                            </a:cubicBezTo>
                            <a:cubicBezTo>
                              <a:pt x="128391" y="84993"/>
                              <a:pt x="15067" y="131804"/>
                              <a:pt x="34773" y="157670"/>
                            </a:cubicBezTo>
                            <a:cubicBezTo>
                              <a:pt x="34773" y="157670"/>
                              <a:pt x="43398" y="162595"/>
                              <a:pt x="82814" y="146585"/>
                            </a:cubicBezTo>
                            <a:cubicBezTo>
                              <a:pt x="82814" y="146585"/>
                              <a:pt x="61874" y="160135"/>
                              <a:pt x="71729" y="166295"/>
                            </a:cubicBezTo>
                            <a:cubicBezTo>
                              <a:pt x="81584" y="172456"/>
                              <a:pt x="178897" y="133034"/>
                              <a:pt x="178897" y="133034"/>
                            </a:cubicBezTo>
                            <a:cubicBezTo>
                              <a:pt x="178897" y="133034"/>
                              <a:pt x="287296" y="131804"/>
                              <a:pt x="318092" y="102238"/>
                            </a:cubicBezTo>
                            <a:lnTo>
                              <a:pt x="546348" y="154275"/>
                            </a:lnTo>
                            <a:cubicBezTo>
                              <a:pt x="546348" y="154275"/>
                              <a:pt x="592781" y="125068"/>
                              <a:pt x="607567" y="83472"/>
                            </a:cubicBezTo>
                            <a:cubicBezTo>
                              <a:pt x="622347" y="41877"/>
                              <a:pt x="581604" y="26810"/>
                              <a:pt x="581604" y="26810"/>
                            </a:cubicBezTo>
                            <a:close/>
                          </a:path>
                        </a:pathLst>
                      </a:custGeom>
                      <a:solidFill>
                        <a:srgbClr val="EEA786"/>
                      </a:solidFill>
                      <a:ln w="4839" cap="flat">
                        <a:noFill/>
                        <a:prstDash val="solid"/>
                        <a:miter/>
                      </a:ln>
                    </p:spPr>
                    <p:txBody>
                      <a:bodyPr rtlCol="0" anchor="ctr"/>
                      <a:lstStyle/>
                      <a:p>
                        <a:endParaRPr lang="vi-VN"/>
                      </a:p>
                    </p:txBody>
                  </p:sp>
                  <p:sp>
                    <p:nvSpPr>
                      <p:cNvPr id="981" name="Freeform: Shape 980">
                        <a:extLst>
                          <a:ext uri="{FF2B5EF4-FFF2-40B4-BE49-F238E27FC236}">
                            <a16:creationId xmlns:a16="http://schemas.microsoft.com/office/drawing/2014/main" id="{A41E34B4-6529-9D43-0AB5-FFA921618157}"/>
                          </a:ext>
                        </a:extLst>
                      </p:cNvPr>
                      <p:cNvSpPr/>
                      <p:nvPr/>
                    </p:nvSpPr>
                    <p:spPr>
                      <a:xfrm>
                        <a:off x="2596385" y="5766011"/>
                        <a:ext cx="86896" cy="52614"/>
                      </a:xfrm>
                      <a:custGeom>
                        <a:avLst/>
                        <a:gdLst>
                          <a:gd name="connsiteX0" fmla="*/ 85898 w 86896"/>
                          <a:gd name="connsiteY0" fmla="*/ 1 h 52614"/>
                          <a:gd name="connsiteX1" fmla="*/ 50380 w 86896"/>
                          <a:gd name="connsiteY1" fmla="*/ 14501 h 52614"/>
                          <a:gd name="connsiteX2" fmla="*/ 19865 w 86896"/>
                          <a:gd name="connsiteY2" fmla="*/ 38962 h 52614"/>
                          <a:gd name="connsiteX3" fmla="*/ 10721 w 86896"/>
                          <a:gd name="connsiteY3" fmla="*/ 45108 h 52614"/>
                          <a:gd name="connsiteX4" fmla="*/ 430 w 86896"/>
                          <a:gd name="connsiteY4" fmla="*/ 50619 h 52614"/>
                          <a:gd name="connsiteX5" fmla="*/ 1302 w 86896"/>
                          <a:gd name="connsiteY5" fmla="*/ 52595 h 52614"/>
                          <a:gd name="connsiteX6" fmla="*/ 18630 w 86896"/>
                          <a:gd name="connsiteY6" fmla="*/ 43655 h 52614"/>
                          <a:gd name="connsiteX7" fmla="*/ 33565 w 86896"/>
                          <a:gd name="connsiteY7" fmla="*/ 32042 h 52614"/>
                          <a:gd name="connsiteX8" fmla="*/ 64473 w 86896"/>
                          <a:gd name="connsiteY8" fmla="*/ 9154 h 52614"/>
                          <a:gd name="connsiteX9" fmla="*/ 85995 w 86896"/>
                          <a:gd name="connsiteY9" fmla="*/ 1977 h 52614"/>
                          <a:gd name="connsiteX10" fmla="*/ 85898 w 86896"/>
                          <a:gd name="connsiteY10" fmla="*/ 1 h 5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896" h="52614">
                            <a:moveTo>
                              <a:pt x="85898" y="1"/>
                            </a:moveTo>
                            <a:cubicBezTo>
                              <a:pt x="72764" y="480"/>
                              <a:pt x="60855" y="6989"/>
                              <a:pt x="50380" y="14501"/>
                            </a:cubicBezTo>
                            <a:cubicBezTo>
                              <a:pt x="39774" y="22104"/>
                              <a:pt x="30384" y="31242"/>
                              <a:pt x="19865" y="38962"/>
                            </a:cubicBezTo>
                            <a:cubicBezTo>
                              <a:pt x="16901" y="41136"/>
                              <a:pt x="13884" y="43229"/>
                              <a:pt x="10721" y="45108"/>
                            </a:cubicBezTo>
                            <a:cubicBezTo>
                              <a:pt x="7380" y="47098"/>
                              <a:pt x="3690" y="48517"/>
                              <a:pt x="430" y="50619"/>
                            </a:cubicBezTo>
                            <a:cubicBezTo>
                              <a:pt x="-519" y="51229"/>
                              <a:pt x="251" y="52808"/>
                              <a:pt x="1302" y="52595"/>
                            </a:cubicBezTo>
                            <a:cubicBezTo>
                              <a:pt x="7472" y="51340"/>
                              <a:pt x="13501" y="47146"/>
                              <a:pt x="18630" y="43655"/>
                            </a:cubicBezTo>
                            <a:cubicBezTo>
                              <a:pt x="23841" y="40105"/>
                              <a:pt x="28732" y="36090"/>
                              <a:pt x="33565" y="32042"/>
                            </a:cubicBezTo>
                            <a:cubicBezTo>
                              <a:pt x="43392" y="23813"/>
                              <a:pt x="53087" y="15198"/>
                              <a:pt x="64473" y="9154"/>
                            </a:cubicBezTo>
                            <a:cubicBezTo>
                              <a:pt x="71166" y="5599"/>
                              <a:pt x="78498" y="3125"/>
                              <a:pt x="85995" y="1977"/>
                            </a:cubicBezTo>
                            <a:cubicBezTo>
                              <a:pt x="87225" y="1788"/>
                              <a:pt x="87200" y="-48"/>
                              <a:pt x="85898" y="1"/>
                            </a:cubicBezTo>
                            <a:close/>
                          </a:path>
                        </a:pathLst>
                      </a:custGeom>
                      <a:solidFill>
                        <a:srgbClr val="E77350"/>
                      </a:solidFill>
                      <a:ln w="4839" cap="flat">
                        <a:noFill/>
                        <a:prstDash val="solid"/>
                        <a:miter/>
                      </a:ln>
                    </p:spPr>
                    <p:txBody>
                      <a:bodyPr rtlCol="0" anchor="ctr"/>
                      <a:lstStyle/>
                      <a:p>
                        <a:endParaRPr lang="vi-VN"/>
                      </a:p>
                    </p:txBody>
                  </p:sp>
                  <p:sp>
                    <p:nvSpPr>
                      <p:cNvPr id="982" name="Freeform: Shape 981">
                        <a:extLst>
                          <a:ext uri="{FF2B5EF4-FFF2-40B4-BE49-F238E27FC236}">
                            <a16:creationId xmlns:a16="http://schemas.microsoft.com/office/drawing/2014/main" id="{DA43DABC-881B-2FF6-3BE5-FAD157A8289B}"/>
                          </a:ext>
                        </a:extLst>
                      </p:cNvPr>
                      <p:cNvSpPr/>
                      <p:nvPr/>
                    </p:nvSpPr>
                    <p:spPr>
                      <a:xfrm>
                        <a:off x="2626072" y="5722918"/>
                        <a:ext cx="47828" cy="32229"/>
                      </a:xfrm>
                      <a:custGeom>
                        <a:avLst/>
                        <a:gdLst>
                          <a:gd name="connsiteX0" fmla="*/ 47339 w 47828"/>
                          <a:gd name="connsiteY0" fmla="*/ 1246 h 32229"/>
                          <a:gd name="connsiteX1" fmla="*/ 35958 w 47828"/>
                          <a:gd name="connsiteY1" fmla="*/ 2094 h 32229"/>
                          <a:gd name="connsiteX2" fmla="*/ 24809 w 47828"/>
                          <a:gd name="connsiteY2" fmla="*/ 11615 h 32229"/>
                          <a:gd name="connsiteX3" fmla="*/ 280 w 47828"/>
                          <a:gd name="connsiteY3" fmla="*/ 30672 h 32229"/>
                          <a:gd name="connsiteX4" fmla="*/ 1530 w 47828"/>
                          <a:gd name="connsiteY4" fmla="*/ 32110 h 32229"/>
                          <a:gd name="connsiteX5" fmla="*/ 14005 w 47828"/>
                          <a:gd name="connsiteY5" fmla="*/ 23572 h 32229"/>
                          <a:gd name="connsiteX6" fmla="*/ 24669 w 47828"/>
                          <a:gd name="connsiteY6" fmla="*/ 15809 h 32229"/>
                          <a:gd name="connsiteX7" fmla="*/ 33691 w 47828"/>
                          <a:gd name="connsiteY7" fmla="*/ 7862 h 32229"/>
                          <a:gd name="connsiteX8" fmla="*/ 46651 w 47828"/>
                          <a:gd name="connsiteY8" fmla="*/ 3290 h 32229"/>
                          <a:gd name="connsiteX9" fmla="*/ 47339 w 47828"/>
                          <a:gd name="connsiteY9" fmla="*/ 1246 h 3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828" h="32229">
                            <a:moveTo>
                              <a:pt x="47339" y="1246"/>
                            </a:moveTo>
                            <a:cubicBezTo>
                              <a:pt x="43798" y="-1010"/>
                              <a:pt x="39445" y="118"/>
                              <a:pt x="35958" y="2094"/>
                            </a:cubicBezTo>
                            <a:cubicBezTo>
                              <a:pt x="31652" y="4540"/>
                              <a:pt x="28534" y="8438"/>
                              <a:pt x="24809" y="11615"/>
                            </a:cubicBezTo>
                            <a:cubicBezTo>
                              <a:pt x="16949" y="18332"/>
                              <a:pt x="7772" y="23528"/>
                              <a:pt x="280" y="30672"/>
                            </a:cubicBezTo>
                            <a:cubicBezTo>
                              <a:pt x="-548" y="31461"/>
                              <a:pt x="638" y="32604"/>
                              <a:pt x="1530" y="32110"/>
                            </a:cubicBezTo>
                            <a:cubicBezTo>
                              <a:pt x="5927" y="29655"/>
                              <a:pt x="9932" y="26517"/>
                              <a:pt x="14005" y="23572"/>
                            </a:cubicBezTo>
                            <a:cubicBezTo>
                              <a:pt x="17569" y="21000"/>
                              <a:pt x="21182" y="18487"/>
                              <a:pt x="24669" y="15809"/>
                            </a:cubicBezTo>
                            <a:cubicBezTo>
                              <a:pt x="27865" y="13353"/>
                              <a:pt x="30635" y="10472"/>
                              <a:pt x="33691" y="7862"/>
                            </a:cubicBezTo>
                            <a:cubicBezTo>
                              <a:pt x="37633" y="4491"/>
                              <a:pt x="41435" y="3058"/>
                              <a:pt x="46651" y="3290"/>
                            </a:cubicBezTo>
                            <a:cubicBezTo>
                              <a:pt x="47740" y="3338"/>
                              <a:pt x="48293" y="1852"/>
                              <a:pt x="47339" y="1246"/>
                            </a:cubicBezTo>
                            <a:close/>
                          </a:path>
                        </a:pathLst>
                      </a:custGeom>
                      <a:solidFill>
                        <a:srgbClr val="E77350"/>
                      </a:solidFill>
                      <a:ln w="4839" cap="flat">
                        <a:noFill/>
                        <a:prstDash val="solid"/>
                        <a:miter/>
                      </a:ln>
                    </p:spPr>
                    <p:txBody>
                      <a:bodyPr rtlCol="0" anchor="ctr"/>
                      <a:lstStyle/>
                      <a:p>
                        <a:endParaRPr lang="vi-VN"/>
                      </a:p>
                    </p:txBody>
                  </p:sp>
                  <p:sp>
                    <p:nvSpPr>
                      <p:cNvPr id="983" name="Freeform: Shape 982">
                        <a:extLst>
                          <a:ext uri="{FF2B5EF4-FFF2-40B4-BE49-F238E27FC236}">
                            <a16:creationId xmlns:a16="http://schemas.microsoft.com/office/drawing/2014/main" id="{AAEE7F33-026F-55DC-45CC-246B903F5E16}"/>
                          </a:ext>
                        </a:extLst>
                      </p:cNvPr>
                      <p:cNvSpPr/>
                      <p:nvPr/>
                    </p:nvSpPr>
                    <p:spPr>
                      <a:xfrm>
                        <a:off x="2543755" y="5683893"/>
                        <a:ext cx="133634" cy="51906"/>
                      </a:xfrm>
                      <a:custGeom>
                        <a:avLst/>
                        <a:gdLst>
                          <a:gd name="connsiteX0" fmla="*/ 132392 w 133634"/>
                          <a:gd name="connsiteY0" fmla="*/ 182 h 51906"/>
                          <a:gd name="connsiteX1" fmla="*/ 85871 w 133634"/>
                          <a:gd name="connsiteY1" fmla="*/ 24943 h 51906"/>
                          <a:gd name="connsiteX2" fmla="*/ 31480 w 133634"/>
                          <a:gd name="connsiteY2" fmla="*/ 39622 h 51906"/>
                          <a:gd name="connsiteX3" fmla="*/ 16061 w 133634"/>
                          <a:gd name="connsiteY3" fmla="*/ 44107 h 51906"/>
                          <a:gd name="connsiteX4" fmla="*/ 418 w 133634"/>
                          <a:gd name="connsiteY4" fmla="*/ 50325 h 51906"/>
                          <a:gd name="connsiteX5" fmla="*/ 975 w 133634"/>
                          <a:gd name="connsiteY5" fmla="*/ 51884 h 51906"/>
                          <a:gd name="connsiteX6" fmla="*/ 15010 w 133634"/>
                          <a:gd name="connsiteY6" fmla="*/ 47409 h 51906"/>
                          <a:gd name="connsiteX7" fmla="*/ 29320 w 133634"/>
                          <a:gd name="connsiteY7" fmla="*/ 43254 h 51906"/>
                          <a:gd name="connsiteX8" fmla="*/ 58155 w 133634"/>
                          <a:gd name="connsiteY8" fmla="*/ 35975 h 51906"/>
                          <a:gd name="connsiteX9" fmla="*/ 109306 w 133634"/>
                          <a:gd name="connsiteY9" fmla="*/ 18410 h 51906"/>
                          <a:gd name="connsiteX10" fmla="*/ 133390 w 133634"/>
                          <a:gd name="connsiteY10" fmla="*/ 1383 h 51906"/>
                          <a:gd name="connsiteX11" fmla="*/ 132392 w 133634"/>
                          <a:gd name="connsiteY11" fmla="*/ 182 h 5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634" h="51906">
                            <a:moveTo>
                              <a:pt x="132392" y="182"/>
                            </a:moveTo>
                            <a:cubicBezTo>
                              <a:pt x="118289" y="11044"/>
                              <a:pt x="102700" y="19190"/>
                              <a:pt x="85871" y="24943"/>
                            </a:cubicBezTo>
                            <a:cubicBezTo>
                              <a:pt x="68078" y="31021"/>
                              <a:pt x="49632" y="34808"/>
                              <a:pt x="31480" y="39622"/>
                            </a:cubicBezTo>
                            <a:cubicBezTo>
                              <a:pt x="26308" y="40993"/>
                              <a:pt x="21141" y="42421"/>
                              <a:pt x="16061" y="44107"/>
                            </a:cubicBezTo>
                            <a:cubicBezTo>
                              <a:pt x="10845" y="45831"/>
                              <a:pt x="5082" y="47356"/>
                              <a:pt x="418" y="50325"/>
                            </a:cubicBezTo>
                            <a:cubicBezTo>
                              <a:pt x="-347" y="50809"/>
                              <a:pt x="-3" y="52093"/>
                              <a:pt x="975" y="51884"/>
                            </a:cubicBezTo>
                            <a:cubicBezTo>
                              <a:pt x="5760" y="50848"/>
                              <a:pt x="10336" y="48857"/>
                              <a:pt x="15010" y="47409"/>
                            </a:cubicBezTo>
                            <a:cubicBezTo>
                              <a:pt x="19756" y="45937"/>
                              <a:pt x="24531" y="44557"/>
                              <a:pt x="29320" y="43254"/>
                            </a:cubicBezTo>
                            <a:cubicBezTo>
                              <a:pt x="38890" y="40654"/>
                              <a:pt x="48542" y="38392"/>
                              <a:pt x="58155" y="35975"/>
                            </a:cubicBezTo>
                            <a:cubicBezTo>
                              <a:pt x="75648" y="31578"/>
                              <a:pt x="93150" y="26585"/>
                              <a:pt x="109306" y="18410"/>
                            </a:cubicBezTo>
                            <a:cubicBezTo>
                              <a:pt x="118144" y="13940"/>
                              <a:pt x="126503" y="8560"/>
                              <a:pt x="133390" y="1383"/>
                            </a:cubicBezTo>
                            <a:cubicBezTo>
                              <a:pt x="134067" y="671"/>
                              <a:pt x="133206" y="-438"/>
                              <a:pt x="132392" y="182"/>
                            </a:cubicBezTo>
                            <a:close/>
                          </a:path>
                        </a:pathLst>
                      </a:custGeom>
                      <a:solidFill>
                        <a:srgbClr val="E77350"/>
                      </a:solidFill>
                      <a:ln w="4839" cap="flat">
                        <a:noFill/>
                        <a:prstDash val="solid"/>
                        <a:miter/>
                      </a:ln>
                    </p:spPr>
                    <p:txBody>
                      <a:bodyPr rtlCol="0" anchor="ctr"/>
                      <a:lstStyle/>
                      <a:p>
                        <a:endParaRPr lang="vi-VN"/>
                      </a:p>
                    </p:txBody>
                  </p:sp>
                  <p:sp>
                    <p:nvSpPr>
                      <p:cNvPr id="984" name="Freeform: Shape 983">
                        <a:extLst>
                          <a:ext uri="{FF2B5EF4-FFF2-40B4-BE49-F238E27FC236}">
                            <a16:creationId xmlns:a16="http://schemas.microsoft.com/office/drawing/2014/main" id="{950B23E5-CCE2-7439-3D77-82F40C7A154A}"/>
                          </a:ext>
                        </a:extLst>
                      </p:cNvPr>
                      <p:cNvSpPr/>
                      <p:nvPr/>
                    </p:nvSpPr>
                    <p:spPr>
                      <a:xfrm>
                        <a:off x="2850602" y="5674147"/>
                        <a:ext cx="229112" cy="140550"/>
                      </a:xfrm>
                      <a:custGeom>
                        <a:avLst/>
                        <a:gdLst>
                          <a:gd name="connsiteX0" fmla="*/ 0 w 229112"/>
                          <a:gd name="connsiteY0" fmla="*/ 0 h 140550"/>
                          <a:gd name="connsiteX1" fmla="*/ 0 w 229112"/>
                          <a:gd name="connsiteY1" fmla="*/ 0 h 140550"/>
                          <a:gd name="connsiteX2" fmla="*/ 103469 w 229112"/>
                          <a:gd name="connsiteY2" fmla="*/ 30162 h 140550"/>
                          <a:gd name="connsiteX3" fmla="*/ 127489 w 229112"/>
                          <a:gd name="connsiteY3" fmla="*/ 130414 h 140550"/>
                          <a:gd name="connsiteX4" fmla="*/ 171947 w 229112"/>
                          <a:gd name="connsiteY4" fmla="*/ 140550 h 140550"/>
                          <a:gd name="connsiteX5" fmla="*/ 185749 w 229112"/>
                          <a:gd name="connsiteY5" fmla="*/ 133243 h 140550"/>
                          <a:gd name="connsiteX6" fmla="*/ 213097 w 229112"/>
                          <a:gd name="connsiteY6" fmla="*/ 110229 h 140550"/>
                          <a:gd name="connsiteX7" fmla="*/ 229113 w 229112"/>
                          <a:gd name="connsiteY7" fmla="*/ 35697 h 140550"/>
                          <a:gd name="connsiteX8" fmla="*/ 213499 w 229112"/>
                          <a:gd name="connsiteY8" fmla="*/ 18999 h 140550"/>
                          <a:gd name="connsiteX9" fmla="*/ 14718 w 229112"/>
                          <a:gd name="connsiteY9" fmla="*/ 368 h 140550"/>
                          <a:gd name="connsiteX10" fmla="*/ 0 w 229112"/>
                          <a:gd name="connsiteY10" fmla="*/ 0 h 14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112" h="140550">
                            <a:moveTo>
                              <a:pt x="0" y="0"/>
                            </a:moveTo>
                            <a:lnTo>
                              <a:pt x="0" y="0"/>
                            </a:lnTo>
                            <a:cubicBezTo>
                              <a:pt x="0" y="0"/>
                              <a:pt x="65452" y="4935"/>
                              <a:pt x="103469" y="30162"/>
                            </a:cubicBezTo>
                            <a:cubicBezTo>
                              <a:pt x="141485" y="55383"/>
                              <a:pt x="127489" y="130414"/>
                              <a:pt x="127489" y="130414"/>
                            </a:cubicBezTo>
                            <a:lnTo>
                              <a:pt x="171947" y="140550"/>
                            </a:lnTo>
                            <a:cubicBezTo>
                              <a:pt x="180432" y="137693"/>
                              <a:pt x="185749" y="133243"/>
                              <a:pt x="185749" y="133243"/>
                            </a:cubicBezTo>
                            <a:lnTo>
                              <a:pt x="213097" y="110229"/>
                            </a:lnTo>
                            <a:lnTo>
                              <a:pt x="229113" y="35697"/>
                            </a:lnTo>
                            <a:lnTo>
                              <a:pt x="213499" y="18999"/>
                            </a:lnTo>
                            <a:cubicBezTo>
                              <a:pt x="149830" y="12901"/>
                              <a:pt x="18447" y="368"/>
                              <a:pt x="14718" y="368"/>
                            </a:cubicBezTo>
                            <a:cubicBezTo>
                              <a:pt x="13894" y="368"/>
                              <a:pt x="8456" y="232"/>
                              <a:pt x="0" y="0"/>
                            </a:cubicBezTo>
                            <a:close/>
                          </a:path>
                        </a:pathLst>
                      </a:custGeom>
                      <a:solidFill>
                        <a:srgbClr val="EEA786">
                          <a:alpha val="30000"/>
                        </a:srgbClr>
                      </a:solidFill>
                      <a:ln w="4839" cap="flat">
                        <a:noFill/>
                        <a:prstDash val="solid"/>
                        <a:miter/>
                      </a:ln>
                    </p:spPr>
                    <p:txBody>
                      <a:bodyPr rtlCol="0" anchor="ctr"/>
                      <a:lstStyle/>
                      <a:p>
                        <a:endParaRPr lang="vi-VN"/>
                      </a:p>
                    </p:txBody>
                  </p:sp>
                </p:grpSp>
                <p:grpSp>
                  <p:nvGrpSpPr>
                    <p:cNvPr id="974" name="Graphic 1991">
                      <a:extLst>
                        <a:ext uri="{FF2B5EF4-FFF2-40B4-BE49-F238E27FC236}">
                          <a16:creationId xmlns:a16="http://schemas.microsoft.com/office/drawing/2014/main" id="{FF4D719E-E1D1-73EE-215A-1F236D382D61}"/>
                        </a:ext>
                      </a:extLst>
                    </p:cNvPr>
                    <p:cNvGrpSpPr/>
                    <p:nvPr/>
                  </p:nvGrpSpPr>
                  <p:grpSpPr>
                    <a:xfrm>
                      <a:off x="2978091" y="5228006"/>
                      <a:ext cx="305166" cy="632933"/>
                      <a:chOff x="2978091" y="5228006"/>
                      <a:chExt cx="305166" cy="632933"/>
                    </a:xfrm>
                  </p:grpSpPr>
                  <p:grpSp>
                    <p:nvGrpSpPr>
                      <p:cNvPr id="975" name="Graphic 1991">
                        <a:extLst>
                          <a:ext uri="{FF2B5EF4-FFF2-40B4-BE49-F238E27FC236}">
                            <a16:creationId xmlns:a16="http://schemas.microsoft.com/office/drawing/2014/main" id="{AE973B35-C70F-5CF0-448B-791520240337}"/>
                          </a:ext>
                        </a:extLst>
                      </p:cNvPr>
                      <p:cNvGrpSpPr/>
                      <p:nvPr/>
                    </p:nvGrpSpPr>
                    <p:grpSpPr>
                      <a:xfrm>
                        <a:off x="3008387" y="5228006"/>
                        <a:ext cx="274870" cy="632933"/>
                        <a:chOff x="3008387" y="5228006"/>
                        <a:chExt cx="274870" cy="632933"/>
                      </a:xfrm>
                    </p:grpSpPr>
                    <p:sp>
                      <p:nvSpPr>
                        <p:cNvPr id="977" name="Freeform: Shape 976">
                          <a:extLst>
                            <a:ext uri="{FF2B5EF4-FFF2-40B4-BE49-F238E27FC236}">
                              <a16:creationId xmlns:a16="http://schemas.microsoft.com/office/drawing/2014/main" id="{59830DFB-C95E-F100-EB27-9EAC19FECD6B}"/>
                            </a:ext>
                          </a:extLst>
                        </p:cNvPr>
                        <p:cNvSpPr/>
                        <p:nvPr/>
                      </p:nvSpPr>
                      <p:spPr>
                        <a:xfrm>
                          <a:off x="3008387" y="5228006"/>
                          <a:ext cx="274870" cy="632933"/>
                        </a:xfrm>
                        <a:custGeom>
                          <a:avLst/>
                          <a:gdLst>
                            <a:gd name="connsiteX0" fmla="*/ 152630 w 274870"/>
                            <a:gd name="connsiteY0" fmla="*/ 536 h 632933"/>
                            <a:gd name="connsiteX1" fmla="*/ 56547 w 274870"/>
                            <a:gd name="connsiteY1" fmla="*/ 123715 h 632933"/>
                            <a:gd name="connsiteX2" fmla="*/ 72253 w 274870"/>
                            <a:gd name="connsiteY2" fmla="*/ 451971 h 632933"/>
                            <a:gd name="connsiteX3" fmla="*/ 3580 w 274870"/>
                            <a:gd name="connsiteY3" fmla="*/ 453841 h 632933"/>
                            <a:gd name="connsiteX4" fmla="*/ 42905 w 274870"/>
                            <a:gd name="connsiteY4" fmla="*/ 487097 h 632933"/>
                            <a:gd name="connsiteX5" fmla="*/ 2631 w 274870"/>
                            <a:gd name="connsiteY5" fmla="*/ 581311 h 632933"/>
                            <a:gd name="connsiteX6" fmla="*/ 208982 w 274870"/>
                            <a:gd name="connsiteY6" fmla="*/ 618267 h 632933"/>
                            <a:gd name="connsiteX7" fmla="*/ 274575 w 274870"/>
                            <a:gd name="connsiteY7" fmla="*/ 447681 h 632933"/>
                            <a:gd name="connsiteX8" fmla="*/ 152630 w 274870"/>
                            <a:gd name="connsiteY8" fmla="*/ 536 h 632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870" h="632933">
                              <a:moveTo>
                                <a:pt x="152630" y="536"/>
                              </a:moveTo>
                              <a:cubicBezTo>
                                <a:pt x="148969" y="1039"/>
                                <a:pt x="75028" y="43647"/>
                                <a:pt x="56547" y="123715"/>
                              </a:cubicBezTo>
                              <a:cubicBezTo>
                                <a:pt x="38072" y="203782"/>
                                <a:pt x="90728" y="444581"/>
                                <a:pt x="72253" y="451971"/>
                              </a:cubicBezTo>
                              <a:cubicBezTo>
                                <a:pt x="53777" y="459362"/>
                                <a:pt x="10971" y="446450"/>
                                <a:pt x="3580" y="453841"/>
                              </a:cubicBezTo>
                              <a:cubicBezTo>
                                <a:pt x="-3810" y="461231"/>
                                <a:pt x="34188" y="450146"/>
                                <a:pt x="42905" y="487097"/>
                              </a:cubicBezTo>
                              <a:cubicBezTo>
                                <a:pt x="51622" y="524053"/>
                                <a:pt x="28589" y="561600"/>
                                <a:pt x="2631" y="581311"/>
                              </a:cubicBezTo>
                              <a:cubicBezTo>
                                <a:pt x="-23327" y="601021"/>
                                <a:pt x="149904" y="660148"/>
                                <a:pt x="208982" y="618267"/>
                              </a:cubicBezTo>
                              <a:cubicBezTo>
                                <a:pt x="268061" y="576385"/>
                                <a:pt x="274575" y="447681"/>
                                <a:pt x="274575" y="447681"/>
                              </a:cubicBezTo>
                              <a:cubicBezTo>
                                <a:pt x="274575" y="447681"/>
                                <a:pt x="286895" y="-17940"/>
                                <a:pt x="152630" y="536"/>
                              </a:cubicBezTo>
                              <a:close/>
                            </a:path>
                          </a:pathLst>
                        </a:custGeom>
                        <a:solidFill>
                          <a:srgbClr val="4B69A3"/>
                        </a:solidFill>
                        <a:ln w="4839" cap="flat">
                          <a:noFill/>
                          <a:prstDash val="solid"/>
                          <a:miter/>
                        </a:ln>
                      </p:spPr>
                      <p:txBody>
                        <a:bodyPr rtlCol="0" anchor="ctr"/>
                        <a:lstStyle/>
                        <a:p>
                          <a:endParaRPr lang="vi-VN"/>
                        </a:p>
                      </p:txBody>
                    </p:sp>
                    <p:sp>
                      <p:nvSpPr>
                        <p:cNvPr id="978" name="Freeform: Shape 977">
                          <a:extLst>
                            <a:ext uri="{FF2B5EF4-FFF2-40B4-BE49-F238E27FC236}">
                              <a16:creationId xmlns:a16="http://schemas.microsoft.com/office/drawing/2014/main" id="{9734C062-BACC-53E5-0DBB-70B401507B54}"/>
                            </a:ext>
                          </a:extLst>
                        </p:cNvPr>
                        <p:cNvSpPr/>
                        <p:nvPr/>
                      </p:nvSpPr>
                      <p:spPr>
                        <a:xfrm>
                          <a:off x="3060940" y="5270738"/>
                          <a:ext cx="70622" cy="409272"/>
                        </a:xfrm>
                        <a:custGeom>
                          <a:avLst/>
                          <a:gdLst>
                            <a:gd name="connsiteX0" fmla="*/ 47581 w 70622"/>
                            <a:gd name="connsiteY0" fmla="*/ 0 h 409272"/>
                            <a:gd name="connsiteX1" fmla="*/ 3994 w 70622"/>
                            <a:gd name="connsiteY1" fmla="*/ 80988 h 409272"/>
                            <a:gd name="connsiteX2" fmla="*/ 19700 w 70622"/>
                            <a:gd name="connsiteY2" fmla="*/ 409244 h 409272"/>
                            <a:gd name="connsiteX3" fmla="*/ 66293 w 70622"/>
                            <a:gd name="connsiteY3" fmla="*/ 401389 h 409272"/>
                            <a:gd name="connsiteX4" fmla="*/ 33681 w 70622"/>
                            <a:gd name="connsiteY4" fmla="*/ 195832 h 409272"/>
                            <a:gd name="connsiteX5" fmla="*/ 47581 w 70622"/>
                            <a:gd name="connsiteY5" fmla="*/ 0 h 409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22" h="409272">
                              <a:moveTo>
                                <a:pt x="47581" y="0"/>
                              </a:moveTo>
                              <a:cubicBezTo>
                                <a:pt x="29473" y="20098"/>
                                <a:pt x="11791" y="47194"/>
                                <a:pt x="3994" y="80988"/>
                              </a:cubicBezTo>
                              <a:cubicBezTo>
                                <a:pt x="-14481" y="161055"/>
                                <a:pt x="38176" y="401854"/>
                                <a:pt x="19700" y="409244"/>
                              </a:cubicBezTo>
                              <a:cubicBezTo>
                                <a:pt x="19700" y="409244"/>
                                <a:pt x="52036" y="410169"/>
                                <a:pt x="66293" y="401389"/>
                              </a:cubicBezTo>
                              <a:cubicBezTo>
                                <a:pt x="80551" y="392609"/>
                                <a:pt x="56966" y="316551"/>
                                <a:pt x="33681" y="195832"/>
                              </a:cubicBezTo>
                              <a:cubicBezTo>
                                <a:pt x="10431" y="75302"/>
                                <a:pt x="47464" y="228"/>
                                <a:pt x="47581" y="0"/>
                              </a:cubicBezTo>
                              <a:close/>
                            </a:path>
                          </a:pathLst>
                        </a:custGeom>
                        <a:solidFill>
                          <a:srgbClr val="5088D8">
                            <a:alpha val="46000"/>
                          </a:srgbClr>
                        </a:solidFill>
                        <a:ln w="4839" cap="flat">
                          <a:noFill/>
                          <a:prstDash val="solid"/>
                          <a:miter/>
                        </a:ln>
                      </p:spPr>
                      <p:txBody>
                        <a:bodyPr rtlCol="0" anchor="ctr"/>
                        <a:lstStyle/>
                        <a:p>
                          <a:endParaRPr lang="vi-VN"/>
                        </a:p>
                      </p:txBody>
                    </p:sp>
                    <p:sp>
                      <p:nvSpPr>
                        <p:cNvPr id="979" name="Freeform: Shape 978">
                          <a:extLst>
                            <a:ext uri="{FF2B5EF4-FFF2-40B4-BE49-F238E27FC236}">
                              <a16:creationId xmlns:a16="http://schemas.microsoft.com/office/drawing/2014/main" id="{7C70E162-A1FE-8F0A-BBFE-DA90C99B8434}"/>
                            </a:ext>
                          </a:extLst>
                        </p:cNvPr>
                        <p:cNvSpPr/>
                        <p:nvPr/>
                      </p:nvSpPr>
                      <p:spPr>
                        <a:xfrm>
                          <a:off x="3032298" y="5813831"/>
                          <a:ext cx="213726" cy="47108"/>
                        </a:xfrm>
                        <a:custGeom>
                          <a:avLst/>
                          <a:gdLst>
                            <a:gd name="connsiteX0" fmla="*/ 30486 w 213726"/>
                            <a:gd name="connsiteY0" fmla="*/ 10034 h 47108"/>
                            <a:gd name="connsiteX1" fmla="*/ 0 w 213726"/>
                            <a:gd name="connsiteY1" fmla="*/ 19754 h 47108"/>
                            <a:gd name="connsiteX2" fmla="*/ 185071 w 213726"/>
                            <a:gd name="connsiteY2" fmla="*/ 32443 h 47108"/>
                            <a:gd name="connsiteX3" fmla="*/ 213727 w 213726"/>
                            <a:gd name="connsiteY3" fmla="*/ 0 h 47108"/>
                            <a:gd name="connsiteX4" fmla="*/ 30486 w 213726"/>
                            <a:gd name="connsiteY4" fmla="*/ 10034 h 4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726" h="47108">
                              <a:moveTo>
                                <a:pt x="30486" y="10034"/>
                              </a:moveTo>
                              <a:cubicBezTo>
                                <a:pt x="30486" y="10034"/>
                                <a:pt x="13788" y="14199"/>
                                <a:pt x="0" y="19754"/>
                              </a:cubicBezTo>
                              <a:cubicBezTo>
                                <a:pt x="45456" y="41378"/>
                                <a:pt x="143510" y="61907"/>
                                <a:pt x="185071" y="32443"/>
                              </a:cubicBezTo>
                              <a:cubicBezTo>
                                <a:pt x="196481" y="24355"/>
                                <a:pt x="205910" y="13013"/>
                                <a:pt x="213727" y="0"/>
                              </a:cubicBezTo>
                              <a:cubicBezTo>
                                <a:pt x="141781" y="40453"/>
                                <a:pt x="37508" y="5143"/>
                                <a:pt x="30486" y="10034"/>
                              </a:cubicBezTo>
                              <a:close/>
                            </a:path>
                          </a:pathLst>
                        </a:custGeom>
                        <a:solidFill>
                          <a:srgbClr val="5088D8">
                            <a:alpha val="46000"/>
                          </a:srgbClr>
                        </a:solidFill>
                        <a:ln w="4839" cap="flat">
                          <a:noFill/>
                          <a:prstDash val="solid"/>
                          <a:miter/>
                        </a:ln>
                      </p:spPr>
                      <p:txBody>
                        <a:bodyPr rtlCol="0" anchor="ctr"/>
                        <a:lstStyle/>
                        <a:p>
                          <a:endParaRPr lang="vi-VN"/>
                        </a:p>
                      </p:txBody>
                    </p:sp>
                  </p:grpSp>
                  <p:sp>
                    <p:nvSpPr>
                      <p:cNvPr id="976" name="Freeform: Shape 975">
                        <a:extLst>
                          <a:ext uri="{FF2B5EF4-FFF2-40B4-BE49-F238E27FC236}">
                            <a16:creationId xmlns:a16="http://schemas.microsoft.com/office/drawing/2014/main" id="{E940B060-BFDC-A16D-BA2D-1677E54F8C4A}"/>
                          </a:ext>
                        </a:extLst>
                      </p:cNvPr>
                      <p:cNvSpPr/>
                      <p:nvPr/>
                    </p:nvSpPr>
                    <p:spPr>
                      <a:xfrm>
                        <a:off x="2978091" y="5672125"/>
                        <a:ext cx="116526" cy="164817"/>
                      </a:xfrm>
                      <a:custGeom>
                        <a:avLst/>
                        <a:gdLst>
                          <a:gd name="connsiteX0" fmla="*/ 11085 w 116526"/>
                          <a:gd name="connsiteY0" fmla="*/ 5083 h 164817"/>
                          <a:gd name="connsiteX1" fmla="*/ 30297 w 116526"/>
                          <a:gd name="connsiteY1" fmla="*/ 87306 h 164817"/>
                          <a:gd name="connsiteX2" fmla="*/ 0 w 116526"/>
                          <a:gd name="connsiteY2" fmla="*/ 146500 h 164817"/>
                          <a:gd name="connsiteX3" fmla="*/ 33813 w 116526"/>
                          <a:gd name="connsiteY3" fmla="*/ 164414 h 164817"/>
                          <a:gd name="connsiteX4" fmla="*/ 92214 w 116526"/>
                          <a:gd name="connsiteY4" fmla="*/ 146500 h 164817"/>
                          <a:gd name="connsiteX5" fmla="*/ 103381 w 116526"/>
                          <a:gd name="connsiteY5" fmla="*/ 22687 h 164817"/>
                          <a:gd name="connsiteX6" fmla="*/ 11085 w 116526"/>
                          <a:gd name="connsiteY6" fmla="*/ 5083 h 164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26" h="164817">
                            <a:moveTo>
                              <a:pt x="11085" y="5083"/>
                            </a:moveTo>
                            <a:cubicBezTo>
                              <a:pt x="13855" y="8081"/>
                              <a:pt x="43673" y="38320"/>
                              <a:pt x="30297" y="87306"/>
                            </a:cubicBezTo>
                            <a:cubicBezTo>
                              <a:pt x="16916" y="136291"/>
                              <a:pt x="0" y="146500"/>
                              <a:pt x="0" y="146500"/>
                            </a:cubicBezTo>
                            <a:cubicBezTo>
                              <a:pt x="0" y="146500"/>
                              <a:pt x="4417" y="163383"/>
                              <a:pt x="33813" y="164414"/>
                            </a:cubicBezTo>
                            <a:cubicBezTo>
                              <a:pt x="63210" y="165446"/>
                              <a:pt x="80954" y="165974"/>
                              <a:pt x="92214" y="146500"/>
                            </a:cubicBezTo>
                            <a:cubicBezTo>
                              <a:pt x="103473" y="127032"/>
                              <a:pt x="133771" y="59696"/>
                              <a:pt x="103381" y="22687"/>
                            </a:cubicBezTo>
                            <a:cubicBezTo>
                              <a:pt x="72987" y="-14318"/>
                              <a:pt x="11085" y="5083"/>
                              <a:pt x="11085" y="5083"/>
                            </a:cubicBezTo>
                            <a:close/>
                          </a:path>
                        </a:pathLst>
                      </a:custGeom>
                      <a:solidFill>
                        <a:srgbClr val="91D1E8"/>
                      </a:solidFill>
                      <a:ln w="4839" cap="flat">
                        <a:noFill/>
                        <a:prstDash val="solid"/>
                        <a:miter/>
                      </a:ln>
                    </p:spPr>
                    <p:txBody>
                      <a:bodyPr rtlCol="0" anchor="ctr"/>
                      <a:lstStyle/>
                      <a:p>
                        <a:endParaRPr lang="vi-VN"/>
                      </a:p>
                    </p:txBody>
                  </p:sp>
                </p:grpSp>
              </p:grpSp>
            </p:grpSp>
          </p:grpSp>
        </p:grpSp>
        <p:grpSp>
          <p:nvGrpSpPr>
            <p:cNvPr id="934" name="Graphic 1991">
              <a:extLst>
                <a:ext uri="{FF2B5EF4-FFF2-40B4-BE49-F238E27FC236}">
                  <a16:creationId xmlns:a16="http://schemas.microsoft.com/office/drawing/2014/main" id="{FEFD2347-7BE5-1394-AC2A-856A853E26ED}"/>
                </a:ext>
              </a:extLst>
            </p:cNvPr>
            <p:cNvGrpSpPr/>
            <p:nvPr/>
          </p:nvGrpSpPr>
          <p:grpSpPr>
            <a:xfrm>
              <a:off x="3299595" y="4614795"/>
              <a:ext cx="401247" cy="1369581"/>
              <a:chOff x="3299595" y="4614795"/>
              <a:chExt cx="401247" cy="1369581"/>
            </a:xfrm>
          </p:grpSpPr>
          <p:grpSp>
            <p:nvGrpSpPr>
              <p:cNvPr id="935" name="Graphic 1991">
                <a:extLst>
                  <a:ext uri="{FF2B5EF4-FFF2-40B4-BE49-F238E27FC236}">
                    <a16:creationId xmlns:a16="http://schemas.microsoft.com/office/drawing/2014/main" id="{5C4313CF-A975-955A-48CD-E583D42D5CBB}"/>
                  </a:ext>
                </a:extLst>
              </p:cNvPr>
              <p:cNvGrpSpPr/>
              <p:nvPr/>
            </p:nvGrpSpPr>
            <p:grpSpPr>
              <a:xfrm>
                <a:off x="3299595" y="5278308"/>
                <a:ext cx="339058" cy="706069"/>
                <a:chOff x="3299595" y="5278308"/>
                <a:chExt cx="339058" cy="706069"/>
              </a:xfrm>
            </p:grpSpPr>
            <p:grpSp>
              <p:nvGrpSpPr>
                <p:cNvPr id="945" name="Graphic 1991">
                  <a:extLst>
                    <a:ext uri="{FF2B5EF4-FFF2-40B4-BE49-F238E27FC236}">
                      <a16:creationId xmlns:a16="http://schemas.microsoft.com/office/drawing/2014/main" id="{F595A935-1A87-9C8F-76DB-08974020D135}"/>
                    </a:ext>
                  </a:extLst>
                </p:cNvPr>
                <p:cNvGrpSpPr/>
                <p:nvPr/>
              </p:nvGrpSpPr>
              <p:grpSpPr>
                <a:xfrm>
                  <a:off x="3299595" y="5278308"/>
                  <a:ext cx="339058" cy="706069"/>
                  <a:chOff x="3299595" y="5278308"/>
                  <a:chExt cx="339058" cy="706069"/>
                </a:xfrm>
              </p:grpSpPr>
              <p:sp>
                <p:nvSpPr>
                  <p:cNvPr id="950" name="Freeform: Shape 949">
                    <a:extLst>
                      <a:ext uri="{FF2B5EF4-FFF2-40B4-BE49-F238E27FC236}">
                        <a16:creationId xmlns:a16="http://schemas.microsoft.com/office/drawing/2014/main" id="{4CB9F3CC-9AB5-0028-E8B1-579D0C8EEA36}"/>
                      </a:ext>
                    </a:extLst>
                  </p:cNvPr>
                  <p:cNvSpPr/>
                  <p:nvPr/>
                </p:nvSpPr>
                <p:spPr>
                  <a:xfrm>
                    <a:off x="3299595" y="5278318"/>
                    <a:ext cx="339058" cy="706059"/>
                  </a:xfrm>
                  <a:custGeom>
                    <a:avLst/>
                    <a:gdLst>
                      <a:gd name="connsiteX0" fmla="*/ 167629 w 339058"/>
                      <a:gd name="connsiteY0" fmla="*/ 92185 h 706059"/>
                      <a:gd name="connsiteX1" fmla="*/ 102691 w 339058"/>
                      <a:gd name="connsiteY1" fmla="*/ 466003 h 706059"/>
                      <a:gd name="connsiteX2" fmla="*/ 20439 w 339058"/>
                      <a:gd name="connsiteY2" fmla="*/ 544085 h 706059"/>
                      <a:gd name="connsiteX3" fmla="*/ 5658 w 339058"/>
                      <a:gd name="connsiteY3" fmla="*/ 622923 h 706059"/>
                      <a:gd name="connsiteX4" fmla="*/ 40150 w 339058"/>
                      <a:gd name="connsiteY4" fmla="*/ 595822 h 706059"/>
                      <a:gd name="connsiteX5" fmla="*/ 99276 w 339058"/>
                      <a:gd name="connsiteY5" fmla="*/ 572992 h 706059"/>
                      <a:gd name="connsiteX6" fmla="*/ 154093 w 339058"/>
                      <a:gd name="connsiteY6" fmla="*/ 630308 h 706059"/>
                      <a:gd name="connsiteX7" fmla="*/ 155633 w 339058"/>
                      <a:gd name="connsiteY7" fmla="*/ 684970 h 706059"/>
                      <a:gd name="connsiteX8" fmla="*/ 183349 w 339058"/>
                      <a:gd name="connsiteY8" fmla="*/ 696520 h 706059"/>
                      <a:gd name="connsiteX9" fmla="*/ 207370 w 339058"/>
                      <a:gd name="connsiteY9" fmla="*/ 665109 h 706059"/>
                      <a:gd name="connsiteX10" fmla="*/ 223075 w 339058"/>
                      <a:gd name="connsiteY10" fmla="*/ 634623 h 706059"/>
                      <a:gd name="connsiteX11" fmla="*/ 238292 w 339058"/>
                      <a:gd name="connsiteY11" fmla="*/ 616147 h 706059"/>
                      <a:gd name="connsiteX12" fmla="*/ 244326 w 339058"/>
                      <a:gd name="connsiteY12" fmla="*/ 590281 h 706059"/>
                      <a:gd name="connsiteX13" fmla="*/ 218581 w 339058"/>
                      <a:gd name="connsiteY13" fmla="*/ 500668 h 706059"/>
                      <a:gd name="connsiteX14" fmla="*/ 218581 w 339058"/>
                      <a:gd name="connsiteY14" fmla="*/ 470182 h 706059"/>
                      <a:gd name="connsiteX15" fmla="*/ 318418 w 339058"/>
                      <a:gd name="connsiteY15" fmla="*/ 113576 h 706059"/>
                      <a:gd name="connsiteX16" fmla="*/ 339058 w 339058"/>
                      <a:gd name="connsiteY16" fmla="*/ 23038 h 706059"/>
                      <a:gd name="connsiteX17" fmla="*/ 190744 w 339058"/>
                      <a:gd name="connsiteY17" fmla="*/ 0 h 706059"/>
                      <a:gd name="connsiteX18" fmla="*/ 167629 w 339058"/>
                      <a:gd name="connsiteY18" fmla="*/ 92185 h 706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9058" h="706059">
                        <a:moveTo>
                          <a:pt x="167629" y="92185"/>
                        </a:moveTo>
                        <a:lnTo>
                          <a:pt x="102691" y="466003"/>
                        </a:lnTo>
                        <a:cubicBezTo>
                          <a:pt x="102691" y="466003"/>
                          <a:pt x="39839" y="494813"/>
                          <a:pt x="20439" y="544085"/>
                        </a:cubicBezTo>
                        <a:cubicBezTo>
                          <a:pt x="3799" y="586344"/>
                          <a:pt x="-7277" y="623843"/>
                          <a:pt x="5658" y="622923"/>
                        </a:cubicBezTo>
                        <a:cubicBezTo>
                          <a:pt x="18594" y="621998"/>
                          <a:pt x="25369" y="628158"/>
                          <a:pt x="40150" y="595822"/>
                        </a:cubicBezTo>
                        <a:cubicBezTo>
                          <a:pt x="54930" y="563486"/>
                          <a:pt x="75667" y="564488"/>
                          <a:pt x="99276" y="572992"/>
                        </a:cubicBezTo>
                        <a:cubicBezTo>
                          <a:pt x="132320" y="584891"/>
                          <a:pt x="154093" y="630308"/>
                          <a:pt x="154093" y="630308"/>
                        </a:cubicBezTo>
                        <a:cubicBezTo>
                          <a:pt x="154093" y="630308"/>
                          <a:pt x="151013" y="655869"/>
                          <a:pt x="155633" y="684970"/>
                        </a:cubicBezTo>
                        <a:cubicBezTo>
                          <a:pt x="160253" y="714071"/>
                          <a:pt x="179654" y="708066"/>
                          <a:pt x="183349" y="696520"/>
                        </a:cubicBezTo>
                        <a:cubicBezTo>
                          <a:pt x="187044" y="684970"/>
                          <a:pt x="199980" y="676195"/>
                          <a:pt x="207370" y="665109"/>
                        </a:cubicBezTo>
                        <a:cubicBezTo>
                          <a:pt x="214760" y="654024"/>
                          <a:pt x="220305" y="641088"/>
                          <a:pt x="223075" y="634623"/>
                        </a:cubicBezTo>
                        <a:cubicBezTo>
                          <a:pt x="225846" y="628158"/>
                          <a:pt x="237798" y="627233"/>
                          <a:pt x="238292" y="616147"/>
                        </a:cubicBezTo>
                        <a:cubicBezTo>
                          <a:pt x="238781" y="605062"/>
                          <a:pt x="239706" y="599517"/>
                          <a:pt x="244326" y="590281"/>
                        </a:cubicBezTo>
                        <a:cubicBezTo>
                          <a:pt x="248946" y="581041"/>
                          <a:pt x="229793" y="522839"/>
                          <a:pt x="218581" y="500668"/>
                        </a:cubicBezTo>
                        <a:cubicBezTo>
                          <a:pt x="218460" y="496048"/>
                          <a:pt x="215007" y="488658"/>
                          <a:pt x="218581" y="470182"/>
                        </a:cubicBezTo>
                        <a:cubicBezTo>
                          <a:pt x="222155" y="451707"/>
                          <a:pt x="318418" y="113576"/>
                          <a:pt x="318418" y="113576"/>
                        </a:cubicBezTo>
                        <a:lnTo>
                          <a:pt x="339058" y="23038"/>
                        </a:lnTo>
                        <a:lnTo>
                          <a:pt x="190744" y="0"/>
                        </a:lnTo>
                        <a:lnTo>
                          <a:pt x="167629" y="92185"/>
                        </a:lnTo>
                        <a:close/>
                      </a:path>
                    </a:pathLst>
                  </a:custGeom>
                  <a:solidFill>
                    <a:srgbClr val="F4B69D"/>
                  </a:solidFill>
                  <a:ln w="4839" cap="flat">
                    <a:noFill/>
                    <a:prstDash val="solid"/>
                    <a:miter/>
                  </a:ln>
                </p:spPr>
                <p:txBody>
                  <a:bodyPr rtlCol="0" anchor="ctr"/>
                  <a:lstStyle/>
                  <a:p>
                    <a:endParaRPr lang="vi-VN"/>
                  </a:p>
                </p:txBody>
              </p:sp>
              <p:sp>
                <p:nvSpPr>
                  <p:cNvPr id="951" name="Freeform: Shape 950">
                    <a:extLst>
                      <a:ext uri="{FF2B5EF4-FFF2-40B4-BE49-F238E27FC236}">
                        <a16:creationId xmlns:a16="http://schemas.microsoft.com/office/drawing/2014/main" id="{A470C779-B424-4DF2-0707-826E32B509C0}"/>
                      </a:ext>
                    </a:extLst>
                  </p:cNvPr>
                  <p:cNvSpPr/>
                  <p:nvPr/>
                </p:nvSpPr>
                <p:spPr>
                  <a:xfrm>
                    <a:off x="3459665" y="5278308"/>
                    <a:ext cx="178978" cy="165811"/>
                  </a:xfrm>
                  <a:custGeom>
                    <a:avLst/>
                    <a:gdLst>
                      <a:gd name="connsiteX0" fmla="*/ 30665 w 178978"/>
                      <a:gd name="connsiteY0" fmla="*/ 0 h 165811"/>
                      <a:gd name="connsiteX1" fmla="*/ 7560 w 178978"/>
                      <a:gd name="connsiteY1" fmla="*/ 92194 h 165811"/>
                      <a:gd name="connsiteX2" fmla="*/ 0 w 178978"/>
                      <a:gd name="connsiteY2" fmla="*/ 135703 h 165811"/>
                      <a:gd name="connsiteX3" fmla="*/ 78213 w 178978"/>
                      <a:gd name="connsiteY3" fmla="*/ 152382 h 165811"/>
                      <a:gd name="connsiteX4" fmla="*/ 93269 w 178978"/>
                      <a:gd name="connsiteY4" fmla="*/ 131441 h 165811"/>
                      <a:gd name="connsiteX5" fmla="*/ 93269 w 178978"/>
                      <a:gd name="connsiteY5" fmla="*/ 159772 h 165811"/>
                      <a:gd name="connsiteX6" fmla="*/ 143495 w 178978"/>
                      <a:gd name="connsiteY6" fmla="*/ 165811 h 165811"/>
                      <a:gd name="connsiteX7" fmla="*/ 158338 w 178978"/>
                      <a:gd name="connsiteY7" fmla="*/ 113576 h 165811"/>
                      <a:gd name="connsiteX8" fmla="*/ 178979 w 178978"/>
                      <a:gd name="connsiteY8" fmla="*/ 23038 h 165811"/>
                      <a:gd name="connsiteX9" fmla="*/ 30665 w 178978"/>
                      <a:gd name="connsiteY9" fmla="*/ 0 h 16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978" h="165811">
                        <a:moveTo>
                          <a:pt x="30665" y="0"/>
                        </a:moveTo>
                        <a:lnTo>
                          <a:pt x="7560" y="92194"/>
                        </a:lnTo>
                        <a:lnTo>
                          <a:pt x="0" y="135703"/>
                        </a:lnTo>
                        <a:cubicBezTo>
                          <a:pt x="25706" y="142870"/>
                          <a:pt x="76208" y="156116"/>
                          <a:pt x="78213" y="152382"/>
                        </a:cubicBezTo>
                        <a:cubicBezTo>
                          <a:pt x="80862" y="147457"/>
                          <a:pt x="93269" y="131441"/>
                          <a:pt x="93269" y="131441"/>
                        </a:cubicBezTo>
                        <a:cubicBezTo>
                          <a:pt x="93269" y="131441"/>
                          <a:pt x="92126" y="161002"/>
                          <a:pt x="93269" y="159772"/>
                        </a:cubicBezTo>
                        <a:cubicBezTo>
                          <a:pt x="93904" y="159089"/>
                          <a:pt x="120196" y="162571"/>
                          <a:pt x="143495" y="165811"/>
                        </a:cubicBezTo>
                        <a:cubicBezTo>
                          <a:pt x="152430" y="134327"/>
                          <a:pt x="158338" y="113576"/>
                          <a:pt x="158338" y="113576"/>
                        </a:cubicBezTo>
                        <a:lnTo>
                          <a:pt x="178979" y="23038"/>
                        </a:lnTo>
                        <a:lnTo>
                          <a:pt x="30665" y="0"/>
                        </a:lnTo>
                        <a:close/>
                      </a:path>
                    </a:pathLst>
                  </a:custGeom>
                  <a:solidFill>
                    <a:srgbClr val="D87D68">
                      <a:alpha val="30000"/>
                    </a:srgbClr>
                  </a:solidFill>
                  <a:ln w="4839" cap="flat">
                    <a:noFill/>
                    <a:prstDash val="solid"/>
                    <a:miter/>
                  </a:ln>
                </p:spPr>
                <p:txBody>
                  <a:bodyPr rtlCol="0" anchor="ctr"/>
                  <a:lstStyle/>
                  <a:p>
                    <a:endParaRPr lang="vi-VN"/>
                  </a:p>
                </p:txBody>
              </p:sp>
            </p:grpSp>
            <p:grpSp>
              <p:nvGrpSpPr>
                <p:cNvPr id="946" name="Graphic 1991">
                  <a:extLst>
                    <a:ext uri="{FF2B5EF4-FFF2-40B4-BE49-F238E27FC236}">
                      <a16:creationId xmlns:a16="http://schemas.microsoft.com/office/drawing/2014/main" id="{838AE2A7-0FBA-D0EA-9409-27958C6724F0}"/>
                    </a:ext>
                  </a:extLst>
                </p:cNvPr>
                <p:cNvGrpSpPr/>
                <p:nvPr/>
              </p:nvGrpSpPr>
              <p:grpSpPr>
                <a:xfrm>
                  <a:off x="3456065" y="5846446"/>
                  <a:ext cx="82125" cy="125860"/>
                  <a:chOff x="3456065" y="5846446"/>
                  <a:chExt cx="82125" cy="125860"/>
                </a:xfrm>
                <a:solidFill>
                  <a:srgbClr val="D87D68"/>
                </a:solidFill>
              </p:grpSpPr>
              <p:sp>
                <p:nvSpPr>
                  <p:cNvPr id="947" name="Freeform: Shape 946">
                    <a:extLst>
                      <a:ext uri="{FF2B5EF4-FFF2-40B4-BE49-F238E27FC236}">
                        <a16:creationId xmlns:a16="http://schemas.microsoft.com/office/drawing/2014/main" id="{3D629B13-FF42-6CA8-C36A-D368FEE3A69E}"/>
                      </a:ext>
                    </a:extLst>
                  </p:cNvPr>
                  <p:cNvSpPr/>
                  <p:nvPr/>
                </p:nvSpPr>
                <p:spPr>
                  <a:xfrm>
                    <a:off x="3456065" y="5846446"/>
                    <a:ext cx="43379" cy="125860"/>
                  </a:xfrm>
                  <a:custGeom>
                    <a:avLst/>
                    <a:gdLst>
                      <a:gd name="connsiteX0" fmla="*/ 38177 w 43379"/>
                      <a:gd name="connsiteY0" fmla="*/ 37404 h 125860"/>
                      <a:gd name="connsiteX1" fmla="*/ 23780 w 43379"/>
                      <a:gd name="connsiteY1" fmla="*/ 17112 h 125860"/>
                      <a:gd name="connsiteX2" fmla="*/ 13275 w 43379"/>
                      <a:gd name="connsiteY2" fmla="*/ 7978 h 125860"/>
                      <a:gd name="connsiteX3" fmla="*/ 1391 w 43379"/>
                      <a:gd name="connsiteY3" fmla="*/ 104 h 125860"/>
                      <a:gd name="connsiteX4" fmla="*/ 359 w 43379"/>
                      <a:gd name="connsiteY4" fmla="*/ 1837 h 125860"/>
                      <a:gd name="connsiteX5" fmla="*/ 10195 w 43379"/>
                      <a:gd name="connsiteY5" fmla="*/ 9039 h 125860"/>
                      <a:gd name="connsiteX6" fmla="*/ 19842 w 43379"/>
                      <a:gd name="connsiteY6" fmla="*/ 17180 h 125860"/>
                      <a:gd name="connsiteX7" fmla="*/ 34565 w 43379"/>
                      <a:gd name="connsiteY7" fmla="*/ 36474 h 125860"/>
                      <a:gd name="connsiteX8" fmla="*/ 36938 w 43379"/>
                      <a:gd name="connsiteY8" fmla="*/ 91320 h 125860"/>
                      <a:gd name="connsiteX9" fmla="*/ 28158 w 43379"/>
                      <a:gd name="connsiteY9" fmla="*/ 124043 h 125860"/>
                      <a:gd name="connsiteX10" fmla="*/ 31160 w 43379"/>
                      <a:gd name="connsiteY10" fmla="*/ 124740 h 125860"/>
                      <a:gd name="connsiteX11" fmla="*/ 43379 w 43379"/>
                      <a:gd name="connsiteY11" fmla="*/ 64228 h 125860"/>
                      <a:gd name="connsiteX12" fmla="*/ 38177 w 43379"/>
                      <a:gd name="connsiteY12" fmla="*/ 37404 h 12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379" h="125860">
                        <a:moveTo>
                          <a:pt x="38177" y="37404"/>
                        </a:moveTo>
                        <a:cubicBezTo>
                          <a:pt x="34778" y="29776"/>
                          <a:pt x="29669" y="22991"/>
                          <a:pt x="23780" y="17112"/>
                        </a:cubicBezTo>
                        <a:cubicBezTo>
                          <a:pt x="20491" y="13828"/>
                          <a:pt x="16965" y="10797"/>
                          <a:pt x="13275" y="7978"/>
                        </a:cubicBezTo>
                        <a:cubicBezTo>
                          <a:pt x="9527" y="5111"/>
                          <a:pt x="5648" y="2171"/>
                          <a:pt x="1391" y="104"/>
                        </a:cubicBezTo>
                        <a:cubicBezTo>
                          <a:pt x="335" y="-410"/>
                          <a:pt x="-508" y="1116"/>
                          <a:pt x="359" y="1837"/>
                        </a:cubicBezTo>
                        <a:cubicBezTo>
                          <a:pt x="3478" y="4438"/>
                          <a:pt x="6960" y="6578"/>
                          <a:pt x="10195" y="9039"/>
                        </a:cubicBezTo>
                        <a:cubicBezTo>
                          <a:pt x="13542" y="11586"/>
                          <a:pt x="16791" y="14279"/>
                          <a:pt x="19842" y="17180"/>
                        </a:cubicBezTo>
                        <a:cubicBezTo>
                          <a:pt x="25731" y="22783"/>
                          <a:pt x="30933" y="29171"/>
                          <a:pt x="34565" y="36474"/>
                        </a:cubicBezTo>
                        <a:cubicBezTo>
                          <a:pt x="43064" y="53564"/>
                          <a:pt x="40885" y="73314"/>
                          <a:pt x="36938" y="91320"/>
                        </a:cubicBezTo>
                        <a:cubicBezTo>
                          <a:pt x="34516" y="102356"/>
                          <a:pt x="31383" y="113219"/>
                          <a:pt x="28158" y="124043"/>
                        </a:cubicBezTo>
                        <a:cubicBezTo>
                          <a:pt x="27591" y="125941"/>
                          <a:pt x="30598" y="126634"/>
                          <a:pt x="31160" y="124740"/>
                        </a:cubicBezTo>
                        <a:cubicBezTo>
                          <a:pt x="36942" y="105189"/>
                          <a:pt x="43296" y="84801"/>
                          <a:pt x="43379" y="64228"/>
                        </a:cubicBezTo>
                        <a:cubicBezTo>
                          <a:pt x="43408" y="55041"/>
                          <a:pt x="41931" y="45830"/>
                          <a:pt x="38177" y="37404"/>
                        </a:cubicBezTo>
                        <a:close/>
                      </a:path>
                    </a:pathLst>
                  </a:custGeom>
                  <a:solidFill>
                    <a:srgbClr val="D87D68"/>
                  </a:solidFill>
                  <a:ln w="4839" cap="flat">
                    <a:noFill/>
                    <a:prstDash val="solid"/>
                    <a:miter/>
                  </a:ln>
                </p:spPr>
                <p:txBody>
                  <a:bodyPr rtlCol="0" anchor="ctr"/>
                  <a:lstStyle/>
                  <a:p>
                    <a:endParaRPr lang="vi-VN"/>
                  </a:p>
                </p:txBody>
              </p:sp>
              <p:sp>
                <p:nvSpPr>
                  <p:cNvPr id="948" name="Freeform: Shape 947">
                    <a:extLst>
                      <a:ext uri="{FF2B5EF4-FFF2-40B4-BE49-F238E27FC236}">
                        <a16:creationId xmlns:a16="http://schemas.microsoft.com/office/drawing/2014/main" id="{DB217920-399D-76A5-FB5B-1B19937E6B52}"/>
                      </a:ext>
                    </a:extLst>
                  </p:cNvPr>
                  <p:cNvSpPr/>
                  <p:nvPr/>
                </p:nvSpPr>
                <p:spPr>
                  <a:xfrm>
                    <a:off x="3505021" y="5857431"/>
                    <a:ext cx="18250" cy="60550"/>
                  </a:xfrm>
                  <a:custGeom>
                    <a:avLst/>
                    <a:gdLst>
                      <a:gd name="connsiteX0" fmla="*/ 17320 w 18250"/>
                      <a:gd name="connsiteY0" fmla="*/ 43427 h 60550"/>
                      <a:gd name="connsiteX1" fmla="*/ 14032 w 18250"/>
                      <a:gd name="connsiteY1" fmla="*/ 27503 h 60550"/>
                      <a:gd name="connsiteX2" fmla="*/ 8763 w 18250"/>
                      <a:gd name="connsiteY2" fmla="*/ 13028 h 60550"/>
                      <a:gd name="connsiteX3" fmla="*/ 5286 w 18250"/>
                      <a:gd name="connsiteY3" fmla="*/ 5986 h 60550"/>
                      <a:gd name="connsiteX4" fmla="*/ 1465 w 18250"/>
                      <a:gd name="connsiteY4" fmla="*/ 233 h 60550"/>
                      <a:gd name="connsiteX5" fmla="*/ 36 w 18250"/>
                      <a:gd name="connsiteY5" fmla="*/ 974 h 60550"/>
                      <a:gd name="connsiteX6" fmla="*/ 3358 w 18250"/>
                      <a:gd name="connsiteY6" fmla="*/ 7705 h 60550"/>
                      <a:gd name="connsiteX7" fmla="*/ 6802 w 18250"/>
                      <a:gd name="connsiteY7" fmla="*/ 15023 h 60550"/>
                      <a:gd name="connsiteX8" fmla="*/ 11761 w 18250"/>
                      <a:gd name="connsiteY8" fmla="*/ 29450 h 60550"/>
                      <a:gd name="connsiteX9" fmla="*/ 14497 w 18250"/>
                      <a:gd name="connsiteY9" fmla="*/ 43582 h 60550"/>
                      <a:gd name="connsiteX10" fmla="*/ 15359 w 18250"/>
                      <a:gd name="connsiteY10" fmla="*/ 59427 h 60550"/>
                      <a:gd name="connsiteX11" fmla="*/ 18076 w 18250"/>
                      <a:gd name="connsiteY11" fmla="*/ 59355 h 60550"/>
                      <a:gd name="connsiteX12" fmla="*/ 17320 w 18250"/>
                      <a:gd name="connsiteY12" fmla="*/ 43427 h 6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50" h="60550">
                        <a:moveTo>
                          <a:pt x="17320" y="43427"/>
                        </a:moveTo>
                        <a:cubicBezTo>
                          <a:pt x="16633" y="38041"/>
                          <a:pt x="15519" y="32724"/>
                          <a:pt x="14032" y="27503"/>
                        </a:cubicBezTo>
                        <a:cubicBezTo>
                          <a:pt x="12623" y="22559"/>
                          <a:pt x="10874" y="17716"/>
                          <a:pt x="8763" y="13028"/>
                        </a:cubicBezTo>
                        <a:cubicBezTo>
                          <a:pt x="7688" y="10640"/>
                          <a:pt x="6525" y="8291"/>
                          <a:pt x="5286" y="5986"/>
                        </a:cubicBezTo>
                        <a:cubicBezTo>
                          <a:pt x="4191" y="3957"/>
                          <a:pt x="3160" y="1831"/>
                          <a:pt x="1465" y="233"/>
                        </a:cubicBezTo>
                        <a:cubicBezTo>
                          <a:pt x="913" y="-290"/>
                          <a:pt x="-216" y="117"/>
                          <a:pt x="36" y="974"/>
                        </a:cubicBezTo>
                        <a:cubicBezTo>
                          <a:pt x="748" y="3381"/>
                          <a:pt x="2201" y="5487"/>
                          <a:pt x="3358" y="7705"/>
                        </a:cubicBezTo>
                        <a:cubicBezTo>
                          <a:pt x="4608" y="10098"/>
                          <a:pt x="5751" y="12543"/>
                          <a:pt x="6802" y="15023"/>
                        </a:cubicBezTo>
                        <a:cubicBezTo>
                          <a:pt x="8787" y="19706"/>
                          <a:pt x="10463" y="24529"/>
                          <a:pt x="11761" y="29450"/>
                        </a:cubicBezTo>
                        <a:cubicBezTo>
                          <a:pt x="12986" y="34094"/>
                          <a:pt x="13901" y="38816"/>
                          <a:pt x="14497" y="43582"/>
                        </a:cubicBezTo>
                        <a:cubicBezTo>
                          <a:pt x="15160" y="48870"/>
                          <a:pt x="15088" y="54124"/>
                          <a:pt x="15359" y="59427"/>
                        </a:cubicBezTo>
                        <a:cubicBezTo>
                          <a:pt x="15441" y="60997"/>
                          <a:pt x="17940" y="60875"/>
                          <a:pt x="18076" y="59355"/>
                        </a:cubicBezTo>
                        <a:cubicBezTo>
                          <a:pt x="18551" y="54120"/>
                          <a:pt x="17979" y="48623"/>
                          <a:pt x="17320" y="43427"/>
                        </a:cubicBezTo>
                        <a:close/>
                      </a:path>
                    </a:pathLst>
                  </a:custGeom>
                  <a:solidFill>
                    <a:srgbClr val="D87D68"/>
                  </a:solidFill>
                  <a:ln w="4839" cap="flat">
                    <a:noFill/>
                    <a:prstDash val="solid"/>
                    <a:miter/>
                  </a:ln>
                </p:spPr>
                <p:txBody>
                  <a:bodyPr rtlCol="0" anchor="ctr"/>
                  <a:lstStyle/>
                  <a:p>
                    <a:endParaRPr lang="vi-VN"/>
                  </a:p>
                </p:txBody>
              </p:sp>
              <p:sp>
                <p:nvSpPr>
                  <p:cNvPr id="949" name="Freeform: Shape 948">
                    <a:extLst>
                      <a:ext uri="{FF2B5EF4-FFF2-40B4-BE49-F238E27FC236}">
                        <a16:creationId xmlns:a16="http://schemas.microsoft.com/office/drawing/2014/main" id="{EDE09526-7C66-1A80-0350-5969C4D1F77F}"/>
                      </a:ext>
                    </a:extLst>
                  </p:cNvPr>
                  <p:cNvSpPr/>
                  <p:nvPr/>
                </p:nvSpPr>
                <p:spPr>
                  <a:xfrm>
                    <a:off x="3530133" y="5851308"/>
                    <a:ext cx="8057" cy="35704"/>
                  </a:xfrm>
                  <a:custGeom>
                    <a:avLst/>
                    <a:gdLst>
                      <a:gd name="connsiteX0" fmla="*/ 6645 w 8057"/>
                      <a:gd name="connsiteY0" fmla="*/ 17053 h 35704"/>
                      <a:gd name="connsiteX1" fmla="*/ 4640 w 8057"/>
                      <a:gd name="connsiteY1" fmla="*/ 8554 h 35704"/>
                      <a:gd name="connsiteX2" fmla="*/ 1555 w 8057"/>
                      <a:gd name="connsiteY2" fmla="*/ 418 h 35704"/>
                      <a:gd name="connsiteX3" fmla="*/ 20 w 8057"/>
                      <a:gd name="connsiteY3" fmla="*/ 946 h 35704"/>
                      <a:gd name="connsiteX4" fmla="*/ 2495 w 8057"/>
                      <a:gd name="connsiteY4" fmla="*/ 9358 h 35704"/>
                      <a:gd name="connsiteX5" fmla="*/ 4291 w 8057"/>
                      <a:gd name="connsiteY5" fmla="*/ 17358 h 35704"/>
                      <a:gd name="connsiteX6" fmla="*/ 5614 w 8057"/>
                      <a:gd name="connsiteY6" fmla="*/ 34560 h 35704"/>
                      <a:gd name="connsiteX7" fmla="*/ 8045 w 8057"/>
                      <a:gd name="connsiteY7" fmla="*/ 34497 h 35704"/>
                      <a:gd name="connsiteX8" fmla="*/ 6645 w 8057"/>
                      <a:gd name="connsiteY8" fmla="*/ 17053 h 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57" h="35704">
                        <a:moveTo>
                          <a:pt x="6645" y="17053"/>
                        </a:moveTo>
                        <a:cubicBezTo>
                          <a:pt x="6122" y="14191"/>
                          <a:pt x="5454" y="11353"/>
                          <a:pt x="4640" y="8554"/>
                        </a:cubicBezTo>
                        <a:cubicBezTo>
                          <a:pt x="3851" y="5823"/>
                          <a:pt x="3061" y="2849"/>
                          <a:pt x="1555" y="418"/>
                        </a:cubicBezTo>
                        <a:cubicBezTo>
                          <a:pt x="1085" y="-338"/>
                          <a:pt x="-174" y="-13"/>
                          <a:pt x="20" y="946"/>
                        </a:cubicBezTo>
                        <a:cubicBezTo>
                          <a:pt x="596" y="3803"/>
                          <a:pt x="1725" y="6549"/>
                          <a:pt x="2495" y="9358"/>
                        </a:cubicBezTo>
                        <a:cubicBezTo>
                          <a:pt x="3216" y="11992"/>
                          <a:pt x="3817" y="14666"/>
                          <a:pt x="4291" y="17358"/>
                        </a:cubicBezTo>
                        <a:cubicBezTo>
                          <a:pt x="5294" y="23039"/>
                          <a:pt x="5725" y="28792"/>
                          <a:pt x="5614" y="34560"/>
                        </a:cubicBezTo>
                        <a:cubicBezTo>
                          <a:pt x="5585" y="36125"/>
                          <a:pt x="8016" y="36066"/>
                          <a:pt x="8045" y="34497"/>
                        </a:cubicBezTo>
                        <a:cubicBezTo>
                          <a:pt x="8142" y="28657"/>
                          <a:pt x="7696" y="22807"/>
                          <a:pt x="6645" y="17053"/>
                        </a:cubicBezTo>
                        <a:close/>
                      </a:path>
                    </a:pathLst>
                  </a:custGeom>
                  <a:solidFill>
                    <a:srgbClr val="D87D68"/>
                  </a:solidFill>
                  <a:ln w="4839" cap="flat">
                    <a:noFill/>
                    <a:prstDash val="solid"/>
                    <a:miter/>
                  </a:ln>
                </p:spPr>
                <p:txBody>
                  <a:bodyPr rtlCol="0" anchor="ctr"/>
                  <a:lstStyle/>
                  <a:p>
                    <a:endParaRPr lang="vi-VN"/>
                  </a:p>
                </p:txBody>
              </p:sp>
            </p:grpSp>
          </p:grpSp>
          <p:grpSp>
            <p:nvGrpSpPr>
              <p:cNvPr id="936" name="Graphic 1991">
                <a:extLst>
                  <a:ext uri="{FF2B5EF4-FFF2-40B4-BE49-F238E27FC236}">
                    <a16:creationId xmlns:a16="http://schemas.microsoft.com/office/drawing/2014/main" id="{A9F38262-CE1E-E281-724A-027A5C6DC34D}"/>
                  </a:ext>
                </a:extLst>
              </p:cNvPr>
              <p:cNvGrpSpPr/>
              <p:nvPr/>
            </p:nvGrpSpPr>
            <p:grpSpPr>
              <a:xfrm>
                <a:off x="3450599" y="4614795"/>
                <a:ext cx="250244" cy="778436"/>
                <a:chOff x="3450599" y="4614795"/>
                <a:chExt cx="250244" cy="778436"/>
              </a:xfrm>
            </p:grpSpPr>
            <p:sp>
              <p:nvSpPr>
                <p:cNvPr id="937" name="Freeform: Shape 936">
                  <a:extLst>
                    <a:ext uri="{FF2B5EF4-FFF2-40B4-BE49-F238E27FC236}">
                      <a16:creationId xmlns:a16="http://schemas.microsoft.com/office/drawing/2014/main" id="{34A6C141-C0E2-D3F9-7C19-60F684DF2B09}"/>
                    </a:ext>
                  </a:extLst>
                </p:cNvPr>
                <p:cNvSpPr/>
                <p:nvPr/>
              </p:nvSpPr>
              <p:spPr>
                <a:xfrm>
                  <a:off x="3450599" y="4614795"/>
                  <a:ext cx="250244" cy="778431"/>
                </a:xfrm>
                <a:custGeom>
                  <a:avLst/>
                  <a:gdLst>
                    <a:gd name="connsiteX0" fmla="*/ 189241 w 250244"/>
                    <a:gd name="connsiteY0" fmla="*/ 43549 h 778431"/>
                    <a:gd name="connsiteX1" fmla="*/ 46811 w 250244"/>
                    <a:gd name="connsiteY1" fmla="*/ 27533 h 778431"/>
                    <a:gd name="connsiteX2" fmla="*/ 9855 w 250244"/>
                    <a:gd name="connsiteY2" fmla="*/ 419246 h 778431"/>
                    <a:gd name="connsiteX3" fmla="*/ 0 w 250244"/>
                    <a:gd name="connsiteY3" fmla="*/ 617568 h 778431"/>
                    <a:gd name="connsiteX4" fmla="*/ 18476 w 250244"/>
                    <a:gd name="connsiteY4" fmla="*/ 634813 h 778431"/>
                    <a:gd name="connsiteX5" fmla="*/ 0 w 250244"/>
                    <a:gd name="connsiteY5" fmla="*/ 749372 h 778431"/>
                    <a:gd name="connsiteX6" fmla="*/ 105933 w 250244"/>
                    <a:gd name="connsiteY6" fmla="*/ 769083 h 778431"/>
                    <a:gd name="connsiteX7" fmla="*/ 122913 w 250244"/>
                    <a:gd name="connsiteY7" fmla="*/ 719811 h 778431"/>
                    <a:gd name="connsiteX8" fmla="*/ 122913 w 250244"/>
                    <a:gd name="connsiteY8" fmla="*/ 769737 h 778431"/>
                    <a:gd name="connsiteX9" fmla="*/ 187231 w 250244"/>
                    <a:gd name="connsiteY9" fmla="*/ 777708 h 778431"/>
                    <a:gd name="connsiteX10" fmla="*/ 187231 w 250244"/>
                    <a:gd name="connsiteY10" fmla="*/ 703801 h 778431"/>
                    <a:gd name="connsiteX11" fmla="*/ 221722 w 250244"/>
                    <a:gd name="connsiteY11" fmla="*/ 643444 h 778431"/>
                    <a:gd name="connsiteX12" fmla="*/ 242663 w 250244"/>
                    <a:gd name="connsiteY12" fmla="*/ 362589 h 778431"/>
                    <a:gd name="connsiteX13" fmla="*/ 189241 w 250244"/>
                    <a:gd name="connsiteY13" fmla="*/ 43549 h 77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0244" h="778431">
                      <a:moveTo>
                        <a:pt x="189241" y="43549"/>
                      </a:moveTo>
                      <a:cubicBezTo>
                        <a:pt x="189241" y="43549"/>
                        <a:pt x="112098" y="-42679"/>
                        <a:pt x="46811" y="27533"/>
                      </a:cubicBezTo>
                      <a:cubicBezTo>
                        <a:pt x="-18476" y="97746"/>
                        <a:pt x="19711" y="325628"/>
                        <a:pt x="9855" y="419246"/>
                      </a:cubicBezTo>
                      <a:cubicBezTo>
                        <a:pt x="0" y="512864"/>
                        <a:pt x="0" y="617568"/>
                        <a:pt x="0" y="617568"/>
                      </a:cubicBezTo>
                      <a:lnTo>
                        <a:pt x="18476" y="634813"/>
                      </a:lnTo>
                      <a:lnTo>
                        <a:pt x="0" y="749372"/>
                      </a:lnTo>
                      <a:cubicBezTo>
                        <a:pt x="0" y="749372"/>
                        <a:pt x="55432" y="774008"/>
                        <a:pt x="105933" y="769083"/>
                      </a:cubicBezTo>
                      <a:lnTo>
                        <a:pt x="122913" y="719811"/>
                      </a:lnTo>
                      <a:lnTo>
                        <a:pt x="122913" y="769737"/>
                      </a:lnTo>
                      <a:cubicBezTo>
                        <a:pt x="122913" y="769737"/>
                        <a:pt x="183536" y="781403"/>
                        <a:pt x="187231" y="777708"/>
                      </a:cubicBezTo>
                      <a:cubicBezTo>
                        <a:pt x="190926" y="774013"/>
                        <a:pt x="187231" y="703801"/>
                        <a:pt x="187231" y="703801"/>
                      </a:cubicBezTo>
                      <a:cubicBezTo>
                        <a:pt x="187231" y="703801"/>
                        <a:pt x="218027" y="676700"/>
                        <a:pt x="221722" y="643444"/>
                      </a:cubicBezTo>
                      <a:cubicBezTo>
                        <a:pt x="225417" y="610183"/>
                        <a:pt x="232808" y="477148"/>
                        <a:pt x="242663" y="362589"/>
                      </a:cubicBezTo>
                      <a:cubicBezTo>
                        <a:pt x="252523" y="248026"/>
                        <a:pt x="265614" y="110066"/>
                        <a:pt x="189241" y="43549"/>
                      </a:cubicBezTo>
                      <a:close/>
                    </a:path>
                  </a:pathLst>
                </a:custGeom>
                <a:solidFill>
                  <a:srgbClr val="D18BCF"/>
                </a:solidFill>
                <a:ln w="4839" cap="flat">
                  <a:noFill/>
                  <a:prstDash val="solid"/>
                  <a:miter/>
                </a:ln>
              </p:spPr>
              <p:txBody>
                <a:bodyPr rtlCol="0" anchor="ctr"/>
                <a:lstStyle/>
                <a:p>
                  <a:endParaRPr lang="vi-VN"/>
                </a:p>
              </p:txBody>
            </p:sp>
            <p:grpSp>
              <p:nvGrpSpPr>
                <p:cNvPr id="938" name="Graphic 1991">
                  <a:extLst>
                    <a:ext uri="{FF2B5EF4-FFF2-40B4-BE49-F238E27FC236}">
                      <a16:creationId xmlns:a16="http://schemas.microsoft.com/office/drawing/2014/main" id="{79FC2810-8754-AA38-AA67-4E0AF6ACE5AA}"/>
                    </a:ext>
                  </a:extLst>
                </p:cNvPr>
                <p:cNvGrpSpPr/>
                <p:nvPr/>
              </p:nvGrpSpPr>
              <p:grpSpPr>
                <a:xfrm>
                  <a:off x="3450608" y="4620231"/>
                  <a:ext cx="188873" cy="773000"/>
                  <a:chOff x="3450608" y="4620231"/>
                  <a:chExt cx="188873" cy="773000"/>
                </a:xfrm>
                <a:solidFill>
                  <a:srgbClr val="D18BCF"/>
                </a:solidFill>
              </p:grpSpPr>
              <p:sp>
                <p:nvSpPr>
                  <p:cNvPr id="943" name="Freeform: Shape 942">
                    <a:extLst>
                      <a:ext uri="{FF2B5EF4-FFF2-40B4-BE49-F238E27FC236}">
                        <a16:creationId xmlns:a16="http://schemas.microsoft.com/office/drawing/2014/main" id="{797B2C14-CA3C-3DE2-1137-D02E1EE0DDFD}"/>
                      </a:ext>
                    </a:extLst>
                  </p:cNvPr>
                  <p:cNvSpPr/>
                  <p:nvPr/>
                </p:nvSpPr>
                <p:spPr>
                  <a:xfrm>
                    <a:off x="3631611" y="5267382"/>
                    <a:ext cx="3404" cy="3123"/>
                  </a:xfrm>
                  <a:custGeom>
                    <a:avLst/>
                    <a:gdLst>
                      <a:gd name="connsiteX0" fmla="*/ 3405 w 3404"/>
                      <a:gd name="connsiteY0" fmla="*/ 0 h 3123"/>
                      <a:gd name="connsiteX1" fmla="*/ 0 w 3404"/>
                      <a:gd name="connsiteY1" fmla="*/ 3124 h 3123"/>
                      <a:gd name="connsiteX2" fmla="*/ 3405 w 3404"/>
                      <a:gd name="connsiteY2" fmla="*/ 0 h 3123"/>
                    </a:gdLst>
                    <a:ahLst/>
                    <a:cxnLst>
                      <a:cxn ang="0">
                        <a:pos x="connsiteX0" y="connsiteY0"/>
                      </a:cxn>
                      <a:cxn ang="0">
                        <a:pos x="connsiteX1" y="connsiteY1"/>
                      </a:cxn>
                      <a:cxn ang="0">
                        <a:pos x="connsiteX2" y="connsiteY2"/>
                      </a:cxn>
                    </a:cxnLst>
                    <a:rect l="l" t="t" r="r" b="b"/>
                    <a:pathLst>
                      <a:path w="3404" h="3123">
                        <a:moveTo>
                          <a:pt x="3405" y="0"/>
                        </a:moveTo>
                        <a:cubicBezTo>
                          <a:pt x="3405" y="0"/>
                          <a:pt x="2044" y="1182"/>
                          <a:pt x="0" y="3124"/>
                        </a:cubicBezTo>
                        <a:cubicBezTo>
                          <a:pt x="1245" y="2184"/>
                          <a:pt x="2417" y="1172"/>
                          <a:pt x="3405" y="0"/>
                        </a:cubicBezTo>
                        <a:close/>
                      </a:path>
                    </a:pathLst>
                  </a:custGeom>
                  <a:solidFill>
                    <a:srgbClr val="D18BCF"/>
                  </a:solidFill>
                  <a:ln w="4839" cap="flat">
                    <a:noFill/>
                    <a:prstDash val="solid"/>
                    <a:miter/>
                  </a:ln>
                </p:spPr>
                <p:txBody>
                  <a:bodyPr rtlCol="0" anchor="ctr"/>
                  <a:lstStyle/>
                  <a:p>
                    <a:endParaRPr lang="vi-VN"/>
                  </a:p>
                </p:txBody>
              </p:sp>
              <p:sp>
                <p:nvSpPr>
                  <p:cNvPr id="944" name="Freeform: Shape 943">
                    <a:extLst>
                      <a:ext uri="{FF2B5EF4-FFF2-40B4-BE49-F238E27FC236}">
                        <a16:creationId xmlns:a16="http://schemas.microsoft.com/office/drawing/2014/main" id="{5F66DCF5-A6A2-5944-2086-576B7EBF2D1A}"/>
                      </a:ext>
                    </a:extLst>
                  </p:cNvPr>
                  <p:cNvSpPr/>
                  <p:nvPr/>
                </p:nvSpPr>
                <p:spPr>
                  <a:xfrm>
                    <a:off x="3450608" y="4620231"/>
                    <a:ext cx="188873" cy="773000"/>
                  </a:xfrm>
                  <a:custGeom>
                    <a:avLst/>
                    <a:gdLst>
                      <a:gd name="connsiteX0" fmla="*/ 163826 w 188873"/>
                      <a:gd name="connsiteY0" fmla="*/ 681735 h 773000"/>
                      <a:gd name="connsiteX1" fmla="*/ 181003 w 188873"/>
                      <a:gd name="connsiteY1" fmla="*/ 650280 h 773000"/>
                      <a:gd name="connsiteX2" fmla="*/ 145365 w 188873"/>
                      <a:gd name="connsiteY2" fmla="*/ 658068 h 773000"/>
                      <a:gd name="connsiteX3" fmla="*/ 154590 w 188873"/>
                      <a:gd name="connsiteY3" fmla="*/ 645534 h 773000"/>
                      <a:gd name="connsiteX4" fmla="*/ 168218 w 188873"/>
                      <a:gd name="connsiteY4" fmla="*/ 607304 h 773000"/>
                      <a:gd name="connsiteX5" fmla="*/ 117198 w 188873"/>
                      <a:gd name="connsiteY5" fmla="*/ 634444 h 773000"/>
                      <a:gd name="connsiteX6" fmla="*/ 31106 w 188873"/>
                      <a:gd name="connsiteY6" fmla="*/ 633437 h 773000"/>
                      <a:gd name="connsiteX7" fmla="*/ 33189 w 188873"/>
                      <a:gd name="connsiteY7" fmla="*/ 478798 h 773000"/>
                      <a:gd name="connsiteX8" fmla="*/ 33189 w 188873"/>
                      <a:gd name="connsiteY8" fmla="*/ 187779 h 773000"/>
                      <a:gd name="connsiteX9" fmla="*/ 67568 w 188873"/>
                      <a:gd name="connsiteY9" fmla="*/ 13599 h 773000"/>
                      <a:gd name="connsiteX10" fmla="*/ 77312 w 188873"/>
                      <a:gd name="connsiteY10" fmla="*/ 0 h 773000"/>
                      <a:gd name="connsiteX11" fmla="*/ 46812 w 188873"/>
                      <a:gd name="connsiteY11" fmla="*/ 22103 h 773000"/>
                      <a:gd name="connsiteX12" fmla="*/ 9855 w 188873"/>
                      <a:gd name="connsiteY12" fmla="*/ 413816 h 773000"/>
                      <a:gd name="connsiteX13" fmla="*/ 0 w 188873"/>
                      <a:gd name="connsiteY13" fmla="*/ 612138 h 773000"/>
                      <a:gd name="connsiteX14" fmla="*/ 18476 w 188873"/>
                      <a:gd name="connsiteY14" fmla="*/ 629383 h 773000"/>
                      <a:gd name="connsiteX15" fmla="*/ 0 w 188873"/>
                      <a:gd name="connsiteY15" fmla="*/ 743942 h 773000"/>
                      <a:gd name="connsiteX16" fmla="*/ 105934 w 188873"/>
                      <a:gd name="connsiteY16" fmla="*/ 763652 h 773000"/>
                      <a:gd name="connsiteX17" fmla="*/ 122913 w 188873"/>
                      <a:gd name="connsiteY17" fmla="*/ 714381 h 773000"/>
                      <a:gd name="connsiteX18" fmla="*/ 122913 w 188873"/>
                      <a:gd name="connsiteY18" fmla="*/ 764306 h 773000"/>
                      <a:gd name="connsiteX19" fmla="*/ 187231 w 188873"/>
                      <a:gd name="connsiteY19" fmla="*/ 772278 h 773000"/>
                      <a:gd name="connsiteX20" fmla="*/ 187231 w 188873"/>
                      <a:gd name="connsiteY20" fmla="*/ 698370 h 773000"/>
                      <a:gd name="connsiteX21" fmla="*/ 163826 w 188873"/>
                      <a:gd name="connsiteY21" fmla="*/ 681735 h 77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8873" h="773000">
                        <a:moveTo>
                          <a:pt x="163826" y="681735"/>
                        </a:moveTo>
                        <a:cubicBezTo>
                          <a:pt x="157065" y="674490"/>
                          <a:pt x="173570" y="657341"/>
                          <a:pt x="181003" y="650280"/>
                        </a:cubicBezTo>
                        <a:cubicBezTo>
                          <a:pt x="168625" y="659627"/>
                          <a:pt x="145365" y="658068"/>
                          <a:pt x="145365" y="658068"/>
                        </a:cubicBezTo>
                        <a:cubicBezTo>
                          <a:pt x="145365" y="658068"/>
                          <a:pt x="141679" y="654653"/>
                          <a:pt x="154590" y="645534"/>
                        </a:cubicBezTo>
                        <a:cubicBezTo>
                          <a:pt x="167502" y="636415"/>
                          <a:pt x="168218" y="607304"/>
                          <a:pt x="168218" y="607304"/>
                        </a:cubicBezTo>
                        <a:cubicBezTo>
                          <a:pt x="168218" y="607304"/>
                          <a:pt x="166252" y="608917"/>
                          <a:pt x="117198" y="634444"/>
                        </a:cubicBezTo>
                        <a:cubicBezTo>
                          <a:pt x="68145" y="659971"/>
                          <a:pt x="31106" y="633437"/>
                          <a:pt x="31106" y="633437"/>
                        </a:cubicBezTo>
                        <a:cubicBezTo>
                          <a:pt x="9240" y="625480"/>
                          <a:pt x="31411" y="516669"/>
                          <a:pt x="33189" y="478798"/>
                        </a:cubicBezTo>
                        <a:cubicBezTo>
                          <a:pt x="34961" y="440922"/>
                          <a:pt x="27721" y="318968"/>
                          <a:pt x="33189" y="187779"/>
                        </a:cubicBezTo>
                        <a:cubicBezTo>
                          <a:pt x="38656" y="56589"/>
                          <a:pt x="67568" y="13599"/>
                          <a:pt x="67568" y="13599"/>
                        </a:cubicBezTo>
                        <a:lnTo>
                          <a:pt x="77312" y="0"/>
                        </a:lnTo>
                        <a:cubicBezTo>
                          <a:pt x="67079" y="4286"/>
                          <a:pt x="56807" y="11357"/>
                          <a:pt x="46812" y="22103"/>
                        </a:cubicBezTo>
                        <a:cubicBezTo>
                          <a:pt x="-18476" y="92315"/>
                          <a:pt x="19711" y="320198"/>
                          <a:pt x="9855" y="413816"/>
                        </a:cubicBezTo>
                        <a:cubicBezTo>
                          <a:pt x="0" y="507434"/>
                          <a:pt x="0" y="612138"/>
                          <a:pt x="0" y="612138"/>
                        </a:cubicBezTo>
                        <a:lnTo>
                          <a:pt x="18476" y="629383"/>
                        </a:lnTo>
                        <a:lnTo>
                          <a:pt x="0" y="743942"/>
                        </a:lnTo>
                        <a:cubicBezTo>
                          <a:pt x="0" y="743942"/>
                          <a:pt x="55432" y="768578"/>
                          <a:pt x="105934" y="763652"/>
                        </a:cubicBezTo>
                        <a:lnTo>
                          <a:pt x="122913" y="714381"/>
                        </a:lnTo>
                        <a:lnTo>
                          <a:pt x="122913" y="764306"/>
                        </a:lnTo>
                        <a:cubicBezTo>
                          <a:pt x="122913" y="764306"/>
                          <a:pt x="183536" y="775973"/>
                          <a:pt x="187231" y="772278"/>
                        </a:cubicBezTo>
                        <a:cubicBezTo>
                          <a:pt x="190926" y="768583"/>
                          <a:pt x="187231" y="698370"/>
                          <a:pt x="187231" y="698370"/>
                        </a:cubicBezTo>
                        <a:cubicBezTo>
                          <a:pt x="187231" y="698370"/>
                          <a:pt x="172446" y="690970"/>
                          <a:pt x="163826" y="681735"/>
                        </a:cubicBezTo>
                        <a:close/>
                      </a:path>
                    </a:pathLst>
                  </a:custGeom>
                  <a:solidFill>
                    <a:srgbClr val="D18BCF"/>
                  </a:solidFill>
                  <a:ln w="4839" cap="flat">
                    <a:noFill/>
                    <a:prstDash val="solid"/>
                    <a:miter/>
                  </a:ln>
                </p:spPr>
                <p:txBody>
                  <a:bodyPr rtlCol="0" anchor="ctr"/>
                  <a:lstStyle/>
                  <a:p>
                    <a:endParaRPr lang="vi-VN"/>
                  </a:p>
                </p:txBody>
              </p:sp>
            </p:grpSp>
            <p:grpSp>
              <p:nvGrpSpPr>
                <p:cNvPr id="939" name="Graphic 1991">
                  <a:extLst>
                    <a:ext uri="{FF2B5EF4-FFF2-40B4-BE49-F238E27FC236}">
                      <a16:creationId xmlns:a16="http://schemas.microsoft.com/office/drawing/2014/main" id="{F0613527-30D4-72E2-BAE1-28449CE0868C}"/>
                    </a:ext>
                  </a:extLst>
                </p:cNvPr>
                <p:cNvGrpSpPr/>
                <p:nvPr/>
              </p:nvGrpSpPr>
              <p:grpSpPr>
                <a:xfrm>
                  <a:off x="3467219" y="5207801"/>
                  <a:ext cx="172627" cy="70505"/>
                  <a:chOff x="3467219" y="5207801"/>
                  <a:chExt cx="172627" cy="70505"/>
                </a:xfrm>
                <a:solidFill>
                  <a:srgbClr val="B25F90"/>
                </a:solidFill>
              </p:grpSpPr>
              <p:sp>
                <p:nvSpPr>
                  <p:cNvPr id="941" name="Freeform: Shape 940">
                    <a:extLst>
                      <a:ext uri="{FF2B5EF4-FFF2-40B4-BE49-F238E27FC236}">
                        <a16:creationId xmlns:a16="http://schemas.microsoft.com/office/drawing/2014/main" id="{2EF48A18-B9CE-6FD6-9837-875F06B61859}"/>
                      </a:ext>
                    </a:extLst>
                  </p:cNvPr>
                  <p:cNvSpPr/>
                  <p:nvPr/>
                </p:nvSpPr>
                <p:spPr>
                  <a:xfrm>
                    <a:off x="3467219" y="5207801"/>
                    <a:ext cx="171422" cy="59583"/>
                  </a:xfrm>
                  <a:custGeom>
                    <a:avLst/>
                    <a:gdLst>
                      <a:gd name="connsiteX0" fmla="*/ 169472 w 171422"/>
                      <a:gd name="connsiteY0" fmla="*/ 212 h 59583"/>
                      <a:gd name="connsiteX1" fmla="*/ 153888 w 171422"/>
                      <a:gd name="connsiteY1" fmla="*/ 13133 h 59583"/>
                      <a:gd name="connsiteX2" fmla="*/ 138546 w 171422"/>
                      <a:gd name="connsiteY2" fmla="*/ 25100 h 59583"/>
                      <a:gd name="connsiteX3" fmla="*/ 105638 w 171422"/>
                      <a:gd name="connsiteY3" fmla="*/ 44709 h 59583"/>
                      <a:gd name="connsiteX4" fmla="*/ 36351 w 171422"/>
                      <a:gd name="connsiteY4" fmla="*/ 53818 h 59583"/>
                      <a:gd name="connsiteX5" fmla="*/ 2131 w 171422"/>
                      <a:gd name="connsiteY5" fmla="*/ 37967 h 59583"/>
                      <a:gd name="connsiteX6" fmla="*/ 499 w 171422"/>
                      <a:gd name="connsiteY6" fmla="*/ 40210 h 59583"/>
                      <a:gd name="connsiteX7" fmla="*/ 67999 w 171422"/>
                      <a:gd name="connsiteY7" fmla="*/ 59039 h 59583"/>
                      <a:gd name="connsiteX8" fmla="*/ 137940 w 171422"/>
                      <a:gd name="connsiteY8" fmla="*/ 30257 h 59583"/>
                      <a:gd name="connsiteX9" fmla="*/ 154973 w 171422"/>
                      <a:gd name="connsiteY9" fmla="*/ 16935 h 59583"/>
                      <a:gd name="connsiteX10" fmla="*/ 171167 w 171422"/>
                      <a:gd name="connsiteY10" fmla="*/ 1675 h 59583"/>
                      <a:gd name="connsiteX11" fmla="*/ 169472 w 171422"/>
                      <a:gd name="connsiteY11" fmla="*/ 212 h 59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422" h="59583">
                        <a:moveTo>
                          <a:pt x="169472" y="212"/>
                        </a:moveTo>
                        <a:cubicBezTo>
                          <a:pt x="164024" y="4135"/>
                          <a:pt x="159065" y="8852"/>
                          <a:pt x="153888" y="13133"/>
                        </a:cubicBezTo>
                        <a:cubicBezTo>
                          <a:pt x="148890" y="17269"/>
                          <a:pt x="143790" y="21288"/>
                          <a:pt x="138546" y="25100"/>
                        </a:cubicBezTo>
                        <a:cubicBezTo>
                          <a:pt x="128206" y="32616"/>
                          <a:pt x="117295" y="39420"/>
                          <a:pt x="105638" y="44709"/>
                        </a:cubicBezTo>
                        <a:cubicBezTo>
                          <a:pt x="84063" y="54496"/>
                          <a:pt x="59757" y="58782"/>
                          <a:pt x="36351" y="53818"/>
                        </a:cubicBezTo>
                        <a:cubicBezTo>
                          <a:pt x="23827" y="51164"/>
                          <a:pt x="12306" y="45711"/>
                          <a:pt x="2131" y="37967"/>
                        </a:cubicBezTo>
                        <a:cubicBezTo>
                          <a:pt x="683" y="36868"/>
                          <a:pt x="-799" y="39042"/>
                          <a:pt x="499" y="40210"/>
                        </a:cubicBezTo>
                        <a:cubicBezTo>
                          <a:pt x="18509" y="56385"/>
                          <a:pt x="44472" y="61378"/>
                          <a:pt x="67999" y="59039"/>
                        </a:cubicBezTo>
                        <a:cubicBezTo>
                          <a:pt x="93545" y="56501"/>
                          <a:pt x="117275" y="45057"/>
                          <a:pt x="137940" y="30257"/>
                        </a:cubicBezTo>
                        <a:cubicBezTo>
                          <a:pt x="143800" y="26059"/>
                          <a:pt x="149476" y="21598"/>
                          <a:pt x="154973" y="16935"/>
                        </a:cubicBezTo>
                        <a:cubicBezTo>
                          <a:pt x="160561" y="12189"/>
                          <a:pt x="166445" y="7307"/>
                          <a:pt x="171167" y="1675"/>
                        </a:cubicBezTo>
                        <a:cubicBezTo>
                          <a:pt x="172054" y="624"/>
                          <a:pt x="170422" y="-471"/>
                          <a:pt x="169472" y="212"/>
                        </a:cubicBezTo>
                        <a:close/>
                      </a:path>
                    </a:pathLst>
                  </a:custGeom>
                  <a:solidFill>
                    <a:srgbClr val="B25F90"/>
                  </a:solidFill>
                  <a:ln w="4839" cap="flat">
                    <a:noFill/>
                    <a:prstDash val="solid"/>
                    <a:miter/>
                  </a:ln>
                </p:spPr>
                <p:txBody>
                  <a:bodyPr rtlCol="0" anchor="ctr"/>
                  <a:lstStyle/>
                  <a:p>
                    <a:endParaRPr lang="vi-VN"/>
                  </a:p>
                </p:txBody>
              </p:sp>
              <p:sp>
                <p:nvSpPr>
                  <p:cNvPr id="942" name="Freeform: Shape 941">
                    <a:extLst>
                      <a:ext uri="{FF2B5EF4-FFF2-40B4-BE49-F238E27FC236}">
                        <a16:creationId xmlns:a16="http://schemas.microsoft.com/office/drawing/2014/main" id="{5208715F-5018-5C5D-DC83-D7330C904601}"/>
                      </a:ext>
                    </a:extLst>
                  </p:cNvPr>
                  <p:cNvSpPr/>
                  <p:nvPr/>
                </p:nvSpPr>
                <p:spPr>
                  <a:xfrm>
                    <a:off x="3558473" y="5261821"/>
                    <a:ext cx="81373" cy="16485"/>
                  </a:xfrm>
                  <a:custGeom>
                    <a:avLst/>
                    <a:gdLst>
                      <a:gd name="connsiteX0" fmla="*/ 79677 w 81373"/>
                      <a:gd name="connsiteY0" fmla="*/ 69 h 16485"/>
                      <a:gd name="connsiteX1" fmla="*/ 71851 w 81373"/>
                      <a:gd name="connsiteY1" fmla="*/ 4360 h 16485"/>
                      <a:gd name="connsiteX2" fmla="*/ 62063 w 81373"/>
                      <a:gd name="connsiteY2" fmla="*/ 8699 h 16485"/>
                      <a:gd name="connsiteX3" fmla="*/ 42561 w 81373"/>
                      <a:gd name="connsiteY3" fmla="*/ 12913 h 16485"/>
                      <a:gd name="connsiteX4" fmla="*/ 2258 w 81373"/>
                      <a:gd name="connsiteY4" fmla="*/ 4592 h 16485"/>
                      <a:gd name="connsiteX5" fmla="*/ 641 w 81373"/>
                      <a:gd name="connsiteY5" fmla="*/ 6873 h 16485"/>
                      <a:gd name="connsiteX6" fmla="*/ 42135 w 81373"/>
                      <a:gd name="connsiteY6" fmla="*/ 16336 h 16485"/>
                      <a:gd name="connsiteX7" fmla="*/ 63231 w 81373"/>
                      <a:gd name="connsiteY7" fmla="*/ 12026 h 16485"/>
                      <a:gd name="connsiteX8" fmla="*/ 72127 w 81373"/>
                      <a:gd name="connsiteY8" fmla="*/ 8099 h 16485"/>
                      <a:gd name="connsiteX9" fmla="*/ 81140 w 81373"/>
                      <a:gd name="connsiteY9" fmla="*/ 1691 h 16485"/>
                      <a:gd name="connsiteX10" fmla="*/ 79677 w 81373"/>
                      <a:gd name="connsiteY10" fmla="*/ 69 h 1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373" h="16485">
                        <a:moveTo>
                          <a:pt x="79677" y="69"/>
                        </a:moveTo>
                        <a:cubicBezTo>
                          <a:pt x="76965" y="1091"/>
                          <a:pt x="74442" y="3023"/>
                          <a:pt x="71851" y="4360"/>
                        </a:cubicBezTo>
                        <a:cubicBezTo>
                          <a:pt x="68674" y="5992"/>
                          <a:pt x="65419" y="7484"/>
                          <a:pt x="62063" y="8699"/>
                        </a:cubicBezTo>
                        <a:cubicBezTo>
                          <a:pt x="55792" y="10970"/>
                          <a:pt x="49210" y="12380"/>
                          <a:pt x="42561" y="12913"/>
                        </a:cubicBezTo>
                        <a:cubicBezTo>
                          <a:pt x="28686" y="14026"/>
                          <a:pt x="14550" y="11116"/>
                          <a:pt x="2258" y="4592"/>
                        </a:cubicBezTo>
                        <a:cubicBezTo>
                          <a:pt x="709" y="3769"/>
                          <a:pt x="-938" y="5953"/>
                          <a:pt x="641" y="6873"/>
                        </a:cubicBezTo>
                        <a:cubicBezTo>
                          <a:pt x="13174" y="14196"/>
                          <a:pt x="27689" y="17218"/>
                          <a:pt x="42135" y="16336"/>
                        </a:cubicBezTo>
                        <a:cubicBezTo>
                          <a:pt x="49322" y="15900"/>
                          <a:pt x="56450" y="14462"/>
                          <a:pt x="63231" y="12026"/>
                        </a:cubicBezTo>
                        <a:cubicBezTo>
                          <a:pt x="66286" y="10927"/>
                          <a:pt x="69270" y="9643"/>
                          <a:pt x="72127" y="8099"/>
                        </a:cubicBezTo>
                        <a:cubicBezTo>
                          <a:pt x="75173" y="6457"/>
                          <a:pt x="78941" y="4423"/>
                          <a:pt x="81140" y="1691"/>
                        </a:cubicBezTo>
                        <a:cubicBezTo>
                          <a:pt x="81914" y="728"/>
                          <a:pt x="80597" y="-275"/>
                          <a:pt x="79677" y="69"/>
                        </a:cubicBezTo>
                        <a:close/>
                      </a:path>
                    </a:pathLst>
                  </a:custGeom>
                  <a:solidFill>
                    <a:srgbClr val="B25F90"/>
                  </a:solidFill>
                  <a:ln w="4839" cap="flat">
                    <a:noFill/>
                    <a:prstDash val="solid"/>
                    <a:miter/>
                  </a:ln>
                </p:spPr>
                <p:txBody>
                  <a:bodyPr rtlCol="0" anchor="ctr"/>
                  <a:lstStyle/>
                  <a:p>
                    <a:endParaRPr lang="vi-VN"/>
                  </a:p>
                </p:txBody>
              </p:sp>
            </p:grpSp>
            <p:sp>
              <p:nvSpPr>
                <p:cNvPr id="940" name="Freeform: Shape 939">
                  <a:extLst>
                    <a:ext uri="{FF2B5EF4-FFF2-40B4-BE49-F238E27FC236}">
                      <a16:creationId xmlns:a16="http://schemas.microsoft.com/office/drawing/2014/main" id="{6130AF47-D540-F482-A45C-6B848196923A}"/>
                    </a:ext>
                  </a:extLst>
                </p:cNvPr>
                <p:cNvSpPr/>
                <p:nvPr/>
              </p:nvSpPr>
              <p:spPr>
                <a:xfrm>
                  <a:off x="3518167" y="5330479"/>
                  <a:ext cx="19712" cy="13586"/>
                </a:xfrm>
                <a:custGeom>
                  <a:avLst/>
                  <a:gdLst>
                    <a:gd name="connsiteX0" fmla="*/ 19599 w 19712"/>
                    <a:gd name="connsiteY0" fmla="*/ 6152 h 13586"/>
                    <a:gd name="connsiteX1" fmla="*/ 11075 w 19712"/>
                    <a:gd name="connsiteY1" fmla="*/ 6 h 13586"/>
                    <a:gd name="connsiteX2" fmla="*/ 10921 w 19712"/>
                    <a:gd name="connsiteY2" fmla="*/ 1537 h 13586"/>
                    <a:gd name="connsiteX3" fmla="*/ 14383 w 19712"/>
                    <a:gd name="connsiteY3" fmla="*/ 10811 h 13586"/>
                    <a:gd name="connsiteX4" fmla="*/ 6301 w 19712"/>
                    <a:gd name="connsiteY4" fmla="*/ 11131 h 13586"/>
                    <a:gd name="connsiteX5" fmla="*/ 2770 w 19712"/>
                    <a:gd name="connsiteY5" fmla="*/ 6496 h 13586"/>
                    <a:gd name="connsiteX6" fmla="*/ 4722 w 19712"/>
                    <a:gd name="connsiteY6" fmla="*/ 3435 h 13586"/>
                    <a:gd name="connsiteX7" fmla="*/ 6494 w 19712"/>
                    <a:gd name="connsiteY7" fmla="*/ 2346 h 13586"/>
                    <a:gd name="connsiteX8" fmla="*/ 8039 w 19712"/>
                    <a:gd name="connsiteY8" fmla="*/ 1745 h 13586"/>
                    <a:gd name="connsiteX9" fmla="*/ 9521 w 19712"/>
                    <a:gd name="connsiteY9" fmla="*/ 1333 h 13586"/>
                    <a:gd name="connsiteX10" fmla="*/ 9051 w 19712"/>
                    <a:gd name="connsiteY10" fmla="*/ 55 h 13586"/>
                    <a:gd name="connsiteX11" fmla="*/ 5623 w 19712"/>
                    <a:gd name="connsiteY11" fmla="*/ 510 h 13586"/>
                    <a:gd name="connsiteX12" fmla="*/ 3303 w 19712"/>
                    <a:gd name="connsiteY12" fmla="*/ 1711 h 13586"/>
                    <a:gd name="connsiteX13" fmla="*/ 363 w 19712"/>
                    <a:gd name="connsiteY13" fmla="*/ 5213 h 13586"/>
                    <a:gd name="connsiteX14" fmla="*/ 3869 w 19712"/>
                    <a:gd name="connsiteY14" fmla="*/ 12356 h 13586"/>
                    <a:gd name="connsiteX15" fmla="*/ 14650 w 19712"/>
                    <a:gd name="connsiteY15" fmla="*/ 12840 h 13586"/>
                    <a:gd name="connsiteX16" fmla="*/ 19599 w 19712"/>
                    <a:gd name="connsiteY16" fmla="*/ 6152 h 1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2" h="13586">
                      <a:moveTo>
                        <a:pt x="19599" y="6152"/>
                      </a:moveTo>
                      <a:cubicBezTo>
                        <a:pt x="18916" y="3096"/>
                        <a:pt x="15633" y="379"/>
                        <a:pt x="11075" y="6"/>
                      </a:cubicBezTo>
                      <a:cubicBezTo>
                        <a:pt x="9652" y="-110"/>
                        <a:pt x="9541" y="1377"/>
                        <a:pt x="10921" y="1537"/>
                      </a:cubicBezTo>
                      <a:cubicBezTo>
                        <a:pt x="16751" y="2205"/>
                        <a:pt x="19502" y="8399"/>
                        <a:pt x="14383" y="10811"/>
                      </a:cubicBezTo>
                      <a:cubicBezTo>
                        <a:pt x="12044" y="11915"/>
                        <a:pt x="8819" y="11944"/>
                        <a:pt x="6301" y="11131"/>
                      </a:cubicBezTo>
                      <a:cubicBezTo>
                        <a:pt x="3782" y="10317"/>
                        <a:pt x="2407" y="8467"/>
                        <a:pt x="2770" y="6496"/>
                      </a:cubicBezTo>
                      <a:cubicBezTo>
                        <a:pt x="2973" y="5372"/>
                        <a:pt x="3680" y="4317"/>
                        <a:pt x="4722" y="3435"/>
                      </a:cubicBezTo>
                      <a:cubicBezTo>
                        <a:pt x="5226" y="3009"/>
                        <a:pt x="5826" y="2646"/>
                        <a:pt x="6494" y="2346"/>
                      </a:cubicBezTo>
                      <a:cubicBezTo>
                        <a:pt x="6969" y="2132"/>
                        <a:pt x="7565" y="1895"/>
                        <a:pt x="8039" y="1745"/>
                      </a:cubicBezTo>
                      <a:cubicBezTo>
                        <a:pt x="8538" y="1590"/>
                        <a:pt x="9037" y="1522"/>
                        <a:pt x="9521" y="1333"/>
                      </a:cubicBezTo>
                      <a:cubicBezTo>
                        <a:pt x="10368" y="999"/>
                        <a:pt x="9826" y="161"/>
                        <a:pt x="9051" y="55"/>
                      </a:cubicBezTo>
                      <a:cubicBezTo>
                        <a:pt x="7967" y="-100"/>
                        <a:pt x="6591" y="166"/>
                        <a:pt x="5623" y="510"/>
                      </a:cubicBezTo>
                      <a:cubicBezTo>
                        <a:pt x="4761" y="815"/>
                        <a:pt x="3981" y="1237"/>
                        <a:pt x="3303" y="1711"/>
                      </a:cubicBezTo>
                      <a:cubicBezTo>
                        <a:pt x="1918" y="2680"/>
                        <a:pt x="872" y="3886"/>
                        <a:pt x="363" y="5213"/>
                      </a:cubicBezTo>
                      <a:cubicBezTo>
                        <a:pt x="-654" y="7881"/>
                        <a:pt x="450" y="10782"/>
                        <a:pt x="3869" y="12356"/>
                      </a:cubicBezTo>
                      <a:cubicBezTo>
                        <a:pt x="6983" y="13789"/>
                        <a:pt x="11294" y="13997"/>
                        <a:pt x="14650" y="12840"/>
                      </a:cubicBezTo>
                      <a:cubicBezTo>
                        <a:pt x="18267" y="11586"/>
                        <a:pt x="20219" y="8932"/>
                        <a:pt x="19599" y="6152"/>
                      </a:cubicBezTo>
                      <a:close/>
                    </a:path>
                  </a:pathLst>
                </a:custGeom>
                <a:solidFill>
                  <a:srgbClr val="B25F90"/>
                </a:solidFill>
                <a:ln w="4839" cap="flat">
                  <a:noFill/>
                  <a:prstDash val="solid"/>
                  <a:miter/>
                </a:ln>
              </p:spPr>
              <p:txBody>
                <a:bodyPr rtlCol="0" anchor="ctr"/>
                <a:lstStyle/>
                <a:p>
                  <a:endParaRPr lang="vi-VN"/>
                </a:p>
              </p:txBody>
            </p:sp>
          </p:grpSp>
        </p:grpSp>
      </p:grpSp>
      <p:pic>
        <p:nvPicPr>
          <p:cNvPr id="1256" name="Picture 1255" descr="A blue dolphin logo on a black background&#10;&#10;AI-generated content may be incorrect.">
            <a:extLst>
              <a:ext uri="{FF2B5EF4-FFF2-40B4-BE49-F238E27FC236}">
                <a16:creationId xmlns:a16="http://schemas.microsoft.com/office/drawing/2014/main" id="{77C08E48-33FA-75F7-5422-5EF4C49DA4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84172" y="1932751"/>
            <a:ext cx="1141612" cy="1141612"/>
          </a:xfrm>
          <a:prstGeom prst="rect">
            <a:avLst/>
          </a:prstGeom>
        </p:spPr>
      </p:pic>
      <p:pic>
        <p:nvPicPr>
          <p:cNvPr id="1257" name="Picture 1256" descr="A black background with a black square&#10;&#10;AI-generated content may be incorrect.">
            <a:extLst>
              <a:ext uri="{FF2B5EF4-FFF2-40B4-BE49-F238E27FC236}">
                <a16:creationId xmlns:a16="http://schemas.microsoft.com/office/drawing/2014/main" id="{DE9CA865-1F84-C8F5-E165-0942C72B51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34290" y="4520822"/>
            <a:ext cx="2635644" cy="752600"/>
          </a:xfrm>
          <a:prstGeom prst="rect">
            <a:avLst/>
          </a:prstGeom>
        </p:spPr>
      </p:pic>
      <p:pic>
        <p:nvPicPr>
          <p:cNvPr id="1258" name="Picture 1257" descr="A blue logo with a feather&#10;&#10;AI-generated content may be incorrect.">
            <a:extLst>
              <a:ext uri="{FF2B5EF4-FFF2-40B4-BE49-F238E27FC236}">
                <a16:creationId xmlns:a16="http://schemas.microsoft.com/office/drawing/2014/main" id="{5801C33B-B21C-8349-72DF-0F544C043BB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57132" y="4501199"/>
            <a:ext cx="2201259" cy="1041929"/>
          </a:xfrm>
          <a:prstGeom prst="rect">
            <a:avLst/>
          </a:prstGeom>
        </p:spPr>
      </p:pic>
      <p:sp>
        <p:nvSpPr>
          <p:cNvPr id="1259" name="TextBox 12">
            <a:extLst>
              <a:ext uri="{FF2B5EF4-FFF2-40B4-BE49-F238E27FC236}">
                <a16:creationId xmlns:a16="http://schemas.microsoft.com/office/drawing/2014/main" id="{F40C4BD6-EAA3-1AFB-25F0-1CCB185D18CE}"/>
              </a:ext>
            </a:extLst>
          </p:cNvPr>
          <p:cNvSpPr txBox="1"/>
          <p:nvPr/>
        </p:nvSpPr>
        <p:spPr>
          <a:xfrm>
            <a:off x="2195451" y="3290041"/>
            <a:ext cx="1455661" cy="584775"/>
          </a:xfrm>
          <a:prstGeom prst="rect">
            <a:avLst/>
          </a:prstGeom>
          <a:noFill/>
        </p:spPr>
        <p:txBody>
          <a:bodyPr wrap="square">
            <a:spAutoFit/>
          </a:bodyPr>
          <a:lstStyle/>
          <a:p>
            <a:r>
              <a:rPr lang="en-US" sz="3200" b="1" noProof="1">
                <a:solidFill>
                  <a:schemeClr val="tx2">
                    <a:lumMod val="50000"/>
                    <a:lumOff val="50000"/>
                  </a:schemeClr>
                </a:solidFill>
                <a:cs typeface="Arial" panose="020B0604020202020204" pitchFamily="34" charset="0"/>
              </a:rPr>
              <a:t>Server</a:t>
            </a:r>
            <a:endParaRPr lang="vi-VN" sz="3200" noProof="1">
              <a:solidFill>
                <a:schemeClr val="tx2">
                  <a:lumMod val="50000"/>
                  <a:lumOff val="50000"/>
                </a:schemeClr>
              </a:solidFill>
              <a:cs typeface="Arial" panose="020B0604020202020204" pitchFamily="34" charset="0"/>
            </a:endParaRPr>
          </a:p>
        </p:txBody>
      </p:sp>
      <p:sp>
        <p:nvSpPr>
          <p:cNvPr id="1260" name="TextBox 12">
            <a:extLst>
              <a:ext uri="{FF2B5EF4-FFF2-40B4-BE49-F238E27FC236}">
                <a16:creationId xmlns:a16="http://schemas.microsoft.com/office/drawing/2014/main" id="{C2F83377-E3D5-8FFB-FA6D-5BBE8D9ABA07}"/>
              </a:ext>
            </a:extLst>
          </p:cNvPr>
          <p:cNvSpPr txBox="1"/>
          <p:nvPr/>
        </p:nvSpPr>
        <p:spPr>
          <a:xfrm>
            <a:off x="983189" y="5684518"/>
            <a:ext cx="5520273" cy="523220"/>
          </a:xfrm>
          <a:prstGeom prst="rect">
            <a:avLst/>
          </a:prstGeom>
          <a:noFill/>
        </p:spPr>
        <p:txBody>
          <a:bodyPr wrap="square">
            <a:spAutoFit/>
          </a:bodyPr>
          <a:lstStyle/>
          <a:p>
            <a:r>
              <a:rPr lang="en-US" sz="2800" b="1" noProof="1">
                <a:solidFill>
                  <a:schemeClr val="tx2">
                    <a:lumMod val="50000"/>
                    <a:lumOff val="50000"/>
                  </a:schemeClr>
                </a:solidFill>
                <a:cs typeface="Arial" panose="020B0604020202020204" pitchFamily="34" charset="0"/>
              </a:rPr>
              <a:t>Teacher client &amp; Student client</a:t>
            </a:r>
            <a:endParaRPr lang="vi-VN" sz="2800" noProof="1">
              <a:solidFill>
                <a:schemeClr val="tx2">
                  <a:lumMod val="50000"/>
                  <a:lumOff val="50000"/>
                </a:schemeClr>
              </a:solidFill>
              <a:cs typeface="Arial" panose="020B0604020202020204" pitchFamily="34" charset="0"/>
            </a:endParaRPr>
          </a:p>
        </p:txBody>
      </p:sp>
      <p:pic>
        <p:nvPicPr>
          <p:cNvPr id="1261" name="Picture 1260" descr="A black background with a black square&#10;&#10;AI-generated content may be incorrect.">
            <a:extLst>
              <a:ext uri="{FF2B5EF4-FFF2-40B4-BE49-F238E27FC236}">
                <a16:creationId xmlns:a16="http://schemas.microsoft.com/office/drawing/2014/main" id="{699BB7EB-D1AA-3D5A-A7FC-6F202FDCB82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743502" y="2701827"/>
            <a:ext cx="1141612" cy="1141612"/>
          </a:xfrm>
          <a:prstGeom prst="rect">
            <a:avLst/>
          </a:prstGeom>
        </p:spPr>
      </p:pic>
      <p:sp>
        <p:nvSpPr>
          <p:cNvPr id="1262" name="TextBox 12">
            <a:extLst>
              <a:ext uri="{FF2B5EF4-FFF2-40B4-BE49-F238E27FC236}">
                <a16:creationId xmlns:a16="http://schemas.microsoft.com/office/drawing/2014/main" id="{56D441FF-3E26-C00D-CBE7-CE1DADD91739}"/>
              </a:ext>
            </a:extLst>
          </p:cNvPr>
          <p:cNvSpPr txBox="1"/>
          <p:nvPr/>
        </p:nvSpPr>
        <p:spPr>
          <a:xfrm>
            <a:off x="9079394" y="3844401"/>
            <a:ext cx="2407815" cy="707886"/>
          </a:xfrm>
          <a:prstGeom prst="rect">
            <a:avLst/>
          </a:prstGeom>
          <a:noFill/>
        </p:spPr>
        <p:txBody>
          <a:bodyPr wrap="square">
            <a:spAutoFit/>
          </a:bodyPr>
          <a:lstStyle/>
          <a:p>
            <a:pPr algn="ctr"/>
            <a:r>
              <a:rPr lang="en-US" sz="2000" b="1" noProof="1">
                <a:solidFill>
                  <a:schemeClr val="tx2">
                    <a:lumMod val="50000"/>
                    <a:lumOff val="50000"/>
                  </a:schemeClr>
                </a:solidFill>
                <a:cs typeface="Arial" panose="020B0604020202020204" pitchFamily="34" charset="0"/>
              </a:rPr>
              <a:t>Rest API giao tiếp các ứng dụng</a:t>
            </a:r>
            <a:endParaRPr lang="vi-VN" sz="2000" noProof="1">
              <a:solidFill>
                <a:schemeClr val="tx2">
                  <a:lumMod val="50000"/>
                  <a:lumOff val="50000"/>
                </a:schemeClr>
              </a:solidFill>
              <a:cs typeface="Arial" panose="020B0604020202020204" pitchFamily="34" charset="0"/>
            </a:endParaRPr>
          </a:p>
        </p:txBody>
      </p:sp>
      <p:pic>
        <p:nvPicPr>
          <p:cNvPr id="1263" name="Hình ảnh 14" descr="Ảnh có chứa biểu tượng, Nhãn hiệu, Phông chữ, vòng tròn&#10;&#10;Mô tả được tạo tự động">
            <a:extLst>
              <a:ext uri="{FF2B5EF4-FFF2-40B4-BE49-F238E27FC236}">
                <a16:creationId xmlns:a16="http://schemas.microsoft.com/office/drawing/2014/main" id="{2E489380-8C97-A20C-80A5-D7FCCFF9A26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224009" y="59750"/>
            <a:ext cx="847781" cy="847781"/>
          </a:xfrm>
          <a:prstGeom prst="rect">
            <a:avLst/>
          </a:prstGeom>
        </p:spPr>
      </p:pic>
      <p:sp>
        <p:nvSpPr>
          <p:cNvPr id="621" name="TextBox 620">
            <a:extLst>
              <a:ext uri="{FF2B5EF4-FFF2-40B4-BE49-F238E27FC236}">
                <a16:creationId xmlns:a16="http://schemas.microsoft.com/office/drawing/2014/main" id="{61FBC57B-1341-C3A2-48B4-3A8A461A29ED}"/>
              </a:ext>
            </a:extLst>
          </p:cNvPr>
          <p:cNvSpPr txBox="1"/>
          <p:nvPr/>
        </p:nvSpPr>
        <p:spPr>
          <a:xfrm>
            <a:off x="11365727" y="6380480"/>
            <a:ext cx="308098" cy="369332"/>
          </a:xfrm>
          <a:prstGeom prst="rect">
            <a:avLst/>
          </a:prstGeom>
          <a:noFill/>
        </p:spPr>
        <p:txBody>
          <a:bodyPr wrap="none" rtlCol="0">
            <a:spAutoFit/>
          </a:bodyPr>
          <a:lstStyle/>
          <a:p>
            <a:r>
              <a:rPr lang="en-US" dirty="0"/>
              <a:t>6</a:t>
            </a:r>
            <a:endParaRPr lang="vi-VN" dirty="0"/>
          </a:p>
        </p:txBody>
      </p:sp>
      <p:pic>
        <p:nvPicPr>
          <p:cNvPr id="2" name="Picture 1" descr="A diagram of a diagram&#10;&#10;AI-generated content may be incorrect.">
            <a:extLst>
              <a:ext uri="{FF2B5EF4-FFF2-40B4-BE49-F238E27FC236}">
                <a16:creationId xmlns:a16="http://schemas.microsoft.com/office/drawing/2014/main" id="{ADC928D5-FC04-A0D2-87EF-02CF7180A4F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388599" y="12124756"/>
            <a:ext cx="4266599" cy="2114810"/>
          </a:xfrm>
          <a:prstGeom prst="rect">
            <a:avLst/>
          </a:prstGeom>
        </p:spPr>
      </p:pic>
    </p:spTree>
    <p:extLst>
      <p:ext uri="{BB962C8B-B14F-4D97-AF65-F5344CB8AC3E}">
        <p14:creationId xmlns:p14="http://schemas.microsoft.com/office/powerpoint/2010/main" val="546214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9BAA80C-EFA4-8AD1-FBAA-C06F9389EADC}"/>
            </a:ext>
          </a:extLst>
        </p:cNvPr>
        <p:cNvGrpSpPr/>
        <p:nvPr/>
      </p:nvGrpSpPr>
      <p:grpSpPr>
        <a:xfrm>
          <a:off x="0" y="0"/>
          <a:ext cx="0" cy="0"/>
          <a:chOff x="0" y="0"/>
          <a:chExt cx="0" cy="0"/>
        </a:xfrm>
      </p:grpSpPr>
      <p:sp>
        <p:nvSpPr>
          <p:cNvPr id="2" name="minhgiang.pro 3">
            <a:extLst>
              <a:ext uri="{FF2B5EF4-FFF2-40B4-BE49-F238E27FC236}">
                <a16:creationId xmlns:a16="http://schemas.microsoft.com/office/drawing/2014/main" id="{2B33E35B-7A73-A055-92A0-F18E5D8C6CEF}"/>
              </a:ext>
            </a:extLst>
          </p:cNvPr>
          <p:cNvSpPr/>
          <p:nvPr/>
        </p:nvSpPr>
        <p:spPr>
          <a:xfrm>
            <a:off x="11516570" y="4255214"/>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inhgiang.pro 1">
            <a:extLst>
              <a:ext uri="{FF2B5EF4-FFF2-40B4-BE49-F238E27FC236}">
                <a16:creationId xmlns:a16="http://schemas.microsoft.com/office/drawing/2014/main" id="{534EA64F-CA97-797C-7637-8C14A5C04307}"/>
              </a:ext>
            </a:extLst>
          </p:cNvPr>
          <p:cNvSpPr/>
          <p:nvPr/>
        </p:nvSpPr>
        <p:spPr>
          <a:xfrm>
            <a:off x="4062413" y="-1645537"/>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noFill/>
          <a:ln w="38100">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minhgiang.pro 2">
            <a:extLst>
              <a:ext uri="{FF2B5EF4-FFF2-40B4-BE49-F238E27FC236}">
                <a16:creationId xmlns:a16="http://schemas.microsoft.com/office/drawing/2014/main" id="{5E545844-9995-B642-8F12-BCE8A8C05053}"/>
              </a:ext>
            </a:extLst>
          </p:cNvPr>
          <p:cNvSpPr/>
          <p:nvPr/>
        </p:nvSpPr>
        <p:spPr>
          <a:xfrm>
            <a:off x="2716673" y="5653520"/>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solidFill>
            <a:schemeClr val="tx2">
              <a:lumMod val="25000"/>
              <a:lumOff val="7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minhgiang.pro 3">
            <a:extLst>
              <a:ext uri="{FF2B5EF4-FFF2-40B4-BE49-F238E27FC236}">
                <a16:creationId xmlns:a16="http://schemas.microsoft.com/office/drawing/2014/main" id="{1E5E2AC5-7942-9772-F74A-BDFC145C3304}"/>
              </a:ext>
            </a:extLst>
          </p:cNvPr>
          <p:cNvSpPr/>
          <p:nvPr/>
        </p:nvSpPr>
        <p:spPr>
          <a:xfrm>
            <a:off x="-232431" y="-693496"/>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iang">
            <a:extLst>
              <a:ext uri="{FF2B5EF4-FFF2-40B4-BE49-F238E27FC236}">
                <a16:creationId xmlns:a16="http://schemas.microsoft.com/office/drawing/2014/main" id="{276FE9C6-51F5-9D39-44E0-2672D156ADB4}"/>
              </a:ext>
            </a:extLst>
          </p:cNvPr>
          <p:cNvSpPr/>
          <p:nvPr/>
        </p:nvSpPr>
        <p:spPr>
          <a:xfrm>
            <a:off x="447368" y="210435"/>
            <a:ext cx="11297264" cy="6354711"/>
          </a:xfrm>
          <a:prstGeom prst="roundRect">
            <a:avLst>
              <a:gd name="adj" fmla="val 5625"/>
            </a:avLst>
          </a:prstGeom>
          <a:solidFill>
            <a:schemeClr val="bg1"/>
          </a:solidFill>
          <a:ln w="19050">
            <a:solidFill>
              <a:schemeClr val="bg1"/>
            </a:solidFill>
          </a:ln>
          <a:effectLst>
            <a:outerShdw blurRad="965200" dist="38100" dir="10800000" algn="r" rotWithShape="0">
              <a:srgbClr val="819C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noProof="1">
              <a:cs typeface="+mn-ea"/>
              <a:sym typeface="+mn-lt"/>
            </a:endParaRPr>
          </a:p>
        </p:txBody>
      </p:sp>
      <p:pic>
        <p:nvPicPr>
          <p:cNvPr id="11" name="Hình ảnh 14" descr="Ảnh có chứa biểu tượng, Nhãn hiệu, Phông chữ, vòng tròn&#10;&#10;Mô tả được tạo tự động">
            <a:extLst>
              <a:ext uri="{FF2B5EF4-FFF2-40B4-BE49-F238E27FC236}">
                <a16:creationId xmlns:a16="http://schemas.microsoft.com/office/drawing/2014/main" id="{6E6E2E78-D05A-10F9-8AEE-01353F1F2F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24009" y="59750"/>
            <a:ext cx="847781" cy="847781"/>
          </a:xfrm>
          <a:prstGeom prst="rect">
            <a:avLst/>
          </a:prstGeom>
        </p:spPr>
      </p:pic>
      <p:sp>
        <p:nvSpPr>
          <p:cNvPr id="621" name="TextBox 620">
            <a:extLst>
              <a:ext uri="{FF2B5EF4-FFF2-40B4-BE49-F238E27FC236}">
                <a16:creationId xmlns:a16="http://schemas.microsoft.com/office/drawing/2014/main" id="{14473534-0082-A419-6270-AC1CE279DD6D}"/>
              </a:ext>
            </a:extLst>
          </p:cNvPr>
          <p:cNvSpPr txBox="1"/>
          <p:nvPr/>
        </p:nvSpPr>
        <p:spPr>
          <a:xfrm>
            <a:off x="11365727" y="6380480"/>
            <a:ext cx="308098" cy="369332"/>
          </a:xfrm>
          <a:prstGeom prst="rect">
            <a:avLst/>
          </a:prstGeom>
          <a:noFill/>
        </p:spPr>
        <p:txBody>
          <a:bodyPr wrap="none" rtlCol="0">
            <a:spAutoFit/>
          </a:bodyPr>
          <a:lstStyle/>
          <a:p>
            <a:r>
              <a:rPr lang="en-US" dirty="0"/>
              <a:t>7</a:t>
            </a:r>
            <a:endParaRPr lang="vi-VN" dirty="0"/>
          </a:p>
        </p:txBody>
      </p:sp>
      <p:pic>
        <p:nvPicPr>
          <p:cNvPr id="8" name="Picture 7">
            <a:extLst>
              <a:ext uri="{FF2B5EF4-FFF2-40B4-BE49-F238E27FC236}">
                <a16:creationId xmlns:a16="http://schemas.microsoft.com/office/drawing/2014/main" id="{A057AC63-E772-C737-BEEE-F0603C405F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368" y="1896937"/>
            <a:ext cx="11297264" cy="3327673"/>
          </a:xfrm>
          <a:prstGeom prst="rect">
            <a:avLst/>
          </a:prstGeom>
        </p:spPr>
      </p:pic>
      <p:sp>
        <p:nvSpPr>
          <p:cNvPr id="9" name="TextBox 12">
            <a:extLst>
              <a:ext uri="{FF2B5EF4-FFF2-40B4-BE49-F238E27FC236}">
                <a16:creationId xmlns:a16="http://schemas.microsoft.com/office/drawing/2014/main" id="{5C9AD180-2758-821D-15F2-E7EF099A505E}"/>
              </a:ext>
            </a:extLst>
          </p:cNvPr>
          <p:cNvSpPr txBox="1"/>
          <p:nvPr/>
        </p:nvSpPr>
        <p:spPr>
          <a:xfrm>
            <a:off x="1081759" y="486292"/>
            <a:ext cx="6211560" cy="707886"/>
          </a:xfrm>
          <a:prstGeom prst="rect">
            <a:avLst/>
          </a:prstGeom>
          <a:noFill/>
        </p:spPr>
        <p:txBody>
          <a:bodyPr wrap="square">
            <a:spAutoFit/>
          </a:bodyPr>
          <a:lstStyle/>
          <a:p>
            <a:r>
              <a:rPr lang="en-US" sz="4000" b="1" noProof="1">
                <a:solidFill>
                  <a:schemeClr val="tx2">
                    <a:lumMod val="50000"/>
                    <a:lumOff val="50000"/>
                  </a:schemeClr>
                </a:solidFill>
                <a:cs typeface="Arial" panose="020B0604020202020204" pitchFamily="34" charset="0"/>
              </a:rPr>
              <a:t>Sơ đồ triển khai</a:t>
            </a:r>
            <a:endParaRPr lang="vi-VN" sz="4000" noProof="1">
              <a:solidFill>
                <a:schemeClr val="tx2">
                  <a:lumMod val="50000"/>
                  <a:lumOff val="50000"/>
                </a:schemeClr>
              </a:solidFill>
              <a:cs typeface="Arial" panose="020B0604020202020204" pitchFamily="34" charset="0"/>
            </a:endParaRPr>
          </a:p>
        </p:txBody>
      </p:sp>
      <p:sp>
        <p:nvSpPr>
          <p:cNvPr id="7" name="TextBox 12">
            <a:extLst>
              <a:ext uri="{FF2B5EF4-FFF2-40B4-BE49-F238E27FC236}">
                <a16:creationId xmlns:a16="http://schemas.microsoft.com/office/drawing/2014/main" id="{7D8B35F4-4038-3E98-42D7-77CC0541FB93}"/>
              </a:ext>
            </a:extLst>
          </p:cNvPr>
          <p:cNvSpPr txBox="1"/>
          <p:nvPr/>
        </p:nvSpPr>
        <p:spPr>
          <a:xfrm>
            <a:off x="-6416321" y="486292"/>
            <a:ext cx="6211560" cy="707886"/>
          </a:xfrm>
          <a:prstGeom prst="rect">
            <a:avLst/>
          </a:prstGeom>
          <a:noFill/>
        </p:spPr>
        <p:txBody>
          <a:bodyPr wrap="square">
            <a:spAutoFit/>
          </a:bodyPr>
          <a:lstStyle/>
          <a:p>
            <a:r>
              <a:rPr lang="en-US" sz="4000" b="1" noProof="1">
                <a:solidFill>
                  <a:schemeClr val="tx2">
                    <a:lumMod val="50000"/>
                    <a:lumOff val="50000"/>
                  </a:schemeClr>
                </a:solidFill>
                <a:cs typeface="Arial" panose="020B0604020202020204" pitchFamily="34" charset="0"/>
              </a:rPr>
              <a:t>Công nghệ sử dụng</a:t>
            </a:r>
            <a:endParaRPr lang="vi-VN" sz="4000" noProof="1">
              <a:solidFill>
                <a:schemeClr val="tx2">
                  <a:lumMod val="50000"/>
                  <a:lumOff val="50000"/>
                </a:schemeClr>
              </a:solidFill>
              <a:cs typeface="Arial" panose="020B0604020202020204" pitchFamily="34" charset="0"/>
            </a:endParaRPr>
          </a:p>
        </p:txBody>
      </p:sp>
      <p:pic>
        <p:nvPicPr>
          <p:cNvPr id="10" name="Picture 9" descr="A logo with red letters&#10;&#10;AI-generated content may be incorrect.">
            <a:extLst>
              <a:ext uri="{FF2B5EF4-FFF2-40B4-BE49-F238E27FC236}">
                <a16:creationId xmlns:a16="http://schemas.microsoft.com/office/drawing/2014/main" id="{F0FBECB4-8CC8-5955-C11B-EFF64DACA9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6856" y="-2708319"/>
            <a:ext cx="3164354" cy="1977721"/>
          </a:xfrm>
          <a:prstGeom prst="rect">
            <a:avLst/>
          </a:prstGeom>
        </p:spPr>
      </p:pic>
      <p:pic>
        <p:nvPicPr>
          <p:cNvPr id="12" name="Graphic 11">
            <a:extLst>
              <a:ext uri="{FF2B5EF4-FFF2-40B4-BE49-F238E27FC236}">
                <a16:creationId xmlns:a16="http://schemas.microsoft.com/office/drawing/2014/main" id="{FDED86BB-7C79-C8BB-341D-6535B50216E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66310" y="1017079"/>
            <a:ext cx="2521265" cy="2521265"/>
          </a:xfrm>
          <a:prstGeom prst="rect">
            <a:avLst/>
          </a:prstGeom>
        </p:spPr>
      </p:pic>
      <p:grpSp>
        <p:nvGrpSpPr>
          <p:cNvPr id="13" name="Group 12">
            <a:extLst>
              <a:ext uri="{FF2B5EF4-FFF2-40B4-BE49-F238E27FC236}">
                <a16:creationId xmlns:a16="http://schemas.microsoft.com/office/drawing/2014/main" id="{00EB5394-DF6B-0D66-B094-B083695BAF8B}"/>
              </a:ext>
            </a:extLst>
          </p:cNvPr>
          <p:cNvGrpSpPr/>
          <p:nvPr/>
        </p:nvGrpSpPr>
        <p:grpSpPr>
          <a:xfrm>
            <a:off x="-4803337" y="4708363"/>
            <a:ext cx="2559832" cy="1788934"/>
            <a:chOff x="1126343" y="3916020"/>
            <a:chExt cx="2959665" cy="2068356"/>
          </a:xfrm>
        </p:grpSpPr>
        <p:sp>
          <p:nvSpPr>
            <p:cNvPr id="14" name="Freeform: Shape 13">
              <a:extLst>
                <a:ext uri="{FF2B5EF4-FFF2-40B4-BE49-F238E27FC236}">
                  <a16:creationId xmlns:a16="http://schemas.microsoft.com/office/drawing/2014/main" id="{6891ACB9-152F-6E04-824F-1E9012B8AA98}"/>
                </a:ext>
              </a:extLst>
            </p:cNvPr>
            <p:cNvSpPr/>
            <p:nvPr/>
          </p:nvSpPr>
          <p:spPr>
            <a:xfrm>
              <a:off x="1126343" y="3961198"/>
              <a:ext cx="2959665" cy="1973250"/>
            </a:xfrm>
            <a:custGeom>
              <a:avLst/>
              <a:gdLst>
                <a:gd name="connsiteX0" fmla="*/ 2278679 w 2959665"/>
                <a:gd name="connsiteY0" fmla="*/ 1968601 h 1973250"/>
                <a:gd name="connsiteX1" fmla="*/ 1683753 w 2959665"/>
                <a:gd name="connsiteY1" fmla="*/ 1860197 h 1973250"/>
                <a:gd name="connsiteX2" fmla="*/ 1523647 w 2959665"/>
                <a:gd name="connsiteY2" fmla="*/ 1833125 h 1973250"/>
                <a:gd name="connsiteX3" fmla="*/ 894360 w 2959665"/>
                <a:gd name="connsiteY3" fmla="*/ 1965579 h 1973250"/>
                <a:gd name="connsiteX4" fmla="*/ 30436 w 2959665"/>
                <a:gd name="connsiteY4" fmla="*/ 1304911 h 1973250"/>
                <a:gd name="connsiteX5" fmla="*/ 59735 w 2959665"/>
                <a:gd name="connsiteY5" fmla="*/ 608696 h 1973250"/>
                <a:gd name="connsiteX6" fmla="*/ 991170 w 2959665"/>
                <a:gd name="connsiteY6" fmla="*/ 12147 h 1973250"/>
                <a:gd name="connsiteX7" fmla="*/ 1936068 w 2959665"/>
                <a:gd name="connsiteY7" fmla="*/ 115834 h 1973250"/>
                <a:gd name="connsiteX8" fmla="*/ 2801020 w 2959665"/>
                <a:gd name="connsiteY8" fmla="*/ 425334 h 1973250"/>
                <a:gd name="connsiteX9" fmla="*/ 2278679 w 2959665"/>
                <a:gd name="connsiteY9" fmla="*/ 1968601 h 197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665" h="1973250">
                  <a:moveTo>
                    <a:pt x="2278679" y="1968601"/>
                  </a:moveTo>
                  <a:cubicBezTo>
                    <a:pt x="2033798" y="1995425"/>
                    <a:pt x="1799837" y="1899134"/>
                    <a:pt x="1683753" y="1860197"/>
                  </a:cubicBezTo>
                  <a:cubicBezTo>
                    <a:pt x="1629706" y="1842085"/>
                    <a:pt x="1579485" y="1829300"/>
                    <a:pt x="1523647" y="1833125"/>
                  </a:cubicBezTo>
                  <a:cubicBezTo>
                    <a:pt x="1257869" y="1851335"/>
                    <a:pt x="1171127" y="1943379"/>
                    <a:pt x="894360" y="1965579"/>
                  </a:cubicBezTo>
                  <a:cubicBezTo>
                    <a:pt x="176280" y="2023180"/>
                    <a:pt x="71116" y="1510104"/>
                    <a:pt x="30436" y="1304911"/>
                  </a:cubicBezTo>
                  <a:cubicBezTo>
                    <a:pt x="-13005" y="1086351"/>
                    <a:pt x="-15523" y="834568"/>
                    <a:pt x="59735" y="608696"/>
                  </a:cubicBezTo>
                  <a:cubicBezTo>
                    <a:pt x="171122" y="274197"/>
                    <a:pt x="593277" y="-69407"/>
                    <a:pt x="991170" y="12147"/>
                  </a:cubicBezTo>
                  <a:cubicBezTo>
                    <a:pt x="1305619" y="76558"/>
                    <a:pt x="1597453" y="184990"/>
                    <a:pt x="1936068" y="115834"/>
                  </a:cubicBezTo>
                  <a:cubicBezTo>
                    <a:pt x="2207997" y="60286"/>
                    <a:pt x="2509719" y="-112712"/>
                    <a:pt x="2801020" y="425334"/>
                  </a:cubicBezTo>
                  <a:cubicBezTo>
                    <a:pt x="3092368" y="963331"/>
                    <a:pt x="3017821" y="1887637"/>
                    <a:pt x="2278679" y="1968601"/>
                  </a:cubicBezTo>
                  <a:close/>
                </a:path>
              </a:pathLst>
            </a:custGeom>
            <a:solidFill>
              <a:srgbClr val="BBEAF2"/>
            </a:solidFill>
            <a:ln w="4839" cap="flat">
              <a:noFill/>
              <a:prstDash val="solid"/>
              <a:miter/>
            </a:ln>
          </p:spPr>
          <p:txBody>
            <a:bodyPr rtlCol="0" anchor="ctr"/>
            <a:lstStyle/>
            <a:p>
              <a:endParaRPr lang="vi-VN"/>
            </a:p>
          </p:txBody>
        </p:sp>
        <p:grpSp>
          <p:nvGrpSpPr>
            <p:cNvPr id="15" name="Graphic 1991">
              <a:extLst>
                <a:ext uri="{FF2B5EF4-FFF2-40B4-BE49-F238E27FC236}">
                  <a16:creationId xmlns:a16="http://schemas.microsoft.com/office/drawing/2014/main" id="{01D7BC60-4DA7-5BE4-E083-C10F302962E8}"/>
                </a:ext>
              </a:extLst>
            </p:cNvPr>
            <p:cNvGrpSpPr/>
            <p:nvPr/>
          </p:nvGrpSpPr>
          <p:grpSpPr>
            <a:xfrm>
              <a:off x="1980556" y="3916020"/>
              <a:ext cx="706273" cy="598717"/>
              <a:chOff x="1980556" y="3916020"/>
              <a:chExt cx="706273" cy="598717"/>
            </a:xfrm>
          </p:grpSpPr>
          <p:grpSp>
            <p:nvGrpSpPr>
              <p:cNvPr id="869" name="Graphic 1991">
                <a:extLst>
                  <a:ext uri="{FF2B5EF4-FFF2-40B4-BE49-F238E27FC236}">
                    <a16:creationId xmlns:a16="http://schemas.microsoft.com/office/drawing/2014/main" id="{EAA062B8-6DC6-DFC0-7D47-94A554DD39D5}"/>
                  </a:ext>
                </a:extLst>
              </p:cNvPr>
              <p:cNvGrpSpPr/>
              <p:nvPr/>
            </p:nvGrpSpPr>
            <p:grpSpPr>
              <a:xfrm>
                <a:off x="1980556" y="4082417"/>
                <a:ext cx="188379" cy="432320"/>
                <a:chOff x="1980556" y="4082417"/>
                <a:chExt cx="188379" cy="432320"/>
              </a:xfrm>
            </p:grpSpPr>
            <p:sp>
              <p:nvSpPr>
                <p:cNvPr id="895" name="Freeform: Shape 894">
                  <a:extLst>
                    <a:ext uri="{FF2B5EF4-FFF2-40B4-BE49-F238E27FC236}">
                      <a16:creationId xmlns:a16="http://schemas.microsoft.com/office/drawing/2014/main" id="{06A422A8-B7AD-511B-7CEF-F0802FE4F114}"/>
                    </a:ext>
                  </a:extLst>
                </p:cNvPr>
                <p:cNvSpPr/>
                <p:nvPr/>
              </p:nvSpPr>
              <p:spPr>
                <a:xfrm>
                  <a:off x="1980556" y="4082417"/>
                  <a:ext cx="188379" cy="432320"/>
                </a:xfrm>
                <a:custGeom>
                  <a:avLst/>
                  <a:gdLst>
                    <a:gd name="connsiteX0" fmla="*/ 188379 w 188379"/>
                    <a:gd name="connsiteY0" fmla="*/ 432321 h 432320"/>
                    <a:gd name="connsiteX1" fmla="*/ 44167 w 188379"/>
                    <a:gd name="connsiteY1" fmla="*/ 402459 h 432320"/>
                    <a:gd name="connsiteX2" fmla="*/ 0 w 188379"/>
                    <a:gd name="connsiteY2" fmla="*/ 50226 h 432320"/>
                    <a:gd name="connsiteX3" fmla="*/ 173715 w 188379"/>
                    <a:gd name="connsiteY3" fmla="*/ 0 h 432320"/>
                  </a:gdLst>
                  <a:ahLst/>
                  <a:cxnLst>
                    <a:cxn ang="0">
                      <a:pos x="connsiteX0" y="connsiteY0"/>
                    </a:cxn>
                    <a:cxn ang="0">
                      <a:pos x="connsiteX1" y="connsiteY1"/>
                    </a:cxn>
                    <a:cxn ang="0">
                      <a:pos x="connsiteX2" y="connsiteY2"/>
                    </a:cxn>
                    <a:cxn ang="0">
                      <a:pos x="connsiteX3" y="connsiteY3"/>
                    </a:cxn>
                  </a:cxnLst>
                  <a:rect l="l" t="t" r="r" b="b"/>
                  <a:pathLst>
                    <a:path w="188379" h="432320">
                      <a:moveTo>
                        <a:pt x="188379" y="432321"/>
                      </a:moveTo>
                      <a:lnTo>
                        <a:pt x="44167" y="402459"/>
                      </a:lnTo>
                      <a:lnTo>
                        <a:pt x="0" y="50226"/>
                      </a:lnTo>
                      <a:lnTo>
                        <a:pt x="173715" y="0"/>
                      </a:lnTo>
                      <a:close/>
                    </a:path>
                  </a:pathLst>
                </a:custGeom>
                <a:solidFill>
                  <a:srgbClr val="91D1E8"/>
                </a:solidFill>
                <a:ln w="4839" cap="flat">
                  <a:noFill/>
                  <a:prstDash val="solid"/>
                  <a:miter/>
                </a:ln>
              </p:spPr>
              <p:txBody>
                <a:bodyPr rtlCol="0" anchor="ctr"/>
                <a:lstStyle/>
                <a:p>
                  <a:endParaRPr lang="vi-VN"/>
                </a:p>
              </p:txBody>
            </p:sp>
            <p:sp>
              <p:nvSpPr>
                <p:cNvPr id="896" name="Freeform: Shape 895">
                  <a:extLst>
                    <a:ext uri="{FF2B5EF4-FFF2-40B4-BE49-F238E27FC236}">
                      <a16:creationId xmlns:a16="http://schemas.microsoft.com/office/drawing/2014/main" id="{A4B42796-F3F7-08FB-7879-573B8893602C}"/>
                    </a:ext>
                  </a:extLst>
                </p:cNvPr>
                <p:cNvSpPr/>
                <p:nvPr/>
              </p:nvSpPr>
              <p:spPr>
                <a:xfrm>
                  <a:off x="1993976" y="4113535"/>
                  <a:ext cx="159651" cy="382978"/>
                </a:xfrm>
                <a:custGeom>
                  <a:avLst/>
                  <a:gdLst>
                    <a:gd name="connsiteX0" fmla="*/ 159651 w 159651"/>
                    <a:gd name="connsiteY0" fmla="*/ 382979 h 382978"/>
                    <a:gd name="connsiteX1" fmla="*/ 33866 w 159651"/>
                    <a:gd name="connsiteY1" fmla="*/ 366058 h 382978"/>
                    <a:gd name="connsiteX2" fmla="*/ 0 w 159651"/>
                    <a:gd name="connsiteY2" fmla="*/ 33341 h 382978"/>
                    <a:gd name="connsiteX3" fmla="*/ 1521 w 159651"/>
                    <a:gd name="connsiteY3" fmla="*/ 32915 h 382978"/>
                    <a:gd name="connsiteX4" fmla="*/ 71099 w 159651"/>
                    <a:gd name="connsiteY4" fmla="*/ 14357 h 382978"/>
                    <a:gd name="connsiteX5" fmla="*/ 144531 w 159651"/>
                    <a:gd name="connsiteY5" fmla="*/ 2017 h 382978"/>
                    <a:gd name="connsiteX6" fmla="*/ 159574 w 159651"/>
                    <a:gd name="connsiteY6" fmla="*/ 380761 h 382978"/>
                    <a:gd name="connsiteX7" fmla="*/ 159651 w 159651"/>
                    <a:gd name="connsiteY7" fmla="*/ 382979 h 382978"/>
                    <a:gd name="connsiteX8" fmla="*/ 37300 w 159651"/>
                    <a:gd name="connsiteY8" fmla="*/ 362740 h 382978"/>
                    <a:gd name="connsiteX9" fmla="*/ 155753 w 159651"/>
                    <a:gd name="connsiteY9" fmla="*/ 378673 h 382978"/>
                    <a:gd name="connsiteX10" fmla="*/ 141059 w 159651"/>
                    <a:gd name="connsiteY10" fmla="*/ 3746 h 382978"/>
                    <a:gd name="connsiteX11" fmla="*/ 4054 w 159651"/>
                    <a:gd name="connsiteY11" fmla="*/ 36101 h 382978"/>
                    <a:gd name="connsiteX12" fmla="*/ 37300 w 159651"/>
                    <a:gd name="connsiteY12" fmla="*/ 362740 h 382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651" h="382978">
                      <a:moveTo>
                        <a:pt x="159651" y="382979"/>
                      </a:moveTo>
                      <a:lnTo>
                        <a:pt x="33866" y="366058"/>
                      </a:lnTo>
                      <a:lnTo>
                        <a:pt x="0" y="33341"/>
                      </a:lnTo>
                      <a:lnTo>
                        <a:pt x="1521" y="32915"/>
                      </a:lnTo>
                      <a:cubicBezTo>
                        <a:pt x="1865" y="32818"/>
                        <a:pt x="36569" y="23117"/>
                        <a:pt x="71099" y="14357"/>
                      </a:cubicBezTo>
                      <a:cubicBezTo>
                        <a:pt x="142599" y="-3790"/>
                        <a:pt x="143665" y="-569"/>
                        <a:pt x="144531" y="2017"/>
                      </a:cubicBezTo>
                      <a:cubicBezTo>
                        <a:pt x="146759" y="8724"/>
                        <a:pt x="158271" y="342700"/>
                        <a:pt x="159574" y="380761"/>
                      </a:cubicBezTo>
                      <a:lnTo>
                        <a:pt x="159651" y="382979"/>
                      </a:lnTo>
                      <a:close/>
                      <a:moveTo>
                        <a:pt x="37300" y="362740"/>
                      </a:moveTo>
                      <a:lnTo>
                        <a:pt x="155753" y="378673"/>
                      </a:lnTo>
                      <a:cubicBezTo>
                        <a:pt x="151437" y="252894"/>
                        <a:pt x="143021" y="18870"/>
                        <a:pt x="141059" y="3746"/>
                      </a:cubicBezTo>
                      <a:cubicBezTo>
                        <a:pt x="131998" y="1988"/>
                        <a:pt x="53504" y="22299"/>
                        <a:pt x="4054" y="36101"/>
                      </a:cubicBezTo>
                      <a:lnTo>
                        <a:pt x="37300" y="362740"/>
                      </a:lnTo>
                      <a:close/>
                    </a:path>
                  </a:pathLst>
                </a:custGeom>
                <a:solidFill>
                  <a:srgbClr val="3C6282"/>
                </a:solidFill>
                <a:ln w="4839" cap="flat">
                  <a:noFill/>
                  <a:prstDash val="solid"/>
                  <a:miter/>
                </a:ln>
              </p:spPr>
              <p:txBody>
                <a:bodyPr rtlCol="0" anchor="ctr"/>
                <a:lstStyle/>
                <a:p>
                  <a:endParaRPr lang="vi-VN"/>
                </a:p>
              </p:txBody>
            </p:sp>
            <p:grpSp>
              <p:nvGrpSpPr>
                <p:cNvPr id="897" name="Graphic 1991">
                  <a:extLst>
                    <a:ext uri="{FF2B5EF4-FFF2-40B4-BE49-F238E27FC236}">
                      <a16:creationId xmlns:a16="http://schemas.microsoft.com/office/drawing/2014/main" id="{4EF46550-1A45-552D-3616-DD21BDA59E42}"/>
                    </a:ext>
                  </a:extLst>
                </p:cNvPr>
                <p:cNvGrpSpPr/>
                <p:nvPr/>
              </p:nvGrpSpPr>
              <p:grpSpPr>
                <a:xfrm>
                  <a:off x="2013618" y="4161546"/>
                  <a:ext cx="56124" cy="80574"/>
                  <a:chOff x="2013618" y="4161546"/>
                  <a:chExt cx="56124" cy="80574"/>
                </a:xfrm>
              </p:grpSpPr>
              <p:grpSp>
                <p:nvGrpSpPr>
                  <p:cNvPr id="915" name="Graphic 1991">
                    <a:extLst>
                      <a:ext uri="{FF2B5EF4-FFF2-40B4-BE49-F238E27FC236}">
                        <a16:creationId xmlns:a16="http://schemas.microsoft.com/office/drawing/2014/main" id="{F70B752F-72C7-F0A6-BD9F-8736D12EAF3E}"/>
                      </a:ext>
                    </a:extLst>
                  </p:cNvPr>
                  <p:cNvGrpSpPr/>
                  <p:nvPr/>
                </p:nvGrpSpPr>
                <p:grpSpPr>
                  <a:xfrm>
                    <a:off x="2013618" y="4164867"/>
                    <a:ext cx="56124" cy="77253"/>
                    <a:chOff x="2013618" y="4164867"/>
                    <a:chExt cx="56124" cy="77253"/>
                  </a:xfrm>
                </p:grpSpPr>
                <p:sp>
                  <p:nvSpPr>
                    <p:cNvPr id="917" name="Freeform: Shape 916">
                      <a:extLst>
                        <a:ext uri="{FF2B5EF4-FFF2-40B4-BE49-F238E27FC236}">
                          <a16:creationId xmlns:a16="http://schemas.microsoft.com/office/drawing/2014/main" id="{B63F7D09-B208-5AFC-81D7-0886F3F63757}"/>
                        </a:ext>
                      </a:extLst>
                    </p:cNvPr>
                    <p:cNvSpPr/>
                    <p:nvPr/>
                  </p:nvSpPr>
                  <p:spPr>
                    <a:xfrm>
                      <a:off x="2013618" y="4164867"/>
                      <a:ext cx="56124" cy="77253"/>
                    </a:xfrm>
                    <a:custGeom>
                      <a:avLst/>
                      <a:gdLst>
                        <a:gd name="connsiteX0" fmla="*/ 0 w 56124"/>
                        <a:gd name="connsiteY0" fmla="*/ 10635 h 77253"/>
                        <a:gd name="connsiteX1" fmla="*/ 6121 w 56124"/>
                        <a:gd name="connsiteY1" fmla="*/ 70164 h 77253"/>
                        <a:gd name="connsiteX2" fmla="*/ 56124 w 56124"/>
                        <a:gd name="connsiteY2" fmla="*/ 77254 h 77253"/>
                        <a:gd name="connsiteX3" fmla="*/ 55940 w 56124"/>
                        <a:gd name="connsiteY3" fmla="*/ 0 h 77253"/>
                      </a:gdLst>
                      <a:ahLst/>
                      <a:cxnLst>
                        <a:cxn ang="0">
                          <a:pos x="connsiteX0" y="connsiteY0"/>
                        </a:cxn>
                        <a:cxn ang="0">
                          <a:pos x="connsiteX1" y="connsiteY1"/>
                        </a:cxn>
                        <a:cxn ang="0">
                          <a:pos x="connsiteX2" y="connsiteY2"/>
                        </a:cxn>
                        <a:cxn ang="0">
                          <a:pos x="connsiteX3" y="connsiteY3"/>
                        </a:cxn>
                      </a:cxnLst>
                      <a:rect l="l" t="t" r="r" b="b"/>
                      <a:pathLst>
                        <a:path w="56124" h="77253">
                          <a:moveTo>
                            <a:pt x="0" y="10635"/>
                          </a:moveTo>
                          <a:lnTo>
                            <a:pt x="6121" y="70164"/>
                          </a:lnTo>
                          <a:lnTo>
                            <a:pt x="56124" y="77254"/>
                          </a:lnTo>
                          <a:lnTo>
                            <a:pt x="55940" y="0"/>
                          </a:lnTo>
                          <a:close/>
                        </a:path>
                      </a:pathLst>
                    </a:custGeom>
                    <a:solidFill>
                      <a:srgbClr val="FFD255"/>
                    </a:solidFill>
                    <a:ln w="4839" cap="flat">
                      <a:noFill/>
                      <a:prstDash val="solid"/>
                      <a:miter/>
                    </a:ln>
                  </p:spPr>
                  <p:txBody>
                    <a:bodyPr rtlCol="0" anchor="ctr"/>
                    <a:lstStyle/>
                    <a:p>
                      <a:endParaRPr lang="vi-VN"/>
                    </a:p>
                  </p:txBody>
                </p:sp>
                <p:grpSp>
                  <p:nvGrpSpPr>
                    <p:cNvPr id="918" name="Graphic 1991">
                      <a:extLst>
                        <a:ext uri="{FF2B5EF4-FFF2-40B4-BE49-F238E27FC236}">
                          <a16:creationId xmlns:a16="http://schemas.microsoft.com/office/drawing/2014/main" id="{3A2B63DD-7C56-B95C-1E02-F269B1F08B0A}"/>
                        </a:ext>
                      </a:extLst>
                    </p:cNvPr>
                    <p:cNvGrpSpPr/>
                    <p:nvPr/>
                  </p:nvGrpSpPr>
                  <p:grpSpPr>
                    <a:xfrm>
                      <a:off x="2022651" y="4179237"/>
                      <a:ext cx="39253" cy="36238"/>
                      <a:chOff x="2022651" y="4179237"/>
                      <a:chExt cx="39253" cy="36238"/>
                    </a:xfrm>
                    <a:solidFill>
                      <a:srgbClr val="91D1E8"/>
                    </a:solidFill>
                  </p:grpSpPr>
                  <p:sp>
                    <p:nvSpPr>
                      <p:cNvPr id="919" name="Freeform: Shape 918">
                        <a:extLst>
                          <a:ext uri="{FF2B5EF4-FFF2-40B4-BE49-F238E27FC236}">
                            <a16:creationId xmlns:a16="http://schemas.microsoft.com/office/drawing/2014/main" id="{C4283200-F470-843B-5FC1-F780640062C2}"/>
                          </a:ext>
                        </a:extLst>
                      </p:cNvPr>
                      <p:cNvSpPr/>
                      <p:nvPr/>
                    </p:nvSpPr>
                    <p:spPr>
                      <a:xfrm>
                        <a:off x="2022651" y="4179237"/>
                        <a:ext cx="39253" cy="10476"/>
                      </a:xfrm>
                      <a:custGeom>
                        <a:avLst/>
                        <a:gdLst>
                          <a:gd name="connsiteX0" fmla="*/ 38931 w 39253"/>
                          <a:gd name="connsiteY0" fmla="*/ 300 h 10476"/>
                          <a:gd name="connsiteX1" fmla="*/ 37866 w 39253"/>
                          <a:gd name="connsiteY1" fmla="*/ 314 h 10476"/>
                          <a:gd name="connsiteX2" fmla="*/ 36229 w 39253"/>
                          <a:gd name="connsiteY2" fmla="*/ 2455 h 10476"/>
                          <a:gd name="connsiteX3" fmla="*/ 33125 w 39253"/>
                          <a:gd name="connsiteY3" fmla="*/ 2959 h 10476"/>
                          <a:gd name="connsiteX4" fmla="*/ 27202 w 39253"/>
                          <a:gd name="connsiteY4" fmla="*/ 3496 h 10476"/>
                          <a:gd name="connsiteX5" fmla="*/ 23778 w 39253"/>
                          <a:gd name="connsiteY5" fmla="*/ 7293 h 10476"/>
                          <a:gd name="connsiteX6" fmla="*/ 18480 w 39253"/>
                          <a:gd name="connsiteY6" fmla="*/ 2474 h 10476"/>
                          <a:gd name="connsiteX7" fmla="*/ 16199 w 39253"/>
                          <a:gd name="connsiteY7" fmla="*/ 2929 h 10476"/>
                          <a:gd name="connsiteX8" fmla="*/ 9085 w 39253"/>
                          <a:gd name="connsiteY8" fmla="*/ 4494 h 10476"/>
                          <a:gd name="connsiteX9" fmla="*/ 6663 w 39253"/>
                          <a:gd name="connsiteY9" fmla="*/ 5273 h 10476"/>
                          <a:gd name="connsiteX10" fmla="*/ 5147 w 39253"/>
                          <a:gd name="connsiteY10" fmla="*/ 7797 h 10476"/>
                          <a:gd name="connsiteX11" fmla="*/ 1723 w 39253"/>
                          <a:gd name="connsiteY11" fmla="*/ 6271 h 10476"/>
                          <a:gd name="connsiteX12" fmla="*/ 14 w 39253"/>
                          <a:gd name="connsiteY12" fmla="*/ 6891 h 10476"/>
                          <a:gd name="connsiteX13" fmla="*/ 5709 w 39253"/>
                          <a:gd name="connsiteY13" fmla="*/ 10300 h 10476"/>
                          <a:gd name="connsiteX14" fmla="*/ 8658 w 39253"/>
                          <a:gd name="connsiteY14" fmla="*/ 7758 h 10476"/>
                          <a:gd name="connsiteX15" fmla="*/ 17419 w 39253"/>
                          <a:gd name="connsiteY15" fmla="*/ 6228 h 10476"/>
                          <a:gd name="connsiteX16" fmla="*/ 20843 w 39253"/>
                          <a:gd name="connsiteY16" fmla="*/ 9574 h 10476"/>
                          <a:gd name="connsiteX17" fmla="*/ 24475 w 39253"/>
                          <a:gd name="connsiteY17" fmla="*/ 9438 h 10476"/>
                          <a:gd name="connsiteX18" fmla="*/ 27202 w 39253"/>
                          <a:gd name="connsiteY18" fmla="*/ 5961 h 10476"/>
                          <a:gd name="connsiteX19" fmla="*/ 36093 w 39253"/>
                          <a:gd name="connsiteY19" fmla="*/ 4557 h 10476"/>
                          <a:gd name="connsiteX20" fmla="*/ 38931 w 39253"/>
                          <a:gd name="connsiteY20" fmla="*/ 300 h 10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253" h="10476">
                            <a:moveTo>
                              <a:pt x="38931" y="300"/>
                            </a:moveTo>
                            <a:cubicBezTo>
                              <a:pt x="38709" y="-78"/>
                              <a:pt x="38069" y="-126"/>
                              <a:pt x="37866" y="314"/>
                            </a:cubicBezTo>
                            <a:cubicBezTo>
                              <a:pt x="37449" y="1225"/>
                              <a:pt x="37173" y="1961"/>
                              <a:pt x="36229" y="2455"/>
                            </a:cubicBezTo>
                            <a:cubicBezTo>
                              <a:pt x="35285" y="2949"/>
                              <a:pt x="34161" y="3017"/>
                              <a:pt x="33125" y="2959"/>
                            </a:cubicBezTo>
                            <a:cubicBezTo>
                              <a:pt x="31134" y="2847"/>
                              <a:pt x="29047" y="2508"/>
                              <a:pt x="27202" y="3496"/>
                            </a:cubicBezTo>
                            <a:cubicBezTo>
                              <a:pt x="25570" y="4368"/>
                              <a:pt x="25187" y="6261"/>
                              <a:pt x="23778" y="7293"/>
                            </a:cubicBezTo>
                            <a:cubicBezTo>
                              <a:pt x="20858" y="9429"/>
                              <a:pt x="19042" y="4368"/>
                              <a:pt x="18480" y="2474"/>
                            </a:cubicBezTo>
                            <a:cubicBezTo>
                              <a:pt x="18073" y="1099"/>
                              <a:pt x="16267" y="1699"/>
                              <a:pt x="16199" y="2929"/>
                            </a:cubicBezTo>
                            <a:cubicBezTo>
                              <a:pt x="15991" y="6872"/>
                              <a:pt x="10935" y="7879"/>
                              <a:pt x="9085" y="4494"/>
                            </a:cubicBezTo>
                            <a:cubicBezTo>
                              <a:pt x="8363" y="3176"/>
                              <a:pt x="6542" y="3835"/>
                              <a:pt x="6663" y="5273"/>
                            </a:cubicBezTo>
                            <a:cubicBezTo>
                              <a:pt x="6746" y="6305"/>
                              <a:pt x="6140" y="7414"/>
                              <a:pt x="5147" y="7797"/>
                            </a:cubicBezTo>
                            <a:cubicBezTo>
                              <a:pt x="3796" y="8320"/>
                              <a:pt x="2489" y="7264"/>
                              <a:pt x="1723" y="6271"/>
                            </a:cubicBezTo>
                            <a:cubicBezTo>
                              <a:pt x="1191" y="5579"/>
                              <a:pt x="-151" y="5903"/>
                              <a:pt x="14" y="6891"/>
                            </a:cubicBezTo>
                            <a:cubicBezTo>
                              <a:pt x="445" y="9501"/>
                              <a:pt x="3162" y="11012"/>
                              <a:pt x="5709" y="10300"/>
                            </a:cubicBezTo>
                            <a:cubicBezTo>
                              <a:pt x="7104" y="9913"/>
                              <a:pt x="8092" y="8949"/>
                              <a:pt x="8658" y="7758"/>
                            </a:cubicBezTo>
                            <a:cubicBezTo>
                              <a:pt x="11492" y="9855"/>
                              <a:pt x="15492" y="9056"/>
                              <a:pt x="17419" y="6228"/>
                            </a:cubicBezTo>
                            <a:cubicBezTo>
                              <a:pt x="18160" y="7700"/>
                              <a:pt x="19197" y="8969"/>
                              <a:pt x="20843" y="9574"/>
                            </a:cubicBezTo>
                            <a:cubicBezTo>
                              <a:pt x="22020" y="10010"/>
                              <a:pt x="23347" y="10044"/>
                              <a:pt x="24475" y="9438"/>
                            </a:cubicBezTo>
                            <a:cubicBezTo>
                              <a:pt x="25952" y="8649"/>
                              <a:pt x="26243" y="7215"/>
                              <a:pt x="27202" y="5961"/>
                            </a:cubicBezTo>
                            <a:cubicBezTo>
                              <a:pt x="29255" y="3273"/>
                              <a:pt x="33231" y="5462"/>
                              <a:pt x="36093" y="4557"/>
                            </a:cubicBezTo>
                            <a:cubicBezTo>
                              <a:pt x="37788" y="4019"/>
                              <a:pt x="40113" y="2295"/>
                              <a:pt x="38931" y="300"/>
                            </a:cubicBezTo>
                            <a:close/>
                          </a:path>
                        </a:pathLst>
                      </a:custGeom>
                      <a:solidFill>
                        <a:srgbClr val="91D1E8"/>
                      </a:solidFill>
                      <a:ln w="4839" cap="flat">
                        <a:noFill/>
                        <a:prstDash val="solid"/>
                        <a:miter/>
                      </a:ln>
                    </p:spPr>
                    <p:txBody>
                      <a:bodyPr rtlCol="0" anchor="ctr"/>
                      <a:lstStyle/>
                      <a:p>
                        <a:endParaRPr lang="vi-VN"/>
                      </a:p>
                    </p:txBody>
                  </p:sp>
                  <p:sp>
                    <p:nvSpPr>
                      <p:cNvPr id="920" name="Freeform: Shape 919">
                        <a:extLst>
                          <a:ext uri="{FF2B5EF4-FFF2-40B4-BE49-F238E27FC236}">
                            <a16:creationId xmlns:a16="http://schemas.microsoft.com/office/drawing/2014/main" id="{CFE8CAC7-E794-51AC-5D3D-8A2799602D11}"/>
                          </a:ext>
                        </a:extLst>
                      </p:cNvPr>
                      <p:cNvSpPr/>
                      <p:nvPr/>
                    </p:nvSpPr>
                    <p:spPr>
                      <a:xfrm>
                        <a:off x="2026128" y="4196151"/>
                        <a:ext cx="32033" cy="4787"/>
                      </a:xfrm>
                      <a:custGeom>
                        <a:avLst/>
                        <a:gdLst>
                          <a:gd name="connsiteX0" fmla="*/ 30839 w 32033"/>
                          <a:gd name="connsiteY0" fmla="*/ 234 h 4787"/>
                          <a:gd name="connsiteX1" fmla="*/ 23163 w 32033"/>
                          <a:gd name="connsiteY1" fmla="*/ 215 h 4787"/>
                          <a:gd name="connsiteX2" fmla="*/ 20160 w 32033"/>
                          <a:gd name="connsiteY2" fmla="*/ 2017 h 4787"/>
                          <a:gd name="connsiteX3" fmla="*/ 16233 w 32033"/>
                          <a:gd name="connsiteY3" fmla="*/ 1891 h 4787"/>
                          <a:gd name="connsiteX4" fmla="*/ 9235 w 32033"/>
                          <a:gd name="connsiteY4" fmla="*/ 932 h 4787"/>
                          <a:gd name="connsiteX5" fmla="*/ 1622 w 32033"/>
                          <a:gd name="connsiteY5" fmla="*/ 660 h 4787"/>
                          <a:gd name="connsiteX6" fmla="*/ 19 w 32033"/>
                          <a:gd name="connsiteY6" fmla="*/ 1033 h 4787"/>
                          <a:gd name="connsiteX7" fmla="*/ 5961 w 32033"/>
                          <a:gd name="connsiteY7" fmla="*/ 3949 h 4787"/>
                          <a:gd name="connsiteX8" fmla="*/ 11729 w 32033"/>
                          <a:gd name="connsiteY8" fmla="*/ 2060 h 4787"/>
                          <a:gd name="connsiteX9" fmla="*/ 16625 w 32033"/>
                          <a:gd name="connsiteY9" fmla="*/ 4293 h 4787"/>
                          <a:gd name="connsiteX10" fmla="*/ 20344 w 32033"/>
                          <a:gd name="connsiteY10" fmla="*/ 4283 h 4787"/>
                          <a:gd name="connsiteX11" fmla="*/ 22238 w 32033"/>
                          <a:gd name="connsiteY11" fmla="*/ 2782 h 4787"/>
                          <a:gd name="connsiteX12" fmla="*/ 25434 w 32033"/>
                          <a:gd name="connsiteY12" fmla="*/ 2452 h 4787"/>
                          <a:gd name="connsiteX13" fmla="*/ 29807 w 32033"/>
                          <a:gd name="connsiteY13" fmla="*/ 3150 h 4787"/>
                          <a:gd name="connsiteX14" fmla="*/ 32021 w 32033"/>
                          <a:gd name="connsiteY14" fmla="*/ 622 h 4787"/>
                          <a:gd name="connsiteX15" fmla="*/ 30839 w 32033"/>
                          <a:gd name="connsiteY15" fmla="*/ 234 h 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033" h="4787">
                            <a:moveTo>
                              <a:pt x="30839" y="234"/>
                            </a:moveTo>
                            <a:cubicBezTo>
                              <a:pt x="28868" y="2816"/>
                              <a:pt x="25705" y="-177"/>
                              <a:pt x="23163" y="215"/>
                            </a:cubicBezTo>
                            <a:cubicBezTo>
                              <a:pt x="21928" y="409"/>
                              <a:pt x="21066" y="1237"/>
                              <a:pt x="20160" y="2017"/>
                            </a:cubicBezTo>
                            <a:cubicBezTo>
                              <a:pt x="18688" y="3280"/>
                              <a:pt x="17729" y="2941"/>
                              <a:pt x="16233" y="1891"/>
                            </a:cubicBezTo>
                            <a:cubicBezTo>
                              <a:pt x="13932" y="278"/>
                              <a:pt x="11923" y="-85"/>
                              <a:pt x="9235" y="932"/>
                            </a:cubicBezTo>
                            <a:cubicBezTo>
                              <a:pt x="7491" y="1590"/>
                              <a:pt x="2338" y="4084"/>
                              <a:pt x="1622" y="660"/>
                            </a:cubicBezTo>
                            <a:cubicBezTo>
                              <a:pt x="1404" y="-381"/>
                              <a:pt x="-190" y="-8"/>
                              <a:pt x="19" y="1033"/>
                            </a:cubicBezTo>
                            <a:cubicBezTo>
                              <a:pt x="556" y="3726"/>
                              <a:pt x="3607" y="4375"/>
                              <a:pt x="5961" y="3949"/>
                            </a:cubicBezTo>
                            <a:cubicBezTo>
                              <a:pt x="7956" y="3586"/>
                              <a:pt x="9690" y="2259"/>
                              <a:pt x="11729" y="2060"/>
                            </a:cubicBezTo>
                            <a:cubicBezTo>
                              <a:pt x="13811" y="1857"/>
                              <a:pt x="14945" y="3431"/>
                              <a:pt x="16625" y="4293"/>
                            </a:cubicBezTo>
                            <a:cubicBezTo>
                              <a:pt x="17855" y="4927"/>
                              <a:pt x="19129" y="4980"/>
                              <a:pt x="20344" y="4283"/>
                            </a:cubicBezTo>
                            <a:cubicBezTo>
                              <a:pt x="21056" y="3876"/>
                              <a:pt x="21594" y="3276"/>
                              <a:pt x="22238" y="2782"/>
                            </a:cubicBezTo>
                            <a:cubicBezTo>
                              <a:pt x="23308" y="1968"/>
                              <a:pt x="24209" y="2055"/>
                              <a:pt x="25434" y="2452"/>
                            </a:cubicBezTo>
                            <a:cubicBezTo>
                              <a:pt x="26907" y="2927"/>
                              <a:pt x="28238" y="3489"/>
                              <a:pt x="29807" y="3150"/>
                            </a:cubicBezTo>
                            <a:cubicBezTo>
                              <a:pt x="31013" y="2888"/>
                              <a:pt x="32166" y="1949"/>
                              <a:pt x="32021" y="622"/>
                            </a:cubicBezTo>
                            <a:cubicBezTo>
                              <a:pt x="31953" y="84"/>
                              <a:pt x="31207" y="-250"/>
                              <a:pt x="30839" y="234"/>
                            </a:cubicBezTo>
                            <a:close/>
                          </a:path>
                        </a:pathLst>
                      </a:custGeom>
                      <a:solidFill>
                        <a:srgbClr val="91D1E8"/>
                      </a:solidFill>
                      <a:ln w="4839" cap="flat">
                        <a:noFill/>
                        <a:prstDash val="solid"/>
                        <a:miter/>
                      </a:ln>
                    </p:spPr>
                    <p:txBody>
                      <a:bodyPr rtlCol="0" anchor="ctr"/>
                      <a:lstStyle/>
                      <a:p>
                        <a:endParaRPr lang="vi-VN"/>
                      </a:p>
                    </p:txBody>
                  </p:sp>
                  <p:sp>
                    <p:nvSpPr>
                      <p:cNvPr id="921" name="Freeform: Shape 920">
                        <a:extLst>
                          <a:ext uri="{FF2B5EF4-FFF2-40B4-BE49-F238E27FC236}">
                            <a16:creationId xmlns:a16="http://schemas.microsoft.com/office/drawing/2014/main" id="{42B86147-204F-B8E8-0E31-E3B65764DE90}"/>
                          </a:ext>
                        </a:extLst>
                      </p:cNvPr>
                      <p:cNvSpPr/>
                      <p:nvPr/>
                    </p:nvSpPr>
                    <p:spPr>
                      <a:xfrm>
                        <a:off x="2031123" y="4209433"/>
                        <a:ext cx="22653" cy="6042"/>
                      </a:xfrm>
                      <a:custGeom>
                        <a:avLst/>
                        <a:gdLst>
                          <a:gd name="connsiteX0" fmla="*/ 21258 w 22653"/>
                          <a:gd name="connsiteY0" fmla="*/ 1050 h 6042"/>
                          <a:gd name="connsiteX1" fmla="*/ 17354 w 22653"/>
                          <a:gd name="connsiteY1" fmla="*/ 4217 h 6042"/>
                          <a:gd name="connsiteX2" fmla="*/ 12134 w 22653"/>
                          <a:gd name="connsiteY2" fmla="*/ 2677 h 6042"/>
                          <a:gd name="connsiteX3" fmla="*/ 6250 w 22653"/>
                          <a:gd name="connsiteY3" fmla="*/ 2329 h 6042"/>
                          <a:gd name="connsiteX4" fmla="*/ 3112 w 22653"/>
                          <a:gd name="connsiteY4" fmla="*/ 2813 h 6042"/>
                          <a:gd name="connsiteX5" fmla="*/ 1727 w 22653"/>
                          <a:gd name="connsiteY5" fmla="*/ 973 h 6042"/>
                          <a:gd name="connsiteX6" fmla="*/ 264 w 22653"/>
                          <a:gd name="connsiteY6" fmla="*/ 459 h 6042"/>
                          <a:gd name="connsiteX7" fmla="*/ 3494 w 22653"/>
                          <a:gd name="connsiteY7" fmla="*/ 4522 h 6042"/>
                          <a:gd name="connsiteX8" fmla="*/ 7480 w 22653"/>
                          <a:gd name="connsiteY8" fmla="*/ 3651 h 6042"/>
                          <a:gd name="connsiteX9" fmla="*/ 9901 w 22653"/>
                          <a:gd name="connsiteY9" fmla="*/ 3409 h 6042"/>
                          <a:gd name="connsiteX10" fmla="*/ 11892 w 22653"/>
                          <a:gd name="connsiteY10" fmla="*/ 4643 h 6042"/>
                          <a:gd name="connsiteX11" fmla="*/ 22614 w 22653"/>
                          <a:gd name="connsiteY11" fmla="*/ 1592 h 6042"/>
                          <a:gd name="connsiteX12" fmla="*/ 21258 w 22653"/>
                          <a:gd name="connsiteY12" fmla="*/ 1050 h 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53" h="6042">
                            <a:moveTo>
                              <a:pt x="21258" y="1050"/>
                            </a:moveTo>
                            <a:cubicBezTo>
                              <a:pt x="20570" y="2658"/>
                              <a:pt x="19035" y="3806"/>
                              <a:pt x="17354" y="4217"/>
                            </a:cubicBezTo>
                            <a:cubicBezTo>
                              <a:pt x="15238" y="4735"/>
                              <a:pt x="13795" y="3878"/>
                              <a:pt x="12134" y="2677"/>
                            </a:cubicBezTo>
                            <a:cubicBezTo>
                              <a:pt x="10226" y="1302"/>
                              <a:pt x="8352" y="1583"/>
                              <a:pt x="6250" y="2329"/>
                            </a:cubicBezTo>
                            <a:cubicBezTo>
                              <a:pt x="5233" y="2687"/>
                              <a:pt x="4192" y="3137"/>
                              <a:pt x="3112" y="2813"/>
                            </a:cubicBezTo>
                            <a:cubicBezTo>
                              <a:pt x="2288" y="2566"/>
                              <a:pt x="1252" y="1941"/>
                              <a:pt x="1727" y="973"/>
                            </a:cubicBezTo>
                            <a:cubicBezTo>
                              <a:pt x="2167" y="77"/>
                              <a:pt x="709" y="-417"/>
                              <a:pt x="264" y="459"/>
                            </a:cubicBezTo>
                            <a:cubicBezTo>
                              <a:pt x="-811" y="2580"/>
                              <a:pt x="1625" y="4300"/>
                              <a:pt x="3494" y="4522"/>
                            </a:cubicBezTo>
                            <a:cubicBezTo>
                              <a:pt x="4884" y="4687"/>
                              <a:pt x="6182" y="4043"/>
                              <a:pt x="7480" y="3651"/>
                            </a:cubicBezTo>
                            <a:cubicBezTo>
                              <a:pt x="8260" y="3413"/>
                              <a:pt x="9093" y="3191"/>
                              <a:pt x="9901" y="3409"/>
                            </a:cubicBezTo>
                            <a:cubicBezTo>
                              <a:pt x="10667" y="3612"/>
                              <a:pt x="11277" y="4174"/>
                              <a:pt x="11892" y="4643"/>
                            </a:cubicBezTo>
                            <a:cubicBezTo>
                              <a:pt x="15437" y="7341"/>
                              <a:pt x="21180" y="6038"/>
                              <a:pt x="22614" y="1592"/>
                            </a:cubicBezTo>
                            <a:cubicBezTo>
                              <a:pt x="22890" y="716"/>
                              <a:pt x="21631" y="178"/>
                              <a:pt x="21258" y="1050"/>
                            </a:cubicBezTo>
                            <a:close/>
                          </a:path>
                        </a:pathLst>
                      </a:custGeom>
                      <a:solidFill>
                        <a:srgbClr val="91D1E8"/>
                      </a:solidFill>
                      <a:ln w="4839" cap="flat">
                        <a:noFill/>
                        <a:prstDash val="solid"/>
                        <a:miter/>
                      </a:ln>
                    </p:spPr>
                    <p:txBody>
                      <a:bodyPr rtlCol="0" anchor="ctr"/>
                      <a:lstStyle/>
                      <a:p>
                        <a:endParaRPr lang="vi-VN"/>
                      </a:p>
                    </p:txBody>
                  </p:sp>
                </p:grpSp>
              </p:grpSp>
              <p:sp>
                <p:nvSpPr>
                  <p:cNvPr id="916" name="Freeform: Shape 915">
                    <a:extLst>
                      <a:ext uri="{FF2B5EF4-FFF2-40B4-BE49-F238E27FC236}">
                        <a16:creationId xmlns:a16="http://schemas.microsoft.com/office/drawing/2014/main" id="{2CD6E0FB-CCF1-C438-3BDD-E77D45733A6E}"/>
                      </a:ext>
                    </a:extLst>
                  </p:cNvPr>
                  <p:cNvSpPr/>
                  <p:nvPr/>
                </p:nvSpPr>
                <p:spPr>
                  <a:xfrm rot="-475215">
                    <a:off x="2032276" y="4162072"/>
                    <a:ext cx="8451" cy="11904"/>
                  </a:xfrm>
                  <a:custGeom>
                    <a:avLst/>
                    <a:gdLst>
                      <a:gd name="connsiteX0" fmla="*/ 0 w 8451"/>
                      <a:gd name="connsiteY0" fmla="*/ 0 h 11904"/>
                      <a:gd name="connsiteX1" fmla="*/ 8451 w 8451"/>
                      <a:gd name="connsiteY1" fmla="*/ 0 h 11904"/>
                      <a:gd name="connsiteX2" fmla="*/ 8451 w 8451"/>
                      <a:gd name="connsiteY2" fmla="*/ 11904 h 11904"/>
                      <a:gd name="connsiteX3" fmla="*/ 0 w 8451"/>
                      <a:gd name="connsiteY3" fmla="*/ 11904 h 11904"/>
                    </a:gdLst>
                    <a:ahLst/>
                    <a:cxnLst>
                      <a:cxn ang="0">
                        <a:pos x="connsiteX0" y="connsiteY0"/>
                      </a:cxn>
                      <a:cxn ang="0">
                        <a:pos x="connsiteX1" y="connsiteY1"/>
                      </a:cxn>
                      <a:cxn ang="0">
                        <a:pos x="connsiteX2" y="connsiteY2"/>
                      </a:cxn>
                      <a:cxn ang="0">
                        <a:pos x="connsiteX3" y="connsiteY3"/>
                      </a:cxn>
                    </a:cxnLst>
                    <a:rect l="l" t="t" r="r" b="b"/>
                    <a:pathLst>
                      <a:path w="8451" h="11904">
                        <a:moveTo>
                          <a:pt x="0" y="0"/>
                        </a:moveTo>
                        <a:lnTo>
                          <a:pt x="8451" y="0"/>
                        </a:lnTo>
                        <a:lnTo>
                          <a:pt x="8451" y="11904"/>
                        </a:lnTo>
                        <a:lnTo>
                          <a:pt x="0" y="11904"/>
                        </a:lnTo>
                        <a:close/>
                      </a:path>
                    </a:pathLst>
                  </a:custGeom>
                  <a:solidFill>
                    <a:srgbClr val="FFFFFF">
                      <a:alpha val="63000"/>
                    </a:srgbClr>
                  </a:solidFill>
                  <a:ln w="4839" cap="flat">
                    <a:noFill/>
                    <a:prstDash val="solid"/>
                    <a:miter/>
                  </a:ln>
                </p:spPr>
                <p:txBody>
                  <a:bodyPr rtlCol="0" anchor="ctr"/>
                  <a:lstStyle/>
                  <a:p>
                    <a:endParaRPr lang="vi-VN"/>
                  </a:p>
                </p:txBody>
              </p:sp>
            </p:grpSp>
            <p:grpSp>
              <p:nvGrpSpPr>
                <p:cNvPr id="898" name="Graphic 1991">
                  <a:extLst>
                    <a:ext uri="{FF2B5EF4-FFF2-40B4-BE49-F238E27FC236}">
                      <a16:creationId xmlns:a16="http://schemas.microsoft.com/office/drawing/2014/main" id="{EAE85120-087A-BFDB-3C96-7D8D65E993C7}"/>
                    </a:ext>
                  </a:extLst>
                </p:cNvPr>
                <p:cNvGrpSpPr/>
                <p:nvPr/>
              </p:nvGrpSpPr>
              <p:grpSpPr>
                <a:xfrm>
                  <a:off x="2079235" y="4208195"/>
                  <a:ext cx="38263" cy="54973"/>
                  <a:chOff x="2079235" y="4208195"/>
                  <a:chExt cx="38263" cy="54973"/>
                </a:xfrm>
              </p:grpSpPr>
              <p:grpSp>
                <p:nvGrpSpPr>
                  <p:cNvPr id="908" name="Graphic 1991">
                    <a:extLst>
                      <a:ext uri="{FF2B5EF4-FFF2-40B4-BE49-F238E27FC236}">
                        <a16:creationId xmlns:a16="http://schemas.microsoft.com/office/drawing/2014/main" id="{E0955201-9728-82DD-C439-FE3D0CF7E053}"/>
                      </a:ext>
                    </a:extLst>
                  </p:cNvPr>
                  <p:cNvGrpSpPr/>
                  <p:nvPr/>
                </p:nvGrpSpPr>
                <p:grpSpPr>
                  <a:xfrm>
                    <a:off x="2079235" y="4210502"/>
                    <a:ext cx="38263" cy="52666"/>
                    <a:chOff x="2079235" y="4210502"/>
                    <a:chExt cx="38263" cy="52666"/>
                  </a:xfrm>
                </p:grpSpPr>
                <p:sp>
                  <p:nvSpPr>
                    <p:cNvPr id="910" name="Freeform: Shape 909">
                      <a:extLst>
                        <a:ext uri="{FF2B5EF4-FFF2-40B4-BE49-F238E27FC236}">
                          <a16:creationId xmlns:a16="http://schemas.microsoft.com/office/drawing/2014/main" id="{AFD49727-5802-A256-ADCA-040D60A119C7}"/>
                        </a:ext>
                      </a:extLst>
                    </p:cNvPr>
                    <p:cNvSpPr/>
                    <p:nvPr/>
                  </p:nvSpPr>
                  <p:spPr>
                    <a:xfrm>
                      <a:off x="2079235" y="4210502"/>
                      <a:ext cx="38263" cy="52666"/>
                    </a:xfrm>
                    <a:custGeom>
                      <a:avLst/>
                      <a:gdLst>
                        <a:gd name="connsiteX0" fmla="*/ 0 w 38263"/>
                        <a:gd name="connsiteY0" fmla="*/ 7250 h 52666"/>
                        <a:gd name="connsiteX1" fmla="*/ 4175 w 38263"/>
                        <a:gd name="connsiteY1" fmla="*/ 47833 h 52666"/>
                        <a:gd name="connsiteX2" fmla="*/ 38264 w 38263"/>
                        <a:gd name="connsiteY2" fmla="*/ 52667 h 52666"/>
                        <a:gd name="connsiteX3" fmla="*/ 38138 w 38263"/>
                        <a:gd name="connsiteY3" fmla="*/ 0 h 52666"/>
                      </a:gdLst>
                      <a:ahLst/>
                      <a:cxnLst>
                        <a:cxn ang="0">
                          <a:pos x="connsiteX0" y="connsiteY0"/>
                        </a:cxn>
                        <a:cxn ang="0">
                          <a:pos x="connsiteX1" y="connsiteY1"/>
                        </a:cxn>
                        <a:cxn ang="0">
                          <a:pos x="connsiteX2" y="connsiteY2"/>
                        </a:cxn>
                        <a:cxn ang="0">
                          <a:pos x="connsiteX3" y="connsiteY3"/>
                        </a:cxn>
                      </a:cxnLst>
                      <a:rect l="l" t="t" r="r" b="b"/>
                      <a:pathLst>
                        <a:path w="38263" h="52666">
                          <a:moveTo>
                            <a:pt x="0" y="7250"/>
                          </a:moveTo>
                          <a:lnTo>
                            <a:pt x="4175" y="47833"/>
                          </a:lnTo>
                          <a:lnTo>
                            <a:pt x="38264" y="52667"/>
                          </a:lnTo>
                          <a:lnTo>
                            <a:pt x="38138" y="0"/>
                          </a:lnTo>
                          <a:close/>
                        </a:path>
                      </a:pathLst>
                    </a:custGeom>
                    <a:solidFill>
                      <a:srgbClr val="FFD255"/>
                    </a:solidFill>
                    <a:ln w="4839" cap="flat">
                      <a:noFill/>
                      <a:prstDash val="solid"/>
                      <a:miter/>
                    </a:ln>
                  </p:spPr>
                  <p:txBody>
                    <a:bodyPr rtlCol="0" anchor="ctr"/>
                    <a:lstStyle/>
                    <a:p>
                      <a:endParaRPr lang="vi-VN"/>
                    </a:p>
                  </p:txBody>
                </p:sp>
                <p:grpSp>
                  <p:nvGrpSpPr>
                    <p:cNvPr id="911" name="Graphic 1991">
                      <a:extLst>
                        <a:ext uri="{FF2B5EF4-FFF2-40B4-BE49-F238E27FC236}">
                          <a16:creationId xmlns:a16="http://schemas.microsoft.com/office/drawing/2014/main" id="{3C37F20A-1DD0-0643-71DD-47C7DBC1AEBE}"/>
                        </a:ext>
                      </a:extLst>
                    </p:cNvPr>
                    <p:cNvGrpSpPr/>
                    <p:nvPr/>
                  </p:nvGrpSpPr>
                  <p:grpSpPr>
                    <a:xfrm>
                      <a:off x="2085391" y="4220299"/>
                      <a:ext cx="26764" cy="24708"/>
                      <a:chOff x="2085391" y="4220299"/>
                      <a:chExt cx="26764" cy="24708"/>
                    </a:xfrm>
                    <a:solidFill>
                      <a:srgbClr val="91D1E8"/>
                    </a:solidFill>
                  </p:grpSpPr>
                  <p:sp>
                    <p:nvSpPr>
                      <p:cNvPr id="912" name="Freeform: Shape 911">
                        <a:extLst>
                          <a:ext uri="{FF2B5EF4-FFF2-40B4-BE49-F238E27FC236}">
                            <a16:creationId xmlns:a16="http://schemas.microsoft.com/office/drawing/2014/main" id="{A18E4C85-0BCE-FBA4-3060-2E4DFF17114F}"/>
                          </a:ext>
                        </a:extLst>
                      </p:cNvPr>
                      <p:cNvSpPr/>
                      <p:nvPr/>
                    </p:nvSpPr>
                    <p:spPr>
                      <a:xfrm>
                        <a:off x="2085391" y="4220299"/>
                        <a:ext cx="26764" cy="7137"/>
                      </a:xfrm>
                      <a:custGeom>
                        <a:avLst/>
                        <a:gdLst>
                          <a:gd name="connsiteX0" fmla="*/ 26544 w 26764"/>
                          <a:gd name="connsiteY0" fmla="*/ 204 h 7137"/>
                          <a:gd name="connsiteX1" fmla="*/ 25817 w 26764"/>
                          <a:gd name="connsiteY1" fmla="*/ 214 h 7137"/>
                          <a:gd name="connsiteX2" fmla="*/ 24699 w 26764"/>
                          <a:gd name="connsiteY2" fmla="*/ 1672 h 7137"/>
                          <a:gd name="connsiteX3" fmla="*/ 22582 w 26764"/>
                          <a:gd name="connsiteY3" fmla="*/ 2015 h 7137"/>
                          <a:gd name="connsiteX4" fmla="*/ 18548 w 26764"/>
                          <a:gd name="connsiteY4" fmla="*/ 2383 h 7137"/>
                          <a:gd name="connsiteX5" fmla="*/ 16214 w 26764"/>
                          <a:gd name="connsiteY5" fmla="*/ 4970 h 7137"/>
                          <a:gd name="connsiteX6" fmla="*/ 12601 w 26764"/>
                          <a:gd name="connsiteY6" fmla="*/ 1686 h 7137"/>
                          <a:gd name="connsiteX7" fmla="*/ 11046 w 26764"/>
                          <a:gd name="connsiteY7" fmla="*/ 1996 h 7137"/>
                          <a:gd name="connsiteX8" fmla="*/ 6194 w 26764"/>
                          <a:gd name="connsiteY8" fmla="*/ 3061 h 7137"/>
                          <a:gd name="connsiteX9" fmla="*/ 4542 w 26764"/>
                          <a:gd name="connsiteY9" fmla="*/ 3594 h 7137"/>
                          <a:gd name="connsiteX10" fmla="*/ 3511 w 26764"/>
                          <a:gd name="connsiteY10" fmla="*/ 5313 h 7137"/>
                          <a:gd name="connsiteX11" fmla="*/ 1177 w 26764"/>
                          <a:gd name="connsiteY11" fmla="*/ 4272 h 7137"/>
                          <a:gd name="connsiteX12" fmla="*/ 9 w 26764"/>
                          <a:gd name="connsiteY12" fmla="*/ 4693 h 7137"/>
                          <a:gd name="connsiteX13" fmla="*/ 3893 w 26764"/>
                          <a:gd name="connsiteY13" fmla="*/ 7018 h 7137"/>
                          <a:gd name="connsiteX14" fmla="*/ 5903 w 26764"/>
                          <a:gd name="connsiteY14" fmla="*/ 5284 h 7137"/>
                          <a:gd name="connsiteX15" fmla="*/ 11879 w 26764"/>
                          <a:gd name="connsiteY15" fmla="*/ 4243 h 7137"/>
                          <a:gd name="connsiteX16" fmla="*/ 14214 w 26764"/>
                          <a:gd name="connsiteY16" fmla="*/ 6524 h 7137"/>
                          <a:gd name="connsiteX17" fmla="*/ 16688 w 26764"/>
                          <a:gd name="connsiteY17" fmla="*/ 6432 h 7137"/>
                          <a:gd name="connsiteX18" fmla="*/ 18548 w 26764"/>
                          <a:gd name="connsiteY18" fmla="*/ 4059 h 7137"/>
                          <a:gd name="connsiteX19" fmla="*/ 24606 w 26764"/>
                          <a:gd name="connsiteY19" fmla="*/ 3100 h 7137"/>
                          <a:gd name="connsiteX20" fmla="*/ 26544 w 26764"/>
                          <a:gd name="connsiteY20" fmla="*/ 204 h 7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764" h="7137">
                            <a:moveTo>
                              <a:pt x="26544" y="204"/>
                            </a:moveTo>
                            <a:cubicBezTo>
                              <a:pt x="26389" y="-53"/>
                              <a:pt x="25953" y="-86"/>
                              <a:pt x="25817" y="214"/>
                            </a:cubicBezTo>
                            <a:cubicBezTo>
                              <a:pt x="25531" y="834"/>
                              <a:pt x="25343" y="1337"/>
                              <a:pt x="24699" y="1672"/>
                            </a:cubicBezTo>
                            <a:cubicBezTo>
                              <a:pt x="24054" y="2011"/>
                              <a:pt x="23289" y="2054"/>
                              <a:pt x="22582" y="2015"/>
                            </a:cubicBezTo>
                            <a:cubicBezTo>
                              <a:pt x="21226" y="1943"/>
                              <a:pt x="19802" y="1710"/>
                              <a:pt x="18548" y="2383"/>
                            </a:cubicBezTo>
                            <a:cubicBezTo>
                              <a:pt x="17439" y="2979"/>
                              <a:pt x="17177" y="4267"/>
                              <a:pt x="16214" y="4970"/>
                            </a:cubicBezTo>
                            <a:cubicBezTo>
                              <a:pt x="14223" y="6422"/>
                              <a:pt x="12984" y="2974"/>
                              <a:pt x="12601" y="1686"/>
                            </a:cubicBezTo>
                            <a:cubicBezTo>
                              <a:pt x="12325" y="751"/>
                              <a:pt x="11090" y="1158"/>
                              <a:pt x="11046" y="1996"/>
                            </a:cubicBezTo>
                            <a:cubicBezTo>
                              <a:pt x="10906" y="4684"/>
                              <a:pt x="7458" y="5371"/>
                              <a:pt x="6194" y="3061"/>
                            </a:cubicBezTo>
                            <a:cubicBezTo>
                              <a:pt x="5705" y="2161"/>
                              <a:pt x="4465" y="2611"/>
                              <a:pt x="4542" y="3594"/>
                            </a:cubicBezTo>
                            <a:cubicBezTo>
                              <a:pt x="4600" y="4296"/>
                              <a:pt x="4189" y="5052"/>
                              <a:pt x="3511" y="5313"/>
                            </a:cubicBezTo>
                            <a:cubicBezTo>
                              <a:pt x="2591" y="5672"/>
                              <a:pt x="1699" y="4950"/>
                              <a:pt x="1177" y="4272"/>
                            </a:cubicBezTo>
                            <a:cubicBezTo>
                              <a:pt x="813" y="3802"/>
                              <a:pt x="-102" y="4020"/>
                              <a:pt x="9" y="4693"/>
                            </a:cubicBezTo>
                            <a:cubicBezTo>
                              <a:pt x="305" y="6476"/>
                              <a:pt x="2155" y="7502"/>
                              <a:pt x="3893" y="7018"/>
                            </a:cubicBezTo>
                            <a:cubicBezTo>
                              <a:pt x="4843" y="6752"/>
                              <a:pt x="5516" y="6098"/>
                              <a:pt x="5903" y="5284"/>
                            </a:cubicBezTo>
                            <a:cubicBezTo>
                              <a:pt x="7836" y="6713"/>
                              <a:pt x="10562" y="6171"/>
                              <a:pt x="11879" y="4243"/>
                            </a:cubicBezTo>
                            <a:cubicBezTo>
                              <a:pt x="12383" y="5246"/>
                              <a:pt x="13090" y="6112"/>
                              <a:pt x="14214" y="6524"/>
                            </a:cubicBezTo>
                            <a:cubicBezTo>
                              <a:pt x="15017" y="6820"/>
                              <a:pt x="15918" y="6844"/>
                              <a:pt x="16688" y="6432"/>
                            </a:cubicBezTo>
                            <a:cubicBezTo>
                              <a:pt x="17696" y="5895"/>
                              <a:pt x="17894" y="4916"/>
                              <a:pt x="18548" y="4059"/>
                            </a:cubicBezTo>
                            <a:cubicBezTo>
                              <a:pt x="19948" y="2228"/>
                              <a:pt x="22660" y="3720"/>
                              <a:pt x="24606" y="3100"/>
                            </a:cubicBezTo>
                            <a:cubicBezTo>
                              <a:pt x="25764" y="2742"/>
                              <a:pt x="27352" y="1565"/>
                              <a:pt x="26544" y="204"/>
                            </a:cubicBezTo>
                            <a:close/>
                          </a:path>
                        </a:pathLst>
                      </a:custGeom>
                      <a:solidFill>
                        <a:srgbClr val="91D1E8"/>
                      </a:solidFill>
                      <a:ln w="4839" cap="flat">
                        <a:noFill/>
                        <a:prstDash val="solid"/>
                        <a:miter/>
                      </a:ln>
                    </p:spPr>
                    <p:txBody>
                      <a:bodyPr rtlCol="0" anchor="ctr"/>
                      <a:lstStyle/>
                      <a:p>
                        <a:endParaRPr lang="vi-VN"/>
                      </a:p>
                    </p:txBody>
                  </p:sp>
                  <p:sp>
                    <p:nvSpPr>
                      <p:cNvPr id="913" name="Freeform: Shape 912">
                        <a:extLst>
                          <a:ext uri="{FF2B5EF4-FFF2-40B4-BE49-F238E27FC236}">
                            <a16:creationId xmlns:a16="http://schemas.microsoft.com/office/drawing/2014/main" id="{FE455F17-33E3-C7B4-7E1B-99F0DA9069FC}"/>
                          </a:ext>
                        </a:extLst>
                      </p:cNvPr>
                      <p:cNvSpPr/>
                      <p:nvPr/>
                    </p:nvSpPr>
                    <p:spPr>
                      <a:xfrm>
                        <a:off x="2087756" y="4231831"/>
                        <a:ext cx="21833" cy="3261"/>
                      </a:xfrm>
                      <a:custGeom>
                        <a:avLst/>
                        <a:gdLst>
                          <a:gd name="connsiteX0" fmla="*/ 21031 w 21833"/>
                          <a:gd name="connsiteY0" fmla="*/ 159 h 3261"/>
                          <a:gd name="connsiteX1" fmla="*/ 15796 w 21833"/>
                          <a:gd name="connsiteY1" fmla="*/ 145 h 3261"/>
                          <a:gd name="connsiteX2" fmla="*/ 13747 w 21833"/>
                          <a:gd name="connsiteY2" fmla="*/ 1375 h 3261"/>
                          <a:gd name="connsiteX3" fmla="*/ 11069 w 21833"/>
                          <a:gd name="connsiteY3" fmla="*/ 1293 h 3261"/>
                          <a:gd name="connsiteX4" fmla="*/ 6299 w 21833"/>
                          <a:gd name="connsiteY4" fmla="*/ 639 h 3261"/>
                          <a:gd name="connsiteX5" fmla="*/ 1107 w 21833"/>
                          <a:gd name="connsiteY5" fmla="*/ 455 h 3261"/>
                          <a:gd name="connsiteX6" fmla="*/ 13 w 21833"/>
                          <a:gd name="connsiteY6" fmla="*/ 707 h 3261"/>
                          <a:gd name="connsiteX7" fmla="*/ 4061 w 21833"/>
                          <a:gd name="connsiteY7" fmla="*/ 2692 h 3261"/>
                          <a:gd name="connsiteX8" fmla="*/ 7994 w 21833"/>
                          <a:gd name="connsiteY8" fmla="*/ 1404 h 3261"/>
                          <a:gd name="connsiteX9" fmla="*/ 11330 w 21833"/>
                          <a:gd name="connsiteY9" fmla="*/ 2925 h 3261"/>
                          <a:gd name="connsiteX10" fmla="*/ 13868 w 21833"/>
                          <a:gd name="connsiteY10" fmla="*/ 2920 h 3261"/>
                          <a:gd name="connsiteX11" fmla="*/ 15156 w 21833"/>
                          <a:gd name="connsiteY11" fmla="*/ 1898 h 3261"/>
                          <a:gd name="connsiteX12" fmla="*/ 17336 w 21833"/>
                          <a:gd name="connsiteY12" fmla="*/ 1670 h 3261"/>
                          <a:gd name="connsiteX13" fmla="*/ 20319 w 21833"/>
                          <a:gd name="connsiteY13" fmla="*/ 2145 h 3261"/>
                          <a:gd name="connsiteX14" fmla="*/ 21825 w 21833"/>
                          <a:gd name="connsiteY14" fmla="*/ 421 h 3261"/>
                          <a:gd name="connsiteX15" fmla="*/ 21031 w 21833"/>
                          <a:gd name="connsiteY15" fmla="*/ 159 h 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33" h="3261">
                            <a:moveTo>
                              <a:pt x="21031" y="159"/>
                            </a:moveTo>
                            <a:cubicBezTo>
                              <a:pt x="19689" y="1917"/>
                              <a:pt x="17529" y="-122"/>
                              <a:pt x="15796" y="145"/>
                            </a:cubicBezTo>
                            <a:cubicBezTo>
                              <a:pt x="14953" y="276"/>
                              <a:pt x="14367" y="842"/>
                              <a:pt x="13747" y="1375"/>
                            </a:cubicBezTo>
                            <a:cubicBezTo>
                              <a:pt x="12744" y="2237"/>
                              <a:pt x="12091" y="2004"/>
                              <a:pt x="11069" y="1293"/>
                            </a:cubicBezTo>
                            <a:cubicBezTo>
                              <a:pt x="9500" y="193"/>
                              <a:pt x="8134" y="-54"/>
                              <a:pt x="6299" y="639"/>
                            </a:cubicBezTo>
                            <a:cubicBezTo>
                              <a:pt x="5107" y="1089"/>
                              <a:pt x="1596" y="2789"/>
                              <a:pt x="1107" y="455"/>
                            </a:cubicBezTo>
                            <a:cubicBezTo>
                              <a:pt x="957" y="-252"/>
                              <a:pt x="-128" y="-1"/>
                              <a:pt x="13" y="707"/>
                            </a:cubicBezTo>
                            <a:cubicBezTo>
                              <a:pt x="381" y="2542"/>
                              <a:pt x="2458" y="2988"/>
                              <a:pt x="4061" y="2692"/>
                            </a:cubicBezTo>
                            <a:cubicBezTo>
                              <a:pt x="5422" y="2445"/>
                              <a:pt x="6604" y="1540"/>
                              <a:pt x="7994" y="1404"/>
                            </a:cubicBezTo>
                            <a:cubicBezTo>
                              <a:pt x="9413" y="1263"/>
                              <a:pt x="10188" y="2339"/>
                              <a:pt x="11330" y="2925"/>
                            </a:cubicBezTo>
                            <a:cubicBezTo>
                              <a:pt x="12168" y="3356"/>
                              <a:pt x="13035" y="3394"/>
                              <a:pt x="13868" y="2920"/>
                            </a:cubicBezTo>
                            <a:cubicBezTo>
                              <a:pt x="14352" y="2644"/>
                              <a:pt x="14716" y="2232"/>
                              <a:pt x="15156" y="1898"/>
                            </a:cubicBezTo>
                            <a:cubicBezTo>
                              <a:pt x="15883" y="1341"/>
                              <a:pt x="16498" y="1404"/>
                              <a:pt x="17336" y="1670"/>
                            </a:cubicBezTo>
                            <a:cubicBezTo>
                              <a:pt x="18338" y="1995"/>
                              <a:pt x="19248" y="2377"/>
                              <a:pt x="20319" y="2145"/>
                            </a:cubicBezTo>
                            <a:cubicBezTo>
                              <a:pt x="21142" y="1966"/>
                              <a:pt x="21927" y="1326"/>
                              <a:pt x="21825" y="421"/>
                            </a:cubicBezTo>
                            <a:cubicBezTo>
                              <a:pt x="21791" y="58"/>
                              <a:pt x="21283" y="-170"/>
                              <a:pt x="21031" y="159"/>
                            </a:cubicBezTo>
                            <a:close/>
                          </a:path>
                        </a:pathLst>
                      </a:custGeom>
                      <a:solidFill>
                        <a:srgbClr val="91D1E8"/>
                      </a:solidFill>
                      <a:ln w="4839" cap="flat">
                        <a:noFill/>
                        <a:prstDash val="solid"/>
                        <a:miter/>
                      </a:ln>
                    </p:spPr>
                    <p:txBody>
                      <a:bodyPr rtlCol="0" anchor="ctr"/>
                      <a:lstStyle/>
                      <a:p>
                        <a:endParaRPr lang="vi-VN"/>
                      </a:p>
                    </p:txBody>
                  </p:sp>
                  <p:sp>
                    <p:nvSpPr>
                      <p:cNvPr id="914" name="Freeform: Shape 913">
                        <a:extLst>
                          <a:ext uri="{FF2B5EF4-FFF2-40B4-BE49-F238E27FC236}">
                            <a16:creationId xmlns:a16="http://schemas.microsoft.com/office/drawing/2014/main" id="{5D5FB663-D383-E340-DEFC-F46FAA47C2FC}"/>
                          </a:ext>
                        </a:extLst>
                      </p:cNvPr>
                      <p:cNvSpPr/>
                      <p:nvPr/>
                    </p:nvSpPr>
                    <p:spPr>
                      <a:xfrm>
                        <a:off x="2091161" y="4240887"/>
                        <a:ext cx="15446" cy="4120"/>
                      </a:xfrm>
                      <a:custGeom>
                        <a:avLst/>
                        <a:gdLst>
                          <a:gd name="connsiteX0" fmla="*/ 14497 w 15446"/>
                          <a:gd name="connsiteY0" fmla="*/ 717 h 4120"/>
                          <a:gd name="connsiteX1" fmla="*/ 11833 w 15446"/>
                          <a:gd name="connsiteY1" fmla="*/ 2876 h 4120"/>
                          <a:gd name="connsiteX2" fmla="*/ 8274 w 15446"/>
                          <a:gd name="connsiteY2" fmla="*/ 1826 h 4120"/>
                          <a:gd name="connsiteX3" fmla="*/ 4264 w 15446"/>
                          <a:gd name="connsiteY3" fmla="*/ 1588 h 4120"/>
                          <a:gd name="connsiteX4" fmla="*/ 2123 w 15446"/>
                          <a:gd name="connsiteY4" fmla="*/ 1918 h 4120"/>
                          <a:gd name="connsiteX5" fmla="*/ 1179 w 15446"/>
                          <a:gd name="connsiteY5" fmla="*/ 663 h 4120"/>
                          <a:gd name="connsiteX6" fmla="*/ 181 w 15446"/>
                          <a:gd name="connsiteY6" fmla="*/ 315 h 4120"/>
                          <a:gd name="connsiteX7" fmla="*/ 2380 w 15446"/>
                          <a:gd name="connsiteY7" fmla="*/ 3085 h 4120"/>
                          <a:gd name="connsiteX8" fmla="*/ 5097 w 15446"/>
                          <a:gd name="connsiteY8" fmla="*/ 2489 h 4120"/>
                          <a:gd name="connsiteX9" fmla="*/ 6748 w 15446"/>
                          <a:gd name="connsiteY9" fmla="*/ 2324 h 4120"/>
                          <a:gd name="connsiteX10" fmla="*/ 8104 w 15446"/>
                          <a:gd name="connsiteY10" fmla="*/ 3167 h 4120"/>
                          <a:gd name="connsiteX11" fmla="*/ 15417 w 15446"/>
                          <a:gd name="connsiteY11" fmla="*/ 1085 h 4120"/>
                          <a:gd name="connsiteX12" fmla="*/ 14497 w 15446"/>
                          <a:gd name="connsiteY12" fmla="*/ 717 h 4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446" h="4120">
                            <a:moveTo>
                              <a:pt x="14497" y="717"/>
                            </a:moveTo>
                            <a:cubicBezTo>
                              <a:pt x="14027" y="1811"/>
                              <a:pt x="12981" y="2596"/>
                              <a:pt x="11833" y="2876"/>
                            </a:cubicBezTo>
                            <a:cubicBezTo>
                              <a:pt x="10390" y="3230"/>
                              <a:pt x="9407" y="2644"/>
                              <a:pt x="8274" y="1826"/>
                            </a:cubicBezTo>
                            <a:cubicBezTo>
                              <a:pt x="6971" y="886"/>
                              <a:pt x="5697" y="1080"/>
                              <a:pt x="4264" y="1588"/>
                            </a:cubicBezTo>
                            <a:cubicBezTo>
                              <a:pt x="3571" y="1835"/>
                              <a:pt x="2859" y="2140"/>
                              <a:pt x="2123" y="1918"/>
                            </a:cubicBezTo>
                            <a:cubicBezTo>
                              <a:pt x="1562" y="1748"/>
                              <a:pt x="854" y="1322"/>
                              <a:pt x="1179" y="663"/>
                            </a:cubicBezTo>
                            <a:cubicBezTo>
                              <a:pt x="1479" y="53"/>
                              <a:pt x="486" y="-286"/>
                              <a:pt x="181" y="315"/>
                            </a:cubicBezTo>
                            <a:cubicBezTo>
                              <a:pt x="-555" y="1763"/>
                              <a:pt x="1106" y="2935"/>
                              <a:pt x="2380" y="3085"/>
                            </a:cubicBezTo>
                            <a:cubicBezTo>
                              <a:pt x="3324" y="3196"/>
                              <a:pt x="4215" y="2760"/>
                              <a:pt x="5097" y="2489"/>
                            </a:cubicBezTo>
                            <a:cubicBezTo>
                              <a:pt x="5630" y="2329"/>
                              <a:pt x="6196" y="2179"/>
                              <a:pt x="6748" y="2324"/>
                            </a:cubicBezTo>
                            <a:cubicBezTo>
                              <a:pt x="7271" y="2465"/>
                              <a:pt x="7683" y="2847"/>
                              <a:pt x="8104" y="3167"/>
                            </a:cubicBezTo>
                            <a:cubicBezTo>
                              <a:pt x="10521" y="5007"/>
                              <a:pt x="14439" y="4116"/>
                              <a:pt x="15417" y="1085"/>
                            </a:cubicBezTo>
                            <a:cubicBezTo>
                              <a:pt x="15616" y="484"/>
                              <a:pt x="14754" y="121"/>
                              <a:pt x="14497" y="717"/>
                            </a:cubicBezTo>
                            <a:close/>
                          </a:path>
                        </a:pathLst>
                      </a:custGeom>
                      <a:solidFill>
                        <a:srgbClr val="91D1E8"/>
                      </a:solidFill>
                      <a:ln w="4839" cap="flat">
                        <a:noFill/>
                        <a:prstDash val="solid"/>
                        <a:miter/>
                      </a:ln>
                    </p:spPr>
                    <p:txBody>
                      <a:bodyPr rtlCol="0" anchor="ctr"/>
                      <a:lstStyle/>
                      <a:p>
                        <a:endParaRPr lang="vi-VN"/>
                      </a:p>
                    </p:txBody>
                  </p:sp>
                </p:grpSp>
              </p:grpSp>
              <p:sp>
                <p:nvSpPr>
                  <p:cNvPr id="909" name="Freeform: Shape 908">
                    <a:extLst>
                      <a:ext uri="{FF2B5EF4-FFF2-40B4-BE49-F238E27FC236}">
                        <a16:creationId xmlns:a16="http://schemas.microsoft.com/office/drawing/2014/main" id="{9C3A74E8-70AC-18D6-ED79-C33AE15B2EBC}"/>
                      </a:ext>
                    </a:extLst>
                  </p:cNvPr>
                  <p:cNvSpPr/>
                  <p:nvPr/>
                </p:nvSpPr>
                <p:spPr>
                  <a:xfrm rot="-475215">
                    <a:off x="2091981" y="4208553"/>
                    <a:ext cx="5758" cy="8117"/>
                  </a:xfrm>
                  <a:custGeom>
                    <a:avLst/>
                    <a:gdLst>
                      <a:gd name="connsiteX0" fmla="*/ 0 w 5758"/>
                      <a:gd name="connsiteY0" fmla="*/ 0 h 8117"/>
                      <a:gd name="connsiteX1" fmla="*/ 5758 w 5758"/>
                      <a:gd name="connsiteY1" fmla="*/ 0 h 8117"/>
                      <a:gd name="connsiteX2" fmla="*/ 5758 w 5758"/>
                      <a:gd name="connsiteY2" fmla="*/ 8117 h 8117"/>
                      <a:gd name="connsiteX3" fmla="*/ 0 w 5758"/>
                      <a:gd name="connsiteY3" fmla="*/ 8117 h 8117"/>
                    </a:gdLst>
                    <a:ahLst/>
                    <a:cxnLst>
                      <a:cxn ang="0">
                        <a:pos x="connsiteX0" y="connsiteY0"/>
                      </a:cxn>
                      <a:cxn ang="0">
                        <a:pos x="connsiteX1" y="connsiteY1"/>
                      </a:cxn>
                      <a:cxn ang="0">
                        <a:pos x="connsiteX2" y="connsiteY2"/>
                      </a:cxn>
                      <a:cxn ang="0">
                        <a:pos x="connsiteX3" y="connsiteY3"/>
                      </a:cxn>
                    </a:cxnLst>
                    <a:rect l="l" t="t" r="r" b="b"/>
                    <a:pathLst>
                      <a:path w="5758" h="8117">
                        <a:moveTo>
                          <a:pt x="0" y="0"/>
                        </a:moveTo>
                        <a:lnTo>
                          <a:pt x="5758" y="0"/>
                        </a:lnTo>
                        <a:lnTo>
                          <a:pt x="5758" y="8117"/>
                        </a:lnTo>
                        <a:lnTo>
                          <a:pt x="0" y="8117"/>
                        </a:lnTo>
                        <a:close/>
                      </a:path>
                    </a:pathLst>
                  </a:custGeom>
                  <a:solidFill>
                    <a:srgbClr val="FFFFFF">
                      <a:alpha val="63000"/>
                    </a:srgbClr>
                  </a:solidFill>
                  <a:ln w="4839" cap="flat">
                    <a:noFill/>
                    <a:prstDash val="solid"/>
                    <a:miter/>
                  </a:ln>
                </p:spPr>
                <p:txBody>
                  <a:bodyPr rtlCol="0" anchor="ctr"/>
                  <a:lstStyle/>
                  <a:p>
                    <a:endParaRPr lang="vi-VN"/>
                  </a:p>
                </p:txBody>
              </p:sp>
            </p:grpSp>
            <p:grpSp>
              <p:nvGrpSpPr>
                <p:cNvPr id="899" name="Graphic 1991">
                  <a:extLst>
                    <a:ext uri="{FF2B5EF4-FFF2-40B4-BE49-F238E27FC236}">
                      <a16:creationId xmlns:a16="http://schemas.microsoft.com/office/drawing/2014/main" id="{2F42C38E-4451-8228-D44B-3527E1B8F94B}"/>
                    </a:ext>
                  </a:extLst>
                </p:cNvPr>
                <p:cNvGrpSpPr/>
                <p:nvPr/>
              </p:nvGrpSpPr>
              <p:grpSpPr>
                <a:xfrm>
                  <a:off x="2023546" y="4262525"/>
                  <a:ext cx="50051" cy="83874"/>
                  <a:chOff x="2023546" y="4262525"/>
                  <a:chExt cx="50051" cy="83874"/>
                </a:xfrm>
              </p:grpSpPr>
              <p:grpSp>
                <p:nvGrpSpPr>
                  <p:cNvPr id="900" name="Graphic 1991">
                    <a:extLst>
                      <a:ext uri="{FF2B5EF4-FFF2-40B4-BE49-F238E27FC236}">
                        <a16:creationId xmlns:a16="http://schemas.microsoft.com/office/drawing/2014/main" id="{569C166A-4C94-100D-E245-9351C140B91F}"/>
                      </a:ext>
                    </a:extLst>
                  </p:cNvPr>
                  <p:cNvGrpSpPr/>
                  <p:nvPr/>
                </p:nvGrpSpPr>
                <p:grpSpPr>
                  <a:xfrm>
                    <a:off x="2023546" y="4265052"/>
                    <a:ext cx="50051" cy="81346"/>
                    <a:chOff x="2023546" y="4265052"/>
                    <a:chExt cx="50051" cy="81346"/>
                  </a:xfrm>
                </p:grpSpPr>
                <p:sp>
                  <p:nvSpPr>
                    <p:cNvPr id="902" name="Freeform: Shape 901">
                      <a:extLst>
                        <a:ext uri="{FF2B5EF4-FFF2-40B4-BE49-F238E27FC236}">
                          <a16:creationId xmlns:a16="http://schemas.microsoft.com/office/drawing/2014/main" id="{D603A344-E079-F3F5-B754-0B931A1C7601}"/>
                        </a:ext>
                      </a:extLst>
                    </p:cNvPr>
                    <p:cNvSpPr/>
                    <p:nvPr/>
                  </p:nvSpPr>
                  <p:spPr>
                    <a:xfrm>
                      <a:off x="2023546" y="4265052"/>
                      <a:ext cx="50051" cy="81346"/>
                    </a:xfrm>
                    <a:custGeom>
                      <a:avLst/>
                      <a:gdLst>
                        <a:gd name="connsiteX0" fmla="*/ 0 w 50051"/>
                        <a:gd name="connsiteY0" fmla="*/ 0 h 81346"/>
                        <a:gd name="connsiteX1" fmla="*/ 6766 w 50051"/>
                        <a:gd name="connsiteY1" fmla="*/ 79908 h 81346"/>
                        <a:gd name="connsiteX2" fmla="*/ 50051 w 50051"/>
                        <a:gd name="connsiteY2" fmla="*/ 81346 h 81346"/>
                        <a:gd name="connsiteX3" fmla="*/ 49795 w 50051"/>
                        <a:gd name="connsiteY3" fmla="*/ 7962 h 81346"/>
                      </a:gdLst>
                      <a:ahLst/>
                      <a:cxnLst>
                        <a:cxn ang="0">
                          <a:pos x="connsiteX0" y="connsiteY0"/>
                        </a:cxn>
                        <a:cxn ang="0">
                          <a:pos x="connsiteX1" y="connsiteY1"/>
                        </a:cxn>
                        <a:cxn ang="0">
                          <a:pos x="connsiteX2" y="connsiteY2"/>
                        </a:cxn>
                        <a:cxn ang="0">
                          <a:pos x="connsiteX3" y="connsiteY3"/>
                        </a:cxn>
                      </a:cxnLst>
                      <a:rect l="l" t="t" r="r" b="b"/>
                      <a:pathLst>
                        <a:path w="50051" h="81346">
                          <a:moveTo>
                            <a:pt x="0" y="0"/>
                          </a:moveTo>
                          <a:lnTo>
                            <a:pt x="6766" y="79908"/>
                          </a:lnTo>
                          <a:lnTo>
                            <a:pt x="50051" y="81346"/>
                          </a:lnTo>
                          <a:lnTo>
                            <a:pt x="49795" y="7962"/>
                          </a:lnTo>
                          <a:close/>
                        </a:path>
                      </a:pathLst>
                    </a:custGeom>
                    <a:solidFill>
                      <a:srgbClr val="63A4FF"/>
                    </a:solidFill>
                    <a:ln w="4839" cap="flat">
                      <a:noFill/>
                      <a:prstDash val="solid"/>
                      <a:miter/>
                    </a:ln>
                  </p:spPr>
                  <p:txBody>
                    <a:bodyPr rtlCol="0" anchor="ctr"/>
                    <a:lstStyle/>
                    <a:p>
                      <a:endParaRPr lang="vi-VN"/>
                    </a:p>
                  </p:txBody>
                </p:sp>
                <p:sp>
                  <p:nvSpPr>
                    <p:cNvPr id="903" name="Freeform: Shape 902">
                      <a:extLst>
                        <a:ext uri="{FF2B5EF4-FFF2-40B4-BE49-F238E27FC236}">
                          <a16:creationId xmlns:a16="http://schemas.microsoft.com/office/drawing/2014/main" id="{EE7BA556-D794-6271-4C73-62C08C08DE42}"/>
                        </a:ext>
                      </a:extLst>
                    </p:cNvPr>
                    <p:cNvSpPr/>
                    <p:nvPr/>
                  </p:nvSpPr>
                  <p:spPr>
                    <a:xfrm>
                      <a:off x="2038069" y="4280189"/>
                      <a:ext cx="22727" cy="5124"/>
                    </a:xfrm>
                    <a:custGeom>
                      <a:avLst/>
                      <a:gdLst>
                        <a:gd name="connsiteX0" fmla="*/ 22623 w 22727"/>
                        <a:gd name="connsiteY0" fmla="*/ 903 h 5124"/>
                        <a:gd name="connsiteX1" fmla="*/ 17049 w 22727"/>
                        <a:gd name="connsiteY1" fmla="*/ 835 h 5124"/>
                        <a:gd name="connsiteX2" fmla="*/ 11034 w 22727"/>
                        <a:gd name="connsiteY2" fmla="*/ 3164 h 5124"/>
                        <a:gd name="connsiteX3" fmla="*/ 8380 w 22727"/>
                        <a:gd name="connsiteY3" fmla="*/ 1988 h 5124"/>
                        <a:gd name="connsiteX4" fmla="*/ 5658 w 22727"/>
                        <a:gd name="connsiteY4" fmla="*/ 1455 h 5124"/>
                        <a:gd name="connsiteX5" fmla="*/ 3590 w 22727"/>
                        <a:gd name="connsiteY5" fmla="*/ 3547 h 5124"/>
                        <a:gd name="connsiteX6" fmla="*/ 1343 w 22727"/>
                        <a:gd name="connsiteY6" fmla="*/ 1629 h 5124"/>
                        <a:gd name="connsiteX7" fmla="*/ 181 w 22727"/>
                        <a:gd name="connsiteY7" fmla="*/ 1164 h 5124"/>
                        <a:gd name="connsiteX8" fmla="*/ 3731 w 22727"/>
                        <a:gd name="connsiteY8" fmla="*/ 4961 h 5124"/>
                        <a:gd name="connsiteX9" fmla="*/ 5174 w 22727"/>
                        <a:gd name="connsiteY9" fmla="*/ 3687 h 5124"/>
                        <a:gd name="connsiteX10" fmla="*/ 6288 w 22727"/>
                        <a:gd name="connsiteY10" fmla="*/ 2191 h 5124"/>
                        <a:gd name="connsiteX11" fmla="*/ 8036 w 22727"/>
                        <a:gd name="connsiteY11" fmla="*/ 3019 h 5124"/>
                        <a:gd name="connsiteX12" fmla="*/ 9382 w 22727"/>
                        <a:gd name="connsiteY12" fmla="*/ 4022 h 5124"/>
                        <a:gd name="connsiteX13" fmla="*/ 15339 w 22727"/>
                        <a:gd name="connsiteY13" fmla="*/ 3009 h 5124"/>
                        <a:gd name="connsiteX14" fmla="*/ 18715 w 22727"/>
                        <a:gd name="connsiteY14" fmla="*/ 1581 h 5124"/>
                        <a:gd name="connsiteX15" fmla="*/ 20250 w 22727"/>
                        <a:gd name="connsiteY15" fmla="*/ 1329 h 5124"/>
                        <a:gd name="connsiteX16" fmla="*/ 22124 w 22727"/>
                        <a:gd name="connsiteY16" fmla="*/ 1741 h 5124"/>
                        <a:gd name="connsiteX17" fmla="*/ 22623 w 22727"/>
                        <a:gd name="connsiteY17" fmla="*/ 903 h 5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727" h="5124">
                          <a:moveTo>
                            <a:pt x="22623" y="903"/>
                          </a:moveTo>
                          <a:cubicBezTo>
                            <a:pt x="21388" y="-710"/>
                            <a:pt x="18545" y="205"/>
                            <a:pt x="17049" y="835"/>
                          </a:cubicBezTo>
                          <a:cubicBezTo>
                            <a:pt x="15126" y="1649"/>
                            <a:pt x="13170" y="3034"/>
                            <a:pt x="11034" y="3164"/>
                          </a:cubicBezTo>
                          <a:cubicBezTo>
                            <a:pt x="9886" y="3232"/>
                            <a:pt x="9223" y="2680"/>
                            <a:pt x="8380" y="1988"/>
                          </a:cubicBezTo>
                          <a:cubicBezTo>
                            <a:pt x="7605" y="1348"/>
                            <a:pt x="6632" y="956"/>
                            <a:pt x="5658" y="1455"/>
                          </a:cubicBezTo>
                          <a:cubicBezTo>
                            <a:pt x="4757" y="1915"/>
                            <a:pt x="4428" y="3034"/>
                            <a:pt x="3590" y="3547"/>
                          </a:cubicBezTo>
                          <a:cubicBezTo>
                            <a:pt x="2409" y="4273"/>
                            <a:pt x="878" y="2864"/>
                            <a:pt x="1343" y="1629"/>
                          </a:cubicBezTo>
                          <a:cubicBezTo>
                            <a:pt x="1590" y="971"/>
                            <a:pt x="447" y="506"/>
                            <a:pt x="181" y="1164"/>
                          </a:cubicBezTo>
                          <a:cubicBezTo>
                            <a:pt x="-647" y="3213"/>
                            <a:pt x="1513" y="5804"/>
                            <a:pt x="3731" y="4961"/>
                          </a:cubicBezTo>
                          <a:cubicBezTo>
                            <a:pt x="4355" y="4724"/>
                            <a:pt x="4791" y="4215"/>
                            <a:pt x="5174" y="3687"/>
                          </a:cubicBezTo>
                          <a:cubicBezTo>
                            <a:pt x="5508" y="3232"/>
                            <a:pt x="5794" y="2506"/>
                            <a:pt x="6288" y="2191"/>
                          </a:cubicBezTo>
                          <a:cubicBezTo>
                            <a:pt x="7034" y="1726"/>
                            <a:pt x="7547" y="2515"/>
                            <a:pt x="8036" y="3019"/>
                          </a:cubicBezTo>
                          <a:cubicBezTo>
                            <a:pt x="8433" y="3431"/>
                            <a:pt x="8859" y="3784"/>
                            <a:pt x="9382" y="4022"/>
                          </a:cubicBezTo>
                          <a:cubicBezTo>
                            <a:pt x="11358" y="4922"/>
                            <a:pt x="13542" y="3857"/>
                            <a:pt x="15339" y="3009"/>
                          </a:cubicBezTo>
                          <a:cubicBezTo>
                            <a:pt x="16443" y="2491"/>
                            <a:pt x="17538" y="1925"/>
                            <a:pt x="18715" y="1581"/>
                          </a:cubicBezTo>
                          <a:cubicBezTo>
                            <a:pt x="19213" y="1435"/>
                            <a:pt x="19727" y="1329"/>
                            <a:pt x="20250" y="1329"/>
                          </a:cubicBezTo>
                          <a:cubicBezTo>
                            <a:pt x="20928" y="1334"/>
                            <a:pt x="21475" y="1653"/>
                            <a:pt x="22124" y="1741"/>
                          </a:cubicBezTo>
                          <a:cubicBezTo>
                            <a:pt x="22579" y="1813"/>
                            <a:pt x="22904" y="1271"/>
                            <a:pt x="22623" y="903"/>
                          </a:cubicBezTo>
                          <a:close/>
                        </a:path>
                      </a:pathLst>
                    </a:custGeom>
                    <a:solidFill>
                      <a:srgbClr val="8A578C"/>
                    </a:solidFill>
                    <a:ln w="4839" cap="flat">
                      <a:noFill/>
                      <a:prstDash val="solid"/>
                      <a:miter/>
                    </a:ln>
                  </p:spPr>
                  <p:txBody>
                    <a:bodyPr rtlCol="0" anchor="ctr"/>
                    <a:lstStyle/>
                    <a:p>
                      <a:endParaRPr lang="vi-VN"/>
                    </a:p>
                  </p:txBody>
                </p:sp>
                <p:sp>
                  <p:nvSpPr>
                    <p:cNvPr id="904" name="Freeform: Shape 903">
                      <a:extLst>
                        <a:ext uri="{FF2B5EF4-FFF2-40B4-BE49-F238E27FC236}">
                          <a16:creationId xmlns:a16="http://schemas.microsoft.com/office/drawing/2014/main" id="{144FCC28-AEBC-F9B1-42DC-CE4D9CAFEA96}"/>
                        </a:ext>
                      </a:extLst>
                    </p:cNvPr>
                    <p:cNvSpPr/>
                    <p:nvPr/>
                  </p:nvSpPr>
                  <p:spPr>
                    <a:xfrm>
                      <a:off x="2039651" y="4293784"/>
                      <a:ext cx="21740" cy="3395"/>
                    </a:xfrm>
                    <a:custGeom>
                      <a:avLst/>
                      <a:gdLst>
                        <a:gd name="connsiteX0" fmla="*/ 21550 w 21740"/>
                        <a:gd name="connsiteY0" fmla="*/ 403 h 3395"/>
                        <a:gd name="connsiteX1" fmla="*/ 17060 w 21740"/>
                        <a:gd name="connsiteY1" fmla="*/ 873 h 3395"/>
                        <a:gd name="connsiteX2" fmla="*/ 12033 w 21740"/>
                        <a:gd name="connsiteY2" fmla="*/ 2321 h 3395"/>
                        <a:gd name="connsiteX3" fmla="*/ 9316 w 21740"/>
                        <a:gd name="connsiteY3" fmla="*/ 921 h 3395"/>
                        <a:gd name="connsiteX4" fmla="*/ 6629 w 21740"/>
                        <a:gd name="connsiteY4" fmla="*/ 999 h 3395"/>
                        <a:gd name="connsiteX5" fmla="*/ 1238 w 21740"/>
                        <a:gd name="connsiteY5" fmla="*/ 815 h 3395"/>
                        <a:gd name="connsiteX6" fmla="*/ 23 w 21740"/>
                        <a:gd name="connsiteY6" fmla="*/ 1149 h 3395"/>
                        <a:gd name="connsiteX7" fmla="*/ 3824 w 21740"/>
                        <a:gd name="connsiteY7" fmla="*/ 3120 h 3395"/>
                        <a:gd name="connsiteX8" fmla="*/ 6817 w 21740"/>
                        <a:gd name="connsiteY8" fmla="*/ 2069 h 3395"/>
                        <a:gd name="connsiteX9" fmla="*/ 9074 w 21740"/>
                        <a:gd name="connsiteY9" fmla="*/ 1909 h 3395"/>
                        <a:gd name="connsiteX10" fmla="*/ 10750 w 21740"/>
                        <a:gd name="connsiteY10" fmla="*/ 2902 h 3395"/>
                        <a:gd name="connsiteX11" fmla="*/ 15777 w 21740"/>
                        <a:gd name="connsiteY11" fmla="*/ 2636 h 3395"/>
                        <a:gd name="connsiteX12" fmla="*/ 18387 w 21740"/>
                        <a:gd name="connsiteY12" fmla="*/ 1551 h 3395"/>
                        <a:gd name="connsiteX13" fmla="*/ 21283 w 21740"/>
                        <a:gd name="connsiteY13" fmla="*/ 1314 h 3395"/>
                        <a:gd name="connsiteX14" fmla="*/ 21550 w 21740"/>
                        <a:gd name="connsiteY14" fmla="*/ 403 h 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740" h="3395">
                          <a:moveTo>
                            <a:pt x="21550" y="403"/>
                          </a:moveTo>
                          <a:cubicBezTo>
                            <a:pt x="20319" y="-512"/>
                            <a:pt x="18290" y="345"/>
                            <a:pt x="17060" y="873"/>
                          </a:cubicBezTo>
                          <a:cubicBezTo>
                            <a:pt x="15544" y="1522"/>
                            <a:pt x="13757" y="2694"/>
                            <a:pt x="12033" y="2321"/>
                          </a:cubicBezTo>
                          <a:cubicBezTo>
                            <a:pt x="11011" y="2098"/>
                            <a:pt x="10299" y="1241"/>
                            <a:pt x="9316" y="921"/>
                          </a:cubicBezTo>
                          <a:cubicBezTo>
                            <a:pt x="8435" y="636"/>
                            <a:pt x="7505" y="761"/>
                            <a:pt x="6629" y="999"/>
                          </a:cubicBezTo>
                          <a:cubicBezTo>
                            <a:pt x="5374" y="1338"/>
                            <a:pt x="1810" y="3062"/>
                            <a:pt x="1238" y="815"/>
                          </a:cubicBezTo>
                          <a:cubicBezTo>
                            <a:pt x="1040" y="25"/>
                            <a:pt x="-181" y="364"/>
                            <a:pt x="23" y="1149"/>
                          </a:cubicBezTo>
                          <a:cubicBezTo>
                            <a:pt x="454" y="2834"/>
                            <a:pt x="2270" y="3319"/>
                            <a:pt x="3824" y="3120"/>
                          </a:cubicBezTo>
                          <a:cubicBezTo>
                            <a:pt x="4895" y="2980"/>
                            <a:pt x="5820" y="2442"/>
                            <a:pt x="6817" y="2069"/>
                          </a:cubicBezTo>
                          <a:cubicBezTo>
                            <a:pt x="7563" y="1793"/>
                            <a:pt x="8299" y="1633"/>
                            <a:pt x="9074" y="1909"/>
                          </a:cubicBezTo>
                          <a:cubicBezTo>
                            <a:pt x="9694" y="2132"/>
                            <a:pt x="10178" y="2587"/>
                            <a:pt x="10750" y="2902"/>
                          </a:cubicBezTo>
                          <a:cubicBezTo>
                            <a:pt x="12382" y="3808"/>
                            <a:pt x="14159" y="3314"/>
                            <a:pt x="15777" y="2636"/>
                          </a:cubicBezTo>
                          <a:cubicBezTo>
                            <a:pt x="16644" y="2272"/>
                            <a:pt x="17491" y="1846"/>
                            <a:pt x="18387" y="1551"/>
                          </a:cubicBezTo>
                          <a:cubicBezTo>
                            <a:pt x="19399" y="1212"/>
                            <a:pt x="20285" y="1435"/>
                            <a:pt x="21283" y="1314"/>
                          </a:cubicBezTo>
                          <a:cubicBezTo>
                            <a:pt x="21704" y="1265"/>
                            <a:pt x="21922" y="679"/>
                            <a:pt x="21550" y="403"/>
                          </a:cubicBezTo>
                          <a:close/>
                        </a:path>
                      </a:pathLst>
                    </a:custGeom>
                    <a:solidFill>
                      <a:srgbClr val="8A578C"/>
                    </a:solidFill>
                    <a:ln w="4839" cap="flat">
                      <a:noFill/>
                      <a:prstDash val="solid"/>
                      <a:miter/>
                    </a:ln>
                  </p:spPr>
                  <p:txBody>
                    <a:bodyPr rtlCol="0" anchor="ctr"/>
                    <a:lstStyle/>
                    <a:p>
                      <a:endParaRPr lang="vi-VN"/>
                    </a:p>
                  </p:txBody>
                </p:sp>
                <p:sp>
                  <p:nvSpPr>
                    <p:cNvPr id="905" name="Freeform: Shape 904">
                      <a:extLst>
                        <a:ext uri="{FF2B5EF4-FFF2-40B4-BE49-F238E27FC236}">
                          <a16:creationId xmlns:a16="http://schemas.microsoft.com/office/drawing/2014/main" id="{B55CF6D1-EC5B-6FEB-6A67-9E73DD0B77A3}"/>
                        </a:ext>
                      </a:extLst>
                    </p:cNvPr>
                    <p:cNvSpPr/>
                    <p:nvPr/>
                  </p:nvSpPr>
                  <p:spPr>
                    <a:xfrm>
                      <a:off x="2038173" y="4307259"/>
                      <a:ext cx="23692" cy="5403"/>
                    </a:xfrm>
                    <a:custGeom>
                      <a:avLst/>
                      <a:gdLst>
                        <a:gd name="connsiteX0" fmla="*/ 23521 w 23692"/>
                        <a:gd name="connsiteY0" fmla="*/ 2043 h 5403"/>
                        <a:gd name="connsiteX1" fmla="*/ 19361 w 23692"/>
                        <a:gd name="connsiteY1" fmla="*/ 648 h 5403"/>
                        <a:gd name="connsiteX2" fmla="*/ 14930 w 23692"/>
                        <a:gd name="connsiteY2" fmla="*/ 1777 h 5403"/>
                        <a:gd name="connsiteX3" fmla="*/ 10251 w 23692"/>
                        <a:gd name="connsiteY3" fmla="*/ 3021 h 5403"/>
                        <a:gd name="connsiteX4" fmla="*/ 7389 w 23692"/>
                        <a:gd name="connsiteY4" fmla="*/ 600 h 5403"/>
                        <a:gd name="connsiteX5" fmla="*/ 6159 w 23692"/>
                        <a:gd name="connsiteY5" fmla="*/ 445 h 5403"/>
                        <a:gd name="connsiteX6" fmla="*/ 4174 w 23692"/>
                        <a:gd name="connsiteY6" fmla="*/ 3496 h 5403"/>
                        <a:gd name="connsiteX7" fmla="*/ 1365 w 23692"/>
                        <a:gd name="connsiteY7" fmla="*/ 2958 h 5403"/>
                        <a:gd name="connsiteX8" fmla="*/ 38 w 23692"/>
                        <a:gd name="connsiteY8" fmla="*/ 3520 h 5403"/>
                        <a:gd name="connsiteX9" fmla="*/ 3772 w 23692"/>
                        <a:gd name="connsiteY9" fmla="*/ 5302 h 5403"/>
                        <a:gd name="connsiteX10" fmla="*/ 6697 w 23692"/>
                        <a:gd name="connsiteY10" fmla="*/ 2401 h 5403"/>
                        <a:gd name="connsiteX11" fmla="*/ 11985 w 23692"/>
                        <a:gd name="connsiteY11" fmla="*/ 4242 h 5403"/>
                        <a:gd name="connsiteX12" fmla="*/ 17235 w 23692"/>
                        <a:gd name="connsiteY12" fmla="*/ 2416 h 5403"/>
                        <a:gd name="connsiteX13" fmla="*/ 20494 w 23692"/>
                        <a:gd name="connsiteY13" fmla="*/ 2406 h 5403"/>
                        <a:gd name="connsiteX14" fmla="*/ 22921 w 23692"/>
                        <a:gd name="connsiteY14" fmla="*/ 3074 h 5403"/>
                        <a:gd name="connsiteX15" fmla="*/ 23521 w 23692"/>
                        <a:gd name="connsiteY15" fmla="*/ 2043 h 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692" h="5403">
                          <a:moveTo>
                            <a:pt x="23521" y="2043"/>
                          </a:moveTo>
                          <a:cubicBezTo>
                            <a:pt x="22581" y="953"/>
                            <a:pt x="20732" y="600"/>
                            <a:pt x="19361" y="648"/>
                          </a:cubicBezTo>
                          <a:cubicBezTo>
                            <a:pt x="17826" y="701"/>
                            <a:pt x="16334" y="1191"/>
                            <a:pt x="14930" y="1777"/>
                          </a:cubicBezTo>
                          <a:cubicBezTo>
                            <a:pt x="13467" y="2387"/>
                            <a:pt x="11884" y="3215"/>
                            <a:pt x="10251" y="3021"/>
                          </a:cubicBezTo>
                          <a:cubicBezTo>
                            <a:pt x="8924" y="2866"/>
                            <a:pt x="7433" y="2091"/>
                            <a:pt x="7389" y="600"/>
                          </a:cubicBezTo>
                          <a:cubicBezTo>
                            <a:pt x="7365" y="-146"/>
                            <a:pt x="6406" y="-195"/>
                            <a:pt x="6159" y="445"/>
                          </a:cubicBezTo>
                          <a:cubicBezTo>
                            <a:pt x="5748" y="1520"/>
                            <a:pt x="5123" y="2803"/>
                            <a:pt x="4174" y="3496"/>
                          </a:cubicBezTo>
                          <a:cubicBezTo>
                            <a:pt x="3292" y="4145"/>
                            <a:pt x="1747" y="4145"/>
                            <a:pt x="1365" y="2958"/>
                          </a:cubicBezTo>
                          <a:cubicBezTo>
                            <a:pt x="1079" y="2072"/>
                            <a:pt x="-238" y="2648"/>
                            <a:pt x="38" y="3520"/>
                          </a:cubicBezTo>
                          <a:cubicBezTo>
                            <a:pt x="527" y="5070"/>
                            <a:pt x="2290" y="5661"/>
                            <a:pt x="3772" y="5302"/>
                          </a:cubicBezTo>
                          <a:cubicBezTo>
                            <a:pt x="5297" y="4934"/>
                            <a:pt x="6101" y="3723"/>
                            <a:pt x="6697" y="2401"/>
                          </a:cubicBezTo>
                          <a:cubicBezTo>
                            <a:pt x="7748" y="3990"/>
                            <a:pt x="10106" y="4605"/>
                            <a:pt x="11985" y="4242"/>
                          </a:cubicBezTo>
                          <a:cubicBezTo>
                            <a:pt x="13821" y="3883"/>
                            <a:pt x="15438" y="2900"/>
                            <a:pt x="17235" y="2416"/>
                          </a:cubicBezTo>
                          <a:cubicBezTo>
                            <a:pt x="18325" y="2125"/>
                            <a:pt x="19400" y="2193"/>
                            <a:pt x="20494" y="2406"/>
                          </a:cubicBezTo>
                          <a:cubicBezTo>
                            <a:pt x="21318" y="2566"/>
                            <a:pt x="22097" y="2963"/>
                            <a:pt x="22921" y="3074"/>
                          </a:cubicBezTo>
                          <a:cubicBezTo>
                            <a:pt x="23516" y="3162"/>
                            <a:pt x="23947" y="2542"/>
                            <a:pt x="23521" y="2043"/>
                          </a:cubicBezTo>
                          <a:close/>
                        </a:path>
                      </a:pathLst>
                    </a:custGeom>
                    <a:solidFill>
                      <a:srgbClr val="8A578C"/>
                    </a:solidFill>
                    <a:ln w="4839" cap="flat">
                      <a:noFill/>
                      <a:prstDash val="solid"/>
                      <a:miter/>
                    </a:ln>
                  </p:spPr>
                  <p:txBody>
                    <a:bodyPr rtlCol="0" anchor="ctr"/>
                    <a:lstStyle/>
                    <a:p>
                      <a:endParaRPr lang="vi-VN"/>
                    </a:p>
                  </p:txBody>
                </p:sp>
                <p:sp>
                  <p:nvSpPr>
                    <p:cNvPr id="906" name="Freeform: Shape 905">
                      <a:extLst>
                        <a:ext uri="{FF2B5EF4-FFF2-40B4-BE49-F238E27FC236}">
                          <a16:creationId xmlns:a16="http://schemas.microsoft.com/office/drawing/2014/main" id="{43DD2B96-F01A-D858-423E-EA01FDEDB452}"/>
                        </a:ext>
                      </a:extLst>
                    </p:cNvPr>
                    <p:cNvSpPr/>
                    <p:nvPr/>
                  </p:nvSpPr>
                  <p:spPr>
                    <a:xfrm>
                      <a:off x="2041335" y="4317746"/>
                      <a:ext cx="20773" cy="5774"/>
                    </a:xfrm>
                    <a:custGeom>
                      <a:avLst/>
                      <a:gdLst>
                        <a:gd name="connsiteX0" fmla="*/ 20161 w 20773"/>
                        <a:gd name="connsiteY0" fmla="*/ 6 h 5774"/>
                        <a:gd name="connsiteX1" fmla="*/ 15163 w 20773"/>
                        <a:gd name="connsiteY1" fmla="*/ 728 h 5774"/>
                        <a:gd name="connsiteX2" fmla="*/ 10702 w 20773"/>
                        <a:gd name="connsiteY2" fmla="*/ 113 h 5774"/>
                        <a:gd name="connsiteX3" fmla="*/ 9918 w 20773"/>
                        <a:gd name="connsiteY3" fmla="*/ 646 h 5774"/>
                        <a:gd name="connsiteX4" fmla="*/ 7370 w 20773"/>
                        <a:gd name="connsiteY4" fmla="*/ 1546 h 5774"/>
                        <a:gd name="connsiteX5" fmla="*/ 4532 w 20773"/>
                        <a:gd name="connsiteY5" fmla="*/ 2166 h 5774"/>
                        <a:gd name="connsiteX6" fmla="*/ 3099 w 20773"/>
                        <a:gd name="connsiteY6" fmla="*/ 4331 h 5774"/>
                        <a:gd name="connsiteX7" fmla="*/ 1263 w 20773"/>
                        <a:gd name="connsiteY7" fmla="*/ 2278 h 5774"/>
                        <a:gd name="connsiteX8" fmla="*/ 24 w 20773"/>
                        <a:gd name="connsiteY8" fmla="*/ 2651 h 5774"/>
                        <a:gd name="connsiteX9" fmla="*/ 1893 w 20773"/>
                        <a:gd name="connsiteY9" fmla="*/ 5547 h 5774"/>
                        <a:gd name="connsiteX10" fmla="*/ 4721 w 20773"/>
                        <a:gd name="connsiteY10" fmla="*/ 4404 h 5774"/>
                        <a:gd name="connsiteX11" fmla="*/ 6102 w 20773"/>
                        <a:gd name="connsiteY11" fmla="*/ 2781 h 5774"/>
                        <a:gd name="connsiteX12" fmla="*/ 8610 w 20773"/>
                        <a:gd name="connsiteY12" fmla="*/ 2883 h 5774"/>
                        <a:gd name="connsiteX13" fmla="*/ 11007 w 20773"/>
                        <a:gd name="connsiteY13" fmla="*/ 1551 h 5774"/>
                        <a:gd name="connsiteX14" fmla="*/ 15502 w 20773"/>
                        <a:gd name="connsiteY14" fmla="*/ 1677 h 5774"/>
                        <a:gd name="connsiteX15" fmla="*/ 17870 w 20773"/>
                        <a:gd name="connsiteY15" fmla="*/ 1668 h 5774"/>
                        <a:gd name="connsiteX16" fmla="*/ 20340 w 20773"/>
                        <a:gd name="connsiteY16" fmla="*/ 1251 h 5774"/>
                        <a:gd name="connsiteX17" fmla="*/ 20161 w 20773"/>
                        <a:gd name="connsiteY17" fmla="*/ 6 h 5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73" h="5774">
                          <a:moveTo>
                            <a:pt x="20161" y="6"/>
                          </a:moveTo>
                          <a:cubicBezTo>
                            <a:pt x="18562" y="220"/>
                            <a:pt x="16741" y="1048"/>
                            <a:pt x="15163" y="728"/>
                          </a:cubicBezTo>
                          <a:cubicBezTo>
                            <a:pt x="13695" y="433"/>
                            <a:pt x="12184" y="345"/>
                            <a:pt x="10702" y="113"/>
                          </a:cubicBezTo>
                          <a:cubicBezTo>
                            <a:pt x="10378" y="65"/>
                            <a:pt x="9942" y="273"/>
                            <a:pt x="9918" y="646"/>
                          </a:cubicBezTo>
                          <a:cubicBezTo>
                            <a:pt x="9840" y="1813"/>
                            <a:pt x="8169" y="1609"/>
                            <a:pt x="7370" y="1546"/>
                          </a:cubicBezTo>
                          <a:cubicBezTo>
                            <a:pt x="6397" y="1474"/>
                            <a:pt x="5327" y="1513"/>
                            <a:pt x="4532" y="2166"/>
                          </a:cubicBezTo>
                          <a:cubicBezTo>
                            <a:pt x="3888" y="2694"/>
                            <a:pt x="3782" y="3934"/>
                            <a:pt x="3099" y="4331"/>
                          </a:cubicBezTo>
                          <a:cubicBezTo>
                            <a:pt x="2116" y="4898"/>
                            <a:pt x="1438" y="2912"/>
                            <a:pt x="1263" y="2278"/>
                          </a:cubicBezTo>
                          <a:cubicBezTo>
                            <a:pt x="1045" y="1469"/>
                            <a:pt x="-185" y="1847"/>
                            <a:pt x="24" y="2651"/>
                          </a:cubicBezTo>
                          <a:cubicBezTo>
                            <a:pt x="300" y="3726"/>
                            <a:pt x="852" y="5004"/>
                            <a:pt x="1893" y="5547"/>
                          </a:cubicBezTo>
                          <a:cubicBezTo>
                            <a:pt x="3070" y="6162"/>
                            <a:pt x="4145" y="5445"/>
                            <a:pt x="4721" y="4404"/>
                          </a:cubicBezTo>
                          <a:cubicBezTo>
                            <a:pt x="5094" y="3735"/>
                            <a:pt x="5269" y="2975"/>
                            <a:pt x="6102" y="2781"/>
                          </a:cubicBezTo>
                          <a:cubicBezTo>
                            <a:pt x="6915" y="2593"/>
                            <a:pt x="7787" y="2932"/>
                            <a:pt x="8610" y="2883"/>
                          </a:cubicBezTo>
                          <a:cubicBezTo>
                            <a:pt x="9569" y="2830"/>
                            <a:pt x="10576" y="2399"/>
                            <a:pt x="11007" y="1551"/>
                          </a:cubicBezTo>
                          <a:cubicBezTo>
                            <a:pt x="12494" y="1871"/>
                            <a:pt x="14000" y="1997"/>
                            <a:pt x="15502" y="1677"/>
                          </a:cubicBezTo>
                          <a:cubicBezTo>
                            <a:pt x="16310" y="1503"/>
                            <a:pt x="17051" y="1697"/>
                            <a:pt x="17870" y="1668"/>
                          </a:cubicBezTo>
                          <a:cubicBezTo>
                            <a:pt x="18688" y="1639"/>
                            <a:pt x="19560" y="1503"/>
                            <a:pt x="20340" y="1251"/>
                          </a:cubicBezTo>
                          <a:cubicBezTo>
                            <a:pt x="20979" y="1033"/>
                            <a:pt x="20906" y="-95"/>
                            <a:pt x="20161" y="6"/>
                          </a:cubicBezTo>
                          <a:close/>
                        </a:path>
                      </a:pathLst>
                    </a:custGeom>
                    <a:solidFill>
                      <a:srgbClr val="8A578C"/>
                    </a:solidFill>
                    <a:ln w="4839" cap="flat">
                      <a:noFill/>
                      <a:prstDash val="solid"/>
                      <a:miter/>
                    </a:ln>
                  </p:spPr>
                  <p:txBody>
                    <a:bodyPr rtlCol="0" anchor="ctr"/>
                    <a:lstStyle/>
                    <a:p>
                      <a:endParaRPr lang="vi-VN"/>
                    </a:p>
                  </p:txBody>
                </p:sp>
                <p:sp>
                  <p:nvSpPr>
                    <p:cNvPr id="907" name="Freeform: Shape 906">
                      <a:extLst>
                        <a:ext uri="{FF2B5EF4-FFF2-40B4-BE49-F238E27FC236}">
                          <a16:creationId xmlns:a16="http://schemas.microsoft.com/office/drawing/2014/main" id="{F95684FD-3032-475F-961D-7D28212C30FF}"/>
                        </a:ext>
                      </a:extLst>
                    </p:cNvPr>
                    <p:cNvSpPr/>
                    <p:nvPr/>
                  </p:nvSpPr>
                  <p:spPr>
                    <a:xfrm>
                      <a:off x="2041127" y="4333734"/>
                      <a:ext cx="13642" cy="2629"/>
                    </a:xfrm>
                    <a:custGeom>
                      <a:avLst/>
                      <a:gdLst>
                        <a:gd name="connsiteX0" fmla="*/ 13491 w 13642"/>
                        <a:gd name="connsiteY0" fmla="*/ 1633 h 2629"/>
                        <a:gd name="connsiteX1" fmla="*/ 10566 w 13642"/>
                        <a:gd name="connsiteY1" fmla="*/ 349 h 2629"/>
                        <a:gd name="connsiteX2" fmla="*/ 7065 w 13642"/>
                        <a:gd name="connsiteY2" fmla="*/ 1 h 2629"/>
                        <a:gd name="connsiteX3" fmla="*/ 3704 w 13642"/>
                        <a:gd name="connsiteY3" fmla="*/ 257 h 2629"/>
                        <a:gd name="connsiteX4" fmla="*/ 323 w 13642"/>
                        <a:gd name="connsiteY4" fmla="*/ 1468 h 2629"/>
                        <a:gd name="connsiteX5" fmla="*/ 958 w 13642"/>
                        <a:gd name="connsiteY5" fmla="*/ 2558 h 2629"/>
                        <a:gd name="connsiteX6" fmla="*/ 3858 w 13642"/>
                        <a:gd name="connsiteY6" fmla="*/ 1526 h 2629"/>
                        <a:gd name="connsiteX7" fmla="*/ 6837 w 13642"/>
                        <a:gd name="connsiteY7" fmla="*/ 1081 h 2629"/>
                        <a:gd name="connsiteX8" fmla="*/ 9956 w 13642"/>
                        <a:gd name="connsiteY8" fmla="*/ 1492 h 2629"/>
                        <a:gd name="connsiteX9" fmla="*/ 13060 w 13642"/>
                        <a:gd name="connsiteY9" fmla="*/ 2432 h 2629"/>
                        <a:gd name="connsiteX10" fmla="*/ 13491 w 13642"/>
                        <a:gd name="connsiteY10" fmla="*/ 1633 h 2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42" h="2629">
                          <a:moveTo>
                            <a:pt x="13491" y="1633"/>
                          </a:moveTo>
                          <a:cubicBezTo>
                            <a:pt x="12677" y="863"/>
                            <a:pt x="11651" y="563"/>
                            <a:pt x="10566" y="349"/>
                          </a:cubicBezTo>
                          <a:cubicBezTo>
                            <a:pt x="9423" y="122"/>
                            <a:pt x="8232" y="6"/>
                            <a:pt x="7065" y="1"/>
                          </a:cubicBezTo>
                          <a:cubicBezTo>
                            <a:pt x="5917" y="-4"/>
                            <a:pt x="4832" y="6"/>
                            <a:pt x="3704" y="257"/>
                          </a:cubicBezTo>
                          <a:cubicBezTo>
                            <a:pt x="2527" y="514"/>
                            <a:pt x="1398" y="935"/>
                            <a:pt x="323" y="1468"/>
                          </a:cubicBezTo>
                          <a:cubicBezTo>
                            <a:pt x="-408" y="1831"/>
                            <a:pt x="231" y="2916"/>
                            <a:pt x="958" y="2558"/>
                          </a:cubicBezTo>
                          <a:cubicBezTo>
                            <a:pt x="1883" y="2103"/>
                            <a:pt x="2851" y="1759"/>
                            <a:pt x="3858" y="1526"/>
                          </a:cubicBezTo>
                          <a:cubicBezTo>
                            <a:pt x="4808" y="1308"/>
                            <a:pt x="5859" y="1090"/>
                            <a:pt x="6837" y="1081"/>
                          </a:cubicBezTo>
                          <a:cubicBezTo>
                            <a:pt x="7898" y="1071"/>
                            <a:pt x="8934" y="1212"/>
                            <a:pt x="9956" y="1492"/>
                          </a:cubicBezTo>
                          <a:cubicBezTo>
                            <a:pt x="11002" y="1783"/>
                            <a:pt x="11980" y="2296"/>
                            <a:pt x="13060" y="2432"/>
                          </a:cubicBezTo>
                          <a:cubicBezTo>
                            <a:pt x="13506" y="2485"/>
                            <a:pt x="13854" y="1977"/>
                            <a:pt x="13491" y="1633"/>
                          </a:cubicBezTo>
                          <a:close/>
                        </a:path>
                      </a:pathLst>
                    </a:custGeom>
                    <a:solidFill>
                      <a:srgbClr val="8A578C"/>
                    </a:solidFill>
                    <a:ln w="4839" cap="flat">
                      <a:noFill/>
                      <a:prstDash val="solid"/>
                      <a:miter/>
                    </a:ln>
                  </p:spPr>
                  <p:txBody>
                    <a:bodyPr rtlCol="0" anchor="ctr"/>
                    <a:lstStyle/>
                    <a:p>
                      <a:endParaRPr lang="vi-VN"/>
                    </a:p>
                  </p:txBody>
                </p:sp>
              </p:grpSp>
              <p:sp>
                <p:nvSpPr>
                  <p:cNvPr id="901" name="Freeform: Shape 900">
                    <a:extLst>
                      <a:ext uri="{FF2B5EF4-FFF2-40B4-BE49-F238E27FC236}">
                        <a16:creationId xmlns:a16="http://schemas.microsoft.com/office/drawing/2014/main" id="{A2E514A1-C4B7-613B-E8FA-49AFC20F8A45}"/>
                      </a:ext>
                    </a:extLst>
                  </p:cNvPr>
                  <p:cNvSpPr/>
                  <p:nvPr/>
                </p:nvSpPr>
                <p:spPr>
                  <a:xfrm rot="-290501">
                    <a:off x="2044319" y="4262755"/>
                    <a:ext cx="5816" cy="8193"/>
                  </a:xfrm>
                  <a:custGeom>
                    <a:avLst/>
                    <a:gdLst>
                      <a:gd name="connsiteX0" fmla="*/ 0 w 5816"/>
                      <a:gd name="connsiteY0" fmla="*/ 0 h 8193"/>
                      <a:gd name="connsiteX1" fmla="*/ 5816 w 5816"/>
                      <a:gd name="connsiteY1" fmla="*/ 0 h 8193"/>
                      <a:gd name="connsiteX2" fmla="*/ 5816 w 5816"/>
                      <a:gd name="connsiteY2" fmla="*/ 8194 h 8193"/>
                      <a:gd name="connsiteX3" fmla="*/ 0 w 5816"/>
                      <a:gd name="connsiteY3" fmla="*/ 8194 h 8193"/>
                    </a:gdLst>
                    <a:ahLst/>
                    <a:cxnLst>
                      <a:cxn ang="0">
                        <a:pos x="connsiteX0" y="connsiteY0"/>
                      </a:cxn>
                      <a:cxn ang="0">
                        <a:pos x="connsiteX1" y="connsiteY1"/>
                      </a:cxn>
                      <a:cxn ang="0">
                        <a:pos x="connsiteX2" y="connsiteY2"/>
                      </a:cxn>
                      <a:cxn ang="0">
                        <a:pos x="connsiteX3" y="connsiteY3"/>
                      </a:cxn>
                    </a:cxnLst>
                    <a:rect l="l" t="t" r="r" b="b"/>
                    <a:pathLst>
                      <a:path w="5816" h="8193">
                        <a:moveTo>
                          <a:pt x="0" y="0"/>
                        </a:moveTo>
                        <a:lnTo>
                          <a:pt x="5816" y="0"/>
                        </a:lnTo>
                        <a:lnTo>
                          <a:pt x="5816" y="8194"/>
                        </a:lnTo>
                        <a:lnTo>
                          <a:pt x="0" y="8194"/>
                        </a:lnTo>
                        <a:close/>
                      </a:path>
                    </a:pathLst>
                  </a:custGeom>
                  <a:solidFill>
                    <a:srgbClr val="FFFFFF">
                      <a:alpha val="63000"/>
                    </a:srgbClr>
                  </a:solidFill>
                  <a:ln w="4839" cap="flat">
                    <a:noFill/>
                    <a:prstDash val="solid"/>
                    <a:miter/>
                  </a:ln>
                </p:spPr>
                <p:txBody>
                  <a:bodyPr rtlCol="0" anchor="ctr"/>
                  <a:lstStyle/>
                  <a:p>
                    <a:endParaRPr lang="vi-VN"/>
                  </a:p>
                </p:txBody>
              </p:sp>
            </p:grpSp>
          </p:grpSp>
          <p:grpSp>
            <p:nvGrpSpPr>
              <p:cNvPr id="870" name="Graphic 1991">
                <a:extLst>
                  <a:ext uri="{FF2B5EF4-FFF2-40B4-BE49-F238E27FC236}">
                    <a16:creationId xmlns:a16="http://schemas.microsoft.com/office/drawing/2014/main" id="{5BAEBF61-4821-E64A-966F-B1958AEBABD7}"/>
                  </a:ext>
                </a:extLst>
              </p:cNvPr>
              <p:cNvGrpSpPr/>
              <p:nvPr/>
            </p:nvGrpSpPr>
            <p:grpSpPr>
              <a:xfrm>
                <a:off x="2312401" y="3916020"/>
                <a:ext cx="374428" cy="577292"/>
                <a:chOff x="2312401" y="3916020"/>
                <a:chExt cx="374428" cy="577292"/>
              </a:xfrm>
            </p:grpSpPr>
            <p:grpSp>
              <p:nvGrpSpPr>
                <p:cNvPr id="871" name="Graphic 1991">
                  <a:extLst>
                    <a:ext uri="{FF2B5EF4-FFF2-40B4-BE49-F238E27FC236}">
                      <a16:creationId xmlns:a16="http://schemas.microsoft.com/office/drawing/2014/main" id="{A85C92E4-604F-23FE-D6FC-A6777AF533A4}"/>
                    </a:ext>
                  </a:extLst>
                </p:cNvPr>
                <p:cNvGrpSpPr/>
                <p:nvPr/>
              </p:nvGrpSpPr>
              <p:grpSpPr>
                <a:xfrm>
                  <a:off x="2312401" y="3916020"/>
                  <a:ext cx="374428" cy="577292"/>
                  <a:chOff x="2312401" y="3916020"/>
                  <a:chExt cx="374428" cy="577292"/>
                </a:xfrm>
              </p:grpSpPr>
              <p:sp>
                <p:nvSpPr>
                  <p:cNvPr id="893" name="Freeform: Shape 892">
                    <a:extLst>
                      <a:ext uri="{FF2B5EF4-FFF2-40B4-BE49-F238E27FC236}">
                        <a16:creationId xmlns:a16="http://schemas.microsoft.com/office/drawing/2014/main" id="{7A05E9CC-F6D6-F60E-12CC-415109A31CC3}"/>
                      </a:ext>
                    </a:extLst>
                  </p:cNvPr>
                  <p:cNvSpPr/>
                  <p:nvPr/>
                </p:nvSpPr>
                <p:spPr>
                  <a:xfrm>
                    <a:off x="2312401" y="3916020"/>
                    <a:ext cx="374428" cy="577292"/>
                  </a:xfrm>
                  <a:custGeom>
                    <a:avLst/>
                    <a:gdLst>
                      <a:gd name="connsiteX0" fmla="*/ 322019 w 374428"/>
                      <a:gd name="connsiteY0" fmla="*/ 577293 h 577292"/>
                      <a:gd name="connsiteX1" fmla="*/ 31057 w 374428"/>
                      <a:gd name="connsiteY1" fmla="*/ 552919 h 577292"/>
                      <a:gd name="connsiteX2" fmla="*/ 0 w 374428"/>
                      <a:gd name="connsiteY2" fmla="*/ 30438 h 577292"/>
                      <a:gd name="connsiteX3" fmla="*/ 374429 w 374428"/>
                      <a:gd name="connsiteY3" fmla="*/ 0 h 577292"/>
                    </a:gdLst>
                    <a:ahLst/>
                    <a:cxnLst>
                      <a:cxn ang="0">
                        <a:pos x="connsiteX0" y="connsiteY0"/>
                      </a:cxn>
                      <a:cxn ang="0">
                        <a:pos x="connsiteX1" y="connsiteY1"/>
                      </a:cxn>
                      <a:cxn ang="0">
                        <a:pos x="connsiteX2" y="connsiteY2"/>
                      </a:cxn>
                      <a:cxn ang="0">
                        <a:pos x="connsiteX3" y="connsiteY3"/>
                      </a:cxn>
                    </a:cxnLst>
                    <a:rect l="l" t="t" r="r" b="b"/>
                    <a:pathLst>
                      <a:path w="374428" h="577292">
                        <a:moveTo>
                          <a:pt x="322019" y="577293"/>
                        </a:moveTo>
                        <a:lnTo>
                          <a:pt x="31057" y="552919"/>
                        </a:lnTo>
                        <a:lnTo>
                          <a:pt x="0" y="30438"/>
                        </a:lnTo>
                        <a:lnTo>
                          <a:pt x="374429" y="0"/>
                        </a:lnTo>
                        <a:close/>
                      </a:path>
                    </a:pathLst>
                  </a:custGeom>
                  <a:solidFill>
                    <a:srgbClr val="D18BCF"/>
                  </a:solidFill>
                  <a:ln w="4839" cap="flat">
                    <a:noFill/>
                    <a:prstDash val="solid"/>
                    <a:miter/>
                  </a:ln>
                </p:spPr>
                <p:txBody>
                  <a:bodyPr rtlCol="0" anchor="ctr"/>
                  <a:lstStyle/>
                  <a:p>
                    <a:endParaRPr lang="vi-VN"/>
                  </a:p>
                </p:txBody>
              </p:sp>
              <p:sp>
                <p:nvSpPr>
                  <p:cNvPr id="894" name="Freeform: Shape 893">
                    <a:extLst>
                      <a:ext uri="{FF2B5EF4-FFF2-40B4-BE49-F238E27FC236}">
                        <a16:creationId xmlns:a16="http://schemas.microsoft.com/office/drawing/2014/main" id="{27332393-6C0D-1292-BCB2-BEA7F1C07D57}"/>
                      </a:ext>
                    </a:extLst>
                  </p:cNvPr>
                  <p:cNvSpPr/>
                  <p:nvPr/>
                </p:nvSpPr>
                <p:spPr>
                  <a:xfrm>
                    <a:off x="2331952" y="3949296"/>
                    <a:ext cx="314870" cy="519047"/>
                  </a:xfrm>
                  <a:custGeom>
                    <a:avLst/>
                    <a:gdLst>
                      <a:gd name="connsiteX0" fmla="*/ 250906 w 314870"/>
                      <a:gd name="connsiteY0" fmla="*/ 519047 h 519047"/>
                      <a:gd name="connsiteX1" fmla="*/ 97662 w 314870"/>
                      <a:gd name="connsiteY1" fmla="*/ 509347 h 519047"/>
                      <a:gd name="connsiteX2" fmla="*/ 31624 w 314870"/>
                      <a:gd name="connsiteY2" fmla="*/ 504833 h 519047"/>
                      <a:gd name="connsiteX3" fmla="*/ 28719 w 314870"/>
                      <a:gd name="connsiteY3" fmla="*/ 504993 h 519047"/>
                      <a:gd name="connsiteX4" fmla="*/ 0 w 314870"/>
                      <a:gd name="connsiteY4" fmla="*/ 15241 h 519047"/>
                      <a:gd name="connsiteX5" fmla="*/ 314871 w 314870"/>
                      <a:gd name="connsiteY5" fmla="*/ 0 h 519047"/>
                      <a:gd name="connsiteX6" fmla="*/ 314522 w 314870"/>
                      <a:gd name="connsiteY6" fmla="*/ 3380 h 519047"/>
                      <a:gd name="connsiteX7" fmla="*/ 262897 w 314870"/>
                      <a:gd name="connsiteY7" fmla="*/ 515541 h 519047"/>
                      <a:gd name="connsiteX8" fmla="*/ 262844 w 314870"/>
                      <a:gd name="connsiteY8" fmla="*/ 516747 h 519047"/>
                      <a:gd name="connsiteX9" fmla="*/ 261889 w 314870"/>
                      <a:gd name="connsiteY9" fmla="*/ 517759 h 519047"/>
                      <a:gd name="connsiteX10" fmla="*/ 250906 w 314870"/>
                      <a:gd name="connsiteY10" fmla="*/ 519047 h 519047"/>
                      <a:gd name="connsiteX11" fmla="*/ 257071 w 314870"/>
                      <a:gd name="connsiteY11" fmla="*/ 515163 h 519047"/>
                      <a:gd name="connsiteX12" fmla="*/ 257051 w 314870"/>
                      <a:gd name="connsiteY12" fmla="*/ 515478 h 519047"/>
                      <a:gd name="connsiteX13" fmla="*/ 257071 w 314870"/>
                      <a:gd name="connsiteY13" fmla="*/ 515163 h 519047"/>
                      <a:gd name="connsiteX14" fmla="*/ 34230 w 314870"/>
                      <a:gd name="connsiteY14" fmla="*/ 499041 h 519047"/>
                      <a:gd name="connsiteX15" fmla="*/ 98098 w 314870"/>
                      <a:gd name="connsiteY15" fmla="*/ 503516 h 519047"/>
                      <a:gd name="connsiteX16" fmla="*/ 257235 w 314870"/>
                      <a:gd name="connsiteY16" fmla="*/ 513207 h 519047"/>
                      <a:gd name="connsiteX17" fmla="*/ 308362 w 314870"/>
                      <a:gd name="connsiteY17" fmla="*/ 6170 h 519047"/>
                      <a:gd name="connsiteX18" fmla="*/ 6184 w 314870"/>
                      <a:gd name="connsiteY18" fmla="*/ 20800 h 519047"/>
                      <a:gd name="connsiteX19" fmla="*/ 34230 w 314870"/>
                      <a:gd name="connsiteY19" fmla="*/ 499041 h 51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4870" h="519047">
                        <a:moveTo>
                          <a:pt x="250906" y="519047"/>
                        </a:moveTo>
                        <a:cubicBezTo>
                          <a:pt x="234067" y="519047"/>
                          <a:pt x="193362" y="516481"/>
                          <a:pt x="97662" y="509347"/>
                        </a:cubicBezTo>
                        <a:cubicBezTo>
                          <a:pt x="63902" y="506834"/>
                          <a:pt x="34704" y="504683"/>
                          <a:pt x="31624" y="504833"/>
                        </a:cubicBezTo>
                        <a:lnTo>
                          <a:pt x="28719" y="504993"/>
                        </a:lnTo>
                        <a:lnTo>
                          <a:pt x="0" y="15241"/>
                        </a:lnTo>
                        <a:lnTo>
                          <a:pt x="314871" y="0"/>
                        </a:lnTo>
                        <a:lnTo>
                          <a:pt x="314522" y="3380"/>
                        </a:lnTo>
                        <a:cubicBezTo>
                          <a:pt x="314014" y="8427"/>
                          <a:pt x="263207" y="508020"/>
                          <a:pt x="262897" y="515541"/>
                        </a:cubicBezTo>
                        <a:lnTo>
                          <a:pt x="262844" y="516747"/>
                        </a:lnTo>
                        <a:lnTo>
                          <a:pt x="261889" y="517759"/>
                        </a:lnTo>
                        <a:cubicBezTo>
                          <a:pt x="261037" y="518563"/>
                          <a:pt x="258219" y="519047"/>
                          <a:pt x="250906" y="519047"/>
                        </a:cubicBezTo>
                        <a:close/>
                        <a:moveTo>
                          <a:pt x="257071" y="515163"/>
                        </a:moveTo>
                        <a:cubicBezTo>
                          <a:pt x="257061" y="515265"/>
                          <a:pt x="257051" y="515367"/>
                          <a:pt x="257051" y="515478"/>
                        </a:cubicBezTo>
                        <a:cubicBezTo>
                          <a:pt x="257051" y="515425"/>
                          <a:pt x="257061" y="515323"/>
                          <a:pt x="257071" y="515163"/>
                        </a:cubicBezTo>
                        <a:close/>
                        <a:moveTo>
                          <a:pt x="34230" y="499041"/>
                        </a:moveTo>
                        <a:cubicBezTo>
                          <a:pt x="42128" y="499361"/>
                          <a:pt x="63883" y="500969"/>
                          <a:pt x="98098" y="503516"/>
                        </a:cubicBezTo>
                        <a:cubicBezTo>
                          <a:pt x="153002" y="507608"/>
                          <a:pt x="243240" y="514325"/>
                          <a:pt x="257235" y="513207"/>
                        </a:cubicBezTo>
                        <a:cubicBezTo>
                          <a:pt x="260325" y="478740"/>
                          <a:pt x="301931" y="69428"/>
                          <a:pt x="308362" y="6170"/>
                        </a:cubicBezTo>
                        <a:lnTo>
                          <a:pt x="6184" y="20800"/>
                        </a:lnTo>
                        <a:lnTo>
                          <a:pt x="34230" y="499041"/>
                        </a:lnTo>
                        <a:close/>
                      </a:path>
                    </a:pathLst>
                  </a:custGeom>
                  <a:solidFill>
                    <a:srgbClr val="8A578C"/>
                  </a:solidFill>
                  <a:ln w="4839" cap="flat">
                    <a:noFill/>
                    <a:prstDash val="solid"/>
                    <a:miter/>
                  </a:ln>
                </p:spPr>
                <p:txBody>
                  <a:bodyPr rtlCol="0" anchor="ctr"/>
                  <a:lstStyle/>
                  <a:p>
                    <a:endParaRPr lang="vi-VN"/>
                  </a:p>
                </p:txBody>
              </p:sp>
            </p:grpSp>
            <p:grpSp>
              <p:nvGrpSpPr>
                <p:cNvPr id="872" name="Graphic 1991">
                  <a:extLst>
                    <a:ext uri="{FF2B5EF4-FFF2-40B4-BE49-F238E27FC236}">
                      <a16:creationId xmlns:a16="http://schemas.microsoft.com/office/drawing/2014/main" id="{B89BF040-356C-AF2F-CF13-48B0F797F962}"/>
                    </a:ext>
                  </a:extLst>
                </p:cNvPr>
                <p:cNvGrpSpPr/>
                <p:nvPr/>
              </p:nvGrpSpPr>
              <p:grpSpPr>
                <a:xfrm>
                  <a:off x="2364099" y="3994121"/>
                  <a:ext cx="118525" cy="158658"/>
                  <a:chOff x="2364099" y="3994121"/>
                  <a:chExt cx="118525" cy="158658"/>
                </a:xfrm>
              </p:grpSpPr>
              <p:grpSp>
                <p:nvGrpSpPr>
                  <p:cNvPr id="887" name="Graphic 1991">
                    <a:extLst>
                      <a:ext uri="{FF2B5EF4-FFF2-40B4-BE49-F238E27FC236}">
                        <a16:creationId xmlns:a16="http://schemas.microsoft.com/office/drawing/2014/main" id="{9BE1A533-445E-0593-A9A3-895CD25E16A7}"/>
                      </a:ext>
                    </a:extLst>
                  </p:cNvPr>
                  <p:cNvGrpSpPr/>
                  <p:nvPr/>
                </p:nvGrpSpPr>
                <p:grpSpPr>
                  <a:xfrm>
                    <a:off x="2364099" y="4001265"/>
                    <a:ext cx="118525" cy="151514"/>
                    <a:chOff x="2364099" y="4001265"/>
                    <a:chExt cx="118525" cy="151514"/>
                  </a:xfrm>
                </p:grpSpPr>
                <p:sp>
                  <p:nvSpPr>
                    <p:cNvPr id="889" name="Freeform: Shape 888">
                      <a:extLst>
                        <a:ext uri="{FF2B5EF4-FFF2-40B4-BE49-F238E27FC236}">
                          <a16:creationId xmlns:a16="http://schemas.microsoft.com/office/drawing/2014/main" id="{BDB495C9-7FCB-72DF-6A2B-4A7B137389F0}"/>
                        </a:ext>
                      </a:extLst>
                    </p:cNvPr>
                    <p:cNvSpPr/>
                    <p:nvPr/>
                  </p:nvSpPr>
                  <p:spPr>
                    <a:xfrm>
                      <a:off x="2364099" y="4001265"/>
                      <a:ext cx="118525" cy="151514"/>
                    </a:xfrm>
                    <a:custGeom>
                      <a:avLst/>
                      <a:gdLst>
                        <a:gd name="connsiteX0" fmla="*/ 0 w 118525"/>
                        <a:gd name="connsiteY0" fmla="*/ 12872 h 151514"/>
                        <a:gd name="connsiteX1" fmla="*/ 10993 w 118525"/>
                        <a:gd name="connsiteY1" fmla="*/ 124458 h 151514"/>
                        <a:gd name="connsiteX2" fmla="*/ 105391 w 118525"/>
                        <a:gd name="connsiteY2" fmla="*/ 151515 h 151514"/>
                        <a:gd name="connsiteX3" fmla="*/ 118525 w 118525"/>
                        <a:gd name="connsiteY3" fmla="*/ 0 h 151514"/>
                      </a:gdLst>
                      <a:ahLst/>
                      <a:cxnLst>
                        <a:cxn ang="0">
                          <a:pos x="connsiteX0" y="connsiteY0"/>
                        </a:cxn>
                        <a:cxn ang="0">
                          <a:pos x="connsiteX1" y="connsiteY1"/>
                        </a:cxn>
                        <a:cxn ang="0">
                          <a:pos x="connsiteX2" y="connsiteY2"/>
                        </a:cxn>
                        <a:cxn ang="0">
                          <a:pos x="connsiteX3" y="connsiteY3"/>
                        </a:cxn>
                      </a:cxnLst>
                      <a:rect l="l" t="t" r="r" b="b"/>
                      <a:pathLst>
                        <a:path w="118525" h="151514">
                          <a:moveTo>
                            <a:pt x="0" y="12872"/>
                          </a:moveTo>
                          <a:lnTo>
                            <a:pt x="10993" y="124458"/>
                          </a:lnTo>
                          <a:lnTo>
                            <a:pt x="105391" y="151515"/>
                          </a:lnTo>
                          <a:lnTo>
                            <a:pt x="118525" y="0"/>
                          </a:lnTo>
                          <a:close/>
                        </a:path>
                      </a:pathLst>
                    </a:custGeom>
                    <a:solidFill>
                      <a:srgbClr val="E8B3E8"/>
                    </a:solidFill>
                    <a:ln w="4839" cap="flat">
                      <a:noFill/>
                      <a:prstDash val="solid"/>
                      <a:miter/>
                    </a:ln>
                  </p:spPr>
                  <p:txBody>
                    <a:bodyPr rtlCol="0" anchor="ctr"/>
                    <a:lstStyle/>
                    <a:p>
                      <a:endParaRPr lang="vi-VN"/>
                    </a:p>
                  </p:txBody>
                </p:sp>
                <p:sp>
                  <p:nvSpPr>
                    <p:cNvPr id="890" name="Freeform: Shape 889">
                      <a:extLst>
                        <a:ext uri="{FF2B5EF4-FFF2-40B4-BE49-F238E27FC236}">
                          <a16:creationId xmlns:a16="http://schemas.microsoft.com/office/drawing/2014/main" id="{6BAC26E0-0846-8E8F-2351-B0FCE80DF995}"/>
                        </a:ext>
                      </a:extLst>
                    </p:cNvPr>
                    <p:cNvSpPr/>
                    <p:nvPr/>
                  </p:nvSpPr>
                  <p:spPr>
                    <a:xfrm>
                      <a:off x="2378680" y="4031660"/>
                      <a:ext cx="77070" cy="17285"/>
                    </a:xfrm>
                    <a:custGeom>
                      <a:avLst/>
                      <a:gdLst>
                        <a:gd name="connsiteX0" fmla="*/ 76707 w 77070"/>
                        <a:gd name="connsiteY0" fmla="*/ 3103 h 17285"/>
                        <a:gd name="connsiteX1" fmla="*/ 74659 w 77070"/>
                        <a:gd name="connsiteY1" fmla="*/ 2842 h 17285"/>
                        <a:gd name="connsiteX2" fmla="*/ 70930 w 77070"/>
                        <a:gd name="connsiteY2" fmla="*/ 6522 h 17285"/>
                        <a:gd name="connsiteX3" fmla="*/ 64813 w 77070"/>
                        <a:gd name="connsiteY3" fmla="*/ 6658 h 17285"/>
                        <a:gd name="connsiteX4" fmla="*/ 53268 w 77070"/>
                        <a:gd name="connsiteY4" fmla="*/ 6106 h 17285"/>
                        <a:gd name="connsiteX5" fmla="*/ 45655 w 77070"/>
                        <a:gd name="connsiteY5" fmla="*/ 12498 h 17285"/>
                        <a:gd name="connsiteX6" fmla="*/ 36744 w 77070"/>
                        <a:gd name="connsiteY6" fmla="*/ 1800 h 17285"/>
                        <a:gd name="connsiteX7" fmla="*/ 32235 w 77070"/>
                        <a:gd name="connsiteY7" fmla="*/ 2067 h 17285"/>
                        <a:gd name="connsiteX8" fmla="*/ 18113 w 77070"/>
                        <a:gd name="connsiteY8" fmla="*/ 3171 h 17285"/>
                        <a:gd name="connsiteX9" fmla="*/ 13236 w 77070"/>
                        <a:gd name="connsiteY9" fmla="*/ 4028 h 17285"/>
                        <a:gd name="connsiteX10" fmla="*/ 9643 w 77070"/>
                        <a:gd name="connsiteY10" fmla="*/ 8484 h 17285"/>
                        <a:gd name="connsiteX11" fmla="*/ 3459 w 77070"/>
                        <a:gd name="connsiteY11" fmla="*/ 4624 h 17285"/>
                        <a:gd name="connsiteX12" fmla="*/ 1 w 77070"/>
                        <a:gd name="connsiteY12" fmla="*/ 5360 h 17285"/>
                        <a:gd name="connsiteX13" fmla="*/ 10050 w 77070"/>
                        <a:gd name="connsiteY13" fmla="*/ 13452 h 17285"/>
                        <a:gd name="connsiteX14" fmla="*/ 16409 w 77070"/>
                        <a:gd name="connsiteY14" fmla="*/ 9346 h 17285"/>
                        <a:gd name="connsiteX15" fmla="*/ 33693 w 77070"/>
                        <a:gd name="connsiteY15" fmla="*/ 8750 h 17285"/>
                        <a:gd name="connsiteX16" fmla="*/ 39393 w 77070"/>
                        <a:gd name="connsiteY16" fmla="*/ 16116 h 17285"/>
                        <a:gd name="connsiteX17" fmla="*/ 46425 w 77070"/>
                        <a:gd name="connsiteY17" fmla="*/ 16828 h 17285"/>
                        <a:gd name="connsiteX18" fmla="*/ 52614 w 77070"/>
                        <a:gd name="connsiteY18" fmla="*/ 10861 h 17285"/>
                        <a:gd name="connsiteX19" fmla="*/ 70111 w 77070"/>
                        <a:gd name="connsiteY19" fmla="*/ 10537 h 17285"/>
                        <a:gd name="connsiteX20" fmla="*/ 76707 w 77070"/>
                        <a:gd name="connsiteY20" fmla="*/ 3103 h 1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7070" h="17285">
                          <a:moveTo>
                            <a:pt x="76707" y="3103"/>
                          </a:moveTo>
                          <a:cubicBezTo>
                            <a:pt x="76378" y="2318"/>
                            <a:pt x="75158" y="2057"/>
                            <a:pt x="74659" y="2842"/>
                          </a:cubicBezTo>
                          <a:cubicBezTo>
                            <a:pt x="73613" y="4483"/>
                            <a:pt x="72881" y="5825"/>
                            <a:pt x="70930" y="6522"/>
                          </a:cubicBezTo>
                          <a:cubicBezTo>
                            <a:pt x="68978" y="7219"/>
                            <a:pt x="66799" y="7045"/>
                            <a:pt x="64813" y="6658"/>
                          </a:cubicBezTo>
                          <a:cubicBezTo>
                            <a:pt x="61012" y="5912"/>
                            <a:pt x="57079" y="4701"/>
                            <a:pt x="53268" y="6106"/>
                          </a:cubicBezTo>
                          <a:cubicBezTo>
                            <a:pt x="49897" y="7345"/>
                            <a:pt x="48648" y="10890"/>
                            <a:pt x="45655" y="12498"/>
                          </a:cubicBezTo>
                          <a:cubicBezTo>
                            <a:pt x="39456" y="15825"/>
                            <a:pt x="37315" y="5597"/>
                            <a:pt x="36744" y="1800"/>
                          </a:cubicBezTo>
                          <a:cubicBezTo>
                            <a:pt x="36327" y="-955"/>
                            <a:pt x="32690" y="-292"/>
                            <a:pt x="32235" y="2067"/>
                          </a:cubicBezTo>
                          <a:cubicBezTo>
                            <a:pt x="30782" y="9602"/>
                            <a:pt x="20772" y="10193"/>
                            <a:pt x="18113" y="3171"/>
                          </a:cubicBezTo>
                          <a:cubicBezTo>
                            <a:pt x="17077" y="435"/>
                            <a:pt x="13396" y="1224"/>
                            <a:pt x="13236" y="4028"/>
                          </a:cubicBezTo>
                          <a:cubicBezTo>
                            <a:pt x="13120" y="6038"/>
                            <a:pt x="11658" y="8009"/>
                            <a:pt x="9643" y="8484"/>
                          </a:cubicBezTo>
                          <a:cubicBezTo>
                            <a:pt x="6907" y="9128"/>
                            <a:pt x="4669" y="6750"/>
                            <a:pt x="3459" y="4624"/>
                          </a:cubicBezTo>
                          <a:cubicBezTo>
                            <a:pt x="2621" y="3151"/>
                            <a:pt x="-53" y="3413"/>
                            <a:pt x="1" y="5360"/>
                          </a:cubicBezTo>
                          <a:cubicBezTo>
                            <a:pt x="131" y="10503"/>
                            <a:pt x="4960" y="14140"/>
                            <a:pt x="10050" y="13452"/>
                          </a:cubicBezTo>
                          <a:cubicBezTo>
                            <a:pt x="12834" y="13075"/>
                            <a:pt x="14994" y="11491"/>
                            <a:pt x="16409" y="9346"/>
                          </a:cubicBezTo>
                          <a:cubicBezTo>
                            <a:pt x="21300" y="14140"/>
                            <a:pt x="29223" y="13680"/>
                            <a:pt x="33693" y="8750"/>
                          </a:cubicBezTo>
                          <a:cubicBezTo>
                            <a:pt x="34729" y="11782"/>
                            <a:pt x="36381" y="14503"/>
                            <a:pt x="39393" y="16116"/>
                          </a:cubicBezTo>
                          <a:cubicBezTo>
                            <a:pt x="41543" y="17269"/>
                            <a:pt x="44091" y="17690"/>
                            <a:pt x="46425" y="16828"/>
                          </a:cubicBezTo>
                          <a:cubicBezTo>
                            <a:pt x="49485" y="15699"/>
                            <a:pt x="50425" y="13026"/>
                            <a:pt x="52614" y="10861"/>
                          </a:cubicBezTo>
                          <a:cubicBezTo>
                            <a:pt x="57287" y="6241"/>
                            <a:pt x="64363" y="11515"/>
                            <a:pt x="70111" y="10537"/>
                          </a:cubicBezTo>
                          <a:cubicBezTo>
                            <a:pt x="73511" y="9956"/>
                            <a:pt x="78456" y="7253"/>
                            <a:pt x="76707" y="3103"/>
                          </a:cubicBezTo>
                          <a:close/>
                        </a:path>
                      </a:pathLst>
                    </a:custGeom>
                    <a:solidFill>
                      <a:srgbClr val="8A578C"/>
                    </a:solidFill>
                    <a:ln w="4839" cap="flat">
                      <a:noFill/>
                      <a:prstDash val="solid"/>
                      <a:miter/>
                    </a:ln>
                  </p:spPr>
                  <p:txBody>
                    <a:bodyPr rtlCol="0" anchor="ctr"/>
                    <a:lstStyle/>
                    <a:p>
                      <a:endParaRPr lang="vi-VN"/>
                    </a:p>
                  </p:txBody>
                </p:sp>
                <p:sp>
                  <p:nvSpPr>
                    <p:cNvPr id="891" name="Freeform: Shape 890">
                      <a:extLst>
                        <a:ext uri="{FF2B5EF4-FFF2-40B4-BE49-F238E27FC236}">
                          <a16:creationId xmlns:a16="http://schemas.microsoft.com/office/drawing/2014/main" id="{B8784822-2E50-E890-23EE-8457CF2486BE}"/>
                        </a:ext>
                      </a:extLst>
                    </p:cNvPr>
                    <p:cNvSpPr/>
                    <p:nvPr/>
                  </p:nvSpPr>
                  <p:spPr>
                    <a:xfrm>
                      <a:off x="2382402" y="4057561"/>
                      <a:ext cx="61736" cy="13945"/>
                    </a:xfrm>
                    <a:custGeom>
                      <a:avLst/>
                      <a:gdLst>
                        <a:gd name="connsiteX0" fmla="*/ 59581 w 61736"/>
                        <a:gd name="connsiteY0" fmla="*/ 8409 h 13945"/>
                        <a:gd name="connsiteX1" fmla="*/ 44800 w 61736"/>
                        <a:gd name="connsiteY1" fmla="*/ 6317 h 13945"/>
                        <a:gd name="connsiteX2" fmla="*/ 38534 w 61736"/>
                        <a:gd name="connsiteY2" fmla="*/ 8986 h 13945"/>
                        <a:gd name="connsiteX3" fmla="*/ 30998 w 61736"/>
                        <a:gd name="connsiteY3" fmla="*/ 7693 h 13945"/>
                        <a:gd name="connsiteX4" fmla="*/ 17782 w 61736"/>
                        <a:gd name="connsiteY4" fmla="*/ 3968 h 13945"/>
                        <a:gd name="connsiteX5" fmla="*/ 3190 w 61736"/>
                        <a:gd name="connsiteY5" fmla="*/ 1407 h 13945"/>
                        <a:gd name="connsiteX6" fmla="*/ 3 w 61736"/>
                        <a:gd name="connsiteY6" fmla="*/ 1692 h 13945"/>
                        <a:gd name="connsiteX7" fmla="*/ 10663 w 61736"/>
                        <a:gd name="connsiteY7" fmla="*/ 8894 h 13945"/>
                        <a:gd name="connsiteX8" fmla="*/ 22276 w 61736"/>
                        <a:gd name="connsiteY8" fmla="*/ 6806 h 13945"/>
                        <a:gd name="connsiteX9" fmla="*/ 31104 w 61736"/>
                        <a:gd name="connsiteY9" fmla="*/ 12419 h 13945"/>
                        <a:gd name="connsiteX10" fmla="*/ 38272 w 61736"/>
                        <a:gd name="connsiteY10" fmla="*/ 13402 h 13945"/>
                        <a:gd name="connsiteX11" fmla="*/ 42321 w 61736"/>
                        <a:gd name="connsiteY11" fmla="*/ 11015 h 13945"/>
                        <a:gd name="connsiteX12" fmla="*/ 48563 w 61736"/>
                        <a:gd name="connsiteY12" fmla="*/ 11233 h 13945"/>
                        <a:gd name="connsiteX13" fmla="*/ 56801 w 61736"/>
                        <a:gd name="connsiteY13" fmla="*/ 13751 h 13945"/>
                        <a:gd name="connsiteX14" fmla="*/ 61736 w 61736"/>
                        <a:gd name="connsiteY14" fmla="*/ 9480 h 13945"/>
                        <a:gd name="connsiteX15" fmla="*/ 59581 w 61736"/>
                        <a:gd name="connsiteY15" fmla="*/ 8409 h 13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736" h="13945">
                          <a:moveTo>
                            <a:pt x="59581" y="8409"/>
                          </a:moveTo>
                          <a:cubicBezTo>
                            <a:pt x="55096" y="12855"/>
                            <a:pt x="49803" y="6235"/>
                            <a:pt x="44800" y="6317"/>
                          </a:cubicBezTo>
                          <a:cubicBezTo>
                            <a:pt x="42369" y="6356"/>
                            <a:pt x="40490" y="7727"/>
                            <a:pt x="38534" y="8986"/>
                          </a:cubicBezTo>
                          <a:cubicBezTo>
                            <a:pt x="35362" y="11025"/>
                            <a:pt x="33599" y="10114"/>
                            <a:pt x="30998" y="7693"/>
                          </a:cubicBezTo>
                          <a:cubicBezTo>
                            <a:pt x="26998" y="3973"/>
                            <a:pt x="23230" y="2733"/>
                            <a:pt x="17782" y="3968"/>
                          </a:cubicBezTo>
                          <a:cubicBezTo>
                            <a:pt x="14242" y="4768"/>
                            <a:pt x="3655" y="8187"/>
                            <a:pt x="3190" y="1407"/>
                          </a:cubicBezTo>
                          <a:cubicBezTo>
                            <a:pt x="3050" y="-652"/>
                            <a:pt x="-118" y="-361"/>
                            <a:pt x="3" y="1692"/>
                          </a:cubicBezTo>
                          <a:cubicBezTo>
                            <a:pt x="318" y="7024"/>
                            <a:pt x="6013" y="9092"/>
                            <a:pt x="10663" y="8894"/>
                          </a:cubicBezTo>
                          <a:cubicBezTo>
                            <a:pt x="14600" y="8729"/>
                            <a:pt x="18295" y="6642"/>
                            <a:pt x="22276" y="6806"/>
                          </a:cubicBezTo>
                          <a:cubicBezTo>
                            <a:pt x="26339" y="6971"/>
                            <a:pt x="28107" y="10303"/>
                            <a:pt x="31104" y="12419"/>
                          </a:cubicBezTo>
                          <a:cubicBezTo>
                            <a:pt x="33303" y="13969"/>
                            <a:pt x="35744" y="14415"/>
                            <a:pt x="38272" y="13402"/>
                          </a:cubicBezTo>
                          <a:cubicBezTo>
                            <a:pt x="39754" y="12807"/>
                            <a:pt x="40945" y="11795"/>
                            <a:pt x="42321" y="11015"/>
                          </a:cubicBezTo>
                          <a:cubicBezTo>
                            <a:pt x="44597" y="9731"/>
                            <a:pt x="46306" y="10143"/>
                            <a:pt x="48563" y="11233"/>
                          </a:cubicBezTo>
                          <a:cubicBezTo>
                            <a:pt x="51266" y="12540"/>
                            <a:pt x="53682" y="13979"/>
                            <a:pt x="56801" y="13751"/>
                          </a:cubicBezTo>
                          <a:cubicBezTo>
                            <a:pt x="59193" y="13572"/>
                            <a:pt x="61663" y="12071"/>
                            <a:pt x="61736" y="9480"/>
                          </a:cubicBezTo>
                          <a:cubicBezTo>
                            <a:pt x="61765" y="8419"/>
                            <a:pt x="60419" y="7576"/>
                            <a:pt x="59581" y="8409"/>
                          </a:cubicBezTo>
                          <a:close/>
                        </a:path>
                      </a:pathLst>
                    </a:custGeom>
                    <a:solidFill>
                      <a:srgbClr val="8A578C"/>
                    </a:solidFill>
                    <a:ln w="4839" cap="flat">
                      <a:noFill/>
                      <a:prstDash val="solid"/>
                      <a:miter/>
                    </a:ln>
                  </p:spPr>
                  <p:txBody>
                    <a:bodyPr rtlCol="0" anchor="ctr"/>
                    <a:lstStyle/>
                    <a:p>
                      <a:endParaRPr lang="vi-VN"/>
                    </a:p>
                  </p:txBody>
                </p:sp>
                <p:sp>
                  <p:nvSpPr>
                    <p:cNvPr id="892" name="Freeform: Shape 891">
                      <a:extLst>
                        <a:ext uri="{FF2B5EF4-FFF2-40B4-BE49-F238E27FC236}">
                          <a16:creationId xmlns:a16="http://schemas.microsoft.com/office/drawing/2014/main" id="{B7701368-322C-F8BD-9603-E16851F9E714}"/>
                        </a:ext>
                      </a:extLst>
                    </p:cNvPr>
                    <p:cNvSpPr/>
                    <p:nvPr/>
                  </p:nvSpPr>
                  <p:spPr>
                    <a:xfrm>
                      <a:off x="2388251" y="4084430"/>
                      <a:ext cx="43736" cy="15843"/>
                    </a:xfrm>
                    <a:custGeom>
                      <a:avLst/>
                      <a:gdLst>
                        <a:gd name="connsiteX0" fmla="*/ 41115 w 43736"/>
                        <a:gd name="connsiteY0" fmla="*/ 7465 h 15843"/>
                        <a:gd name="connsiteX1" fmla="*/ 32747 w 43736"/>
                        <a:gd name="connsiteY1" fmla="*/ 12516 h 15843"/>
                        <a:gd name="connsiteX2" fmla="*/ 23100 w 43736"/>
                        <a:gd name="connsiteY2" fmla="*/ 8152 h 15843"/>
                        <a:gd name="connsiteX3" fmla="*/ 11859 w 43736"/>
                        <a:gd name="connsiteY3" fmla="*/ 5900 h 15843"/>
                        <a:gd name="connsiteX4" fmla="*/ 5685 w 43736"/>
                        <a:gd name="connsiteY4" fmla="*/ 5992 h 15843"/>
                        <a:gd name="connsiteX5" fmla="*/ 3510 w 43736"/>
                        <a:gd name="connsiteY5" fmla="*/ 2079 h 15843"/>
                        <a:gd name="connsiteX6" fmla="*/ 827 w 43736"/>
                        <a:gd name="connsiteY6" fmla="*/ 699 h 15843"/>
                        <a:gd name="connsiteX7" fmla="*/ 5956 w 43736"/>
                        <a:gd name="connsiteY7" fmla="*/ 9392 h 15843"/>
                        <a:gd name="connsiteX8" fmla="*/ 13864 w 43736"/>
                        <a:gd name="connsiteY8" fmla="*/ 8777 h 15843"/>
                        <a:gd name="connsiteX9" fmla="*/ 18596 w 43736"/>
                        <a:gd name="connsiteY9" fmla="*/ 8961 h 15843"/>
                        <a:gd name="connsiteX10" fmla="*/ 22102 w 43736"/>
                        <a:gd name="connsiteY10" fmla="*/ 11872 h 15843"/>
                        <a:gd name="connsiteX11" fmla="*/ 43576 w 43736"/>
                        <a:gd name="connsiteY11" fmla="*/ 8869 h 15843"/>
                        <a:gd name="connsiteX12" fmla="*/ 41115 w 43736"/>
                        <a:gd name="connsiteY12" fmla="*/ 7465 h 15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736" h="15843">
                          <a:moveTo>
                            <a:pt x="41115" y="7465"/>
                          </a:moveTo>
                          <a:cubicBezTo>
                            <a:pt x="39357" y="10375"/>
                            <a:pt x="36093" y="12172"/>
                            <a:pt x="32747" y="12516"/>
                          </a:cubicBezTo>
                          <a:cubicBezTo>
                            <a:pt x="28533" y="12947"/>
                            <a:pt x="25981" y="10913"/>
                            <a:pt x="23100" y="8152"/>
                          </a:cubicBezTo>
                          <a:cubicBezTo>
                            <a:pt x="19792" y="4985"/>
                            <a:pt x="16111" y="5033"/>
                            <a:pt x="11859" y="5900"/>
                          </a:cubicBezTo>
                          <a:cubicBezTo>
                            <a:pt x="9806" y="6322"/>
                            <a:pt x="7680" y="6908"/>
                            <a:pt x="5685" y="5992"/>
                          </a:cubicBezTo>
                          <a:cubicBezTo>
                            <a:pt x="4159" y="5295"/>
                            <a:pt x="2333" y="3818"/>
                            <a:pt x="3510" y="2079"/>
                          </a:cubicBezTo>
                          <a:cubicBezTo>
                            <a:pt x="4600" y="471"/>
                            <a:pt x="1917" y="-870"/>
                            <a:pt x="827" y="699"/>
                          </a:cubicBezTo>
                          <a:cubicBezTo>
                            <a:pt x="-1817" y="4496"/>
                            <a:pt x="2416" y="8462"/>
                            <a:pt x="5956" y="9392"/>
                          </a:cubicBezTo>
                          <a:cubicBezTo>
                            <a:pt x="8586" y="10085"/>
                            <a:pt x="11264" y="9189"/>
                            <a:pt x="13864" y="8777"/>
                          </a:cubicBezTo>
                          <a:cubicBezTo>
                            <a:pt x="15433" y="8530"/>
                            <a:pt x="17090" y="8327"/>
                            <a:pt x="18596" y="8961"/>
                          </a:cubicBezTo>
                          <a:cubicBezTo>
                            <a:pt x="20015" y="9562"/>
                            <a:pt x="21037" y="10801"/>
                            <a:pt x="22102" y="11872"/>
                          </a:cubicBezTo>
                          <a:cubicBezTo>
                            <a:pt x="28214" y="18017"/>
                            <a:pt x="39619" y="17044"/>
                            <a:pt x="43576" y="8869"/>
                          </a:cubicBezTo>
                          <a:cubicBezTo>
                            <a:pt x="44360" y="7256"/>
                            <a:pt x="42074" y="5886"/>
                            <a:pt x="41115" y="7465"/>
                          </a:cubicBezTo>
                          <a:close/>
                        </a:path>
                      </a:pathLst>
                    </a:custGeom>
                    <a:solidFill>
                      <a:srgbClr val="8A578C"/>
                    </a:solidFill>
                    <a:ln w="4839" cap="flat">
                      <a:noFill/>
                      <a:prstDash val="solid"/>
                      <a:miter/>
                    </a:ln>
                  </p:spPr>
                  <p:txBody>
                    <a:bodyPr rtlCol="0" anchor="ctr"/>
                    <a:lstStyle/>
                    <a:p>
                      <a:endParaRPr lang="vi-VN"/>
                    </a:p>
                  </p:txBody>
                </p:sp>
              </p:grpSp>
              <p:sp>
                <p:nvSpPr>
                  <p:cNvPr id="888" name="Freeform: Shape 887">
                    <a:extLst>
                      <a:ext uri="{FF2B5EF4-FFF2-40B4-BE49-F238E27FC236}">
                        <a16:creationId xmlns:a16="http://schemas.microsoft.com/office/drawing/2014/main" id="{1719B057-F687-1C86-F572-5B83CE4F6055}"/>
                      </a:ext>
                    </a:extLst>
                  </p:cNvPr>
                  <p:cNvSpPr/>
                  <p:nvPr/>
                </p:nvSpPr>
                <p:spPr>
                  <a:xfrm>
                    <a:off x="2401903" y="3994121"/>
                    <a:ext cx="16427" cy="23149"/>
                  </a:xfrm>
                  <a:custGeom>
                    <a:avLst/>
                    <a:gdLst>
                      <a:gd name="connsiteX0" fmla="*/ 0 w 16427"/>
                      <a:gd name="connsiteY0" fmla="*/ 0 h 23149"/>
                      <a:gd name="connsiteX1" fmla="*/ 16427 w 16427"/>
                      <a:gd name="connsiteY1" fmla="*/ 0 h 23149"/>
                      <a:gd name="connsiteX2" fmla="*/ 16427 w 16427"/>
                      <a:gd name="connsiteY2" fmla="*/ 23149 h 23149"/>
                      <a:gd name="connsiteX3" fmla="*/ 0 w 16427"/>
                      <a:gd name="connsiteY3" fmla="*/ 23149 h 23149"/>
                    </a:gdLst>
                    <a:ahLst/>
                    <a:cxnLst>
                      <a:cxn ang="0">
                        <a:pos x="connsiteX0" y="connsiteY0"/>
                      </a:cxn>
                      <a:cxn ang="0">
                        <a:pos x="connsiteX1" y="connsiteY1"/>
                      </a:cxn>
                      <a:cxn ang="0">
                        <a:pos x="connsiteX2" y="connsiteY2"/>
                      </a:cxn>
                      <a:cxn ang="0">
                        <a:pos x="connsiteX3" y="connsiteY3"/>
                      </a:cxn>
                    </a:cxnLst>
                    <a:rect l="l" t="t" r="r" b="b"/>
                    <a:pathLst>
                      <a:path w="16427" h="23149">
                        <a:moveTo>
                          <a:pt x="0" y="0"/>
                        </a:moveTo>
                        <a:lnTo>
                          <a:pt x="16427" y="0"/>
                        </a:lnTo>
                        <a:lnTo>
                          <a:pt x="16427" y="23149"/>
                        </a:lnTo>
                        <a:lnTo>
                          <a:pt x="0" y="23149"/>
                        </a:lnTo>
                        <a:close/>
                      </a:path>
                    </a:pathLst>
                  </a:custGeom>
                  <a:solidFill>
                    <a:srgbClr val="FFFFFF">
                      <a:alpha val="63000"/>
                    </a:srgbClr>
                  </a:solidFill>
                  <a:ln w="4839" cap="flat">
                    <a:noFill/>
                    <a:prstDash val="solid"/>
                    <a:miter/>
                  </a:ln>
                </p:spPr>
                <p:txBody>
                  <a:bodyPr rtlCol="0" anchor="ctr"/>
                  <a:lstStyle/>
                  <a:p>
                    <a:endParaRPr lang="vi-VN"/>
                  </a:p>
                </p:txBody>
              </p:sp>
            </p:grpSp>
            <p:grpSp>
              <p:nvGrpSpPr>
                <p:cNvPr id="873" name="Graphic 1991">
                  <a:extLst>
                    <a:ext uri="{FF2B5EF4-FFF2-40B4-BE49-F238E27FC236}">
                      <a16:creationId xmlns:a16="http://schemas.microsoft.com/office/drawing/2014/main" id="{27F46675-AA4D-9690-1FF7-5544596A2EDE}"/>
                    </a:ext>
                  </a:extLst>
                </p:cNvPr>
                <p:cNvGrpSpPr/>
                <p:nvPr/>
              </p:nvGrpSpPr>
              <p:grpSpPr>
                <a:xfrm>
                  <a:off x="2448443" y="4186757"/>
                  <a:ext cx="138245" cy="241796"/>
                  <a:chOff x="2448443" y="4186757"/>
                  <a:chExt cx="138245" cy="241796"/>
                </a:xfrm>
              </p:grpSpPr>
              <p:grpSp>
                <p:nvGrpSpPr>
                  <p:cNvPr id="879" name="Graphic 1991">
                    <a:extLst>
                      <a:ext uri="{FF2B5EF4-FFF2-40B4-BE49-F238E27FC236}">
                        <a16:creationId xmlns:a16="http://schemas.microsoft.com/office/drawing/2014/main" id="{1E41B2EC-7CFC-D33D-1E88-FF4EFDF90C79}"/>
                      </a:ext>
                    </a:extLst>
                  </p:cNvPr>
                  <p:cNvGrpSpPr/>
                  <p:nvPr/>
                </p:nvGrpSpPr>
                <p:grpSpPr>
                  <a:xfrm>
                    <a:off x="2448443" y="4187677"/>
                    <a:ext cx="138245" cy="240876"/>
                    <a:chOff x="2448443" y="4187677"/>
                    <a:chExt cx="138245" cy="240876"/>
                  </a:xfrm>
                </p:grpSpPr>
                <p:sp>
                  <p:nvSpPr>
                    <p:cNvPr id="881" name="Freeform: Shape 880">
                      <a:extLst>
                        <a:ext uri="{FF2B5EF4-FFF2-40B4-BE49-F238E27FC236}">
                          <a16:creationId xmlns:a16="http://schemas.microsoft.com/office/drawing/2014/main" id="{03999EC6-ACEE-5E3E-E95B-48EE4F642848}"/>
                        </a:ext>
                      </a:extLst>
                    </p:cNvPr>
                    <p:cNvSpPr/>
                    <p:nvPr/>
                  </p:nvSpPr>
                  <p:spPr>
                    <a:xfrm>
                      <a:off x="2448443" y="4187677"/>
                      <a:ext cx="138245" cy="240876"/>
                    </a:xfrm>
                    <a:custGeom>
                      <a:avLst/>
                      <a:gdLst>
                        <a:gd name="connsiteX0" fmla="*/ 0 w 138245"/>
                        <a:gd name="connsiteY0" fmla="*/ 0 h 240876"/>
                        <a:gd name="connsiteX1" fmla="*/ 0 w 138245"/>
                        <a:gd name="connsiteY1" fmla="*/ 226507 h 240876"/>
                        <a:gd name="connsiteX2" fmla="*/ 121474 w 138245"/>
                        <a:gd name="connsiteY2" fmla="*/ 240876 h 240876"/>
                        <a:gd name="connsiteX3" fmla="*/ 138245 w 138245"/>
                        <a:gd name="connsiteY3" fmla="*/ 34283 h 240876"/>
                      </a:gdLst>
                      <a:ahLst/>
                      <a:cxnLst>
                        <a:cxn ang="0">
                          <a:pos x="connsiteX0" y="connsiteY0"/>
                        </a:cxn>
                        <a:cxn ang="0">
                          <a:pos x="connsiteX1" y="connsiteY1"/>
                        </a:cxn>
                        <a:cxn ang="0">
                          <a:pos x="connsiteX2" y="connsiteY2"/>
                        </a:cxn>
                        <a:cxn ang="0">
                          <a:pos x="connsiteX3" y="connsiteY3"/>
                        </a:cxn>
                      </a:cxnLst>
                      <a:rect l="l" t="t" r="r" b="b"/>
                      <a:pathLst>
                        <a:path w="138245" h="240876">
                          <a:moveTo>
                            <a:pt x="0" y="0"/>
                          </a:moveTo>
                          <a:lnTo>
                            <a:pt x="0" y="226507"/>
                          </a:lnTo>
                          <a:lnTo>
                            <a:pt x="121474" y="240876"/>
                          </a:lnTo>
                          <a:lnTo>
                            <a:pt x="138245" y="34283"/>
                          </a:lnTo>
                          <a:close/>
                        </a:path>
                      </a:pathLst>
                    </a:custGeom>
                    <a:solidFill>
                      <a:srgbClr val="E8B3E8"/>
                    </a:solidFill>
                    <a:ln w="4839" cap="flat">
                      <a:noFill/>
                      <a:prstDash val="solid"/>
                      <a:miter/>
                    </a:ln>
                  </p:spPr>
                  <p:txBody>
                    <a:bodyPr rtlCol="0" anchor="ctr"/>
                    <a:lstStyle/>
                    <a:p>
                      <a:endParaRPr lang="vi-VN"/>
                    </a:p>
                  </p:txBody>
                </p:sp>
                <p:sp>
                  <p:nvSpPr>
                    <p:cNvPr id="882" name="Freeform: Shape 881">
                      <a:extLst>
                        <a:ext uri="{FF2B5EF4-FFF2-40B4-BE49-F238E27FC236}">
                          <a16:creationId xmlns:a16="http://schemas.microsoft.com/office/drawing/2014/main" id="{BF521569-BFA1-0B4B-FFBD-72360DCAD129}"/>
                        </a:ext>
                      </a:extLst>
                    </p:cNvPr>
                    <p:cNvSpPr/>
                    <p:nvPr/>
                  </p:nvSpPr>
                  <p:spPr>
                    <a:xfrm>
                      <a:off x="2485187" y="4236276"/>
                      <a:ext cx="64200" cy="12594"/>
                    </a:xfrm>
                    <a:custGeom>
                      <a:avLst/>
                      <a:gdLst>
                        <a:gd name="connsiteX0" fmla="*/ 63974 w 64200"/>
                        <a:gd name="connsiteY0" fmla="*/ 5400 h 12594"/>
                        <a:gd name="connsiteX1" fmla="*/ 48303 w 64200"/>
                        <a:gd name="connsiteY1" fmla="*/ 3884 h 12594"/>
                        <a:gd name="connsiteX2" fmla="*/ 30810 w 64200"/>
                        <a:gd name="connsiteY2" fmla="*/ 9008 h 12594"/>
                        <a:gd name="connsiteX3" fmla="*/ 23623 w 64200"/>
                        <a:gd name="connsiteY3" fmla="*/ 5066 h 12594"/>
                        <a:gd name="connsiteX4" fmla="*/ 16088 w 64200"/>
                        <a:gd name="connsiteY4" fmla="*/ 2916 h 12594"/>
                        <a:gd name="connsiteX5" fmla="*/ 9777 w 64200"/>
                        <a:gd name="connsiteY5" fmla="*/ 8306 h 12594"/>
                        <a:gd name="connsiteX6" fmla="*/ 3917 w 64200"/>
                        <a:gd name="connsiteY6" fmla="*/ 2373 h 12594"/>
                        <a:gd name="connsiteX7" fmla="*/ 760 w 64200"/>
                        <a:gd name="connsiteY7" fmla="*/ 790 h 12594"/>
                        <a:gd name="connsiteX8" fmla="*/ 9845 w 64200"/>
                        <a:gd name="connsiteY8" fmla="*/ 12316 h 12594"/>
                        <a:gd name="connsiteX9" fmla="*/ 14214 w 64200"/>
                        <a:gd name="connsiteY9" fmla="*/ 9081 h 12594"/>
                        <a:gd name="connsiteX10" fmla="*/ 17700 w 64200"/>
                        <a:gd name="connsiteY10" fmla="*/ 5139 h 12594"/>
                        <a:gd name="connsiteX11" fmla="*/ 22422 w 64200"/>
                        <a:gd name="connsiteY11" fmla="*/ 7894 h 12594"/>
                        <a:gd name="connsiteX12" fmla="*/ 25972 w 64200"/>
                        <a:gd name="connsiteY12" fmla="*/ 11037 h 12594"/>
                        <a:gd name="connsiteX13" fmla="*/ 42975 w 64200"/>
                        <a:gd name="connsiteY13" fmla="*/ 9614 h 12594"/>
                        <a:gd name="connsiteX14" fmla="*/ 52811 w 64200"/>
                        <a:gd name="connsiteY14" fmla="*/ 6403 h 12594"/>
                        <a:gd name="connsiteX15" fmla="*/ 57189 w 64200"/>
                        <a:gd name="connsiteY15" fmla="*/ 6064 h 12594"/>
                        <a:gd name="connsiteX16" fmla="*/ 62371 w 64200"/>
                        <a:gd name="connsiteY16" fmla="*/ 7672 h 12594"/>
                        <a:gd name="connsiteX17" fmla="*/ 63974 w 64200"/>
                        <a:gd name="connsiteY17" fmla="*/ 5400 h 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200" h="12594">
                          <a:moveTo>
                            <a:pt x="63974" y="5400"/>
                          </a:moveTo>
                          <a:cubicBezTo>
                            <a:pt x="60889" y="572"/>
                            <a:pt x="52666" y="2461"/>
                            <a:pt x="48303" y="3884"/>
                          </a:cubicBezTo>
                          <a:cubicBezTo>
                            <a:pt x="42699" y="5715"/>
                            <a:pt x="36859" y="9149"/>
                            <a:pt x="30810" y="9008"/>
                          </a:cubicBezTo>
                          <a:cubicBezTo>
                            <a:pt x="27560" y="8931"/>
                            <a:pt x="25827" y="7221"/>
                            <a:pt x="23623" y="5066"/>
                          </a:cubicBezTo>
                          <a:cubicBezTo>
                            <a:pt x="21594" y="3085"/>
                            <a:pt x="18955" y="1754"/>
                            <a:pt x="16088" y="2916"/>
                          </a:cubicBezTo>
                          <a:cubicBezTo>
                            <a:pt x="13439" y="3991"/>
                            <a:pt x="12247" y="7061"/>
                            <a:pt x="9777" y="8306"/>
                          </a:cubicBezTo>
                          <a:cubicBezTo>
                            <a:pt x="6281" y="10069"/>
                            <a:pt x="2310" y="5730"/>
                            <a:pt x="3917" y="2373"/>
                          </a:cubicBezTo>
                          <a:cubicBezTo>
                            <a:pt x="4775" y="582"/>
                            <a:pt x="1670" y="-1007"/>
                            <a:pt x="760" y="790"/>
                          </a:cubicBezTo>
                          <a:cubicBezTo>
                            <a:pt x="-2059" y="6359"/>
                            <a:pt x="3409" y="14171"/>
                            <a:pt x="9845" y="12316"/>
                          </a:cubicBezTo>
                          <a:cubicBezTo>
                            <a:pt x="11661" y="11793"/>
                            <a:pt x="13012" y="10471"/>
                            <a:pt x="14214" y="9081"/>
                          </a:cubicBezTo>
                          <a:cubicBezTo>
                            <a:pt x="15260" y="7875"/>
                            <a:pt x="16233" y="5894"/>
                            <a:pt x="17700" y="5139"/>
                          </a:cubicBezTo>
                          <a:cubicBezTo>
                            <a:pt x="19904" y="4005"/>
                            <a:pt x="21173" y="6354"/>
                            <a:pt x="22422" y="7894"/>
                          </a:cubicBezTo>
                          <a:cubicBezTo>
                            <a:pt x="23439" y="9149"/>
                            <a:pt x="24558" y="10243"/>
                            <a:pt x="25972" y="11037"/>
                          </a:cubicBezTo>
                          <a:cubicBezTo>
                            <a:pt x="31319" y="14035"/>
                            <a:pt x="37721" y="11560"/>
                            <a:pt x="42975" y="9614"/>
                          </a:cubicBezTo>
                          <a:cubicBezTo>
                            <a:pt x="46206" y="8417"/>
                            <a:pt x="49421" y="7086"/>
                            <a:pt x="52811" y="6403"/>
                          </a:cubicBezTo>
                          <a:cubicBezTo>
                            <a:pt x="54250" y="6112"/>
                            <a:pt x="55717" y="5928"/>
                            <a:pt x="57189" y="6064"/>
                          </a:cubicBezTo>
                          <a:cubicBezTo>
                            <a:pt x="59093" y="6238"/>
                            <a:pt x="60565" y="7274"/>
                            <a:pt x="62371" y="7672"/>
                          </a:cubicBezTo>
                          <a:cubicBezTo>
                            <a:pt x="63630" y="7952"/>
                            <a:pt x="64676" y="6495"/>
                            <a:pt x="63974" y="5400"/>
                          </a:cubicBezTo>
                          <a:close/>
                        </a:path>
                      </a:pathLst>
                    </a:custGeom>
                    <a:solidFill>
                      <a:srgbClr val="8A578C"/>
                    </a:solidFill>
                    <a:ln w="4839" cap="flat">
                      <a:noFill/>
                      <a:prstDash val="solid"/>
                      <a:miter/>
                    </a:ln>
                  </p:spPr>
                  <p:txBody>
                    <a:bodyPr rtlCol="0" anchor="ctr"/>
                    <a:lstStyle/>
                    <a:p>
                      <a:endParaRPr lang="vi-VN"/>
                    </a:p>
                  </p:txBody>
                </p:sp>
                <p:sp>
                  <p:nvSpPr>
                    <p:cNvPr id="883" name="Freeform: Shape 882">
                      <a:extLst>
                        <a:ext uri="{FF2B5EF4-FFF2-40B4-BE49-F238E27FC236}">
                          <a16:creationId xmlns:a16="http://schemas.microsoft.com/office/drawing/2014/main" id="{2191AD99-757E-70FB-5AF8-BBD6D6905B55}"/>
                        </a:ext>
                      </a:extLst>
                    </p:cNvPr>
                    <p:cNvSpPr/>
                    <p:nvPr/>
                  </p:nvSpPr>
                  <p:spPr>
                    <a:xfrm>
                      <a:off x="2486669" y="4273570"/>
                      <a:ext cx="61260" cy="11459"/>
                    </a:xfrm>
                    <a:custGeom>
                      <a:avLst/>
                      <a:gdLst>
                        <a:gd name="connsiteX0" fmla="*/ 60812 w 61260"/>
                        <a:gd name="connsiteY0" fmla="*/ 5077 h 11459"/>
                        <a:gd name="connsiteX1" fmla="*/ 48060 w 61260"/>
                        <a:gd name="connsiteY1" fmla="*/ 5329 h 11459"/>
                        <a:gd name="connsiteX2" fmla="*/ 33561 w 61260"/>
                        <a:gd name="connsiteY2" fmla="*/ 8205 h 11459"/>
                        <a:gd name="connsiteX3" fmla="*/ 26243 w 61260"/>
                        <a:gd name="connsiteY3" fmla="*/ 3624 h 11459"/>
                        <a:gd name="connsiteX4" fmla="*/ 18659 w 61260"/>
                        <a:gd name="connsiteY4" fmla="*/ 3203 h 11459"/>
                        <a:gd name="connsiteX5" fmla="*/ 3535 w 61260"/>
                        <a:gd name="connsiteY5" fmla="*/ 1406 h 11459"/>
                        <a:gd name="connsiteX6" fmla="*/ 28 w 61260"/>
                        <a:gd name="connsiteY6" fmla="*/ 2065 h 11459"/>
                        <a:gd name="connsiteX7" fmla="*/ 10252 w 61260"/>
                        <a:gd name="connsiteY7" fmla="*/ 8515 h 11459"/>
                        <a:gd name="connsiteX8" fmla="*/ 18930 w 61260"/>
                        <a:gd name="connsiteY8" fmla="*/ 6273 h 11459"/>
                        <a:gd name="connsiteX9" fmla="*/ 25313 w 61260"/>
                        <a:gd name="connsiteY9" fmla="*/ 6360 h 11459"/>
                        <a:gd name="connsiteX10" fmla="*/ 29788 w 61260"/>
                        <a:gd name="connsiteY10" fmla="*/ 9557 h 11459"/>
                        <a:gd name="connsiteX11" fmla="*/ 43997 w 61260"/>
                        <a:gd name="connsiteY11" fmla="*/ 10002 h 11459"/>
                        <a:gd name="connsiteX12" fmla="*/ 51600 w 61260"/>
                        <a:gd name="connsiteY12" fmla="*/ 7566 h 11459"/>
                        <a:gd name="connsiteX13" fmla="*/ 59814 w 61260"/>
                        <a:gd name="connsiteY13" fmla="*/ 7590 h 11459"/>
                        <a:gd name="connsiteX14" fmla="*/ 60812 w 61260"/>
                        <a:gd name="connsiteY14" fmla="*/ 5077 h 1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60" h="11459">
                          <a:moveTo>
                            <a:pt x="60812" y="5077"/>
                          </a:moveTo>
                          <a:cubicBezTo>
                            <a:pt x="57567" y="2210"/>
                            <a:pt x="51654" y="4137"/>
                            <a:pt x="48060" y="5329"/>
                          </a:cubicBezTo>
                          <a:cubicBezTo>
                            <a:pt x="43634" y="6796"/>
                            <a:pt x="38326" y="9673"/>
                            <a:pt x="33561" y="8205"/>
                          </a:cubicBezTo>
                          <a:cubicBezTo>
                            <a:pt x="30737" y="7338"/>
                            <a:pt x="28936" y="4752"/>
                            <a:pt x="26243" y="3624"/>
                          </a:cubicBezTo>
                          <a:cubicBezTo>
                            <a:pt x="23826" y="2612"/>
                            <a:pt x="21187" y="2743"/>
                            <a:pt x="18659" y="3203"/>
                          </a:cubicBezTo>
                          <a:cubicBezTo>
                            <a:pt x="15041" y="3861"/>
                            <a:pt x="4600" y="7866"/>
                            <a:pt x="3535" y="1406"/>
                          </a:cubicBezTo>
                          <a:cubicBezTo>
                            <a:pt x="3162" y="-861"/>
                            <a:pt x="-349" y="-202"/>
                            <a:pt x="28" y="2065"/>
                          </a:cubicBezTo>
                          <a:cubicBezTo>
                            <a:pt x="847" y="6912"/>
                            <a:pt x="5840" y="8709"/>
                            <a:pt x="10252" y="8515"/>
                          </a:cubicBezTo>
                          <a:cubicBezTo>
                            <a:pt x="13303" y="8380"/>
                            <a:pt x="16029" y="7082"/>
                            <a:pt x="18930" y="6273"/>
                          </a:cubicBezTo>
                          <a:cubicBezTo>
                            <a:pt x="21090" y="5673"/>
                            <a:pt x="23211" y="5396"/>
                            <a:pt x="25313" y="6360"/>
                          </a:cubicBezTo>
                          <a:cubicBezTo>
                            <a:pt x="27003" y="7135"/>
                            <a:pt x="28263" y="8530"/>
                            <a:pt x="29788" y="9557"/>
                          </a:cubicBezTo>
                          <a:cubicBezTo>
                            <a:pt x="34171" y="12501"/>
                            <a:pt x="39285" y="11523"/>
                            <a:pt x="43997" y="10002"/>
                          </a:cubicBezTo>
                          <a:cubicBezTo>
                            <a:pt x="46530" y="9184"/>
                            <a:pt x="49014" y="8196"/>
                            <a:pt x="51600" y="7566"/>
                          </a:cubicBezTo>
                          <a:cubicBezTo>
                            <a:pt x="54530" y="6854"/>
                            <a:pt x="56966" y="7687"/>
                            <a:pt x="59814" y="7590"/>
                          </a:cubicBezTo>
                          <a:cubicBezTo>
                            <a:pt x="61039" y="7547"/>
                            <a:pt x="61790" y="5939"/>
                            <a:pt x="60812" y="5077"/>
                          </a:cubicBezTo>
                          <a:close/>
                        </a:path>
                      </a:pathLst>
                    </a:custGeom>
                    <a:solidFill>
                      <a:srgbClr val="8A578C"/>
                    </a:solidFill>
                    <a:ln w="4839" cap="flat">
                      <a:noFill/>
                      <a:prstDash val="solid"/>
                      <a:miter/>
                    </a:ln>
                  </p:spPr>
                  <p:txBody>
                    <a:bodyPr rtlCol="0" anchor="ctr"/>
                    <a:lstStyle/>
                    <a:p>
                      <a:endParaRPr lang="vi-VN"/>
                    </a:p>
                  </p:txBody>
                </p:sp>
                <p:sp>
                  <p:nvSpPr>
                    <p:cNvPr id="884" name="Freeform: Shape 883">
                      <a:extLst>
                        <a:ext uri="{FF2B5EF4-FFF2-40B4-BE49-F238E27FC236}">
                          <a16:creationId xmlns:a16="http://schemas.microsoft.com/office/drawing/2014/main" id="{C02A3A6E-D7C6-68E8-E675-8CAC0D22841D}"/>
                        </a:ext>
                      </a:extLst>
                    </p:cNvPr>
                    <p:cNvSpPr/>
                    <p:nvPr/>
                  </p:nvSpPr>
                  <p:spPr>
                    <a:xfrm>
                      <a:off x="2478732" y="4311576"/>
                      <a:ext cx="66915" cy="14343"/>
                    </a:xfrm>
                    <a:custGeom>
                      <a:avLst/>
                      <a:gdLst>
                        <a:gd name="connsiteX0" fmla="*/ 66526 w 66915"/>
                        <a:gd name="connsiteY0" fmla="*/ 9737 h 14343"/>
                        <a:gd name="connsiteX1" fmla="*/ 55145 w 66915"/>
                        <a:gd name="connsiteY1" fmla="*/ 4816 h 14343"/>
                        <a:gd name="connsiteX2" fmla="*/ 42403 w 66915"/>
                        <a:gd name="connsiteY2" fmla="*/ 6937 h 14343"/>
                        <a:gd name="connsiteX3" fmla="*/ 28935 w 66915"/>
                        <a:gd name="connsiteY3" fmla="*/ 9330 h 14343"/>
                        <a:gd name="connsiteX4" fmla="*/ 21458 w 66915"/>
                        <a:gd name="connsiteY4" fmla="*/ 1838 h 14343"/>
                        <a:gd name="connsiteX5" fmla="*/ 18029 w 66915"/>
                        <a:gd name="connsiteY5" fmla="*/ 1111 h 14343"/>
                        <a:gd name="connsiteX6" fmla="*/ 11704 w 66915"/>
                        <a:gd name="connsiteY6" fmla="*/ 9228 h 14343"/>
                        <a:gd name="connsiteX7" fmla="*/ 3922 w 66915"/>
                        <a:gd name="connsiteY7" fmla="*/ 7049 h 14343"/>
                        <a:gd name="connsiteX8" fmla="*/ 57 w 66915"/>
                        <a:gd name="connsiteY8" fmla="*/ 8318 h 14343"/>
                        <a:gd name="connsiteX9" fmla="*/ 10140 w 66915"/>
                        <a:gd name="connsiteY9" fmla="*/ 14226 h 14343"/>
                        <a:gd name="connsiteX10" fmla="*/ 19065 w 66915"/>
                        <a:gd name="connsiteY10" fmla="*/ 6758 h 14343"/>
                        <a:gd name="connsiteX11" fmla="*/ 33502 w 66915"/>
                        <a:gd name="connsiteY11" fmla="*/ 13194 h 14343"/>
                        <a:gd name="connsiteX12" fmla="*/ 48714 w 66915"/>
                        <a:gd name="connsiteY12" fmla="*/ 9306 h 14343"/>
                        <a:gd name="connsiteX13" fmla="*/ 57896 w 66915"/>
                        <a:gd name="connsiteY13" fmla="*/ 10061 h 14343"/>
                        <a:gd name="connsiteX14" fmla="*/ 64569 w 66915"/>
                        <a:gd name="connsiteY14" fmla="*/ 12516 h 14343"/>
                        <a:gd name="connsiteX15" fmla="*/ 66526 w 66915"/>
                        <a:gd name="connsiteY15" fmla="*/ 9737 h 1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915" h="14343">
                          <a:moveTo>
                            <a:pt x="66526" y="9737"/>
                          </a:moveTo>
                          <a:cubicBezTo>
                            <a:pt x="64138" y="6453"/>
                            <a:pt x="59014" y="5005"/>
                            <a:pt x="55145" y="4816"/>
                          </a:cubicBezTo>
                          <a:cubicBezTo>
                            <a:pt x="50806" y="4603"/>
                            <a:pt x="46500" y="5620"/>
                            <a:pt x="42403" y="6937"/>
                          </a:cubicBezTo>
                          <a:cubicBezTo>
                            <a:pt x="38137" y="8308"/>
                            <a:pt x="33488" y="10264"/>
                            <a:pt x="28935" y="9330"/>
                          </a:cubicBezTo>
                          <a:cubicBezTo>
                            <a:pt x="25235" y="8574"/>
                            <a:pt x="21230" y="6041"/>
                            <a:pt x="21458" y="1838"/>
                          </a:cubicBezTo>
                          <a:cubicBezTo>
                            <a:pt x="21574" y="-269"/>
                            <a:pt x="18877" y="-637"/>
                            <a:pt x="18029" y="1111"/>
                          </a:cubicBezTo>
                          <a:cubicBezTo>
                            <a:pt x="16615" y="4032"/>
                            <a:pt x="14542" y="7494"/>
                            <a:pt x="11704" y="9228"/>
                          </a:cubicBezTo>
                          <a:cubicBezTo>
                            <a:pt x="9065" y="10841"/>
                            <a:pt x="4725" y="10478"/>
                            <a:pt x="3922" y="7049"/>
                          </a:cubicBezTo>
                          <a:cubicBezTo>
                            <a:pt x="3321" y="4492"/>
                            <a:pt x="-510" y="5790"/>
                            <a:pt x="57" y="8318"/>
                          </a:cubicBezTo>
                          <a:cubicBezTo>
                            <a:pt x="1059" y="12792"/>
                            <a:pt x="5878" y="14880"/>
                            <a:pt x="10140" y="14226"/>
                          </a:cubicBezTo>
                          <a:cubicBezTo>
                            <a:pt x="14518" y="13553"/>
                            <a:pt x="17070" y="10332"/>
                            <a:pt x="19065" y="6758"/>
                          </a:cubicBezTo>
                          <a:cubicBezTo>
                            <a:pt x="21647" y="11480"/>
                            <a:pt x="28131" y="13780"/>
                            <a:pt x="33502" y="13194"/>
                          </a:cubicBezTo>
                          <a:cubicBezTo>
                            <a:pt x="38752" y="12623"/>
                            <a:pt x="43546" y="10235"/>
                            <a:pt x="48714" y="9306"/>
                          </a:cubicBezTo>
                          <a:cubicBezTo>
                            <a:pt x="51842" y="8744"/>
                            <a:pt x="54854" y="9194"/>
                            <a:pt x="57896" y="10061"/>
                          </a:cubicBezTo>
                          <a:cubicBezTo>
                            <a:pt x="60177" y="10710"/>
                            <a:pt x="62274" y="12013"/>
                            <a:pt x="64569" y="12516"/>
                          </a:cubicBezTo>
                          <a:cubicBezTo>
                            <a:pt x="66245" y="12880"/>
                            <a:pt x="67615" y="11238"/>
                            <a:pt x="66526" y="9737"/>
                          </a:cubicBezTo>
                          <a:close/>
                        </a:path>
                      </a:pathLst>
                    </a:custGeom>
                    <a:solidFill>
                      <a:srgbClr val="8A578C"/>
                    </a:solidFill>
                    <a:ln w="4839" cap="flat">
                      <a:noFill/>
                      <a:prstDash val="solid"/>
                      <a:miter/>
                    </a:ln>
                  </p:spPr>
                  <p:txBody>
                    <a:bodyPr rtlCol="0" anchor="ctr"/>
                    <a:lstStyle/>
                    <a:p>
                      <a:endParaRPr lang="vi-VN"/>
                    </a:p>
                  </p:txBody>
                </p:sp>
                <p:sp>
                  <p:nvSpPr>
                    <p:cNvPr id="885" name="Freeform: Shape 884">
                      <a:extLst>
                        <a:ext uri="{FF2B5EF4-FFF2-40B4-BE49-F238E27FC236}">
                          <a16:creationId xmlns:a16="http://schemas.microsoft.com/office/drawing/2014/main" id="{5A0CB489-2DAC-9AEC-8FCD-87ED95346183}"/>
                        </a:ext>
                      </a:extLst>
                    </p:cNvPr>
                    <p:cNvSpPr/>
                    <p:nvPr/>
                  </p:nvSpPr>
                  <p:spPr>
                    <a:xfrm>
                      <a:off x="2485349" y="4343044"/>
                      <a:ext cx="58931" cy="14107"/>
                    </a:xfrm>
                    <a:custGeom>
                      <a:avLst/>
                      <a:gdLst>
                        <a:gd name="connsiteX0" fmla="*/ 57337 w 58931"/>
                        <a:gd name="connsiteY0" fmla="*/ 1998 h 14107"/>
                        <a:gd name="connsiteX1" fmla="*/ 43099 w 58931"/>
                        <a:gd name="connsiteY1" fmla="*/ 2841 h 14107"/>
                        <a:gd name="connsiteX2" fmla="*/ 30687 w 58931"/>
                        <a:gd name="connsiteY2" fmla="*/ 51 h 14107"/>
                        <a:gd name="connsiteX3" fmla="*/ 28352 w 58931"/>
                        <a:gd name="connsiteY3" fmla="*/ 1364 h 14107"/>
                        <a:gd name="connsiteX4" fmla="*/ 20972 w 58931"/>
                        <a:gd name="connsiteY4" fmla="*/ 3296 h 14107"/>
                        <a:gd name="connsiteX5" fmla="*/ 12836 w 58931"/>
                        <a:gd name="connsiteY5" fmla="*/ 4361 h 14107"/>
                        <a:gd name="connsiteX6" fmla="*/ 8283 w 58931"/>
                        <a:gd name="connsiteY6" fmla="*/ 10105 h 14107"/>
                        <a:gd name="connsiteX7" fmla="*/ 3605 w 58931"/>
                        <a:gd name="connsiteY7" fmla="*/ 3887 h 14107"/>
                        <a:gd name="connsiteX8" fmla="*/ 31 w 58931"/>
                        <a:gd name="connsiteY8" fmla="*/ 4647 h 14107"/>
                        <a:gd name="connsiteX9" fmla="*/ 4603 w 58931"/>
                        <a:gd name="connsiteY9" fmla="*/ 13243 h 14107"/>
                        <a:gd name="connsiteX10" fmla="*/ 12836 w 58931"/>
                        <a:gd name="connsiteY10" fmla="*/ 10696 h 14107"/>
                        <a:gd name="connsiteX11" fmla="*/ 17112 w 58931"/>
                        <a:gd name="connsiteY11" fmla="*/ 6458 h 14107"/>
                        <a:gd name="connsiteX12" fmla="*/ 24149 w 58931"/>
                        <a:gd name="connsiteY12" fmla="*/ 7340 h 14107"/>
                        <a:gd name="connsiteX13" fmla="*/ 31210 w 58931"/>
                        <a:gd name="connsiteY13" fmla="*/ 4158 h 14107"/>
                        <a:gd name="connsiteX14" fmla="*/ 43821 w 58931"/>
                        <a:gd name="connsiteY14" fmla="*/ 5587 h 14107"/>
                        <a:gd name="connsiteX15" fmla="*/ 50480 w 58931"/>
                        <a:gd name="connsiteY15" fmla="*/ 6119 h 14107"/>
                        <a:gd name="connsiteX16" fmla="*/ 57536 w 58931"/>
                        <a:gd name="connsiteY16" fmla="*/ 5529 h 14107"/>
                        <a:gd name="connsiteX17" fmla="*/ 57337 w 58931"/>
                        <a:gd name="connsiteY17" fmla="*/ 1998 h 1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931" h="14107">
                          <a:moveTo>
                            <a:pt x="57337" y="1998"/>
                          </a:moveTo>
                          <a:cubicBezTo>
                            <a:pt x="52780" y="2221"/>
                            <a:pt x="47467" y="4119"/>
                            <a:pt x="43099" y="2841"/>
                          </a:cubicBezTo>
                          <a:cubicBezTo>
                            <a:pt x="39045" y="1654"/>
                            <a:pt x="34803" y="1049"/>
                            <a:pt x="30687" y="51"/>
                          </a:cubicBezTo>
                          <a:cubicBezTo>
                            <a:pt x="29786" y="-167"/>
                            <a:pt x="28512" y="318"/>
                            <a:pt x="28352" y="1364"/>
                          </a:cubicBezTo>
                          <a:cubicBezTo>
                            <a:pt x="27853" y="4623"/>
                            <a:pt x="23209" y="3659"/>
                            <a:pt x="20972" y="3296"/>
                          </a:cubicBezTo>
                          <a:cubicBezTo>
                            <a:pt x="18245" y="2855"/>
                            <a:pt x="15228" y="2720"/>
                            <a:pt x="12836" y="4361"/>
                          </a:cubicBezTo>
                          <a:cubicBezTo>
                            <a:pt x="10899" y="5688"/>
                            <a:pt x="10303" y="9156"/>
                            <a:pt x="8283" y="10105"/>
                          </a:cubicBezTo>
                          <a:cubicBezTo>
                            <a:pt x="5382" y="11466"/>
                            <a:pt x="3944" y="5717"/>
                            <a:pt x="3605" y="3887"/>
                          </a:cubicBezTo>
                          <a:cubicBezTo>
                            <a:pt x="3179" y="1562"/>
                            <a:pt x="-366" y="2332"/>
                            <a:pt x="31" y="4647"/>
                          </a:cubicBezTo>
                          <a:cubicBezTo>
                            <a:pt x="559" y="7747"/>
                            <a:pt x="1803" y="11466"/>
                            <a:pt x="4603" y="13243"/>
                          </a:cubicBezTo>
                          <a:cubicBezTo>
                            <a:pt x="7770" y="15253"/>
                            <a:pt x="10961" y="13490"/>
                            <a:pt x="12836" y="10696"/>
                          </a:cubicBezTo>
                          <a:cubicBezTo>
                            <a:pt x="14042" y="8899"/>
                            <a:pt x="14715" y="6807"/>
                            <a:pt x="17112" y="6458"/>
                          </a:cubicBezTo>
                          <a:cubicBezTo>
                            <a:pt x="19446" y="6119"/>
                            <a:pt x="21824" y="7282"/>
                            <a:pt x="24149" y="7340"/>
                          </a:cubicBezTo>
                          <a:cubicBezTo>
                            <a:pt x="26856" y="7412"/>
                            <a:pt x="29805" y="6444"/>
                            <a:pt x="31210" y="4158"/>
                          </a:cubicBezTo>
                          <a:cubicBezTo>
                            <a:pt x="35321" y="5408"/>
                            <a:pt x="39525" y="6134"/>
                            <a:pt x="43821" y="5587"/>
                          </a:cubicBezTo>
                          <a:cubicBezTo>
                            <a:pt x="46140" y="5291"/>
                            <a:pt x="48169" y="6013"/>
                            <a:pt x="50480" y="6119"/>
                          </a:cubicBezTo>
                          <a:cubicBezTo>
                            <a:pt x="52794" y="6226"/>
                            <a:pt x="55274" y="6066"/>
                            <a:pt x="57536" y="5529"/>
                          </a:cubicBezTo>
                          <a:cubicBezTo>
                            <a:pt x="59395" y="5088"/>
                            <a:pt x="59463" y="1892"/>
                            <a:pt x="57337" y="1998"/>
                          </a:cubicBezTo>
                          <a:close/>
                        </a:path>
                      </a:pathLst>
                    </a:custGeom>
                    <a:solidFill>
                      <a:srgbClr val="8A578C"/>
                    </a:solidFill>
                    <a:ln w="4839" cap="flat">
                      <a:noFill/>
                      <a:prstDash val="solid"/>
                      <a:miter/>
                    </a:ln>
                  </p:spPr>
                  <p:txBody>
                    <a:bodyPr rtlCol="0" anchor="ctr"/>
                    <a:lstStyle/>
                    <a:p>
                      <a:endParaRPr lang="vi-VN"/>
                    </a:p>
                  </p:txBody>
                </p:sp>
                <p:sp>
                  <p:nvSpPr>
                    <p:cNvPr id="886" name="Freeform: Shape 885">
                      <a:extLst>
                        <a:ext uri="{FF2B5EF4-FFF2-40B4-BE49-F238E27FC236}">
                          <a16:creationId xmlns:a16="http://schemas.microsoft.com/office/drawing/2014/main" id="{8E695E16-8168-5D8E-83AF-B6FDD906ECD7}"/>
                        </a:ext>
                      </a:extLst>
                    </p:cNvPr>
                    <p:cNvSpPr/>
                    <p:nvPr/>
                  </p:nvSpPr>
                  <p:spPr>
                    <a:xfrm>
                      <a:off x="2481097" y="4386533"/>
                      <a:ext cx="38394" cy="8617"/>
                    </a:xfrm>
                    <a:custGeom>
                      <a:avLst/>
                      <a:gdLst>
                        <a:gd name="connsiteX0" fmla="*/ 38043 w 38394"/>
                        <a:gd name="connsiteY0" fmla="*/ 6444 h 8617"/>
                        <a:gd name="connsiteX1" fmla="*/ 30120 w 38394"/>
                        <a:gd name="connsiteY1" fmla="*/ 2134 h 8617"/>
                        <a:gd name="connsiteX2" fmla="*/ 20352 w 38394"/>
                        <a:gd name="connsiteY2" fmla="*/ 323 h 8617"/>
                        <a:gd name="connsiteX3" fmla="*/ 10835 w 38394"/>
                        <a:gd name="connsiteY3" fmla="*/ 236 h 8617"/>
                        <a:gd name="connsiteX4" fmla="*/ 1029 w 38394"/>
                        <a:gd name="connsiteY4" fmla="*/ 2836 h 8617"/>
                        <a:gd name="connsiteX5" fmla="*/ 2554 w 38394"/>
                        <a:gd name="connsiteY5" fmla="*/ 6057 h 8617"/>
                        <a:gd name="connsiteX6" fmla="*/ 10966 w 38394"/>
                        <a:gd name="connsiteY6" fmla="*/ 3839 h 8617"/>
                        <a:gd name="connsiteX7" fmla="*/ 19451 w 38394"/>
                        <a:gd name="connsiteY7" fmla="*/ 3292 h 8617"/>
                        <a:gd name="connsiteX8" fmla="*/ 28134 w 38394"/>
                        <a:gd name="connsiteY8" fmla="*/ 5200 h 8617"/>
                        <a:gd name="connsiteX9" fmla="*/ 36653 w 38394"/>
                        <a:gd name="connsiteY9" fmla="*/ 8585 h 8617"/>
                        <a:gd name="connsiteX10" fmla="*/ 38043 w 38394"/>
                        <a:gd name="connsiteY10" fmla="*/ 6444 h 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394" h="8617">
                          <a:moveTo>
                            <a:pt x="38043" y="6444"/>
                          </a:moveTo>
                          <a:cubicBezTo>
                            <a:pt x="35936" y="4086"/>
                            <a:pt x="33118" y="2991"/>
                            <a:pt x="30120" y="2134"/>
                          </a:cubicBezTo>
                          <a:cubicBezTo>
                            <a:pt x="26953" y="1224"/>
                            <a:pt x="23635" y="613"/>
                            <a:pt x="20352" y="323"/>
                          </a:cubicBezTo>
                          <a:cubicBezTo>
                            <a:pt x="17126" y="37"/>
                            <a:pt x="14066" y="-190"/>
                            <a:pt x="10835" y="236"/>
                          </a:cubicBezTo>
                          <a:cubicBezTo>
                            <a:pt x="7465" y="681"/>
                            <a:pt x="4186" y="1587"/>
                            <a:pt x="1029" y="2836"/>
                          </a:cubicBezTo>
                          <a:cubicBezTo>
                            <a:pt x="-1112" y="3684"/>
                            <a:pt x="428" y="6890"/>
                            <a:pt x="2554" y="6057"/>
                          </a:cubicBezTo>
                          <a:cubicBezTo>
                            <a:pt x="5266" y="4991"/>
                            <a:pt x="8080" y="4255"/>
                            <a:pt x="10966" y="3839"/>
                          </a:cubicBezTo>
                          <a:cubicBezTo>
                            <a:pt x="13683" y="3447"/>
                            <a:pt x="16705" y="3083"/>
                            <a:pt x="19451" y="3292"/>
                          </a:cubicBezTo>
                          <a:cubicBezTo>
                            <a:pt x="22444" y="3514"/>
                            <a:pt x="25321" y="4154"/>
                            <a:pt x="28134" y="5200"/>
                          </a:cubicBezTo>
                          <a:cubicBezTo>
                            <a:pt x="31011" y="6265"/>
                            <a:pt x="33641" y="7950"/>
                            <a:pt x="36653" y="8585"/>
                          </a:cubicBezTo>
                          <a:cubicBezTo>
                            <a:pt x="37873" y="8846"/>
                            <a:pt x="38982" y="7495"/>
                            <a:pt x="38043" y="6444"/>
                          </a:cubicBezTo>
                          <a:close/>
                        </a:path>
                      </a:pathLst>
                    </a:custGeom>
                    <a:solidFill>
                      <a:srgbClr val="8A578C"/>
                    </a:solidFill>
                    <a:ln w="4839" cap="flat">
                      <a:noFill/>
                      <a:prstDash val="solid"/>
                      <a:miter/>
                    </a:ln>
                  </p:spPr>
                  <p:txBody>
                    <a:bodyPr rtlCol="0" anchor="ctr"/>
                    <a:lstStyle/>
                    <a:p>
                      <a:endParaRPr lang="vi-VN"/>
                    </a:p>
                  </p:txBody>
                </p:sp>
              </p:grpSp>
              <p:sp>
                <p:nvSpPr>
                  <p:cNvPr id="880" name="Freeform: Shape 879">
                    <a:extLst>
                      <a:ext uri="{FF2B5EF4-FFF2-40B4-BE49-F238E27FC236}">
                        <a16:creationId xmlns:a16="http://schemas.microsoft.com/office/drawing/2014/main" id="{A940D2B5-374A-C4EC-24DE-AF0A612FC9A7}"/>
                      </a:ext>
                    </a:extLst>
                  </p:cNvPr>
                  <p:cNvSpPr/>
                  <p:nvPr/>
                </p:nvSpPr>
                <p:spPr>
                  <a:xfrm>
                    <a:off x="2506601" y="4186757"/>
                    <a:ext cx="16427" cy="23149"/>
                  </a:xfrm>
                  <a:custGeom>
                    <a:avLst/>
                    <a:gdLst>
                      <a:gd name="connsiteX0" fmla="*/ 0 w 16427"/>
                      <a:gd name="connsiteY0" fmla="*/ 0 h 23149"/>
                      <a:gd name="connsiteX1" fmla="*/ 16427 w 16427"/>
                      <a:gd name="connsiteY1" fmla="*/ 0 h 23149"/>
                      <a:gd name="connsiteX2" fmla="*/ 16427 w 16427"/>
                      <a:gd name="connsiteY2" fmla="*/ 23149 h 23149"/>
                      <a:gd name="connsiteX3" fmla="*/ 0 w 16427"/>
                      <a:gd name="connsiteY3" fmla="*/ 23149 h 23149"/>
                    </a:gdLst>
                    <a:ahLst/>
                    <a:cxnLst>
                      <a:cxn ang="0">
                        <a:pos x="connsiteX0" y="connsiteY0"/>
                      </a:cxn>
                      <a:cxn ang="0">
                        <a:pos x="connsiteX1" y="connsiteY1"/>
                      </a:cxn>
                      <a:cxn ang="0">
                        <a:pos x="connsiteX2" y="connsiteY2"/>
                      </a:cxn>
                      <a:cxn ang="0">
                        <a:pos x="connsiteX3" y="connsiteY3"/>
                      </a:cxn>
                    </a:cxnLst>
                    <a:rect l="l" t="t" r="r" b="b"/>
                    <a:pathLst>
                      <a:path w="16427" h="23149">
                        <a:moveTo>
                          <a:pt x="0" y="0"/>
                        </a:moveTo>
                        <a:lnTo>
                          <a:pt x="16427" y="0"/>
                        </a:lnTo>
                        <a:lnTo>
                          <a:pt x="16427" y="23149"/>
                        </a:lnTo>
                        <a:lnTo>
                          <a:pt x="0" y="23149"/>
                        </a:lnTo>
                        <a:close/>
                      </a:path>
                    </a:pathLst>
                  </a:custGeom>
                  <a:solidFill>
                    <a:srgbClr val="FFFFFF">
                      <a:alpha val="63000"/>
                    </a:srgbClr>
                  </a:solidFill>
                  <a:ln w="4839" cap="flat">
                    <a:noFill/>
                    <a:prstDash val="solid"/>
                    <a:miter/>
                  </a:ln>
                </p:spPr>
                <p:txBody>
                  <a:bodyPr rtlCol="0" anchor="ctr"/>
                  <a:lstStyle/>
                  <a:p>
                    <a:endParaRPr lang="vi-VN"/>
                  </a:p>
                </p:txBody>
              </p:sp>
            </p:grpSp>
            <p:grpSp>
              <p:nvGrpSpPr>
                <p:cNvPr id="874" name="Graphic 1991">
                  <a:extLst>
                    <a:ext uri="{FF2B5EF4-FFF2-40B4-BE49-F238E27FC236}">
                      <a16:creationId xmlns:a16="http://schemas.microsoft.com/office/drawing/2014/main" id="{45E7C84D-754E-9AE7-8F3E-145FD6FA2F3C}"/>
                    </a:ext>
                  </a:extLst>
                </p:cNvPr>
                <p:cNvGrpSpPr/>
                <p:nvPr/>
              </p:nvGrpSpPr>
              <p:grpSpPr>
                <a:xfrm>
                  <a:off x="2500296" y="3997182"/>
                  <a:ext cx="96116" cy="97869"/>
                  <a:chOff x="2500296" y="3997182"/>
                  <a:chExt cx="96116" cy="97869"/>
                </a:xfrm>
              </p:grpSpPr>
              <p:sp>
                <p:nvSpPr>
                  <p:cNvPr id="876" name="Freeform: Shape 875">
                    <a:extLst>
                      <a:ext uri="{FF2B5EF4-FFF2-40B4-BE49-F238E27FC236}">
                        <a16:creationId xmlns:a16="http://schemas.microsoft.com/office/drawing/2014/main" id="{B99F8520-4AA0-39F6-DD1E-94C9849F5890}"/>
                      </a:ext>
                    </a:extLst>
                  </p:cNvPr>
                  <p:cNvSpPr/>
                  <p:nvPr/>
                </p:nvSpPr>
                <p:spPr>
                  <a:xfrm>
                    <a:off x="2500296" y="3997182"/>
                    <a:ext cx="96116" cy="97869"/>
                  </a:xfrm>
                  <a:custGeom>
                    <a:avLst/>
                    <a:gdLst>
                      <a:gd name="connsiteX0" fmla="*/ 4262 w 96116"/>
                      <a:gd name="connsiteY0" fmla="*/ 2988 h 97869"/>
                      <a:gd name="connsiteX1" fmla="*/ 0 w 96116"/>
                      <a:gd name="connsiteY1" fmla="*/ 89197 h 97869"/>
                      <a:gd name="connsiteX2" fmla="*/ 96117 w 96116"/>
                      <a:gd name="connsiteY2" fmla="*/ 97119 h 97869"/>
                      <a:gd name="connsiteX3" fmla="*/ 96117 w 96116"/>
                      <a:gd name="connsiteY3" fmla="*/ 0 h 97869"/>
                      <a:gd name="connsiteX4" fmla="*/ 4262 w 96116"/>
                      <a:gd name="connsiteY4" fmla="*/ 2988 h 97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16" h="97869">
                        <a:moveTo>
                          <a:pt x="4262" y="2988"/>
                        </a:moveTo>
                        <a:lnTo>
                          <a:pt x="0" y="89197"/>
                        </a:lnTo>
                        <a:cubicBezTo>
                          <a:pt x="0" y="89197"/>
                          <a:pt x="96117" y="100892"/>
                          <a:pt x="96117" y="97119"/>
                        </a:cubicBezTo>
                        <a:cubicBezTo>
                          <a:pt x="96117" y="93347"/>
                          <a:pt x="96117" y="0"/>
                          <a:pt x="96117" y="0"/>
                        </a:cubicBezTo>
                        <a:lnTo>
                          <a:pt x="4262" y="2988"/>
                        </a:lnTo>
                        <a:close/>
                      </a:path>
                    </a:pathLst>
                  </a:custGeom>
                  <a:solidFill>
                    <a:srgbClr val="8A578C"/>
                  </a:solidFill>
                  <a:ln w="4839" cap="flat">
                    <a:noFill/>
                    <a:prstDash val="solid"/>
                    <a:miter/>
                  </a:ln>
                </p:spPr>
                <p:txBody>
                  <a:bodyPr rtlCol="0" anchor="ctr"/>
                  <a:lstStyle/>
                  <a:p>
                    <a:endParaRPr lang="vi-VN"/>
                  </a:p>
                </p:txBody>
              </p:sp>
              <p:sp>
                <p:nvSpPr>
                  <p:cNvPr id="877" name="Freeform: Shape 876">
                    <a:extLst>
                      <a:ext uri="{FF2B5EF4-FFF2-40B4-BE49-F238E27FC236}">
                        <a16:creationId xmlns:a16="http://schemas.microsoft.com/office/drawing/2014/main" id="{1D8C5B0F-4082-EA48-30E6-E13F6E8B1141}"/>
                      </a:ext>
                    </a:extLst>
                  </p:cNvPr>
                  <p:cNvSpPr/>
                  <p:nvPr/>
                </p:nvSpPr>
                <p:spPr>
                  <a:xfrm>
                    <a:off x="2518809" y="4018902"/>
                    <a:ext cx="38948" cy="18593"/>
                  </a:xfrm>
                  <a:custGeom>
                    <a:avLst/>
                    <a:gdLst>
                      <a:gd name="connsiteX0" fmla="*/ 38425 w 38948"/>
                      <a:gd name="connsiteY0" fmla="*/ 7037 h 18593"/>
                      <a:gd name="connsiteX1" fmla="*/ 31979 w 38948"/>
                      <a:gd name="connsiteY1" fmla="*/ 8442 h 18593"/>
                      <a:gd name="connsiteX2" fmla="*/ 28022 w 38948"/>
                      <a:gd name="connsiteY2" fmla="*/ 7497 h 18593"/>
                      <a:gd name="connsiteX3" fmla="*/ 24225 w 38948"/>
                      <a:gd name="connsiteY3" fmla="*/ 6170 h 18593"/>
                      <a:gd name="connsiteX4" fmla="*/ 21848 w 38948"/>
                      <a:gd name="connsiteY4" fmla="*/ 11343 h 18593"/>
                      <a:gd name="connsiteX5" fmla="*/ 20356 w 38948"/>
                      <a:gd name="connsiteY5" fmla="*/ 13866 h 18593"/>
                      <a:gd name="connsiteX6" fmla="*/ 20220 w 38948"/>
                      <a:gd name="connsiteY6" fmla="*/ 14050 h 18593"/>
                      <a:gd name="connsiteX7" fmla="*/ 19644 w 38948"/>
                      <a:gd name="connsiteY7" fmla="*/ 13139 h 18593"/>
                      <a:gd name="connsiteX8" fmla="*/ 15605 w 38948"/>
                      <a:gd name="connsiteY8" fmla="*/ 1851 h 18593"/>
                      <a:gd name="connsiteX9" fmla="*/ 11978 w 38948"/>
                      <a:gd name="connsiteY9" fmla="*/ 495 h 18593"/>
                      <a:gd name="connsiteX10" fmla="*/ 9314 w 38948"/>
                      <a:gd name="connsiteY10" fmla="*/ 5507 h 18593"/>
                      <a:gd name="connsiteX11" fmla="*/ 7890 w 38948"/>
                      <a:gd name="connsiteY11" fmla="*/ 9628 h 18593"/>
                      <a:gd name="connsiteX12" fmla="*/ 4263 w 38948"/>
                      <a:gd name="connsiteY12" fmla="*/ 6509 h 18593"/>
                      <a:gd name="connsiteX13" fmla="*/ 1507 w 38948"/>
                      <a:gd name="connsiteY13" fmla="*/ 2456 h 18593"/>
                      <a:gd name="connsiteX14" fmla="*/ 1352 w 38948"/>
                      <a:gd name="connsiteY14" fmla="*/ 10548 h 18593"/>
                      <a:gd name="connsiteX15" fmla="*/ 7731 w 38948"/>
                      <a:gd name="connsiteY15" fmla="*/ 14089 h 18593"/>
                      <a:gd name="connsiteX16" fmla="*/ 12762 w 38948"/>
                      <a:gd name="connsiteY16" fmla="*/ 9837 h 18593"/>
                      <a:gd name="connsiteX17" fmla="*/ 13019 w 38948"/>
                      <a:gd name="connsiteY17" fmla="*/ 8839 h 18593"/>
                      <a:gd name="connsiteX18" fmla="*/ 14031 w 38948"/>
                      <a:gd name="connsiteY18" fmla="*/ 11512 h 18593"/>
                      <a:gd name="connsiteX19" fmla="*/ 18734 w 38948"/>
                      <a:gd name="connsiteY19" fmla="*/ 18263 h 18593"/>
                      <a:gd name="connsiteX20" fmla="*/ 24535 w 38948"/>
                      <a:gd name="connsiteY20" fmla="*/ 15377 h 18593"/>
                      <a:gd name="connsiteX21" fmla="*/ 26540 w 38948"/>
                      <a:gd name="connsiteY21" fmla="*/ 11648 h 18593"/>
                      <a:gd name="connsiteX22" fmla="*/ 29533 w 38948"/>
                      <a:gd name="connsiteY22" fmla="*/ 12737 h 18593"/>
                      <a:gd name="connsiteX23" fmla="*/ 38827 w 38948"/>
                      <a:gd name="connsiteY23" fmla="*/ 8369 h 18593"/>
                      <a:gd name="connsiteX24" fmla="*/ 38425 w 38948"/>
                      <a:gd name="connsiteY24" fmla="*/ 7037 h 18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948" h="18593">
                        <a:moveTo>
                          <a:pt x="38425" y="7037"/>
                        </a:moveTo>
                        <a:cubicBezTo>
                          <a:pt x="36134" y="6088"/>
                          <a:pt x="34037" y="7633"/>
                          <a:pt x="31979" y="8442"/>
                        </a:cubicBezTo>
                        <a:cubicBezTo>
                          <a:pt x="31238" y="8732"/>
                          <a:pt x="27557" y="9299"/>
                          <a:pt x="28022" y="7497"/>
                        </a:cubicBezTo>
                        <a:cubicBezTo>
                          <a:pt x="28589" y="5294"/>
                          <a:pt x="25184" y="4093"/>
                          <a:pt x="24225" y="6170"/>
                        </a:cubicBezTo>
                        <a:cubicBezTo>
                          <a:pt x="23431" y="7895"/>
                          <a:pt x="22724" y="9653"/>
                          <a:pt x="21848" y="11343"/>
                        </a:cubicBezTo>
                        <a:cubicBezTo>
                          <a:pt x="21417" y="12176"/>
                          <a:pt x="20700" y="13009"/>
                          <a:pt x="20356" y="13866"/>
                        </a:cubicBezTo>
                        <a:cubicBezTo>
                          <a:pt x="20298" y="14011"/>
                          <a:pt x="20264" y="14011"/>
                          <a:pt x="20220" y="14050"/>
                        </a:cubicBezTo>
                        <a:cubicBezTo>
                          <a:pt x="19988" y="13803"/>
                          <a:pt x="19760" y="13338"/>
                          <a:pt x="19644" y="13139"/>
                        </a:cubicBezTo>
                        <a:cubicBezTo>
                          <a:pt x="17566" y="9662"/>
                          <a:pt x="16288" y="5827"/>
                          <a:pt x="15605" y="1851"/>
                        </a:cubicBezTo>
                        <a:cubicBezTo>
                          <a:pt x="15319" y="199"/>
                          <a:pt x="13276" y="-581"/>
                          <a:pt x="11978" y="495"/>
                        </a:cubicBezTo>
                        <a:cubicBezTo>
                          <a:pt x="10399" y="1802"/>
                          <a:pt x="9750" y="3560"/>
                          <a:pt x="9314" y="5507"/>
                        </a:cubicBezTo>
                        <a:cubicBezTo>
                          <a:pt x="9053" y="6679"/>
                          <a:pt x="8995" y="8878"/>
                          <a:pt x="7890" y="9628"/>
                        </a:cubicBezTo>
                        <a:cubicBezTo>
                          <a:pt x="6011" y="10907"/>
                          <a:pt x="4486" y="7885"/>
                          <a:pt x="4263" y="6509"/>
                        </a:cubicBezTo>
                        <a:cubicBezTo>
                          <a:pt x="4031" y="5047"/>
                          <a:pt x="4152" y="1328"/>
                          <a:pt x="1507" y="2456"/>
                        </a:cubicBezTo>
                        <a:cubicBezTo>
                          <a:pt x="-1142" y="3589"/>
                          <a:pt x="292" y="8689"/>
                          <a:pt x="1352" y="10548"/>
                        </a:cubicBezTo>
                        <a:cubicBezTo>
                          <a:pt x="2626" y="12776"/>
                          <a:pt x="5125" y="14292"/>
                          <a:pt x="7731" y="14089"/>
                        </a:cubicBezTo>
                        <a:cubicBezTo>
                          <a:pt x="10186" y="13895"/>
                          <a:pt x="11963" y="12064"/>
                          <a:pt x="12762" y="9837"/>
                        </a:cubicBezTo>
                        <a:cubicBezTo>
                          <a:pt x="12869" y="9536"/>
                          <a:pt x="12941" y="9183"/>
                          <a:pt x="13019" y="8839"/>
                        </a:cubicBezTo>
                        <a:cubicBezTo>
                          <a:pt x="13343" y="9735"/>
                          <a:pt x="13644" y="10640"/>
                          <a:pt x="14031" y="11512"/>
                        </a:cubicBezTo>
                        <a:cubicBezTo>
                          <a:pt x="15014" y="13750"/>
                          <a:pt x="16317" y="17212"/>
                          <a:pt x="18734" y="18263"/>
                        </a:cubicBezTo>
                        <a:cubicBezTo>
                          <a:pt x="21334" y="19392"/>
                          <a:pt x="23286" y="17425"/>
                          <a:pt x="24535" y="15377"/>
                        </a:cubicBezTo>
                        <a:cubicBezTo>
                          <a:pt x="25276" y="14166"/>
                          <a:pt x="25954" y="12926"/>
                          <a:pt x="26540" y="11648"/>
                        </a:cubicBezTo>
                        <a:cubicBezTo>
                          <a:pt x="27402" y="12205"/>
                          <a:pt x="28376" y="12636"/>
                          <a:pt x="29533" y="12737"/>
                        </a:cubicBezTo>
                        <a:cubicBezTo>
                          <a:pt x="32604" y="13013"/>
                          <a:pt x="37088" y="10897"/>
                          <a:pt x="38827" y="8369"/>
                        </a:cubicBezTo>
                        <a:cubicBezTo>
                          <a:pt x="39108" y="7958"/>
                          <a:pt x="38875" y="7226"/>
                          <a:pt x="38425" y="7037"/>
                        </a:cubicBezTo>
                        <a:close/>
                      </a:path>
                    </a:pathLst>
                  </a:custGeom>
                  <a:solidFill>
                    <a:srgbClr val="FFFFFF"/>
                  </a:solidFill>
                  <a:ln w="4839" cap="flat">
                    <a:noFill/>
                    <a:prstDash val="solid"/>
                    <a:miter/>
                  </a:ln>
                </p:spPr>
                <p:txBody>
                  <a:bodyPr rtlCol="0" anchor="ctr"/>
                  <a:lstStyle/>
                  <a:p>
                    <a:endParaRPr lang="vi-VN"/>
                  </a:p>
                </p:txBody>
              </p:sp>
              <p:sp>
                <p:nvSpPr>
                  <p:cNvPr id="878" name="Freeform: Shape 877">
                    <a:extLst>
                      <a:ext uri="{FF2B5EF4-FFF2-40B4-BE49-F238E27FC236}">
                        <a16:creationId xmlns:a16="http://schemas.microsoft.com/office/drawing/2014/main" id="{A33B0862-D46A-CC2B-26D8-A961EEF6A62E}"/>
                      </a:ext>
                    </a:extLst>
                  </p:cNvPr>
                  <p:cNvSpPr/>
                  <p:nvPr/>
                </p:nvSpPr>
                <p:spPr>
                  <a:xfrm>
                    <a:off x="2516613" y="4053111"/>
                    <a:ext cx="58506" cy="12373"/>
                  </a:xfrm>
                  <a:custGeom>
                    <a:avLst/>
                    <a:gdLst>
                      <a:gd name="connsiteX0" fmla="*/ 57571 w 58506"/>
                      <a:gd name="connsiteY0" fmla="*/ 4995 h 12373"/>
                      <a:gd name="connsiteX1" fmla="*/ 54660 w 58506"/>
                      <a:gd name="connsiteY1" fmla="*/ 5464 h 12373"/>
                      <a:gd name="connsiteX2" fmla="*/ 53580 w 58506"/>
                      <a:gd name="connsiteY2" fmla="*/ 6215 h 12373"/>
                      <a:gd name="connsiteX3" fmla="*/ 52829 w 58506"/>
                      <a:gd name="connsiteY3" fmla="*/ 6767 h 12373"/>
                      <a:gd name="connsiteX4" fmla="*/ 52689 w 58506"/>
                      <a:gd name="connsiteY4" fmla="*/ 4099 h 12373"/>
                      <a:gd name="connsiteX5" fmla="*/ 50471 w 58506"/>
                      <a:gd name="connsiteY5" fmla="*/ 2239 h 12373"/>
                      <a:gd name="connsiteX6" fmla="*/ 44921 w 58506"/>
                      <a:gd name="connsiteY6" fmla="*/ 3828 h 12373"/>
                      <a:gd name="connsiteX7" fmla="*/ 41904 w 58506"/>
                      <a:gd name="connsiteY7" fmla="*/ 6724 h 12373"/>
                      <a:gd name="connsiteX8" fmla="*/ 38722 w 58506"/>
                      <a:gd name="connsiteY8" fmla="*/ 2903 h 12373"/>
                      <a:gd name="connsiteX9" fmla="*/ 34988 w 58506"/>
                      <a:gd name="connsiteY9" fmla="*/ 2399 h 12373"/>
                      <a:gd name="connsiteX10" fmla="*/ 30518 w 58506"/>
                      <a:gd name="connsiteY10" fmla="*/ 7116 h 12373"/>
                      <a:gd name="connsiteX11" fmla="*/ 30509 w 58506"/>
                      <a:gd name="connsiteY11" fmla="*/ 4234 h 12373"/>
                      <a:gd name="connsiteX12" fmla="*/ 29889 w 58506"/>
                      <a:gd name="connsiteY12" fmla="*/ 1508 h 12373"/>
                      <a:gd name="connsiteX13" fmla="*/ 27075 w 58506"/>
                      <a:gd name="connsiteY13" fmla="*/ 312 h 12373"/>
                      <a:gd name="connsiteX14" fmla="*/ 23699 w 58506"/>
                      <a:gd name="connsiteY14" fmla="*/ 3246 h 12373"/>
                      <a:gd name="connsiteX15" fmla="*/ 20978 w 58506"/>
                      <a:gd name="connsiteY15" fmla="*/ 6554 h 12373"/>
                      <a:gd name="connsiteX16" fmla="*/ 15341 w 58506"/>
                      <a:gd name="connsiteY16" fmla="*/ 1314 h 12373"/>
                      <a:gd name="connsiteX17" fmla="*/ 8415 w 58506"/>
                      <a:gd name="connsiteY17" fmla="*/ 2820 h 12373"/>
                      <a:gd name="connsiteX18" fmla="*/ 6638 w 58506"/>
                      <a:gd name="connsiteY18" fmla="*/ 6520 h 12373"/>
                      <a:gd name="connsiteX19" fmla="*/ 4555 w 58506"/>
                      <a:gd name="connsiteY19" fmla="*/ 7876 h 12373"/>
                      <a:gd name="connsiteX20" fmla="*/ 4434 w 58506"/>
                      <a:gd name="connsiteY20" fmla="*/ 2346 h 12373"/>
                      <a:gd name="connsiteX21" fmla="*/ 725 w 58506"/>
                      <a:gd name="connsiteY21" fmla="*/ 1363 h 12373"/>
                      <a:gd name="connsiteX22" fmla="*/ 4521 w 58506"/>
                      <a:gd name="connsiteY22" fmla="*/ 12298 h 12373"/>
                      <a:gd name="connsiteX23" fmla="*/ 9229 w 58506"/>
                      <a:gd name="connsiteY23" fmla="*/ 10520 h 12373"/>
                      <a:gd name="connsiteX24" fmla="*/ 12391 w 58506"/>
                      <a:gd name="connsiteY24" fmla="*/ 4888 h 12373"/>
                      <a:gd name="connsiteX25" fmla="*/ 14968 w 58506"/>
                      <a:gd name="connsiteY25" fmla="*/ 9092 h 12373"/>
                      <a:gd name="connsiteX26" fmla="*/ 19680 w 58506"/>
                      <a:gd name="connsiteY26" fmla="*/ 10971 h 12373"/>
                      <a:gd name="connsiteX27" fmla="*/ 24610 w 58506"/>
                      <a:gd name="connsiteY27" fmla="*/ 9319 h 12373"/>
                      <a:gd name="connsiteX28" fmla="*/ 26223 w 58506"/>
                      <a:gd name="connsiteY28" fmla="*/ 7116 h 12373"/>
                      <a:gd name="connsiteX29" fmla="*/ 26513 w 58506"/>
                      <a:gd name="connsiteY29" fmla="*/ 8753 h 12373"/>
                      <a:gd name="connsiteX30" fmla="*/ 29613 w 58506"/>
                      <a:gd name="connsiteY30" fmla="*/ 11663 h 12373"/>
                      <a:gd name="connsiteX31" fmla="*/ 36368 w 58506"/>
                      <a:gd name="connsiteY31" fmla="*/ 7479 h 12373"/>
                      <a:gd name="connsiteX32" fmla="*/ 40751 w 58506"/>
                      <a:gd name="connsiteY32" fmla="*/ 10918 h 12373"/>
                      <a:gd name="connsiteX33" fmla="*/ 48205 w 58506"/>
                      <a:gd name="connsiteY33" fmla="*/ 6782 h 12373"/>
                      <a:gd name="connsiteX34" fmla="*/ 48529 w 58506"/>
                      <a:gd name="connsiteY34" fmla="*/ 7300 h 12373"/>
                      <a:gd name="connsiteX35" fmla="*/ 48747 w 58506"/>
                      <a:gd name="connsiteY35" fmla="*/ 9082 h 12373"/>
                      <a:gd name="connsiteX36" fmla="*/ 51362 w 58506"/>
                      <a:gd name="connsiteY36" fmla="*/ 11174 h 12373"/>
                      <a:gd name="connsiteX37" fmla="*/ 58234 w 58506"/>
                      <a:gd name="connsiteY37" fmla="*/ 6782 h 12373"/>
                      <a:gd name="connsiteX38" fmla="*/ 57571 w 58506"/>
                      <a:gd name="connsiteY38" fmla="*/ 4995 h 1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8506" h="12373">
                        <a:moveTo>
                          <a:pt x="57571" y="4995"/>
                        </a:moveTo>
                        <a:cubicBezTo>
                          <a:pt x="56500" y="4714"/>
                          <a:pt x="55619" y="4927"/>
                          <a:pt x="54660" y="5464"/>
                        </a:cubicBezTo>
                        <a:cubicBezTo>
                          <a:pt x="54277" y="5678"/>
                          <a:pt x="53934" y="5968"/>
                          <a:pt x="53580" y="6215"/>
                        </a:cubicBezTo>
                        <a:cubicBezTo>
                          <a:pt x="53352" y="6433"/>
                          <a:pt x="53101" y="6607"/>
                          <a:pt x="52829" y="6767"/>
                        </a:cubicBezTo>
                        <a:cubicBezTo>
                          <a:pt x="52825" y="5876"/>
                          <a:pt x="53149" y="5072"/>
                          <a:pt x="52689" y="4099"/>
                        </a:cubicBezTo>
                        <a:cubicBezTo>
                          <a:pt x="52258" y="3188"/>
                          <a:pt x="51415" y="2535"/>
                          <a:pt x="50471" y="2239"/>
                        </a:cubicBezTo>
                        <a:cubicBezTo>
                          <a:pt x="48481" y="1614"/>
                          <a:pt x="46345" y="2389"/>
                          <a:pt x="44921" y="3828"/>
                        </a:cubicBezTo>
                        <a:cubicBezTo>
                          <a:pt x="44190" y="4569"/>
                          <a:pt x="43105" y="6743"/>
                          <a:pt x="41904" y="6724"/>
                        </a:cubicBezTo>
                        <a:cubicBezTo>
                          <a:pt x="40432" y="6699"/>
                          <a:pt x="39202" y="3929"/>
                          <a:pt x="38722" y="2903"/>
                        </a:cubicBezTo>
                        <a:cubicBezTo>
                          <a:pt x="37986" y="1314"/>
                          <a:pt x="36126" y="1212"/>
                          <a:pt x="34988" y="2399"/>
                        </a:cubicBezTo>
                        <a:cubicBezTo>
                          <a:pt x="34707" y="2690"/>
                          <a:pt x="30765" y="7227"/>
                          <a:pt x="30518" y="7116"/>
                        </a:cubicBezTo>
                        <a:cubicBezTo>
                          <a:pt x="30305" y="7019"/>
                          <a:pt x="30518" y="4501"/>
                          <a:pt x="30509" y="4234"/>
                        </a:cubicBezTo>
                        <a:cubicBezTo>
                          <a:pt x="30475" y="3213"/>
                          <a:pt x="30300" y="2438"/>
                          <a:pt x="29889" y="1508"/>
                        </a:cubicBezTo>
                        <a:cubicBezTo>
                          <a:pt x="29424" y="462"/>
                          <a:pt x="28179" y="-163"/>
                          <a:pt x="27075" y="312"/>
                        </a:cubicBezTo>
                        <a:cubicBezTo>
                          <a:pt x="25583" y="961"/>
                          <a:pt x="24600" y="1895"/>
                          <a:pt x="23699" y="3246"/>
                        </a:cubicBezTo>
                        <a:cubicBezTo>
                          <a:pt x="22944" y="4385"/>
                          <a:pt x="22363" y="6041"/>
                          <a:pt x="20978" y="6554"/>
                        </a:cubicBezTo>
                        <a:cubicBezTo>
                          <a:pt x="17118" y="7978"/>
                          <a:pt x="17268" y="2966"/>
                          <a:pt x="15341" y="1314"/>
                        </a:cubicBezTo>
                        <a:cubicBezTo>
                          <a:pt x="13084" y="-613"/>
                          <a:pt x="10018" y="781"/>
                          <a:pt x="8415" y="2820"/>
                        </a:cubicBezTo>
                        <a:cubicBezTo>
                          <a:pt x="7539" y="3929"/>
                          <a:pt x="7200" y="5256"/>
                          <a:pt x="6638" y="6520"/>
                        </a:cubicBezTo>
                        <a:cubicBezTo>
                          <a:pt x="6260" y="7368"/>
                          <a:pt x="5742" y="8409"/>
                          <a:pt x="4555" y="7876"/>
                        </a:cubicBezTo>
                        <a:cubicBezTo>
                          <a:pt x="2894" y="7126"/>
                          <a:pt x="4105" y="3556"/>
                          <a:pt x="4434" y="2346"/>
                        </a:cubicBezTo>
                        <a:cubicBezTo>
                          <a:pt x="5088" y="-42"/>
                          <a:pt x="1441" y="-1001"/>
                          <a:pt x="725" y="1363"/>
                        </a:cubicBezTo>
                        <a:cubicBezTo>
                          <a:pt x="-457" y="5247"/>
                          <a:pt x="-796" y="11349"/>
                          <a:pt x="4521" y="12298"/>
                        </a:cubicBezTo>
                        <a:cubicBezTo>
                          <a:pt x="6313" y="12617"/>
                          <a:pt x="8067" y="11910"/>
                          <a:pt x="9229" y="10520"/>
                        </a:cubicBezTo>
                        <a:cubicBezTo>
                          <a:pt x="9887" y="9741"/>
                          <a:pt x="11403" y="4908"/>
                          <a:pt x="12391" y="4888"/>
                        </a:cubicBezTo>
                        <a:cubicBezTo>
                          <a:pt x="12614" y="4883"/>
                          <a:pt x="14372" y="8569"/>
                          <a:pt x="14968" y="9092"/>
                        </a:cubicBezTo>
                        <a:cubicBezTo>
                          <a:pt x="16261" y="10230"/>
                          <a:pt x="17961" y="10879"/>
                          <a:pt x="19680" y="10971"/>
                        </a:cubicBezTo>
                        <a:cubicBezTo>
                          <a:pt x="21481" y="11063"/>
                          <a:pt x="23249" y="10506"/>
                          <a:pt x="24610" y="9319"/>
                        </a:cubicBezTo>
                        <a:cubicBezTo>
                          <a:pt x="25264" y="8753"/>
                          <a:pt x="25743" y="7934"/>
                          <a:pt x="26223" y="7116"/>
                        </a:cubicBezTo>
                        <a:cubicBezTo>
                          <a:pt x="26242" y="7668"/>
                          <a:pt x="26305" y="8220"/>
                          <a:pt x="26513" y="8753"/>
                        </a:cubicBezTo>
                        <a:cubicBezTo>
                          <a:pt x="27051" y="10133"/>
                          <a:pt x="28121" y="11339"/>
                          <a:pt x="29613" y="11663"/>
                        </a:cubicBezTo>
                        <a:cubicBezTo>
                          <a:pt x="32082" y="12206"/>
                          <a:pt x="34465" y="9721"/>
                          <a:pt x="36368" y="7479"/>
                        </a:cubicBezTo>
                        <a:cubicBezTo>
                          <a:pt x="37463" y="9077"/>
                          <a:pt x="38843" y="10467"/>
                          <a:pt x="40751" y="10918"/>
                        </a:cubicBezTo>
                        <a:cubicBezTo>
                          <a:pt x="44461" y="11794"/>
                          <a:pt x="45894" y="8932"/>
                          <a:pt x="48205" y="6782"/>
                        </a:cubicBezTo>
                        <a:cubicBezTo>
                          <a:pt x="49270" y="5789"/>
                          <a:pt x="48708" y="6477"/>
                          <a:pt x="48529" y="7300"/>
                        </a:cubicBezTo>
                        <a:cubicBezTo>
                          <a:pt x="48408" y="7833"/>
                          <a:pt x="48553" y="8588"/>
                          <a:pt x="48747" y="9082"/>
                        </a:cubicBezTo>
                        <a:cubicBezTo>
                          <a:pt x="49188" y="10206"/>
                          <a:pt x="50209" y="10937"/>
                          <a:pt x="51362" y="11174"/>
                        </a:cubicBezTo>
                        <a:cubicBezTo>
                          <a:pt x="54747" y="11872"/>
                          <a:pt x="56215" y="8719"/>
                          <a:pt x="58234" y="6782"/>
                        </a:cubicBezTo>
                        <a:cubicBezTo>
                          <a:pt x="58873" y="6147"/>
                          <a:pt x="58278" y="5179"/>
                          <a:pt x="57571" y="4995"/>
                        </a:cubicBezTo>
                        <a:close/>
                      </a:path>
                    </a:pathLst>
                  </a:custGeom>
                  <a:solidFill>
                    <a:srgbClr val="FFFFFF"/>
                  </a:solidFill>
                  <a:ln w="4839" cap="flat">
                    <a:noFill/>
                    <a:prstDash val="solid"/>
                    <a:miter/>
                  </a:ln>
                </p:spPr>
                <p:txBody>
                  <a:bodyPr rtlCol="0" anchor="ctr"/>
                  <a:lstStyle/>
                  <a:p>
                    <a:endParaRPr lang="vi-VN"/>
                  </a:p>
                </p:txBody>
              </p:sp>
            </p:grpSp>
            <p:sp>
              <p:nvSpPr>
                <p:cNvPr id="875" name="Freeform: Shape 874">
                  <a:extLst>
                    <a:ext uri="{FF2B5EF4-FFF2-40B4-BE49-F238E27FC236}">
                      <a16:creationId xmlns:a16="http://schemas.microsoft.com/office/drawing/2014/main" id="{357C6603-5982-7610-5354-187C0F31032F}"/>
                    </a:ext>
                  </a:extLst>
                </p:cNvPr>
                <p:cNvSpPr/>
                <p:nvPr/>
              </p:nvSpPr>
              <p:spPr>
                <a:xfrm>
                  <a:off x="2312401" y="3946458"/>
                  <a:ext cx="322018" cy="546855"/>
                </a:xfrm>
                <a:custGeom>
                  <a:avLst/>
                  <a:gdLst>
                    <a:gd name="connsiteX0" fmla="*/ 0 w 322018"/>
                    <a:gd name="connsiteY0" fmla="*/ 0 h 546855"/>
                    <a:gd name="connsiteX1" fmla="*/ 322019 w 322018"/>
                    <a:gd name="connsiteY1" fmla="*/ 546855 h 546855"/>
                    <a:gd name="connsiteX2" fmla="*/ 31057 w 322018"/>
                    <a:gd name="connsiteY2" fmla="*/ 522481 h 546855"/>
                  </a:gdLst>
                  <a:ahLst/>
                  <a:cxnLst>
                    <a:cxn ang="0">
                      <a:pos x="connsiteX0" y="connsiteY0"/>
                    </a:cxn>
                    <a:cxn ang="0">
                      <a:pos x="connsiteX1" y="connsiteY1"/>
                    </a:cxn>
                    <a:cxn ang="0">
                      <a:pos x="connsiteX2" y="connsiteY2"/>
                    </a:cxn>
                  </a:cxnLst>
                  <a:rect l="l" t="t" r="r" b="b"/>
                  <a:pathLst>
                    <a:path w="322018" h="546855">
                      <a:moveTo>
                        <a:pt x="0" y="0"/>
                      </a:moveTo>
                      <a:lnTo>
                        <a:pt x="322019" y="546855"/>
                      </a:lnTo>
                      <a:lnTo>
                        <a:pt x="31057" y="522481"/>
                      </a:lnTo>
                      <a:close/>
                    </a:path>
                  </a:pathLst>
                </a:custGeom>
                <a:solidFill>
                  <a:srgbClr val="8A578C">
                    <a:alpha val="10000"/>
                  </a:srgbClr>
                </a:solidFill>
                <a:ln w="4839" cap="flat">
                  <a:noFill/>
                  <a:prstDash val="solid"/>
                  <a:miter/>
                </a:ln>
              </p:spPr>
              <p:txBody>
                <a:bodyPr rtlCol="0" anchor="ctr"/>
                <a:lstStyle/>
                <a:p>
                  <a:endParaRPr lang="vi-VN"/>
                </a:p>
              </p:txBody>
            </p:sp>
          </p:grpSp>
        </p:grpSp>
        <p:grpSp>
          <p:nvGrpSpPr>
            <p:cNvPr id="16" name="Graphic 1991">
              <a:extLst>
                <a:ext uri="{FF2B5EF4-FFF2-40B4-BE49-F238E27FC236}">
                  <a16:creationId xmlns:a16="http://schemas.microsoft.com/office/drawing/2014/main" id="{5C30DF48-9893-722E-9EE3-15B4EA0926BD}"/>
                </a:ext>
              </a:extLst>
            </p:cNvPr>
            <p:cNvGrpSpPr/>
            <p:nvPr/>
          </p:nvGrpSpPr>
          <p:grpSpPr>
            <a:xfrm>
              <a:off x="1156779" y="4145897"/>
              <a:ext cx="2770585" cy="1815927"/>
              <a:chOff x="1156779" y="4145897"/>
              <a:chExt cx="2770585" cy="1815927"/>
            </a:xfrm>
          </p:grpSpPr>
          <p:grpSp>
            <p:nvGrpSpPr>
              <p:cNvPr id="611" name="Graphic 1991">
                <a:extLst>
                  <a:ext uri="{FF2B5EF4-FFF2-40B4-BE49-F238E27FC236}">
                    <a16:creationId xmlns:a16="http://schemas.microsoft.com/office/drawing/2014/main" id="{CAB80AE3-3F20-4744-CE1E-CB355CCB55D2}"/>
                  </a:ext>
                </a:extLst>
              </p:cNvPr>
              <p:cNvGrpSpPr/>
              <p:nvPr/>
            </p:nvGrpSpPr>
            <p:grpSpPr>
              <a:xfrm>
                <a:off x="2942863" y="4145897"/>
                <a:ext cx="984501" cy="1815927"/>
                <a:chOff x="2942863" y="4145897"/>
                <a:chExt cx="984501" cy="1815927"/>
              </a:xfrm>
            </p:grpSpPr>
            <p:grpSp>
              <p:nvGrpSpPr>
                <p:cNvPr id="804" name="Graphic 1991">
                  <a:extLst>
                    <a:ext uri="{FF2B5EF4-FFF2-40B4-BE49-F238E27FC236}">
                      <a16:creationId xmlns:a16="http://schemas.microsoft.com/office/drawing/2014/main" id="{CD5A6BFB-48EC-492E-788E-E70773610D50}"/>
                    </a:ext>
                  </a:extLst>
                </p:cNvPr>
                <p:cNvGrpSpPr/>
                <p:nvPr/>
              </p:nvGrpSpPr>
              <p:grpSpPr>
                <a:xfrm>
                  <a:off x="2942863" y="4145897"/>
                  <a:ext cx="950203" cy="1347019"/>
                  <a:chOff x="2942863" y="4145897"/>
                  <a:chExt cx="950203" cy="1347019"/>
                </a:xfrm>
              </p:grpSpPr>
              <p:grpSp>
                <p:nvGrpSpPr>
                  <p:cNvPr id="816" name="Graphic 1991">
                    <a:extLst>
                      <a:ext uri="{FF2B5EF4-FFF2-40B4-BE49-F238E27FC236}">
                        <a16:creationId xmlns:a16="http://schemas.microsoft.com/office/drawing/2014/main" id="{579F7EC3-F792-9656-E454-AAD64117533E}"/>
                      </a:ext>
                    </a:extLst>
                  </p:cNvPr>
                  <p:cNvGrpSpPr/>
                  <p:nvPr/>
                </p:nvGrpSpPr>
                <p:grpSpPr>
                  <a:xfrm>
                    <a:off x="3208997" y="4695269"/>
                    <a:ext cx="275574" cy="754237"/>
                    <a:chOff x="3208997" y="4695269"/>
                    <a:chExt cx="275574" cy="754237"/>
                  </a:xfrm>
                </p:grpSpPr>
                <p:grpSp>
                  <p:nvGrpSpPr>
                    <p:cNvPr id="858" name="Graphic 1991">
                      <a:extLst>
                        <a:ext uri="{FF2B5EF4-FFF2-40B4-BE49-F238E27FC236}">
                          <a16:creationId xmlns:a16="http://schemas.microsoft.com/office/drawing/2014/main" id="{F40B6DFF-6B51-B681-00C4-6EB454FFBAF9}"/>
                        </a:ext>
                      </a:extLst>
                    </p:cNvPr>
                    <p:cNvGrpSpPr/>
                    <p:nvPr/>
                  </p:nvGrpSpPr>
                  <p:grpSpPr>
                    <a:xfrm>
                      <a:off x="3300628" y="5149671"/>
                      <a:ext cx="183943" cy="299835"/>
                      <a:chOff x="3300628" y="5149671"/>
                      <a:chExt cx="183943" cy="299835"/>
                    </a:xfrm>
                  </p:grpSpPr>
                  <p:sp>
                    <p:nvSpPr>
                      <p:cNvPr id="863" name="Freeform: Shape 862">
                        <a:extLst>
                          <a:ext uri="{FF2B5EF4-FFF2-40B4-BE49-F238E27FC236}">
                            <a16:creationId xmlns:a16="http://schemas.microsoft.com/office/drawing/2014/main" id="{11C6676A-D98E-FF41-70AA-4EAFC4167E3E}"/>
                          </a:ext>
                        </a:extLst>
                      </p:cNvPr>
                      <p:cNvSpPr/>
                      <p:nvPr/>
                    </p:nvSpPr>
                    <p:spPr>
                      <a:xfrm>
                        <a:off x="3300633" y="5149675"/>
                        <a:ext cx="183938" cy="299831"/>
                      </a:xfrm>
                      <a:custGeom>
                        <a:avLst/>
                        <a:gdLst>
                          <a:gd name="connsiteX0" fmla="*/ 8538 w 183938"/>
                          <a:gd name="connsiteY0" fmla="*/ 57664 h 299831"/>
                          <a:gd name="connsiteX1" fmla="*/ 69389 w 183938"/>
                          <a:gd name="connsiteY1" fmla="*/ 193585 h 299831"/>
                          <a:gd name="connsiteX2" fmla="*/ 34961 w 183938"/>
                          <a:gd name="connsiteY2" fmla="*/ 236799 h 299831"/>
                          <a:gd name="connsiteX3" fmla="*/ 48511 w 183938"/>
                          <a:gd name="connsiteY3" fmla="*/ 287693 h 299831"/>
                          <a:gd name="connsiteX4" fmla="*/ 72532 w 183938"/>
                          <a:gd name="connsiteY4" fmla="*/ 287693 h 299831"/>
                          <a:gd name="connsiteX5" fmla="*/ 102093 w 183938"/>
                          <a:gd name="connsiteY5" fmla="*/ 298894 h 299831"/>
                          <a:gd name="connsiteX6" fmla="*/ 115028 w 183938"/>
                          <a:gd name="connsiteY6" fmla="*/ 287693 h 299831"/>
                          <a:gd name="connsiteX7" fmla="*/ 131460 w 183938"/>
                          <a:gd name="connsiteY7" fmla="*/ 282268 h 299831"/>
                          <a:gd name="connsiteX8" fmla="*/ 135354 w 183938"/>
                          <a:gd name="connsiteY8" fmla="*/ 268718 h 299831"/>
                          <a:gd name="connsiteX9" fmla="*/ 145142 w 183938"/>
                          <a:gd name="connsiteY9" fmla="*/ 257018 h 299831"/>
                          <a:gd name="connsiteX10" fmla="*/ 145142 w 183938"/>
                          <a:gd name="connsiteY10" fmla="*/ 204792 h 299831"/>
                          <a:gd name="connsiteX11" fmla="*/ 183396 w 183938"/>
                          <a:gd name="connsiteY11" fmla="*/ 191115 h 299831"/>
                          <a:gd name="connsiteX12" fmla="*/ 142129 w 183938"/>
                          <a:gd name="connsiteY12" fmla="*/ 174054 h 299831"/>
                          <a:gd name="connsiteX13" fmla="*/ 123654 w 183938"/>
                          <a:gd name="connsiteY13" fmla="*/ 134453 h 299831"/>
                          <a:gd name="connsiteX14" fmla="*/ 76353 w 183938"/>
                          <a:gd name="connsiteY14" fmla="*/ 8984 h 299831"/>
                          <a:gd name="connsiteX15" fmla="*/ 28806 w 183938"/>
                          <a:gd name="connsiteY15" fmla="*/ 3269 h 299831"/>
                          <a:gd name="connsiteX16" fmla="*/ 0 w 183938"/>
                          <a:gd name="connsiteY16" fmla="*/ 31600 h 299831"/>
                          <a:gd name="connsiteX17" fmla="*/ 8538 w 183938"/>
                          <a:gd name="connsiteY17" fmla="*/ 57664 h 299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3938" h="299831">
                            <a:moveTo>
                              <a:pt x="8538" y="57664"/>
                            </a:moveTo>
                            <a:cubicBezTo>
                              <a:pt x="8538" y="57664"/>
                              <a:pt x="73636" y="193590"/>
                              <a:pt x="69389" y="193585"/>
                            </a:cubicBezTo>
                            <a:cubicBezTo>
                              <a:pt x="65142" y="193580"/>
                              <a:pt x="34961" y="211039"/>
                              <a:pt x="34961" y="236799"/>
                            </a:cubicBezTo>
                            <a:cubicBezTo>
                              <a:pt x="34961" y="262558"/>
                              <a:pt x="35576" y="286346"/>
                              <a:pt x="48511" y="287693"/>
                            </a:cubicBezTo>
                            <a:cubicBezTo>
                              <a:pt x="61447" y="289044"/>
                              <a:pt x="72532" y="287693"/>
                              <a:pt x="72532" y="287693"/>
                            </a:cubicBezTo>
                            <a:cubicBezTo>
                              <a:pt x="72532" y="287693"/>
                              <a:pt x="90393" y="303824"/>
                              <a:pt x="102093" y="298894"/>
                            </a:cubicBezTo>
                            <a:cubicBezTo>
                              <a:pt x="113794" y="293969"/>
                              <a:pt x="115028" y="287693"/>
                              <a:pt x="115028" y="287693"/>
                            </a:cubicBezTo>
                            <a:cubicBezTo>
                              <a:pt x="115028" y="287693"/>
                              <a:pt x="123872" y="291504"/>
                              <a:pt x="131460" y="282268"/>
                            </a:cubicBezTo>
                            <a:cubicBezTo>
                              <a:pt x="139049" y="273028"/>
                              <a:pt x="135354" y="268718"/>
                              <a:pt x="135354" y="268718"/>
                            </a:cubicBezTo>
                            <a:cubicBezTo>
                              <a:pt x="135354" y="268718"/>
                              <a:pt x="140764" y="266253"/>
                              <a:pt x="145142" y="257018"/>
                            </a:cubicBezTo>
                            <a:cubicBezTo>
                              <a:pt x="149519" y="247777"/>
                              <a:pt x="124748" y="206148"/>
                              <a:pt x="145142" y="204792"/>
                            </a:cubicBezTo>
                            <a:cubicBezTo>
                              <a:pt x="165535" y="203436"/>
                              <a:pt x="187706" y="200356"/>
                              <a:pt x="183396" y="191115"/>
                            </a:cubicBezTo>
                            <a:cubicBezTo>
                              <a:pt x="179086" y="181875"/>
                              <a:pt x="142129" y="174054"/>
                              <a:pt x="142129" y="174054"/>
                            </a:cubicBezTo>
                            <a:lnTo>
                              <a:pt x="123654" y="134453"/>
                            </a:lnTo>
                            <a:lnTo>
                              <a:pt x="76353" y="8984"/>
                            </a:lnTo>
                            <a:cubicBezTo>
                              <a:pt x="76353" y="8984"/>
                              <a:pt x="48516" y="-6586"/>
                              <a:pt x="28806" y="3269"/>
                            </a:cubicBezTo>
                            <a:cubicBezTo>
                              <a:pt x="9095" y="13124"/>
                              <a:pt x="0" y="31600"/>
                              <a:pt x="0" y="31600"/>
                            </a:cubicBezTo>
                            <a:lnTo>
                              <a:pt x="8538" y="57664"/>
                            </a:lnTo>
                            <a:close/>
                          </a:path>
                        </a:pathLst>
                      </a:custGeom>
                      <a:solidFill>
                        <a:srgbClr val="E27E79"/>
                      </a:solidFill>
                      <a:ln w="4839" cap="flat">
                        <a:noFill/>
                        <a:prstDash val="solid"/>
                        <a:miter/>
                      </a:ln>
                    </p:spPr>
                    <p:txBody>
                      <a:bodyPr rtlCol="0" anchor="ctr"/>
                      <a:lstStyle/>
                      <a:p>
                        <a:endParaRPr lang="vi-VN"/>
                      </a:p>
                    </p:txBody>
                  </p:sp>
                  <p:grpSp>
                    <p:nvGrpSpPr>
                      <p:cNvPr id="864" name="Graphic 1991">
                        <a:extLst>
                          <a:ext uri="{FF2B5EF4-FFF2-40B4-BE49-F238E27FC236}">
                            <a16:creationId xmlns:a16="http://schemas.microsoft.com/office/drawing/2014/main" id="{7F8CB57B-6BD3-6470-18F2-065BD9E8E38C}"/>
                          </a:ext>
                        </a:extLst>
                      </p:cNvPr>
                      <p:cNvGrpSpPr/>
                      <p:nvPr/>
                    </p:nvGrpSpPr>
                    <p:grpSpPr>
                      <a:xfrm>
                        <a:off x="3349796" y="5367412"/>
                        <a:ext cx="86059" cy="71614"/>
                        <a:chOff x="3349796" y="5367412"/>
                        <a:chExt cx="86059" cy="71614"/>
                      </a:xfrm>
                      <a:solidFill>
                        <a:srgbClr val="BA514F"/>
                      </a:solidFill>
                    </p:grpSpPr>
                    <p:sp>
                      <p:nvSpPr>
                        <p:cNvPr id="866" name="Freeform: Shape 865">
                          <a:extLst>
                            <a:ext uri="{FF2B5EF4-FFF2-40B4-BE49-F238E27FC236}">
                              <a16:creationId xmlns:a16="http://schemas.microsoft.com/office/drawing/2014/main" id="{F7A1919D-D84D-8C06-BD24-C3389D9F0319}"/>
                            </a:ext>
                          </a:extLst>
                        </p:cNvPr>
                        <p:cNvSpPr/>
                        <p:nvPr/>
                      </p:nvSpPr>
                      <p:spPr>
                        <a:xfrm>
                          <a:off x="3349796" y="5387478"/>
                          <a:ext cx="24752" cy="51547"/>
                        </a:xfrm>
                        <a:custGeom>
                          <a:avLst/>
                          <a:gdLst>
                            <a:gd name="connsiteX0" fmla="*/ 24420 w 24752"/>
                            <a:gd name="connsiteY0" fmla="*/ 49473 h 51547"/>
                            <a:gd name="connsiteX1" fmla="*/ 15645 w 24752"/>
                            <a:gd name="connsiteY1" fmla="*/ 39468 h 51547"/>
                            <a:gd name="connsiteX2" fmla="*/ 9034 w 24752"/>
                            <a:gd name="connsiteY2" fmla="*/ 27467 h 51547"/>
                            <a:gd name="connsiteX3" fmla="*/ 4574 w 24752"/>
                            <a:gd name="connsiteY3" fmla="*/ 15287 h 51547"/>
                            <a:gd name="connsiteX4" fmla="*/ 5155 w 24752"/>
                            <a:gd name="connsiteY4" fmla="*/ 1456 h 51547"/>
                            <a:gd name="connsiteX5" fmla="*/ 4414 w 24752"/>
                            <a:gd name="connsiteY5" fmla="*/ 27 h 51547"/>
                            <a:gd name="connsiteX6" fmla="*/ 457 w 24752"/>
                            <a:gd name="connsiteY6" fmla="*/ 10822 h 51547"/>
                            <a:gd name="connsiteX7" fmla="*/ 5542 w 24752"/>
                            <a:gd name="connsiteY7" fmla="*/ 25835 h 51547"/>
                            <a:gd name="connsiteX8" fmla="*/ 22725 w 24752"/>
                            <a:gd name="connsiteY8" fmla="*/ 51207 h 51547"/>
                            <a:gd name="connsiteX9" fmla="*/ 24420 w 24752"/>
                            <a:gd name="connsiteY9" fmla="*/ 49473 h 51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52" h="51547">
                              <a:moveTo>
                                <a:pt x="24420" y="49473"/>
                              </a:moveTo>
                              <a:cubicBezTo>
                                <a:pt x="21500" y="46103"/>
                                <a:pt x="18255" y="43114"/>
                                <a:pt x="15645" y="39468"/>
                              </a:cubicBezTo>
                              <a:cubicBezTo>
                                <a:pt x="12976" y="35744"/>
                                <a:pt x="10840" y="31676"/>
                                <a:pt x="9034" y="27467"/>
                              </a:cubicBezTo>
                              <a:cubicBezTo>
                                <a:pt x="7330" y="23491"/>
                                <a:pt x="5906" y="19399"/>
                                <a:pt x="4574" y="15287"/>
                              </a:cubicBezTo>
                              <a:cubicBezTo>
                                <a:pt x="3058" y="10609"/>
                                <a:pt x="927" y="5330"/>
                                <a:pt x="5155" y="1456"/>
                              </a:cubicBezTo>
                              <a:cubicBezTo>
                                <a:pt x="5751" y="909"/>
                                <a:pt x="5228" y="-186"/>
                                <a:pt x="4414" y="27"/>
                              </a:cubicBezTo>
                              <a:cubicBezTo>
                                <a:pt x="-322" y="1252"/>
                                <a:pt x="-487" y="6991"/>
                                <a:pt x="457" y="10822"/>
                              </a:cubicBezTo>
                              <a:cubicBezTo>
                                <a:pt x="1712" y="15907"/>
                                <a:pt x="3605" y="20978"/>
                                <a:pt x="5542" y="25835"/>
                              </a:cubicBezTo>
                              <a:cubicBezTo>
                                <a:pt x="9363" y="35409"/>
                                <a:pt x="14913" y="44349"/>
                                <a:pt x="22725" y="51207"/>
                              </a:cubicBezTo>
                              <a:cubicBezTo>
                                <a:pt x="23907" y="52258"/>
                                <a:pt x="25437" y="50650"/>
                                <a:pt x="24420" y="49473"/>
                              </a:cubicBezTo>
                              <a:close/>
                            </a:path>
                          </a:pathLst>
                        </a:custGeom>
                        <a:solidFill>
                          <a:srgbClr val="BA514F"/>
                        </a:solidFill>
                        <a:ln w="4839" cap="flat">
                          <a:noFill/>
                          <a:prstDash val="solid"/>
                          <a:miter/>
                        </a:ln>
                      </p:spPr>
                      <p:txBody>
                        <a:bodyPr rtlCol="0" anchor="ctr"/>
                        <a:lstStyle/>
                        <a:p>
                          <a:endParaRPr lang="vi-VN"/>
                        </a:p>
                      </p:txBody>
                    </p:sp>
                    <p:sp>
                      <p:nvSpPr>
                        <p:cNvPr id="867" name="Freeform: Shape 866">
                          <a:extLst>
                            <a:ext uri="{FF2B5EF4-FFF2-40B4-BE49-F238E27FC236}">
                              <a16:creationId xmlns:a16="http://schemas.microsoft.com/office/drawing/2014/main" id="{F2C78280-BC56-B79B-6F9A-095BEB5DC305}"/>
                            </a:ext>
                          </a:extLst>
                        </p:cNvPr>
                        <p:cNvSpPr/>
                        <p:nvPr/>
                      </p:nvSpPr>
                      <p:spPr>
                        <a:xfrm>
                          <a:off x="3380070" y="5382729"/>
                          <a:ext cx="36140" cy="55916"/>
                        </a:xfrm>
                        <a:custGeom>
                          <a:avLst/>
                          <a:gdLst>
                            <a:gd name="connsiteX0" fmla="*/ 34115 w 36140"/>
                            <a:gd name="connsiteY0" fmla="*/ 50493 h 55916"/>
                            <a:gd name="connsiteX1" fmla="*/ 27108 w 36140"/>
                            <a:gd name="connsiteY1" fmla="*/ 43999 h 55916"/>
                            <a:gd name="connsiteX2" fmla="*/ 12947 w 36140"/>
                            <a:gd name="connsiteY2" fmla="*/ 30972 h 55916"/>
                            <a:gd name="connsiteX3" fmla="*/ 4884 w 36140"/>
                            <a:gd name="connsiteY3" fmla="*/ 15993 h 55916"/>
                            <a:gd name="connsiteX4" fmla="*/ 3087 w 36140"/>
                            <a:gd name="connsiteY4" fmla="*/ 7542 h 55916"/>
                            <a:gd name="connsiteX5" fmla="*/ 1368 w 36140"/>
                            <a:gd name="connsiteY5" fmla="*/ 287 h 55916"/>
                            <a:gd name="connsiteX6" fmla="*/ 259 w 36140"/>
                            <a:gd name="connsiteY6" fmla="*/ 461 h 55916"/>
                            <a:gd name="connsiteX7" fmla="*/ 738 w 36140"/>
                            <a:gd name="connsiteY7" fmla="*/ 8835 h 55916"/>
                            <a:gd name="connsiteX8" fmla="*/ 2288 w 36140"/>
                            <a:gd name="connsiteY8" fmla="*/ 16084 h 55916"/>
                            <a:gd name="connsiteX9" fmla="*/ 8734 w 36140"/>
                            <a:gd name="connsiteY9" fmla="*/ 29906 h 55916"/>
                            <a:gd name="connsiteX10" fmla="*/ 20841 w 36140"/>
                            <a:gd name="connsiteY10" fmla="*/ 41684 h 55916"/>
                            <a:gd name="connsiteX11" fmla="*/ 28028 w 36140"/>
                            <a:gd name="connsiteY11" fmla="*/ 48125 h 55916"/>
                            <a:gd name="connsiteX12" fmla="*/ 34314 w 36140"/>
                            <a:gd name="connsiteY12" fmla="*/ 55273 h 55916"/>
                            <a:gd name="connsiteX13" fmla="*/ 36062 w 36140"/>
                            <a:gd name="connsiteY13" fmla="*/ 55244 h 55916"/>
                            <a:gd name="connsiteX14" fmla="*/ 34115 w 36140"/>
                            <a:gd name="connsiteY14" fmla="*/ 50493 h 55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140" h="55916">
                              <a:moveTo>
                                <a:pt x="34115" y="50493"/>
                              </a:moveTo>
                              <a:cubicBezTo>
                                <a:pt x="31878" y="48241"/>
                                <a:pt x="29452" y="46144"/>
                                <a:pt x="27108" y="43999"/>
                              </a:cubicBezTo>
                              <a:cubicBezTo>
                                <a:pt x="22395" y="39684"/>
                                <a:pt x="17359" y="35601"/>
                                <a:pt x="12947" y="30972"/>
                              </a:cubicBezTo>
                              <a:cubicBezTo>
                                <a:pt x="8932" y="26763"/>
                                <a:pt x="6448" y="21552"/>
                                <a:pt x="4884" y="15993"/>
                              </a:cubicBezTo>
                              <a:cubicBezTo>
                                <a:pt x="4104" y="13218"/>
                                <a:pt x="3542" y="10385"/>
                                <a:pt x="3087" y="7542"/>
                              </a:cubicBezTo>
                              <a:cubicBezTo>
                                <a:pt x="2695" y="5086"/>
                                <a:pt x="2515" y="2529"/>
                                <a:pt x="1368" y="287"/>
                              </a:cubicBezTo>
                              <a:cubicBezTo>
                                <a:pt x="1121" y="-192"/>
                                <a:pt x="370" y="-28"/>
                                <a:pt x="259" y="461"/>
                              </a:cubicBezTo>
                              <a:cubicBezTo>
                                <a:pt x="-361" y="3212"/>
                                <a:pt x="268" y="6103"/>
                                <a:pt x="738" y="8835"/>
                              </a:cubicBezTo>
                              <a:cubicBezTo>
                                <a:pt x="1154" y="11271"/>
                                <a:pt x="1648" y="13697"/>
                                <a:pt x="2288" y="16084"/>
                              </a:cubicBezTo>
                              <a:cubicBezTo>
                                <a:pt x="3610" y="21010"/>
                                <a:pt x="5610" y="25838"/>
                                <a:pt x="8734" y="29906"/>
                              </a:cubicBezTo>
                              <a:cubicBezTo>
                                <a:pt x="12153" y="34362"/>
                                <a:pt x="16695" y="37940"/>
                                <a:pt x="20841" y="41684"/>
                              </a:cubicBezTo>
                              <a:cubicBezTo>
                                <a:pt x="23228" y="43839"/>
                                <a:pt x="25616" y="45994"/>
                                <a:pt x="28028" y="48125"/>
                              </a:cubicBezTo>
                              <a:cubicBezTo>
                                <a:pt x="30163" y="50014"/>
                                <a:pt x="33854" y="52242"/>
                                <a:pt x="34314" y="55273"/>
                              </a:cubicBezTo>
                              <a:cubicBezTo>
                                <a:pt x="34454" y="56179"/>
                                <a:pt x="35907" y="56092"/>
                                <a:pt x="36062" y="55244"/>
                              </a:cubicBezTo>
                              <a:cubicBezTo>
                                <a:pt x="36430" y="53293"/>
                                <a:pt x="35462" y="51844"/>
                                <a:pt x="34115" y="50493"/>
                              </a:cubicBezTo>
                              <a:close/>
                            </a:path>
                          </a:pathLst>
                        </a:custGeom>
                        <a:solidFill>
                          <a:srgbClr val="BA514F"/>
                        </a:solidFill>
                        <a:ln w="4839" cap="flat">
                          <a:noFill/>
                          <a:prstDash val="solid"/>
                          <a:miter/>
                        </a:ln>
                      </p:spPr>
                      <p:txBody>
                        <a:bodyPr rtlCol="0" anchor="ctr"/>
                        <a:lstStyle/>
                        <a:p>
                          <a:endParaRPr lang="vi-VN"/>
                        </a:p>
                      </p:txBody>
                    </p:sp>
                    <p:sp>
                      <p:nvSpPr>
                        <p:cNvPr id="868" name="Freeform: Shape 867">
                          <a:extLst>
                            <a:ext uri="{FF2B5EF4-FFF2-40B4-BE49-F238E27FC236}">
                              <a16:creationId xmlns:a16="http://schemas.microsoft.com/office/drawing/2014/main" id="{D45D58F3-6221-024B-9776-844E35D6E96A}"/>
                            </a:ext>
                          </a:extLst>
                        </p:cNvPr>
                        <p:cNvSpPr/>
                        <p:nvPr/>
                      </p:nvSpPr>
                      <p:spPr>
                        <a:xfrm>
                          <a:off x="3405013" y="5367412"/>
                          <a:ext cx="30842" cy="53152"/>
                        </a:xfrm>
                        <a:custGeom>
                          <a:avLst/>
                          <a:gdLst>
                            <a:gd name="connsiteX0" fmla="*/ 30272 w 30842"/>
                            <a:gd name="connsiteY0" fmla="*/ 50875 h 53152"/>
                            <a:gd name="connsiteX1" fmla="*/ 20015 w 30842"/>
                            <a:gd name="connsiteY1" fmla="*/ 40628 h 53152"/>
                            <a:gd name="connsiteX2" fmla="*/ 11506 w 30842"/>
                            <a:gd name="connsiteY2" fmla="*/ 28051 h 53152"/>
                            <a:gd name="connsiteX3" fmla="*/ 5195 w 30842"/>
                            <a:gd name="connsiteY3" fmla="*/ 15164 h 53152"/>
                            <a:gd name="connsiteX4" fmla="*/ 3021 w 30842"/>
                            <a:gd name="connsiteY4" fmla="*/ 8737 h 53152"/>
                            <a:gd name="connsiteX5" fmla="*/ 2803 w 30842"/>
                            <a:gd name="connsiteY5" fmla="*/ 5168 h 53152"/>
                            <a:gd name="connsiteX6" fmla="*/ 4275 w 30842"/>
                            <a:gd name="connsiteY6" fmla="*/ 1478 h 53152"/>
                            <a:gd name="connsiteX7" fmla="*/ 2759 w 30842"/>
                            <a:gd name="connsiteY7" fmla="*/ 122 h 53152"/>
                            <a:gd name="connsiteX8" fmla="*/ 1219 w 30842"/>
                            <a:gd name="connsiteY8" fmla="*/ 12413 h 53152"/>
                            <a:gd name="connsiteX9" fmla="*/ 8406 w 30842"/>
                            <a:gd name="connsiteY9" fmla="*/ 28152 h 53152"/>
                            <a:gd name="connsiteX10" fmla="*/ 17617 w 30842"/>
                            <a:gd name="connsiteY10" fmla="*/ 42013 h 53152"/>
                            <a:gd name="connsiteX11" fmla="*/ 29381 w 30842"/>
                            <a:gd name="connsiteY11" fmla="*/ 53079 h 53152"/>
                            <a:gd name="connsiteX12" fmla="*/ 30272 w 30842"/>
                            <a:gd name="connsiteY12" fmla="*/ 50875 h 53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842" h="53152">
                              <a:moveTo>
                                <a:pt x="30272" y="50875"/>
                              </a:moveTo>
                              <a:cubicBezTo>
                                <a:pt x="26030" y="48483"/>
                                <a:pt x="22964" y="44415"/>
                                <a:pt x="20015" y="40628"/>
                              </a:cubicBezTo>
                              <a:cubicBezTo>
                                <a:pt x="16901" y="36632"/>
                                <a:pt x="14034" y="32438"/>
                                <a:pt x="11506" y="28051"/>
                              </a:cubicBezTo>
                              <a:cubicBezTo>
                                <a:pt x="9118" y="23900"/>
                                <a:pt x="7002" y="19595"/>
                                <a:pt x="5195" y="15164"/>
                              </a:cubicBezTo>
                              <a:cubicBezTo>
                                <a:pt x="4343" y="13076"/>
                                <a:pt x="3457" y="10960"/>
                                <a:pt x="3021" y="8737"/>
                              </a:cubicBezTo>
                              <a:cubicBezTo>
                                <a:pt x="2793" y="7575"/>
                                <a:pt x="2648" y="6355"/>
                                <a:pt x="2803" y="5168"/>
                              </a:cubicBezTo>
                              <a:cubicBezTo>
                                <a:pt x="2987" y="3783"/>
                                <a:pt x="3733" y="2732"/>
                                <a:pt x="4275" y="1478"/>
                              </a:cubicBezTo>
                              <a:cubicBezTo>
                                <a:pt x="4639" y="635"/>
                                <a:pt x="3563" y="-348"/>
                                <a:pt x="2759" y="122"/>
                              </a:cubicBezTo>
                              <a:cubicBezTo>
                                <a:pt x="-1318" y="2519"/>
                                <a:pt x="-6" y="8776"/>
                                <a:pt x="1219" y="12413"/>
                              </a:cubicBezTo>
                              <a:cubicBezTo>
                                <a:pt x="3055" y="17861"/>
                                <a:pt x="5607" y="23140"/>
                                <a:pt x="8406" y="28152"/>
                              </a:cubicBezTo>
                              <a:cubicBezTo>
                                <a:pt x="11113" y="32995"/>
                                <a:pt x="14174" y="37659"/>
                                <a:pt x="17617" y="42013"/>
                              </a:cubicBezTo>
                              <a:cubicBezTo>
                                <a:pt x="20770" y="46008"/>
                                <a:pt x="24436" y="51253"/>
                                <a:pt x="29381" y="53079"/>
                              </a:cubicBezTo>
                              <a:cubicBezTo>
                                <a:pt x="30679" y="53563"/>
                                <a:pt x="31425" y="51529"/>
                                <a:pt x="30272" y="50875"/>
                              </a:cubicBezTo>
                              <a:close/>
                            </a:path>
                          </a:pathLst>
                        </a:custGeom>
                        <a:solidFill>
                          <a:srgbClr val="BA514F"/>
                        </a:solidFill>
                        <a:ln w="4839" cap="flat">
                          <a:noFill/>
                          <a:prstDash val="solid"/>
                          <a:miter/>
                        </a:ln>
                      </p:spPr>
                      <p:txBody>
                        <a:bodyPr rtlCol="0" anchor="ctr"/>
                        <a:lstStyle/>
                        <a:p>
                          <a:endParaRPr lang="vi-VN"/>
                        </a:p>
                      </p:txBody>
                    </p:sp>
                  </p:grpSp>
                  <p:sp>
                    <p:nvSpPr>
                      <p:cNvPr id="865" name="Freeform: Shape 864">
                        <a:extLst>
                          <a:ext uri="{FF2B5EF4-FFF2-40B4-BE49-F238E27FC236}">
                            <a16:creationId xmlns:a16="http://schemas.microsoft.com/office/drawing/2014/main" id="{C14907EF-BCFF-0218-16FA-7ECD9ADDCED9}"/>
                          </a:ext>
                        </a:extLst>
                      </p:cNvPr>
                      <p:cNvSpPr/>
                      <p:nvPr/>
                    </p:nvSpPr>
                    <p:spPr>
                      <a:xfrm>
                        <a:off x="3300628" y="5149671"/>
                        <a:ext cx="92853" cy="77326"/>
                      </a:xfrm>
                      <a:custGeom>
                        <a:avLst/>
                        <a:gdLst>
                          <a:gd name="connsiteX0" fmla="*/ 76353 w 92853"/>
                          <a:gd name="connsiteY0" fmla="*/ 8984 h 77326"/>
                          <a:gd name="connsiteX1" fmla="*/ 28806 w 92853"/>
                          <a:gd name="connsiteY1" fmla="*/ 3269 h 77326"/>
                          <a:gd name="connsiteX2" fmla="*/ 0 w 92853"/>
                          <a:gd name="connsiteY2" fmla="*/ 31600 h 77326"/>
                          <a:gd name="connsiteX3" fmla="*/ 8548 w 92853"/>
                          <a:gd name="connsiteY3" fmla="*/ 57669 h 77326"/>
                          <a:gd name="connsiteX4" fmla="*/ 17904 w 92853"/>
                          <a:gd name="connsiteY4" fmla="*/ 77327 h 77326"/>
                          <a:gd name="connsiteX5" fmla="*/ 49170 w 92853"/>
                          <a:gd name="connsiteY5" fmla="*/ 59316 h 77326"/>
                          <a:gd name="connsiteX6" fmla="*/ 42976 w 92853"/>
                          <a:gd name="connsiteY6" fmla="*/ 48231 h 77326"/>
                          <a:gd name="connsiteX7" fmla="*/ 57897 w 92853"/>
                          <a:gd name="connsiteY7" fmla="*/ 56856 h 77326"/>
                          <a:gd name="connsiteX8" fmla="*/ 92853 w 92853"/>
                          <a:gd name="connsiteY8" fmla="*/ 52744 h 77326"/>
                          <a:gd name="connsiteX9" fmla="*/ 76353 w 92853"/>
                          <a:gd name="connsiteY9" fmla="*/ 8984 h 77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2853" h="77326">
                            <a:moveTo>
                              <a:pt x="76353" y="8984"/>
                            </a:moveTo>
                            <a:cubicBezTo>
                              <a:pt x="76353" y="8984"/>
                              <a:pt x="48516" y="-6586"/>
                              <a:pt x="28806" y="3269"/>
                            </a:cubicBezTo>
                            <a:cubicBezTo>
                              <a:pt x="9095" y="13124"/>
                              <a:pt x="0" y="31600"/>
                              <a:pt x="0" y="31600"/>
                            </a:cubicBezTo>
                            <a:lnTo>
                              <a:pt x="8548" y="57669"/>
                            </a:lnTo>
                            <a:cubicBezTo>
                              <a:pt x="8548" y="57669"/>
                              <a:pt x="12296" y="65495"/>
                              <a:pt x="17904" y="77327"/>
                            </a:cubicBezTo>
                            <a:cubicBezTo>
                              <a:pt x="29266" y="71418"/>
                              <a:pt x="51553" y="61205"/>
                              <a:pt x="49170" y="59316"/>
                            </a:cubicBezTo>
                            <a:cubicBezTo>
                              <a:pt x="46056" y="56851"/>
                              <a:pt x="42976" y="48231"/>
                              <a:pt x="42976" y="48231"/>
                            </a:cubicBezTo>
                            <a:lnTo>
                              <a:pt x="57897" y="56856"/>
                            </a:lnTo>
                            <a:lnTo>
                              <a:pt x="92853" y="52744"/>
                            </a:lnTo>
                            <a:lnTo>
                              <a:pt x="76353" y="8984"/>
                            </a:lnTo>
                            <a:close/>
                          </a:path>
                        </a:pathLst>
                      </a:custGeom>
                      <a:solidFill>
                        <a:srgbClr val="BA514F"/>
                      </a:solidFill>
                      <a:ln w="4839" cap="flat">
                        <a:noFill/>
                        <a:prstDash val="solid"/>
                        <a:miter/>
                      </a:ln>
                    </p:spPr>
                    <p:txBody>
                      <a:bodyPr rtlCol="0" anchor="ctr"/>
                      <a:lstStyle/>
                      <a:p>
                        <a:endParaRPr lang="vi-VN"/>
                      </a:p>
                    </p:txBody>
                  </p:sp>
                </p:grpSp>
                <p:sp>
                  <p:nvSpPr>
                    <p:cNvPr id="859" name="Freeform: Shape 858">
                      <a:extLst>
                        <a:ext uri="{FF2B5EF4-FFF2-40B4-BE49-F238E27FC236}">
                          <a16:creationId xmlns:a16="http://schemas.microsoft.com/office/drawing/2014/main" id="{270FC980-9137-37F5-67F8-C53735999EF2}"/>
                        </a:ext>
                      </a:extLst>
                    </p:cNvPr>
                    <p:cNvSpPr/>
                    <p:nvPr/>
                  </p:nvSpPr>
                  <p:spPr>
                    <a:xfrm>
                      <a:off x="3208997" y="4695269"/>
                      <a:ext cx="183249" cy="516798"/>
                    </a:xfrm>
                    <a:custGeom>
                      <a:avLst/>
                      <a:gdLst>
                        <a:gd name="connsiteX0" fmla="*/ 13269 w 183249"/>
                        <a:gd name="connsiteY0" fmla="*/ 1901 h 516798"/>
                        <a:gd name="connsiteX1" fmla="*/ 2184 w 183249"/>
                        <a:gd name="connsiteY1" fmla="*/ 120315 h 516798"/>
                        <a:gd name="connsiteX2" fmla="*/ 42815 w 183249"/>
                        <a:gd name="connsiteY2" fmla="*/ 410865 h 516798"/>
                        <a:gd name="connsiteX3" fmla="*/ 61490 w 183249"/>
                        <a:gd name="connsiteY3" fmla="*/ 478612 h 516798"/>
                        <a:gd name="connsiteX4" fmla="*/ 75980 w 183249"/>
                        <a:gd name="connsiteY4" fmla="*/ 478612 h 516798"/>
                        <a:gd name="connsiteX5" fmla="*/ 91371 w 183249"/>
                        <a:gd name="connsiteY5" fmla="*/ 516798 h 516798"/>
                        <a:gd name="connsiteX6" fmla="*/ 123488 w 183249"/>
                        <a:gd name="connsiteY6" fmla="*/ 499553 h 516798"/>
                        <a:gd name="connsiteX7" fmla="*/ 116733 w 183249"/>
                        <a:gd name="connsiteY7" fmla="*/ 478612 h 516798"/>
                        <a:gd name="connsiteX8" fmla="*/ 131513 w 183249"/>
                        <a:gd name="connsiteY8" fmla="*/ 492404 h 516798"/>
                        <a:gd name="connsiteX9" fmla="*/ 183250 w 183249"/>
                        <a:gd name="connsiteY9" fmla="*/ 487232 h 516798"/>
                        <a:gd name="connsiteX10" fmla="*/ 167975 w 183249"/>
                        <a:gd name="connsiteY10" fmla="*/ 451511 h 516798"/>
                        <a:gd name="connsiteX11" fmla="*/ 177821 w 183249"/>
                        <a:gd name="connsiteY11" fmla="*/ 394050 h 516798"/>
                        <a:gd name="connsiteX12" fmla="*/ 149514 w 183249"/>
                        <a:gd name="connsiteY12" fmla="*/ 324632 h 516798"/>
                        <a:gd name="connsiteX13" fmla="*/ 13269 w 183249"/>
                        <a:gd name="connsiteY13" fmla="*/ 1901 h 51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3249" h="516798">
                          <a:moveTo>
                            <a:pt x="13269" y="1901"/>
                          </a:moveTo>
                          <a:cubicBezTo>
                            <a:pt x="13269" y="1901"/>
                            <a:pt x="-6442" y="71198"/>
                            <a:pt x="2184" y="120315"/>
                          </a:cubicBezTo>
                          <a:cubicBezTo>
                            <a:pt x="10804" y="169427"/>
                            <a:pt x="30481" y="378834"/>
                            <a:pt x="42815" y="410865"/>
                          </a:cubicBezTo>
                          <a:cubicBezTo>
                            <a:pt x="55150" y="442891"/>
                            <a:pt x="50588" y="474917"/>
                            <a:pt x="61490" y="478612"/>
                          </a:cubicBezTo>
                          <a:cubicBezTo>
                            <a:pt x="72391" y="482307"/>
                            <a:pt x="75980" y="478612"/>
                            <a:pt x="75980" y="478612"/>
                          </a:cubicBezTo>
                          <a:lnTo>
                            <a:pt x="91371" y="516798"/>
                          </a:lnTo>
                          <a:lnTo>
                            <a:pt x="123488" y="499553"/>
                          </a:lnTo>
                          <a:lnTo>
                            <a:pt x="116733" y="478612"/>
                          </a:lnTo>
                          <a:lnTo>
                            <a:pt x="131513" y="492404"/>
                          </a:lnTo>
                          <a:lnTo>
                            <a:pt x="183250" y="487232"/>
                          </a:lnTo>
                          <a:lnTo>
                            <a:pt x="167975" y="451511"/>
                          </a:lnTo>
                          <a:cubicBezTo>
                            <a:pt x="167975" y="451511"/>
                            <a:pt x="181012" y="420357"/>
                            <a:pt x="177821" y="394050"/>
                          </a:cubicBezTo>
                          <a:cubicBezTo>
                            <a:pt x="174629" y="367743"/>
                            <a:pt x="149514" y="324632"/>
                            <a:pt x="149514" y="324632"/>
                          </a:cubicBezTo>
                          <a:cubicBezTo>
                            <a:pt x="149514" y="324632"/>
                            <a:pt x="164784" y="-28895"/>
                            <a:pt x="13269" y="1901"/>
                          </a:cubicBezTo>
                          <a:close/>
                        </a:path>
                      </a:pathLst>
                    </a:custGeom>
                    <a:solidFill>
                      <a:srgbClr val="D18BCF"/>
                    </a:solidFill>
                    <a:ln w="4839" cap="flat">
                      <a:noFill/>
                      <a:prstDash val="solid"/>
                      <a:miter/>
                    </a:ln>
                  </p:spPr>
                  <p:txBody>
                    <a:bodyPr rtlCol="0" anchor="ctr"/>
                    <a:lstStyle/>
                    <a:p>
                      <a:endParaRPr lang="vi-VN"/>
                    </a:p>
                  </p:txBody>
                </p:sp>
                <p:sp>
                  <p:nvSpPr>
                    <p:cNvPr id="860" name="Freeform: Shape 859">
                      <a:extLst>
                        <a:ext uri="{FF2B5EF4-FFF2-40B4-BE49-F238E27FC236}">
                          <a16:creationId xmlns:a16="http://schemas.microsoft.com/office/drawing/2014/main" id="{D8286D47-79CB-BB3B-AD72-7815FC6F7646}"/>
                        </a:ext>
                      </a:extLst>
                    </p:cNvPr>
                    <p:cNvSpPr/>
                    <p:nvPr/>
                  </p:nvSpPr>
                  <p:spPr>
                    <a:xfrm>
                      <a:off x="3247705" y="4914882"/>
                      <a:ext cx="144550" cy="297184"/>
                    </a:xfrm>
                    <a:custGeom>
                      <a:avLst/>
                      <a:gdLst>
                        <a:gd name="connsiteX0" fmla="*/ 144551 w 144550"/>
                        <a:gd name="connsiteY0" fmla="*/ 267619 h 297184"/>
                        <a:gd name="connsiteX1" fmla="*/ 129276 w 144550"/>
                        <a:gd name="connsiteY1" fmla="*/ 231897 h 297184"/>
                        <a:gd name="connsiteX2" fmla="*/ 139122 w 144550"/>
                        <a:gd name="connsiteY2" fmla="*/ 174436 h 297184"/>
                        <a:gd name="connsiteX3" fmla="*/ 110815 w 144550"/>
                        <a:gd name="connsiteY3" fmla="*/ 105018 h 297184"/>
                        <a:gd name="connsiteX4" fmla="*/ 110747 w 144550"/>
                        <a:gd name="connsiteY4" fmla="*/ 47591 h 297184"/>
                        <a:gd name="connsiteX5" fmla="*/ 68793 w 144550"/>
                        <a:gd name="connsiteY5" fmla="*/ 13778 h 297184"/>
                        <a:gd name="connsiteX6" fmla="*/ 16107 w 144550"/>
                        <a:gd name="connsiteY6" fmla="*/ 0 h 297184"/>
                        <a:gd name="connsiteX7" fmla="*/ 0 w 144550"/>
                        <a:gd name="connsiteY7" fmla="*/ 44012 h 297184"/>
                        <a:gd name="connsiteX8" fmla="*/ 10359 w 144550"/>
                        <a:gd name="connsiteY8" fmla="*/ 105023 h 297184"/>
                        <a:gd name="connsiteX9" fmla="*/ 6693 w 144550"/>
                        <a:gd name="connsiteY9" fmla="*/ 135320 h 297184"/>
                        <a:gd name="connsiteX10" fmla="*/ 31222 w 144550"/>
                        <a:gd name="connsiteY10" fmla="*/ 143820 h 297184"/>
                        <a:gd name="connsiteX11" fmla="*/ 46003 w 144550"/>
                        <a:gd name="connsiteY11" fmla="*/ 229142 h 297184"/>
                        <a:gd name="connsiteX12" fmla="*/ 63931 w 144550"/>
                        <a:gd name="connsiteY12" fmla="*/ 238241 h 297184"/>
                        <a:gd name="connsiteX13" fmla="*/ 37155 w 144550"/>
                        <a:gd name="connsiteY13" fmla="*/ 258030 h 297184"/>
                        <a:gd name="connsiteX14" fmla="*/ 36651 w 144550"/>
                        <a:gd name="connsiteY14" fmla="*/ 259444 h 297184"/>
                        <a:gd name="connsiteX15" fmla="*/ 37271 w 144550"/>
                        <a:gd name="connsiteY15" fmla="*/ 258998 h 297184"/>
                        <a:gd name="connsiteX16" fmla="*/ 52662 w 144550"/>
                        <a:gd name="connsiteY16" fmla="*/ 297184 h 297184"/>
                        <a:gd name="connsiteX17" fmla="*/ 84780 w 144550"/>
                        <a:gd name="connsiteY17" fmla="*/ 279939 h 297184"/>
                        <a:gd name="connsiteX18" fmla="*/ 78024 w 144550"/>
                        <a:gd name="connsiteY18" fmla="*/ 258998 h 297184"/>
                        <a:gd name="connsiteX19" fmla="*/ 92805 w 144550"/>
                        <a:gd name="connsiteY19" fmla="*/ 272791 h 297184"/>
                        <a:gd name="connsiteX20" fmla="*/ 144551 w 144550"/>
                        <a:gd name="connsiteY20" fmla="*/ 267619 h 29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4550" h="297184">
                          <a:moveTo>
                            <a:pt x="144551" y="267619"/>
                          </a:moveTo>
                          <a:lnTo>
                            <a:pt x="129276" y="231897"/>
                          </a:lnTo>
                          <a:cubicBezTo>
                            <a:pt x="129276" y="231897"/>
                            <a:pt x="142313" y="200743"/>
                            <a:pt x="139122" y="174436"/>
                          </a:cubicBezTo>
                          <a:cubicBezTo>
                            <a:pt x="135930" y="148135"/>
                            <a:pt x="110815" y="105018"/>
                            <a:pt x="110815" y="105018"/>
                          </a:cubicBezTo>
                          <a:cubicBezTo>
                            <a:pt x="110815" y="105018"/>
                            <a:pt x="111813" y="81695"/>
                            <a:pt x="110747" y="47591"/>
                          </a:cubicBezTo>
                          <a:lnTo>
                            <a:pt x="68793" y="13778"/>
                          </a:lnTo>
                          <a:lnTo>
                            <a:pt x="16107" y="0"/>
                          </a:lnTo>
                          <a:lnTo>
                            <a:pt x="0" y="44012"/>
                          </a:lnTo>
                          <a:cubicBezTo>
                            <a:pt x="426" y="46516"/>
                            <a:pt x="-1177" y="88480"/>
                            <a:pt x="10359" y="105023"/>
                          </a:cubicBezTo>
                          <a:cubicBezTo>
                            <a:pt x="21895" y="121571"/>
                            <a:pt x="7415" y="118191"/>
                            <a:pt x="6693" y="135320"/>
                          </a:cubicBezTo>
                          <a:cubicBezTo>
                            <a:pt x="5971" y="152450"/>
                            <a:pt x="13977" y="108709"/>
                            <a:pt x="31222" y="143820"/>
                          </a:cubicBezTo>
                          <a:cubicBezTo>
                            <a:pt x="48468" y="178931"/>
                            <a:pt x="35934" y="218076"/>
                            <a:pt x="46003" y="229142"/>
                          </a:cubicBezTo>
                          <a:cubicBezTo>
                            <a:pt x="56076" y="240213"/>
                            <a:pt x="63931" y="238241"/>
                            <a:pt x="63931" y="238241"/>
                          </a:cubicBezTo>
                          <a:cubicBezTo>
                            <a:pt x="63931" y="238241"/>
                            <a:pt x="41242" y="247821"/>
                            <a:pt x="37155" y="258030"/>
                          </a:cubicBezTo>
                          <a:cubicBezTo>
                            <a:pt x="36985" y="258451"/>
                            <a:pt x="36821" y="258955"/>
                            <a:pt x="36651" y="259444"/>
                          </a:cubicBezTo>
                          <a:cubicBezTo>
                            <a:pt x="37058" y="259197"/>
                            <a:pt x="37271" y="258998"/>
                            <a:pt x="37271" y="258998"/>
                          </a:cubicBezTo>
                          <a:lnTo>
                            <a:pt x="52662" y="297184"/>
                          </a:lnTo>
                          <a:lnTo>
                            <a:pt x="84780" y="279939"/>
                          </a:lnTo>
                          <a:lnTo>
                            <a:pt x="78024" y="258998"/>
                          </a:lnTo>
                          <a:lnTo>
                            <a:pt x="92805" y="272791"/>
                          </a:lnTo>
                          <a:lnTo>
                            <a:pt x="144551" y="267619"/>
                          </a:lnTo>
                          <a:close/>
                        </a:path>
                      </a:pathLst>
                    </a:custGeom>
                    <a:solidFill>
                      <a:srgbClr val="D18BCF">
                        <a:alpha val="31000"/>
                      </a:srgbClr>
                    </a:solidFill>
                    <a:ln w="4839" cap="flat">
                      <a:noFill/>
                      <a:prstDash val="solid"/>
                      <a:miter/>
                    </a:ln>
                  </p:spPr>
                  <p:txBody>
                    <a:bodyPr rtlCol="0" anchor="ctr"/>
                    <a:lstStyle/>
                    <a:p>
                      <a:endParaRPr lang="vi-VN"/>
                    </a:p>
                  </p:txBody>
                </p:sp>
                <p:sp>
                  <p:nvSpPr>
                    <p:cNvPr id="861" name="Freeform: Shape 860">
                      <a:extLst>
                        <a:ext uri="{FF2B5EF4-FFF2-40B4-BE49-F238E27FC236}">
                          <a16:creationId xmlns:a16="http://schemas.microsoft.com/office/drawing/2014/main" id="{0D772743-61A6-3EE0-ED29-E45A5F907CB2}"/>
                        </a:ext>
                      </a:extLst>
                    </p:cNvPr>
                    <p:cNvSpPr/>
                    <p:nvPr/>
                  </p:nvSpPr>
                  <p:spPr>
                    <a:xfrm>
                      <a:off x="3283101" y="5144024"/>
                      <a:ext cx="79299" cy="29258"/>
                    </a:xfrm>
                    <a:custGeom>
                      <a:avLst/>
                      <a:gdLst>
                        <a:gd name="connsiteX0" fmla="*/ 78543 w 79299"/>
                        <a:gd name="connsiteY0" fmla="*/ 378 h 29258"/>
                        <a:gd name="connsiteX1" fmla="*/ 34259 w 79299"/>
                        <a:gd name="connsiteY1" fmla="*/ 6141 h 29258"/>
                        <a:gd name="connsiteX2" fmla="*/ 103 w 79299"/>
                        <a:gd name="connsiteY2" fmla="*/ 27842 h 29258"/>
                        <a:gd name="connsiteX3" fmla="*/ 1763 w 79299"/>
                        <a:gd name="connsiteY3" fmla="*/ 28888 h 29258"/>
                        <a:gd name="connsiteX4" fmla="*/ 35330 w 79299"/>
                        <a:gd name="connsiteY4" fmla="*/ 8644 h 29258"/>
                        <a:gd name="connsiteX5" fmla="*/ 78422 w 79299"/>
                        <a:gd name="connsiteY5" fmla="*/ 2281 h 29258"/>
                        <a:gd name="connsiteX6" fmla="*/ 78543 w 79299"/>
                        <a:gd name="connsiteY6" fmla="*/ 378 h 2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299" h="29258">
                          <a:moveTo>
                            <a:pt x="78543" y="378"/>
                          </a:moveTo>
                          <a:cubicBezTo>
                            <a:pt x="63777" y="-1046"/>
                            <a:pt x="48323" y="1705"/>
                            <a:pt x="34259" y="6141"/>
                          </a:cubicBezTo>
                          <a:cubicBezTo>
                            <a:pt x="21799" y="10073"/>
                            <a:pt x="6573" y="15575"/>
                            <a:pt x="103" y="27842"/>
                          </a:cubicBezTo>
                          <a:cubicBezTo>
                            <a:pt x="-411" y="28810"/>
                            <a:pt x="1139" y="29823"/>
                            <a:pt x="1763" y="28888"/>
                          </a:cubicBezTo>
                          <a:cubicBezTo>
                            <a:pt x="9178" y="17720"/>
                            <a:pt x="23063" y="12485"/>
                            <a:pt x="35330" y="8644"/>
                          </a:cubicBezTo>
                          <a:cubicBezTo>
                            <a:pt x="49408" y="4237"/>
                            <a:pt x="63758" y="2843"/>
                            <a:pt x="78422" y="2281"/>
                          </a:cubicBezTo>
                          <a:cubicBezTo>
                            <a:pt x="79487" y="2237"/>
                            <a:pt x="79647" y="484"/>
                            <a:pt x="78543" y="378"/>
                          </a:cubicBezTo>
                          <a:close/>
                        </a:path>
                      </a:pathLst>
                    </a:custGeom>
                    <a:solidFill>
                      <a:srgbClr val="B25F90"/>
                    </a:solidFill>
                    <a:ln w="4839" cap="flat">
                      <a:noFill/>
                      <a:prstDash val="solid"/>
                      <a:miter/>
                    </a:ln>
                  </p:spPr>
                  <p:txBody>
                    <a:bodyPr rtlCol="0" anchor="ctr"/>
                    <a:lstStyle/>
                    <a:p>
                      <a:endParaRPr lang="vi-VN"/>
                    </a:p>
                  </p:txBody>
                </p:sp>
                <p:sp>
                  <p:nvSpPr>
                    <p:cNvPr id="862" name="Freeform: Shape 861">
                      <a:extLst>
                        <a:ext uri="{FF2B5EF4-FFF2-40B4-BE49-F238E27FC236}">
                          <a16:creationId xmlns:a16="http://schemas.microsoft.com/office/drawing/2014/main" id="{FDE8A618-DE48-C264-D672-534637A7A4F5}"/>
                        </a:ext>
                      </a:extLst>
                    </p:cNvPr>
                    <p:cNvSpPr/>
                    <p:nvPr/>
                  </p:nvSpPr>
                  <p:spPr>
                    <a:xfrm>
                      <a:off x="3252868" y="5035910"/>
                      <a:ext cx="21892" cy="22782"/>
                    </a:xfrm>
                    <a:custGeom>
                      <a:avLst/>
                      <a:gdLst>
                        <a:gd name="connsiteX0" fmla="*/ 21139 w 21892"/>
                        <a:gd name="connsiteY0" fmla="*/ 1 h 22782"/>
                        <a:gd name="connsiteX1" fmla="*/ 16732 w 21892"/>
                        <a:gd name="connsiteY1" fmla="*/ 538 h 22782"/>
                        <a:gd name="connsiteX2" fmla="*/ 12804 w 21892"/>
                        <a:gd name="connsiteY2" fmla="*/ 2107 h 22782"/>
                        <a:gd name="connsiteX3" fmla="*/ 6116 w 21892"/>
                        <a:gd name="connsiteY3" fmla="*/ 7226 h 22782"/>
                        <a:gd name="connsiteX4" fmla="*/ 1530 w 21892"/>
                        <a:gd name="connsiteY4" fmla="*/ 14282 h 22782"/>
                        <a:gd name="connsiteX5" fmla="*/ 363 w 21892"/>
                        <a:gd name="connsiteY5" fmla="*/ 22346 h 22782"/>
                        <a:gd name="connsiteX6" fmla="*/ 1540 w 21892"/>
                        <a:gd name="connsiteY6" fmla="*/ 22443 h 22782"/>
                        <a:gd name="connsiteX7" fmla="*/ 2663 w 21892"/>
                        <a:gd name="connsiteY7" fmla="*/ 18452 h 22782"/>
                        <a:gd name="connsiteX8" fmla="*/ 3898 w 21892"/>
                        <a:gd name="connsiteY8" fmla="*/ 14907 h 22782"/>
                        <a:gd name="connsiteX9" fmla="*/ 7937 w 21892"/>
                        <a:gd name="connsiteY9" fmla="*/ 8815 h 22782"/>
                        <a:gd name="connsiteX10" fmla="*/ 21260 w 21892"/>
                        <a:gd name="connsiteY10" fmla="*/ 1618 h 22782"/>
                        <a:gd name="connsiteX11" fmla="*/ 21139 w 21892"/>
                        <a:gd name="connsiteY11" fmla="*/ 1 h 22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892" h="22782">
                          <a:moveTo>
                            <a:pt x="21139" y="1"/>
                          </a:moveTo>
                          <a:cubicBezTo>
                            <a:pt x="19575" y="-9"/>
                            <a:pt x="18238" y="88"/>
                            <a:pt x="16732" y="538"/>
                          </a:cubicBezTo>
                          <a:cubicBezTo>
                            <a:pt x="15381" y="940"/>
                            <a:pt x="14058" y="1468"/>
                            <a:pt x="12804" y="2107"/>
                          </a:cubicBezTo>
                          <a:cubicBezTo>
                            <a:pt x="10295" y="3386"/>
                            <a:pt x="8019" y="5163"/>
                            <a:pt x="6116" y="7226"/>
                          </a:cubicBezTo>
                          <a:cubicBezTo>
                            <a:pt x="4213" y="9294"/>
                            <a:pt x="2620" y="11687"/>
                            <a:pt x="1530" y="14282"/>
                          </a:cubicBezTo>
                          <a:cubicBezTo>
                            <a:pt x="566" y="16578"/>
                            <a:pt x="-606" y="19876"/>
                            <a:pt x="363" y="22346"/>
                          </a:cubicBezTo>
                          <a:cubicBezTo>
                            <a:pt x="556" y="22840"/>
                            <a:pt x="1283" y="22971"/>
                            <a:pt x="1540" y="22443"/>
                          </a:cubicBezTo>
                          <a:cubicBezTo>
                            <a:pt x="2126" y="21217"/>
                            <a:pt x="2329" y="19765"/>
                            <a:pt x="2663" y="18452"/>
                          </a:cubicBezTo>
                          <a:cubicBezTo>
                            <a:pt x="2973" y="17241"/>
                            <a:pt x="3385" y="16050"/>
                            <a:pt x="3898" y="14907"/>
                          </a:cubicBezTo>
                          <a:cubicBezTo>
                            <a:pt x="4905" y="12670"/>
                            <a:pt x="6266" y="10611"/>
                            <a:pt x="7937" y="8815"/>
                          </a:cubicBezTo>
                          <a:cubicBezTo>
                            <a:pt x="11487" y="4994"/>
                            <a:pt x="16189" y="2664"/>
                            <a:pt x="21260" y="1618"/>
                          </a:cubicBezTo>
                          <a:cubicBezTo>
                            <a:pt x="22151" y="1439"/>
                            <a:pt x="22093" y="10"/>
                            <a:pt x="21139" y="1"/>
                          </a:cubicBezTo>
                          <a:close/>
                        </a:path>
                      </a:pathLst>
                    </a:custGeom>
                    <a:solidFill>
                      <a:srgbClr val="B25F90"/>
                    </a:solidFill>
                    <a:ln w="4839" cap="flat">
                      <a:noFill/>
                      <a:prstDash val="solid"/>
                      <a:miter/>
                    </a:ln>
                  </p:spPr>
                  <p:txBody>
                    <a:bodyPr rtlCol="0" anchor="ctr"/>
                    <a:lstStyle/>
                    <a:p>
                      <a:endParaRPr lang="vi-VN"/>
                    </a:p>
                  </p:txBody>
                </p:sp>
              </p:grpSp>
              <p:grpSp>
                <p:nvGrpSpPr>
                  <p:cNvPr id="817" name="Graphic 1991">
                    <a:extLst>
                      <a:ext uri="{FF2B5EF4-FFF2-40B4-BE49-F238E27FC236}">
                        <a16:creationId xmlns:a16="http://schemas.microsoft.com/office/drawing/2014/main" id="{9384D854-4FFC-04F4-753D-B45966DE8333}"/>
                      </a:ext>
                    </a:extLst>
                  </p:cNvPr>
                  <p:cNvGrpSpPr/>
                  <p:nvPr/>
                </p:nvGrpSpPr>
                <p:grpSpPr>
                  <a:xfrm>
                    <a:off x="2942863" y="4145897"/>
                    <a:ext cx="950203" cy="1347019"/>
                    <a:chOff x="2942863" y="4145897"/>
                    <a:chExt cx="950203" cy="1347019"/>
                  </a:xfrm>
                </p:grpSpPr>
                <p:grpSp>
                  <p:nvGrpSpPr>
                    <p:cNvPr id="818" name="Graphic 1991">
                      <a:extLst>
                        <a:ext uri="{FF2B5EF4-FFF2-40B4-BE49-F238E27FC236}">
                          <a16:creationId xmlns:a16="http://schemas.microsoft.com/office/drawing/2014/main" id="{C8C8C273-71BF-7EF7-77D5-8618EA34FB43}"/>
                        </a:ext>
                      </a:extLst>
                    </p:cNvPr>
                    <p:cNvGrpSpPr/>
                    <p:nvPr/>
                  </p:nvGrpSpPr>
                  <p:grpSpPr>
                    <a:xfrm>
                      <a:off x="3222266" y="4447165"/>
                      <a:ext cx="670800" cy="1045750"/>
                      <a:chOff x="3222266" y="4447165"/>
                      <a:chExt cx="670800" cy="1045750"/>
                    </a:xfrm>
                  </p:grpSpPr>
                  <p:grpSp>
                    <p:nvGrpSpPr>
                      <p:cNvPr id="842" name="Graphic 1991">
                        <a:extLst>
                          <a:ext uri="{FF2B5EF4-FFF2-40B4-BE49-F238E27FC236}">
                            <a16:creationId xmlns:a16="http://schemas.microsoft.com/office/drawing/2014/main" id="{1D11C7E5-9FB9-F2F9-8614-172F7C106B6F}"/>
                          </a:ext>
                        </a:extLst>
                      </p:cNvPr>
                      <p:cNvGrpSpPr/>
                      <p:nvPr/>
                    </p:nvGrpSpPr>
                    <p:grpSpPr>
                      <a:xfrm>
                        <a:off x="3222266" y="4536407"/>
                        <a:ext cx="670800" cy="956508"/>
                        <a:chOff x="3222266" y="4536407"/>
                        <a:chExt cx="670800" cy="956508"/>
                      </a:xfrm>
                    </p:grpSpPr>
                    <p:sp>
                      <p:nvSpPr>
                        <p:cNvPr id="856" name="Freeform: Shape 855">
                          <a:extLst>
                            <a:ext uri="{FF2B5EF4-FFF2-40B4-BE49-F238E27FC236}">
                              <a16:creationId xmlns:a16="http://schemas.microsoft.com/office/drawing/2014/main" id="{38AB27AC-09E3-9C1F-1CF2-8EF8CEE88E6B}"/>
                            </a:ext>
                          </a:extLst>
                        </p:cNvPr>
                        <p:cNvSpPr/>
                        <p:nvPr/>
                      </p:nvSpPr>
                      <p:spPr>
                        <a:xfrm>
                          <a:off x="3222266" y="4536407"/>
                          <a:ext cx="670800" cy="956508"/>
                        </a:xfrm>
                        <a:custGeom>
                          <a:avLst/>
                          <a:gdLst>
                            <a:gd name="connsiteX0" fmla="*/ 180713 w 670800"/>
                            <a:gd name="connsiteY0" fmla="*/ 1204 h 956508"/>
                            <a:gd name="connsiteX1" fmla="*/ 452075 w 670800"/>
                            <a:gd name="connsiteY1" fmla="*/ 124223 h 956508"/>
                            <a:gd name="connsiteX2" fmla="*/ 553083 w 670800"/>
                            <a:gd name="connsiteY2" fmla="*/ 460093 h 956508"/>
                            <a:gd name="connsiteX3" fmla="*/ 637534 w 670800"/>
                            <a:gd name="connsiteY3" fmla="*/ 708083 h 956508"/>
                            <a:gd name="connsiteX4" fmla="*/ 660247 w 670800"/>
                            <a:gd name="connsiteY4" fmla="*/ 805396 h 956508"/>
                            <a:gd name="connsiteX5" fmla="*/ 386793 w 670800"/>
                            <a:gd name="connsiteY5" fmla="*/ 956509 h 956508"/>
                            <a:gd name="connsiteX6" fmla="*/ 167220 w 670800"/>
                            <a:gd name="connsiteY6" fmla="*/ 932333 h 956508"/>
                            <a:gd name="connsiteX7" fmla="*/ 169991 w 670800"/>
                            <a:gd name="connsiteY7" fmla="*/ 655949 h 956508"/>
                            <a:gd name="connsiteX8" fmla="*/ 29546 w 670800"/>
                            <a:gd name="connsiteY8" fmla="*/ 447772 h 956508"/>
                            <a:gd name="connsiteX9" fmla="*/ 0 w 670800"/>
                            <a:gd name="connsiteY9" fmla="*/ 160763 h 956508"/>
                            <a:gd name="connsiteX10" fmla="*/ 60711 w 670800"/>
                            <a:gd name="connsiteY10" fmla="*/ 49168 h 956508"/>
                            <a:gd name="connsiteX11" fmla="*/ 180713 w 670800"/>
                            <a:gd name="connsiteY11" fmla="*/ 1204 h 956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0800" h="956508">
                              <a:moveTo>
                                <a:pt x="180713" y="1204"/>
                              </a:moveTo>
                              <a:cubicBezTo>
                                <a:pt x="180713" y="1204"/>
                                <a:pt x="388023" y="26091"/>
                                <a:pt x="452075" y="124223"/>
                              </a:cubicBezTo>
                              <a:cubicBezTo>
                                <a:pt x="516127" y="222355"/>
                                <a:pt x="518592" y="287637"/>
                                <a:pt x="553083" y="460093"/>
                              </a:cubicBezTo>
                              <a:cubicBezTo>
                                <a:pt x="587574" y="632543"/>
                                <a:pt x="637534" y="708083"/>
                                <a:pt x="637534" y="708083"/>
                              </a:cubicBezTo>
                              <a:cubicBezTo>
                                <a:pt x="637534" y="708083"/>
                                <a:pt x="693503" y="772135"/>
                                <a:pt x="660247" y="805396"/>
                              </a:cubicBezTo>
                              <a:cubicBezTo>
                                <a:pt x="626991" y="838657"/>
                                <a:pt x="532148" y="956509"/>
                                <a:pt x="386793" y="956509"/>
                              </a:cubicBezTo>
                              <a:cubicBezTo>
                                <a:pt x="241438" y="956509"/>
                                <a:pt x="167220" y="932333"/>
                                <a:pt x="167220" y="932333"/>
                              </a:cubicBezTo>
                              <a:cubicBezTo>
                                <a:pt x="167220" y="932333"/>
                                <a:pt x="194626" y="699061"/>
                                <a:pt x="169991" y="655949"/>
                              </a:cubicBezTo>
                              <a:cubicBezTo>
                                <a:pt x="145355" y="612838"/>
                                <a:pt x="56628" y="515524"/>
                                <a:pt x="29546" y="447772"/>
                              </a:cubicBezTo>
                              <a:cubicBezTo>
                                <a:pt x="2465" y="380025"/>
                                <a:pt x="0" y="160763"/>
                                <a:pt x="0" y="160763"/>
                              </a:cubicBezTo>
                              <a:cubicBezTo>
                                <a:pt x="0" y="160763"/>
                                <a:pt x="28694" y="78138"/>
                                <a:pt x="60711" y="49168"/>
                              </a:cubicBezTo>
                              <a:cubicBezTo>
                                <a:pt x="92732" y="20193"/>
                                <a:pt x="138294" y="-5988"/>
                                <a:pt x="180713" y="1204"/>
                              </a:cubicBezTo>
                              <a:close/>
                            </a:path>
                          </a:pathLst>
                        </a:custGeom>
                        <a:solidFill>
                          <a:srgbClr val="A54C85"/>
                        </a:solidFill>
                        <a:ln w="4839" cap="flat">
                          <a:noFill/>
                          <a:prstDash val="solid"/>
                          <a:miter/>
                        </a:ln>
                      </p:spPr>
                      <p:txBody>
                        <a:bodyPr rtlCol="0" anchor="ctr"/>
                        <a:lstStyle/>
                        <a:p>
                          <a:endParaRPr lang="vi-VN"/>
                        </a:p>
                      </p:txBody>
                    </p:sp>
                    <p:sp>
                      <p:nvSpPr>
                        <p:cNvPr id="857" name="Freeform: Shape 856">
                          <a:extLst>
                            <a:ext uri="{FF2B5EF4-FFF2-40B4-BE49-F238E27FC236}">
                              <a16:creationId xmlns:a16="http://schemas.microsoft.com/office/drawing/2014/main" id="{3B109CEC-D590-C22A-3760-D168BE30FFB1}"/>
                            </a:ext>
                          </a:extLst>
                        </p:cNvPr>
                        <p:cNvSpPr/>
                        <p:nvPr/>
                      </p:nvSpPr>
                      <p:spPr>
                        <a:xfrm>
                          <a:off x="3222266" y="4558522"/>
                          <a:ext cx="670797" cy="934393"/>
                        </a:xfrm>
                        <a:custGeom>
                          <a:avLst/>
                          <a:gdLst>
                            <a:gd name="connsiteX0" fmla="*/ 660242 w 670797"/>
                            <a:gd name="connsiteY0" fmla="*/ 783281 h 934393"/>
                            <a:gd name="connsiteX1" fmla="*/ 642347 w 670797"/>
                            <a:gd name="connsiteY1" fmla="*/ 691929 h 934393"/>
                            <a:gd name="connsiteX2" fmla="*/ 247632 w 670797"/>
                            <a:gd name="connsiteY2" fmla="*/ 567496 h 934393"/>
                            <a:gd name="connsiteX3" fmla="*/ 65520 w 670797"/>
                            <a:gd name="connsiteY3" fmla="*/ 231132 h 934393"/>
                            <a:gd name="connsiteX4" fmla="*/ 96945 w 670797"/>
                            <a:gd name="connsiteY4" fmla="*/ 0 h 934393"/>
                            <a:gd name="connsiteX5" fmla="*/ 60711 w 670797"/>
                            <a:gd name="connsiteY5" fmla="*/ 27052 h 934393"/>
                            <a:gd name="connsiteX6" fmla="*/ 0 w 670797"/>
                            <a:gd name="connsiteY6" fmla="*/ 138647 h 934393"/>
                            <a:gd name="connsiteX7" fmla="*/ 29546 w 670797"/>
                            <a:gd name="connsiteY7" fmla="*/ 425657 h 934393"/>
                            <a:gd name="connsiteX8" fmla="*/ 169991 w 670797"/>
                            <a:gd name="connsiteY8" fmla="*/ 633834 h 934393"/>
                            <a:gd name="connsiteX9" fmla="*/ 167220 w 670797"/>
                            <a:gd name="connsiteY9" fmla="*/ 910218 h 934393"/>
                            <a:gd name="connsiteX10" fmla="*/ 386793 w 670797"/>
                            <a:gd name="connsiteY10" fmla="*/ 934394 h 934393"/>
                            <a:gd name="connsiteX11" fmla="*/ 660242 w 670797"/>
                            <a:gd name="connsiteY11" fmla="*/ 783281 h 934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0797" h="934393">
                              <a:moveTo>
                                <a:pt x="660242" y="783281"/>
                              </a:moveTo>
                              <a:cubicBezTo>
                                <a:pt x="687362" y="756160"/>
                                <a:pt x="655157" y="708574"/>
                                <a:pt x="642347" y="691929"/>
                              </a:cubicBezTo>
                              <a:cubicBezTo>
                                <a:pt x="515502" y="780230"/>
                                <a:pt x="390076" y="653070"/>
                                <a:pt x="247632" y="567496"/>
                              </a:cubicBezTo>
                              <a:cubicBezTo>
                                <a:pt x="94553" y="475534"/>
                                <a:pt x="65520" y="231132"/>
                                <a:pt x="65520" y="231132"/>
                              </a:cubicBezTo>
                              <a:lnTo>
                                <a:pt x="96945" y="0"/>
                              </a:lnTo>
                              <a:cubicBezTo>
                                <a:pt x="83768" y="7942"/>
                                <a:pt x="71467" y="17323"/>
                                <a:pt x="60711" y="27052"/>
                              </a:cubicBezTo>
                              <a:cubicBezTo>
                                <a:pt x="28694" y="56023"/>
                                <a:pt x="0" y="138647"/>
                                <a:pt x="0" y="138647"/>
                              </a:cubicBezTo>
                              <a:cubicBezTo>
                                <a:pt x="0" y="138647"/>
                                <a:pt x="2465" y="357910"/>
                                <a:pt x="29546" y="425657"/>
                              </a:cubicBezTo>
                              <a:cubicBezTo>
                                <a:pt x="56628" y="493409"/>
                                <a:pt x="145355" y="590717"/>
                                <a:pt x="169991" y="633834"/>
                              </a:cubicBezTo>
                              <a:cubicBezTo>
                                <a:pt x="194626" y="676945"/>
                                <a:pt x="167220" y="910218"/>
                                <a:pt x="167220" y="910218"/>
                              </a:cubicBezTo>
                              <a:cubicBezTo>
                                <a:pt x="167220" y="910218"/>
                                <a:pt x="241438" y="934394"/>
                                <a:pt x="386793" y="934394"/>
                              </a:cubicBezTo>
                              <a:cubicBezTo>
                                <a:pt x="532142" y="934394"/>
                                <a:pt x="626986" y="816537"/>
                                <a:pt x="660242" y="783281"/>
                              </a:cubicBezTo>
                              <a:close/>
                            </a:path>
                          </a:pathLst>
                        </a:custGeom>
                        <a:solidFill>
                          <a:srgbClr val="A54C85">
                            <a:alpha val="22000"/>
                          </a:srgbClr>
                        </a:solidFill>
                        <a:ln w="4839" cap="flat">
                          <a:noFill/>
                          <a:prstDash val="solid"/>
                          <a:miter/>
                        </a:ln>
                      </p:spPr>
                      <p:txBody>
                        <a:bodyPr rtlCol="0" anchor="ctr"/>
                        <a:lstStyle/>
                        <a:p>
                          <a:endParaRPr lang="vi-VN"/>
                        </a:p>
                      </p:txBody>
                    </p:sp>
                  </p:grpSp>
                  <p:grpSp>
                    <p:nvGrpSpPr>
                      <p:cNvPr id="843" name="Graphic 1991">
                        <a:extLst>
                          <a:ext uri="{FF2B5EF4-FFF2-40B4-BE49-F238E27FC236}">
                            <a16:creationId xmlns:a16="http://schemas.microsoft.com/office/drawing/2014/main" id="{AC174EAB-9356-7B49-8A29-B73FDFE8EE8B}"/>
                          </a:ext>
                        </a:extLst>
                      </p:cNvPr>
                      <p:cNvGrpSpPr/>
                      <p:nvPr/>
                    </p:nvGrpSpPr>
                    <p:grpSpPr>
                      <a:xfrm>
                        <a:off x="3247706" y="4447165"/>
                        <a:ext cx="207354" cy="740504"/>
                        <a:chOff x="3247706" y="4447165"/>
                        <a:chExt cx="207354" cy="740504"/>
                      </a:xfrm>
                    </p:grpSpPr>
                    <p:grpSp>
                      <p:nvGrpSpPr>
                        <p:cNvPr id="844" name="Graphic 1991">
                          <a:extLst>
                            <a:ext uri="{FF2B5EF4-FFF2-40B4-BE49-F238E27FC236}">
                              <a16:creationId xmlns:a16="http://schemas.microsoft.com/office/drawing/2014/main" id="{7EAF2D15-D2DD-134E-A8F2-3F16318F5E53}"/>
                            </a:ext>
                          </a:extLst>
                        </p:cNvPr>
                        <p:cNvGrpSpPr/>
                        <p:nvPr/>
                      </p:nvGrpSpPr>
                      <p:grpSpPr>
                        <a:xfrm>
                          <a:off x="3284980" y="4714161"/>
                          <a:ext cx="170081" cy="473509"/>
                          <a:chOff x="3284980" y="4714161"/>
                          <a:chExt cx="170081" cy="473509"/>
                        </a:xfrm>
                        <a:solidFill>
                          <a:srgbClr val="D18BCF"/>
                        </a:solidFill>
                      </p:grpSpPr>
                      <p:sp>
                        <p:nvSpPr>
                          <p:cNvPr id="850" name="Freeform: Shape 849">
                            <a:extLst>
                              <a:ext uri="{FF2B5EF4-FFF2-40B4-BE49-F238E27FC236}">
                                <a16:creationId xmlns:a16="http://schemas.microsoft.com/office/drawing/2014/main" id="{C4BE0EEE-CE59-4B27-B31E-8D2A84D7D108}"/>
                              </a:ext>
                            </a:extLst>
                          </p:cNvPr>
                          <p:cNvSpPr/>
                          <p:nvPr/>
                        </p:nvSpPr>
                        <p:spPr>
                          <a:xfrm>
                            <a:off x="3284980" y="4778237"/>
                            <a:ext cx="170081" cy="409433"/>
                          </a:xfrm>
                          <a:custGeom>
                            <a:avLst/>
                            <a:gdLst>
                              <a:gd name="connsiteX0" fmla="*/ 169900 w 170081"/>
                              <a:gd name="connsiteY0" fmla="*/ 406700 h 409433"/>
                              <a:gd name="connsiteX1" fmla="*/ 118430 w 170081"/>
                              <a:gd name="connsiteY1" fmla="*/ 328550 h 409433"/>
                              <a:gd name="connsiteX2" fmla="*/ 84922 w 170081"/>
                              <a:gd name="connsiteY2" fmla="*/ 292907 h 409433"/>
                              <a:gd name="connsiteX3" fmla="*/ 59051 w 170081"/>
                              <a:gd name="connsiteY3" fmla="*/ 258459 h 409433"/>
                              <a:gd name="connsiteX4" fmla="*/ 24502 w 170081"/>
                              <a:gd name="connsiteY4" fmla="*/ 182023 h 409433"/>
                              <a:gd name="connsiteX5" fmla="*/ 7479 w 170081"/>
                              <a:gd name="connsiteY5" fmla="*/ 97839 h 409433"/>
                              <a:gd name="connsiteX6" fmla="*/ 2806 w 170081"/>
                              <a:gd name="connsiteY6" fmla="*/ 11418 h 409433"/>
                              <a:gd name="connsiteX7" fmla="*/ 2684 w 170081"/>
                              <a:gd name="connsiteY7" fmla="*/ 865 h 409433"/>
                              <a:gd name="connsiteX8" fmla="*/ 767 w 170081"/>
                              <a:gd name="connsiteY8" fmla="*/ 991 h 409433"/>
                              <a:gd name="connsiteX9" fmla="*/ 2820 w 170081"/>
                              <a:gd name="connsiteY9" fmla="*/ 88003 h 409433"/>
                              <a:gd name="connsiteX10" fmla="*/ 17722 w 170081"/>
                              <a:gd name="connsiteY10" fmla="*/ 172144 h 409433"/>
                              <a:gd name="connsiteX11" fmla="*/ 49321 w 170081"/>
                              <a:gd name="connsiteY11" fmla="*/ 249722 h 409433"/>
                              <a:gd name="connsiteX12" fmla="*/ 72989 w 170081"/>
                              <a:gd name="connsiteY12" fmla="*/ 284775 h 409433"/>
                              <a:gd name="connsiteX13" fmla="*/ 105586 w 170081"/>
                              <a:gd name="connsiteY13" fmla="*/ 320661 h 409433"/>
                              <a:gd name="connsiteX14" fmla="*/ 136891 w 170081"/>
                              <a:gd name="connsiteY14" fmla="*/ 357085 h 409433"/>
                              <a:gd name="connsiteX15" fmla="*/ 161401 w 170081"/>
                              <a:gd name="connsiteY15" fmla="*/ 397750 h 409433"/>
                              <a:gd name="connsiteX16" fmla="*/ 166278 w 170081"/>
                              <a:gd name="connsiteY16" fmla="*/ 408288 h 409433"/>
                              <a:gd name="connsiteX17" fmla="*/ 169900 w 170081"/>
                              <a:gd name="connsiteY17" fmla="*/ 406700 h 409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0081" h="409433">
                                <a:moveTo>
                                  <a:pt x="169900" y="406700"/>
                                </a:moveTo>
                                <a:cubicBezTo>
                                  <a:pt x="157255" y="377870"/>
                                  <a:pt x="139719" y="351694"/>
                                  <a:pt x="118430" y="328550"/>
                                </a:cubicBezTo>
                                <a:cubicBezTo>
                                  <a:pt x="107388" y="316549"/>
                                  <a:pt x="95717" y="305140"/>
                                  <a:pt x="84922" y="292907"/>
                                </a:cubicBezTo>
                                <a:cubicBezTo>
                                  <a:pt x="75406" y="282121"/>
                                  <a:pt x="66746" y="270615"/>
                                  <a:pt x="59051" y="258459"/>
                                </a:cubicBezTo>
                                <a:cubicBezTo>
                                  <a:pt x="44038" y="234743"/>
                                  <a:pt x="32764" y="208809"/>
                                  <a:pt x="24502" y="182023"/>
                                </a:cubicBezTo>
                                <a:cubicBezTo>
                                  <a:pt x="16051" y="154613"/>
                                  <a:pt x="10699" y="126316"/>
                                  <a:pt x="7479" y="97839"/>
                                </a:cubicBezTo>
                                <a:cubicBezTo>
                                  <a:pt x="4239" y="69184"/>
                                  <a:pt x="3086" y="40243"/>
                                  <a:pt x="2806" y="11418"/>
                                </a:cubicBezTo>
                                <a:cubicBezTo>
                                  <a:pt x="2772" y="7902"/>
                                  <a:pt x="2733" y="4386"/>
                                  <a:pt x="2684" y="865"/>
                                </a:cubicBezTo>
                                <a:cubicBezTo>
                                  <a:pt x="2670" y="-399"/>
                                  <a:pt x="830" y="-210"/>
                                  <a:pt x="767" y="991"/>
                                </a:cubicBezTo>
                                <a:cubicBezTo>
                                  <a:pt x="-798" y="29995"/>
                                  <a:pt x="103" y="59096"/>
                                  <a:pt x="2820" y="88003"/>
                                </a:cubicBezTo>
                                <a:cubicBezTo>
                                  <a:pt x="5489" y="116378"/>
                                  <a:pt x="10157" y="144646"/>
                                  <a:pt x="17722" y="172144"/>
                                </a:cubicBezTo>
                                <a:cubicBezTo>
                                  <a:pt x="25146" y="199138"/>
                                  <a:pt x="35452" y="225372"/>
                                  <a:pt x="49321" y="249722"/>
                                </a:cubicBezTo>
                                <a:cubicBezTo>
                                  <a:pt x="56305" y="261985"/>
                                  <a:pt x="64199" y="273733"/>
                                  <a:pt x="72989" y="284775"/>
                                </a:cubicBezTo>
                                <a:cubicBezTo>
                                  <a:pt x="83067" y="297435"/>
                                  <a:pt x="94409" y="308985"/>
                                  <a:pt x="105586" y="320661"/>
                                </a:cubicBezTo>
                                <a:cubicBezTo>
                                  <a:pt x="116677" y="332250"/>
                                  <a:pt x="127423" y="344110"/>
                                  <a:pt x="136891" y="357085"/>
                                </a:cubicBezTo>
                                <a:cubicBezTo>
                                  <a:pt x="146233" y="369894"/>
                                  <a:pt x="154441" y="383507"/>
                                  <a:pt x="161401" y="397750"/>
                                </a:cubicBezTo>
                                <a:cubicBezTo>
                                  <a:pt x="163101" y="401227"/>
                                  <a:pt x="164723" y="404744"/>
                                  <a:pt x="166278" y="408288"/>
                                </a:cubicBezTo>
                                <a:cubicBezTo>
                                  <a:pt x="167295" y="410618"/>
                                  <a:pt x="170927" y="409039"/>
                                  <a:pt x="169900" y="406700"/>
                                </a:cubicBezTo>
                                <a:close/>
                              </a:path>
                            </a:pathLst>
                          </a:custGeom>
                          <a:solidFill>
                            <a:srgbClr val="D18BCF"/>
                          </a:solidFill>
                          <a:ln w="4839" cap="flat">
                            <a:noFill/>
                            <a:prstDash val="solid"/>
                            <a:miter/>
                          </a:ln>
                        </p:spPr>
                        <p:txBody>
                          <a:bodyPr rtlCol="0" anchor="ctr"/>
                          <a:lstStyle/>
                          <a:p>
                            <a:endParaRPr lang="vi-VN"/>
                          </a:p>
                        </p:txBody>
                      </p:sp>
                      <p:sp>
                        <p:nvSpPr>
                          <p:cNvPr id="851" name="Freeform: Shape 850">
                            <a:extLst>
                              <a:ext uri="{FF2B5EF4-FFF2-40B4-BE49-F238E27FC236}">
                                <a16:creationId xmlns:a16="http://schemas.microsoft.com/office/drawing/2014/main" id="{47307D9F-1AF5-B733-2CBC-6CB2946EBC28}"/>
                              </a:ext>
                            </a:extLst>
                          </p:cNvPr>
                          <p:cNvSpPr/>
                          <p:nvPr/>
                        </p:nvSpPr>
                        <p:spPr>
                          <a:xfrm>
                            <a:off x="3304140" y="4815583"/>
                            <a:ext cx="15022" cy="14480"/>
                          </a:xfrm>
                          <a:custGeom>
                            <a:avLst/>
                            <a:gdLst>
                              <a:gd name="connsiteX0" fmla="*/ 14810 w 15022"/>
                              <a:gd name="connsiteY0" fmla="*/ 5565 h 14480"/>
                              <a:gd name="connsiteX1" fmla="*/ 14141 w 15022"/>
                              <a:gd name="connsiteY1" fmla="*/ 3850 h 14480"/>
                              <a:gd name="connsiteX2" fmla="*/ 12369 w 15022"/>
                              <a:gd name="connsiteY2" fmla="*/ 1806 h 14480"/>
                              <a:gd name="connsiteX3" fmla="*/ 9991 w 15022"/>
                              <a:gd name="connsiteY3" fmla="*/ 470 h 14480"/>
                              <a:gd name="connsiteX4" fmla="*/ 9482 w 15022"/>
                              <a:gd name="connsiteY4" fmla="*/ 310 h 14480"/>
                              <a:gd name="connsiteX5" fmla="*/ 7259 w 15022"/>
                              <a:gd name="connsiteY5" fmla="*/ 0 h 14480"/>
                              <a:gd name="connsiteX6" fmla="*/ 5347 w 15022"/>
                              <a:gd name="connsiteY6" fmla="*/ 237 h 14480"/>
                              <a:gd name="connsiteX7" fmla="*/ 2891 w 15022"/>
                              <a:gd name="connsiteY7" fmla="*/ 1496 h 14480"/>
                              <a:gd name="connsiteX8" fmla="*/ 1588 w 15022"/>
                              <a:gd name="connsiteY8" fmla="*/ 2770 h 14480"/>
                              <a:gd name="connsiteX9" fmla="*/ 276 w 15022"/>
                              <a:gd name="connsiteY9" fmla="*/ 5196 h 14480"/>
                              <a:gd name="connsiteX10" fmla="*/ 0 w 15022"/>
                              <a:gd name="connsiteY10" fmla="*/ 7105 h 14480"/>
                              <a:gd name="connsiteX11" fmla="*/ 237 w 15022"/>
                              <a:gd name="connsiteY11" fmla="*/ 9017 h 14480"/>
                              <a:gd name="connsiteX12" fmla="*/ 1496 w 15022"/>
                              <a:gd name="connsiteY12" fmla="*/ 11478 h 14480"/>
                              <a:gd name="connsiteX13" fmla="*/ 3492 w 15022"/>
                              <a:gd name="connsiteY13" fmla="*/ 13352 h 14480"/>
                              <a:gd name="connsiteX14" fmla="*/ 5395 w 15022"/>
                              <a:gd name="connsiteY14" fmla="*/ 14180 h 14480"/>
                              <a:gd name="connsiteX15" fmla="*/ 5506 w 15022"/>
                              <a:gd name="connsiteY15" fmla="*/ 14219 h 14480"/>
                              <a:gd name="connsiteX16" fmla="*/ 7429 w 15022"/>
                              <a:gd name="connsiteY16" fmla="*/ 14475 h 14480"/>
                              <a:gd name="connsiteX17" fmla="*/ 9618 w 15022"/>
                              <a:gd name="connsiteY17" fmla="*/ 14170 h 14480"/>
                              <a:gd name="connsiteX18" fmla="*/ 11332 w 15022"/>
                              <a:gd name="connsiteY18" fmla="*/ 13502 h 14480"/>
                              <a:gd name="connsiteX19" fmla="*/ 13376 w 15022"/>
                              <a:gd name="connsiteY19" fmla="*/ 11730 h 14480"/>
                              <a:gd name="connsiteX20" fmla="*/ 14335 w 15022"/>
                              <a:gd name="connsiteY20" fmla="*/ 10189 h 14480"/>
                              <a:gd name="connsiteX21" fmla="*/ 15023 w 15022"/>
                              <a:gd name="connsiteY21" fmla="*/ 7473 h 14480"/>
                              <a:gd name="connsiteX22" fmla="*/ 14810 w 15022"/>
                              <a:gd name="connsiteY22" fmla="*/ 5565 h 1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022" h="14480">
                                <a:moveTo>
                                  <a:pt x="14810" y="5565"/>
                                </a:moveTo>
                                <a:cubicBezTo>
                                  <a:pt x="14587" y="4993"/>
                                  <a:pt x="14364" y="4422"/>
                                  <a:pt x="14141" y="3850"/>
                                </a:cubicBezTo>
                                <a:cubicBezTo>
                                  <a:pt x="13720" y="3007"/>
                                  <a:pt x="13129" y="2329"/>
                                  <a:pt x="12369" y="1806"/>
                                </a:cubicBezTo>
                                <a:cubicBezTo>
                                  <a:pt x="11700" y="1162"/>
                                  <a:pt x="10906" y="712"/>
                                  <a:pt x="9991" y="470"/>
                                </a:cubicBezTo>
                                <a:cubicBezTo>
                                  <a:pt x="9816" y="426"/>
                                  <a:pt x="9647" y="373"/>
                                  <a:pt x="9482" y="310"/>
                                </a:cubicBezTo>
                                <a:cubicBezTo>
                                  <a:pt x="8775" y="48"/>
                                  <a:pt x="8005" y="34"/>
                                  <a:pt x="7259" y="0"/>
                                </a:cubicBezTo>
                                <a:cubicBezTo>
                                  <a:pt x="6620" y="78"/>
                                  <a:pt x="5986" y="155"/>
                                  <a:pt x="5347" y="237"/>
                                </a:cubicBezTo>
                                <a:cubicBezTo>
                                  <a:pt x="4407" y="450"/>
                                  <a:pt x="3588" y="867"/>
                                  <a:pt x="2891" y="1496"/>
                                </a:cubicBezTo>
                                <a:cubicBezTo>
                                  <a:pt x="2349" y="1811"/>
                                  <a:pt x="1913" y="2233"/>
                                  <a:pt x="1588" y="2770"/>
                                </a:cubicBezTo>
                                <a:cubicBezTo>
                                  <a:pt x="944" y="3458"/>
                                  <a:pt x="508" y="4267"/>
                                  <a:pt x="276" y="5196"/>
                                </a:cubicBezTo>
                                <a:cubicBezTo>
                                  <a:pt x="184" y="5831"/>
                                  <a:pt x="92" y="6465"/>
                                  <a:pt x="0" y="7105"/>
                                </a:cubicBezTo>
                                <a:cubicBezTo>
                                  <a:pt x="77" y="7744"/>
                                  <a:pt x="155" y="8378"/>
                                  <a:pt x="237" y="9017"/>
                                </a:cubicBezTo>
                                <a:cubicBezTo>
                                  <a:pt x="450" y="9957"/>
                                  <a:pt x="867" y="10775"/>
                                  <a:pt x="1496" y="11478"/>
                                </a:cubicBezTo>
                                <a:cubicBezTo>
                                  <a:pt x="1995" y="12267"/>
                                  <a:pt x="2659" y="12892"/>
                                  <a:pt x="3492" y="13352"/>
                                </a:cubicBezTo>
                                <a:cubicBezTo>
                                  <a:pt x="4102" y="13676"/>
                                  <a:pt x="4751" y="13923"/>
                                  <a:pt x="5395" y="14180"/>
                                </a:cubicBezTo>
                                <a:cubicBezTo>
                                  <a:pt x="5429" y="14195"/>
                                  <a:pt x="5467" y="14209"/>
                                  <a:pt x="5506" y="14219"/>
                                </a:cubicBezTo>
                                <a:cubicBezTo>
                                  <a:pt x="6146" y="14306"/>
                                  <a:pt x="6790" y="14393"/>
                                  <a:pt x="7429" y="14475"/>
                                </a:cubicBezTo>
                                <a:cubicBezTo>
                                  <a:pt x="8189" y="14505"/>
                                  <a:pt x="8916" y="14403"/>
                                  <a:pt x="9618" y="14170"/>
                                </a:cubicBezTo>
                                <a:cubicBezTo>
                                  <a:pt x="10189" y="13948"/>
                                  <a:pt x="10761" y="13725"/>
                                  <a:pt x="11332" y="13502"/>
                                </a:cubicBezTo>
                                <a:cubicBezTo>
                                  <a:pt x="12170" y="13081"/>
                                  <a:pt x="12853" y="12485"/>
                                  <a:pt x="13376" y="11730"/>
                                </a:cubicBezTo>
                                <a:cubicBezTo>
                                  <a:pt x="13826" y="11299"/>
                                  <a:pt x="14146" y="10785"/>
                                  <a:pt x="14335" y="10189"/>
                                </a:cubicBezTo>
                                <a:cubicBezTo>
                                  <a:pt x="14805" y="9357"/>
                                  <a:pt x="15032" y="8451"/>
                                  <a:pt x="15023" y="7473"/>
                                </a:cubicBezTo>
                                <a:cubicBezTo>
                                  <a:pt x="14945" y="6829"/>
                                  <a:pt x="14877" y="6194"/>
                                  <a:pt x="14810" y="5565"/>
                                </a:cubicBezTo>
                                <a:close/>
                              </a:path>
                            </a:pathLst>
                          </a:custGeom>
                          <a:solidFill>
                            <a:srgbClr val="D18BCF"/>
                          </a:solidFill>
                          <a:ln w="4839" cap="flat">
                            <a:noFill/>
                            <a:prstDash val="solid"/>
                            <a:miter/>
                          </a:ln>
                        </p:spPr>
                        <p:txBody>
                          <a:bodyPr rtlCol="0" anchor="ctr"/>
                          <a:lstStyle/>
                          <a:p>
                            <a:endParaRPr lang="vi-VN"/>
                          </a:p>
                        </p:txBody>
                      </p:sp>
                      <p:sp>
                        <p:nvSpPr>
                          <p:cNvPr id="852" name="Freeform: Shape 851">
                            <a:extLst>
                              <a:ext uri="{FF2B5EF4-FFF2-40B4-BE49-F238E27FC236}">
                                <a16:creationId xmlns:a16="http://schemas.microsoft.com/office/drawing/2014/main" id="{968946B0-ADD9-C271-77DA-A431F74E5A41}"/>
                              </a:ext>
                            </a:extLst>
                          </p:cNvPr>
                          <p:cNvSpPr/>
                          <p:nvPr/>
                        </p:nvSpPr>
                        <p:spPr>
                          <a:xfrm>
                            <a:off x="3313937" y="4714161"/>
                            <a:ext cx="11763" cy="11887"/>
                          </a:xfrm>
                          <a:custGeom>
                            <a:avLst/>
                            <a:gdLst>
                              <a:gd name="connsiteX0" fmla="*/ 11763 w 11763"/>
                              <a:gd name="connsiteY0" fmla="*/ 6013 h 11887"/>
                              <a:gd name="connsiteX1" fmla="*/ 11754 w 11763"/>
                              <a:gd name="connsiteY1" fmla="*/ 5906 h 11887"/>
                              <a:gd name="connsiteX2" fmla="*/ 11599 w 11763"/>
                              <a:gd name="connsiteY2" fmla="*/ 4497 h 11887"/>
                              <a:gd name="connsiteX3" fmla="*/ 11681 w 11763"/>
                              <a:gd name="connsiteY3" fmla="*/ 5238 h 11887"/>
                              <a:gd name="connsiteX4" fmla="*/ 11056 w 11763"/>
                              <a:gd name="connsiteY4" fmla="*/ 3088 h 11887"/>
                              <a:gd name="connsiteX5" fmla="*/ 10170 w 11763"/>
                              <a:gd name="connsiteY5" fmla="*/ 1862 h 11887"/>
                              <a:gd name="connsiteX6" fmla="*/ 8271 w 11763"/>
                              <a:gd name="connsiteY6" fmla="*/ 574 h 11887"/>
                              <a:gd name="connsiteX7" fmla="*/ 5995 w 11763"/>
                              <a:gd name="connsiteY7" fmla="*/ 8 h 11887"/>
                              <a:gd name="connsiteX8" fmla="*/ 3777 w 11763"/>
                              <a:gd name="connsiteY8" fmla="*/ 448 h 11887"/>
                              <a:gd name="connsiteX9" fmla="*/ 1855 w 11763"/>
                              <a:gd name="connsiteY9" fmla="*/ 1601 h 11887"/>
                              <a:gd name="connsiteX10" fmla="*/ 886 w 11763"/>
                              <a:gd name="connsiteY10" fmla="*/ 2778 h 11887"/>
                              <a:gd name="connsiteX11" fmla="*/ 0 w 11763"/>
                              <a:gd name="connsiteY11" fmla="*/ 5775 h 11887"/>
                              <a:gd name="connsiteX12" fmla="*/ 169 w 11763"/>
                              <a:gd name="connsiteY12" fmla="*/ 7291 h 11887"/>
                              <a:gd name="connsiteX13" fmla="*/ 1593 w 11763"/>
                              <a:gd name="connsiteY13" fmla="*/ 9911 h 11887"/>
                              <a:gd name="connsiteX14" fmla="*/ 2494 w 11763"/>
                              <a:gd name="connsiteY14" fmla="*/ 10701 h 11887"/>
                              <a:gd name="connsiteX15" fmla="*/ 4121 w 11763"/>
                              <a:gd name="connsiteY15" fmla="*/ 11601 h 11887"/>
                              <a:gd name="connsiteX16" fmla="*/ 6368 w 11763"/>
                              <a:gd name="connsiteY16" fmla="*/ 11829 h 11887"/>
                              <a:gd name="connsiteX17" fmla="*/ 8490 w 11763"/>
                              <a:gd name="connsiteY17" fmla="*/ 11292 h 11887"/>
                              <a:gd name="connsiteX18" fmla="*/ 10683 w 11763"/>
                              <a:gd name="connsiteY18" fmla="*/ 9364 h 11887"/>
                              <a:gd name="connsiteX19" fmla="*/ 10703 w 11763"/>
                              <a:gd name="connsiteY19" fmla="*/ 9340 h 11887"/>
                              <a:gd name="connsiteX20" fmla="*/ 10741 w 11763"/>
                              <a:gd name="connsiteY20" fmla="*/ 9287 h 11887"/>
                              <a:gd name="connsiteX21" fmla="*/ 10756 w 11763"/>
                              <a:gd name="connsiteY21" fmla="*/ 9262 h 11887"/>
                              <a:gd name="connsiteX22" fmla="*/ 11424 w 11763"/>
                              <a:gd name="connsiteY22" fmla="*/ 7858 h 11887"/>
                              <a:gd name="connsiteX23" fmla="*/ 11429 w 11763"/>
                              <a:gd name="connsiteY23" fmla="*/ 7843 h 11887"/>
                              <a:gd name="connsiteX24" fmla="*/ 11458 w 11763"/>
                              <a:gd name="connsiteY24" fmla="*/ 7780 h 11887"/>
                              <a:gd name="connsiteX25" fmla="*/ 11478 w 11763"/>
                              <a:gd name="connsiteY25" fmla="*/ 7722 h 11887"/>
                              <a:gd name="connsiteX26" fmla="*/ 11487 w 11763"/>
                              <a:gd name="connsiteY26" fmla="*/ 7693 h 11887"/>
                              <a:gd name="connsiteX27" fmla="*/ 11618 w 11763"/>
                              <a:gd name="connsiteY27" fmla="*/ 6904 h 11887"/>
                              <a:gd name="connsiteX28" fmla="*/ 11749 w 11763"/>
                              <a:gd name="connsiteY28" fmla="*/ 6119 h 11887"/>
                              <a:gd name="connsiteX29" fmla="*/ 11754 w 11763"/>
                              <a:gd name="connsiteY29" fmla="*/ 6061 h 11887"/>
                              <a:gd name="connsiteX30" fmla="*/ 11754 w 11763"/>
                              <a:gd name="connsiteY30" fmla="*/ 6032 h 11887"/>
                              <a:gd name="connsiteX31" fmla="*/ 11754 w 11763"/>
                              <a:gd name="connsiteY31" fmla="*/ 6018 h 11887"/>
                              <a:gd name="connsiteX32" fmla="*/ 11744 w 11763"/>
                              <a:gd name="connsiteY32" fmla="*/ 5906 h 11887"/>
                              <a:gd name="connsiteX33" fmla="*/ 11763 w 11763"/>
                              <a:gd name="connsiteY33" fmla="*/ 6013 h 11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763" h="11887">
                                <a:moveTo>
                                  <a:pt x="11763" y="6013"/>
                                </a:moveTo>
                                <a:cubicBezTo>
                                  <a:pt x="11763" y="5979"/>
                                  <a:pt x="11754" y="5940"/>
                                  <a:pt x="11754" y="5906"/>
                                </a:cubicBezTo>
                                <a:cubicBezTo>
                                  <a:pt x="11724" y="5616"/>
                                  <a:pt x="11599" y="4531"/>
                                  <a:pt x="11599" y="4497"/>
                                </a:cubicBezTo>
                                <a:cubicBezTo>
                                  <a:pt x="11628" y="4744"/>
                                  <a:pt x="11652" y="4991"/>
                                  <a:pt x="11681" y="5238"/>
                                </a:cubicBezTo>
                                <a:cubicBezTo>
                                  <a:pt x="11657" y="4473"/>
                                  <a:pt x="11453" y="3756"/>
                                  <a:pt x="11056" y="3088"/>
                                </a:cubicBezTo>
                                <a:cubicBezTo>
                                  <a:pt x="11022" y="3030"/>
                                  <a:pt x="10209" y="1911"/>
                                  <a:pt x="10170" y="1862"/>
                                </a:cubicBezTo>
                                <a:cubicBezTo>
                                  <a:pt x="9647" y="1257"/>
                                  <a:pt x="9012" y="831"/>
                                  <a:pt x="8271" y="574"/>
                                </a:cubicBezTo>
                                <a:cubicBezTo>
                                  <a:pt x="7569" y="187"/>
                                  <a:pt x="6814" y="-2"/>
                                  <a:pt x="5995" y="8"/>
                                </a:cubicBezTo>
                                <a:cubicBezTo>
                                  <a:pt x="5211" y="-36"/>
                                  <a:pt x="4470" y="109"/>
                                  <a:pt x="3777" y="448"/>
                                </a:cubicBezTo>
                                <a:cubicBezTo>
                                  <a:pt x="3046" y="661"/>
                                  <a:pt x="2407" y="1049"/>
                                  <a:pt x="1855" y="1601"/>
                                </a:cubicBezTo>
                                <a:cubicBezTo>
                                  <a:pt x="1530" y="1993"/>
                                  <a:pt x="1211" y="2385"/>
                                  <a:pt x="886" y="2778"/>
                                </a:cubicBezTo>
                                <a:cubicBezTo>
                                  <a:pt x="320" y="3698"/>
                                  <a:pt x="24" y="4695"/>
                                  <a:pt x="0" y="5775"/>
                                </a:cubicBezTo>
                                <a:cubicBezTo>
                                  <a:pt x="58" y="6279"/>
                                  <a:pt x="111" y="6783"/>
                                  <a:pt x="169" y="7291"/>
                                </a:cubicBezTo>
                                <a:cubicBezTo>
                                  <a:pt x="421" y="8289"/>
                                  <a:pt x="896" y="9161"/>
                                  <a:pt x="1593" y="9911"/>
                                </a:cubicBezTo>
                                <a:cubicBezTo>
                                  <a:pt x="1864" y="10260"/>
                                  <a:pt x="2174" y="10497"/>
                                  <a:pt x="2494" y="10701"/>
                                </a:cubicBezTo>
                                <a:cubicBezTo>
                                  <a:pt x="2988" y="11074"/>
                                  <a:pt x="3516" y="11393"/>
                                  <a:pt x="4121" y="11601"/>
                                </a:cubicBezTo>
                                <a:cubicBezTo>
                                  <a:pt x="4857" y="11878"/>
                                  <a:pt x="5608" y="11955"/>
                                  <a:pt x="6368" y="11829"/>
                                </a:cubicBezTo>
                                <a:cubicBezTo>
                                  <a:pt x="7114" y="11834"/>
                                  <a:pt x="7821" y="11655"/>
                                  <a:pt x="8490" y="11292"/>
                                </a:cubicBezTo>
                                <a:cubicBezTo>
                                  <a:pt x="9385" y="10841"/>
                                  <a:pt x="10117" y="10197"/>
                                  <a:pt x="10683" y="9364"/>
                                </a:cubicBezTo>
                                <a:cubicBezTo>
                                  <a:pt x="10688" y="9354"/>
                                  <a:pt x="10698" y="9349"/>
                                  <a:pt x="10703" y="9340"/>
                                </a:cubicBezTo>
                                <a:cubicBezTo>
                                  <a:pt x="10717" y="9325"/>
                                  <a:pt x="10727" y="9306"/>
                                  <a:pt x="10741" y="9287"/>
                                </a:cubicBezTo>
                                <a:cubicBezTo>
                                  <a:pt x="10746" y="9277"/>
                                  <a:pt x="10751" y="9267"/>
                                  <a:pt x="10756" y="9262"/>
                                </a:cubicBezTo>
                                <a:cubicBezTo>
                                  <a:pt x="10790" y="9214"/>
                                  <a:pt x="11400" y="7916"/>
                                  <a:pt x="11424" y="7858"/>
                                </a:cubicBezTo>
                                <a:cubicBezTo>
                                  <a:pt x="11429" y="7853"/>
                                  <a:pt x="11429" y="7848"/>
                                  <a:pt x="11429" y="7843"/>
                                </a:cubicBezTo>
                                <a:cubicBezTo>
                                  <a:pt x="11439" y="7824"/>
                                  <a:pt x="11448" y="7800"/>
                                  <a:pt x="11458" y="7780"/>
                                </a:cubicBezTo>
                                <a:cubicBezTo>
                                  <a:pt x="11468" y="7761"/>
                                  <a:pt x="11473" y="7742"/>
                                  <a:pt x="11478" y="7722"/>
                                </a:cubicBezTo>
                                <a:cubicBezTo>
                                  <a:pt x="11482" y="7713"/>
                                  <a:pt x="11482" y="7703"/>
                                  <a:pt x="11487" y="7693"/>
                                </a:cubicBezTo>
                                <a:cubicBezTo>
                                  <a:pt x="11565" y="7441"/>
                                  <a:pt x="11589" y="7083"/>
                                  <a:pt x="11618" y="6904"/>
                                </a:cubicBezTo>
                                <a:cubicBezTo>
                                  <a:pt x="11652" y="6710"/>
                                  <a:pt x="11710" y="6381"/>
                                  <a:pt x="11749" y="6119"/>
                                </a:cubicBezTo>
                                <a:cubicBezTo>
                                  <a:pt x="11754" y="6100"/>
                                  <a:pt x="11754" y="6081"/>
                                  <a:pt x="11754" y="6061"/>
                                </a:cubicBezTo>
                                <a:cubicBezTo>
                                  <a:pt x="11754" y="6051"/>
                                  <a:pt x="11754" y="6042"/>
                                  <a:pt x="11754" y="6032"/>
                                </a:cubicBezTo>
                                <a:cubicBezTo>
                                  <a:pt x="11754" y="6027"/>
                                  <a:pt x="11754" y="6022"/>
                                  <a:pt x="11754" y="6018"/>
                                </a:cubicBezTo>
                                <a:cubicBezTo>
                                  <a:pt x="11754" y="6018"/>
                                  <a:pt x="11744" y="5940"/>
                                  <a:pt x="11744" y="5906"/>
                                </a:cubicBezTo>
                                <a:cubicBezTo>
                                  <a:pt x="11754" y="5950"/>
                                  <a:pt x="11758" y="5984"/>
                                  <a:pt x="11763" y="6013"/>
                                </a:cubicBezTo>
                                <a:close/>
                              </a:path>
                            </a:pathLst>
                          </a:custGeom>
                          <a:solidFill>
                            <a:srgbClr val="D18BCF"/>
                          </a:solidFill>
                          <a:ln w="4839" cap="flat">
                            <a:noFill/>
                            <a:prstDash val="solid"/>
                            <a:miter/>
                          </a:ln>
                        </p:spPr>
                        <p:txBody>
                          <a:bodyPr rtlCol="0" anchor="ctr"/>
                          <a:lstStyle/>
                          <a:p>
                            <a:endParaRPr lang="vi-VN"/>
                          </a:p>
                        </p:txBody>
                      </p:sp>
                      <p:sp>
                        <p:nvSpPr>
                          <p:cNvPr id="853" name="Freeform: Shape 852">
                            <a:extLst>
                              <a:ext uri="{FF2B5EF4-FFF2-40B4-BE49-F238E27FC236}">
                                <a16:creationId xmlns:a16="http://schemas.microsoft.com/office/drawing/2014/main" id="{0F52CAB4-EDC9-E0DA-353D-4861E68925B0}"/>
                              </a:ext>
                            </a:extLst>
                          </p:cNvPr>
                          <p:cNvSpPr/>
                          <p:nvPr/>
                        </p:nvSpPr>
                        <p:spPr>
                          <a:xfrm>
                            <a:off x="3318983" y="4944582"/>
                            <a:ext cx="13501" cy="13607"/>
                          </a:xfrm>
                          <a:custGeom>
                            <a:avLst/>
                            <a:gdLst>
                              <a:gd name="connsiteX0" fmla="*/ 13439 w 13501"/>
                              <a:gd name="connsiteY0" fmla="*/ 5634 h 13607"/>
                              <a:gd name="connsiteX1" fmla="*/ 11991 w 13501"/>
                              <a:gd name="connsiteY1" fmla="*/ 2486 h 13607"/>
                              <a:gd name="connsiteX2" fmla="*/ 10727 w 13501"/>
                              <a:gd name="connsiteY2" fmla="*/ 1300 h 13607"/>
                              <a:gd name="connsiteX3" fmla="*/ 7409 w 13501"/>
                              <a:gd name="connsiteY3" fmla="*/ 50 h 13607"/>
                              <a:gd name="connsiteX4" fmla="*/ 4751 w 13501"/>
                              <a:gd name="connsiteY4" fmla="*/ 380 h 13607"/>
                              <a:gd name="connsiteX5" fmla="*/ 2441 w 13501"/>
                              <a:gd name="connsiteY5" fmla="*/ 1566 h 13607"/>
                              <a:gd name="connsiteX6" fmla="*/ 833 w 13501"/>
                              <a:gd name="connsiteY6" fmla="*/ 3605 h 13607"/>
                              <a:gd name="connsiteX7" fmla="*/ 0 w 13501"/>
                              <a:gd name="connsiteY7" fmla="*/ 6152 h 13607"/>
                              <a:gd name="connsiteX8" fmla="*/ 68 w 13501"/>
                              <a:gd name="connsiteY8" fmla="*/ 7973 h 13607"/>
                              <a:gd name="connsiteX9" fmla="*/ 1516 w 13501"/>
                              <a:gd name="connsiteY9" fmla="*/ 11121 h 13607"/>
                              <a:gd name="connsiteX10" fmla="*/ 2780 w 13501"/>
                              <a:gd name="connsiteY10" fmla="*/ 12308 h 13607"/>
                              <a:gd name="connsiteX11" fmla="*/ 6097 w 13501"/>
                              <a:gd name="connsiteY11" fmla="*/ 13557 h 13607"/>
                              <a:gd name="connsiteX12" fmla="*/ 8756 w 13501"/>
                              <a:gd name="connsiteY12" fmla="*/ 13228 h 13607"/>
                              <a:gd name="connsiteX13" fmla="*/ 11066 w 13501"/>
                              <a:gd name="connsiteY13" fmla="*/ 12041 h 13607"/>
                              <a:gd name="connsiteX14" fmla="*/ 12669 w 13501"/>
                              <a:gd name="connsiteY14" fmla="*/ 10002 h 13607"/>
                              <a:gd name="connsiteX15" fmla="*/ 13502 w 13501"/>
                              <a:gd name="connsiteY15" fmla="*/ 7455 h 13607"/>
                              <a:gd name="connsiteX16" fmla="*/ 13439 w 13501"/>
                              <a:gd name="connsiteY16" fmla="*/ 5634 h 13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501" h="13607">
                                <a:moveTo>
                                  <a:pt x="13439" y="5634"/>
                                </a:moveTo>
                                <a:cubicBezTo>
                                  <a:pt x="13226" y="4457"/>
                                  <a:pt x="12746" y="3411"/>
                                  <a:pt x="11991" y="2486"/>
                                </a:cubicBezTo>
                                <a:cubicBezTo>
                                  <a:pt x="11570" y="2089"/>
                                  <a:pt x="11148" y="1697"/>
                                  <a:pt x="10727" y="1300"/>
                                </a:cubicBezTo>
                                <a:cubicBezTo>
                                  <a:pt x="9734" y="588"/>
                                  <a:pt x="8625" y="171"/>
                                  <a:pt x="7409" y="50"/>
                                </a:cubicBezTo>
                                <a:cubicBezTo>
                                  <a:pt x="6485" y="-76"/>
                                  <a:pt x="5598" y="36"/>
                                  <a:pt x="4751" y="380"/>
                                </a:cubicBezTo>
                                <a:cubicBezTo>
                                  <a:pt x="3889" y="573"/>
                                  <a:pt x="3119" y="966"/>
                                  <a:pt x="2441" y="1566"/>
                                </a:cubicBezTo>
                                <a:cubicBezTo>
                                  <a:pt x="1724" y="2113"/>
                                  <a:pt x="1186" y="2796"/>
                                  <a:pt x="833" y="3605"/>
                                </a:cubicBezTo>
                                <a:cubicBezTo>
                                  <a:pt x="334" y="4370"/>
                                  <a:pt x="53" y="5218"/>
                                  <a:pt x="0" y="6152"/>
                                </a:cubicBezTo>
                                <a:cubicBezTo>
                                  <a:pt x="24" y="6758"/>
                                  <a:pt x="43" y="7363"/>
                                  <a:pt x="68" y="7973"/>
                                </a:cubicBezTo>
                                <a:cubicBezTo>
                                  <a:pt x="276" y="9150"/>
                                  <a:pt x="760" y="10196"/>
                                  <a:pt x="1516" y="11121"/>
                                </a:cubicBezTo>
                                <a:cubicBezTo>
                                  <a:pt x="1937" y="11518"/>
                                  <a:pt x="2358" y="11910"/>
                                  <a:pt x="2780" y="12308"/>
                                </a:cubicBezTo>
                                <a:cubicBezTo>
                                  <a:pt x="3773" y="13020"/>
                                  <a:pt x="4882" y="13436"/>
                                  <a:pt x="6097" y="13557"/>
                                </a:cubicBezTo>
                                <a:cubicBezTo>
                                  <a:pt x="7022" y="13683"/>
                                  <a:pt x="7908" y="13572"/>
                                  <a:pt x="8756" y="13228"/>
                                </a:cubicBezTo>
                                <a:cubicBezTo>
                                  <a:pt x="9618" y="13034"/>
                                  <a:pt x="10388" y="12642"/>
                                  <a:pt x="11066" y="12041"/>
                                </a:cubicBezTo>
                                <a:cubicBezTo>
                                  <a:pt x="11783" y="11494"/>
                                  <a:pt x="12320" y="10811"/>
                                  <a:pt x="12669" y="10002"/>
                                </a:cubicBezTo>
                                <a:cubicBezTo>
                                  <a:pt x="13168" y="9237"/>
                                  <a:pt x="13449" y="8390"/>
                                  <a:pt x="13502" y="7455"/>
                                </a:cubicBezTo>
                                <a:cubicBezTo>
                                  <a:pt x="13487" y="6845"/>
                                  <a:pt x="13463" y="6239"/>
                                  <a:pt x="13439" y="5634"/>
                                </a:cubicBezTo>
                                <a:close/>
                              </a:path>
                            </a:pathLst>
                          </a:custGeom>
                          <a:solidFill>
                            <a:srgbClr val="D18BCF"/>
                          </a:solidFill>
                          <a:ln w="4839" cap="flat">
                            <a:noFill/>
                            <a:prstDash val="solid"/>
                            <a:miter/>
                          </a:ln>
                        </p:spPr>
                        <p:txBody>
                          <a:bodyPr rtlCol="0" anchor="ctr"/>
                          <a:lstStyle/>
                          <a:p>
                            <a:endParaRPr lang="vi-VN"/>
                          </a:p>
                        </p:txBody>
                      </p:sp>
                      <p:sp>
                        <p:nvSpPr>
                          <p:cNvPr id="854" name="Freeform: Shape 853">
                            <a:extLst>
                              <a:ext uri="{FF2B5EF4-FFF2-40B4-BE49-F238E27FC236}">
                                <a16:creationId xmlns:a16="http://schemas.microsoft.com/office/drawing/2014/main" id="{E6E69EBB-D357-83C5-9C81-20FB54602E6F}"/>
                              </a:ext>
                            </a:extLst>
                          </p:cNvPr>
                          <p:cNvSpPr/>
                          <p:nvPr/>
                        </p:nvSpPr>
                        <p:spPr>
                          <a:xfrm>
                            <a:off x="3370460" y="5044057"/>
                            <a:ext cx="13041" cy="13003"/>
                          </a:xfrm>
                          <a:custGeom>
                            <a:avLst/>
                            <a:gdLst>
                              <a:gd name="connsiteX0" fmla="*/ 12982 w 13041"/>
                              <a:gd name="connsiteY0" fmla="*/ 5773 h 13003"/>
                              <a:gd name="connsiteX1" fmla="*/ 12575 w 13041"/>
                              <a:gd name="connsiteY1" fmla="*/ 4136 h 13003"/>
                              <a:gd name="connsiteX2" fmla="*/ 10633 w 13041"/>
                              <a:gd name="connsiteY2" fmla="*/ 1468 h 13003"/>
                              <a:gd name="connsiteX3" fmla="*/ 9200 w 13041"/>
                              <a:gd name="connsiteY3" fmla="*/ 577 h 13003"/>
                              <a:gd name="connsiteX4" fmla="*/ 5786 w 13041"/>
                              <a:gd name="connsiteY4" fmla="*/ 39 h 13003"/>
                              <a:gd name="connsiteX5" fmla="*/ 3422 w 13041"/>
                              <a:gd name="connsiteY5" fmla="*/ 843 h 13003"/>
                              <a:gd name="connsiteX6" fmla="*/ 1485 w 13041"/>
                              <a:gd name="connsiteY6" fmla="*/ 2383 h 13003"/>
                              <a:gd name="connsiteX7" fmla="*/ 347 w 13041"/>
                              <a:gd name="connsiteY7" fmla="*/ 4649 h 13003"/>
                              <a:gd name="connsiteX8" fmla="*/ 56 w 13041"/>
                              <a:gd name="connsiteY8" fmla="*/ 7231 h 13003"/>
                              <a:gd name="connsiteX9" fmla="*/ 463 w 13041"/>
                              <a:gd name="connsiteY9" fmla="*/ 8868 h 13003"/>
                              <a:gd name="connsiteX10" fmla="*/ 2405 w 13041"/>
                              <a:gd name="connsiteY10" fmla="*/ 11536 h 13003"/>
                              <a:gd name="connsiteX11" fmla="*/ 3839 w 13041"/>
                              <a:gd name="connsiteY11" fmla="*/ 12427 h 13003"/>
                              <a:gd name="connsiteX12" fmla="*/ 7253 w 13041"/>
                              <a:gd name="connsiteY12" fmla="*/ 12965 h 13003"/>
                              <a:gd name="connsiteX13" fmla="*/ 9616 w 13041"/>
                              <a:gd name="connsiteY13" fmla="*/ 12161 h 13003"/>
                              <a:gd name="connsiteX14" fmla="*/ 11553 w 13041"/>
                              <a:gd name="connsiteY14" fmla="*/ 10621 h 13003"/>
                              <a:gd name="connsiteX15" fmla="*/ 12692 w 13041"/>
                              <a:gd name="connsiteY15" fmla="*/ 8354 h 13003"/>
                              <a:gd name="connsiteX16" fmla="*/ 12982 w 13041"/>
                              <a:gd name="connsiteY16" fmla="*/ 5773 h 1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041" h="13003">
                                <a:moveTo>
                                  <a:pt x="12982" y="5773"/>
                                </a:moveTo>
                                <a:cubicBezTo>
                                  <a:pt x="12846" y="5231"/>
                                  <a:pt x="12711" y="4683"/>
                                  <a:pt x="12575" y="4136"/>
                                </a:cubicBezTo>
                                <a:cubicBezTo>
                                  <a:pt x="12154" y="3080"/>
                                  <a:pt x="11510" y="2194"/>
                                  <a:pt x="10633" y="1468"/>
                                </a:cubicBezTo>
                                <a:cubicBezTo>
                                  <a:pt x="10154" y="1172"/>
                                  <a:pt x="9679" y="877"/>
                                  <a:pt x="9200" y="577"/>
                                </a:cubicBezTo>
                                <a:cubicBezTo>
                                  <a:pt x="8110" y="92"/>
                                  <a:pt x="6972" y="-87"/>
                                  <a:pt x="5786" y="39"/>
                                </a:cubicBezTo>
                                <a:cubicBezTo>
                                  <a:pt x="4919" y="107"/>
                                  <a:pt x="4129" y="373"/>
                                  <a:pt x="3422" y="843"/>
                                </a:cubicBezTo>
                                <a:cubicBezTo>
                                  <a:pt x="2652" y="1187"/>
                                  <a:pt x="2008" y="1700"/>
                                  <a:pt x="1485" y="2383"/>
                                </a:cubicBezTo>
                                <a:cubicBezTo>
                                  <a:pt x="899" y="3046"/>
                                  <a:pt x="521" y="3802"/>
                                  <a:pt x="347" y="4649"/>
                                </a:cubicBezTo>
                                <a:cubicBezTo>
                                  <a:pt x="22" y="5473"/>
                                  <a:pt x="-75" y="6335"/>
                                  <a:pt x="56" y="7231"/>
                                </a:cubicBezTo>
                                <a:cubicBezTo>
                                  <a:pt x="192" y="7778"/>
                                  <a:pt x="327" y="8320"/>
                                  <a:pt x="463" y="8868"/>
                                </a:cubicBezTo>
                                <a:cubicBezTo>
                                  <a:pt x="885" y="9923"/>
                                  <a:pt x="1529" y="10810"/>
                                  <a:pt x="2405" y="11536"/>
                                </a:cubicBezTo>
                                <a:cubicBezTo>
                                  <a:pt x="2885" y="11831"/>
                                  <a:pt x="3359" y="12127"/>
                                  <a:pt x="3839" y="12427"/>
                                </a:cubicBezTo>
                                <a:cubicBezTo>
                                  <a:pt x="4928" y="12911"/>
                                  <a:pt x="6066" y="13091"/>
                                  <a:pt x="7253" y="12965"/>
                                </a:cubicBezTo>
                                <a:cubicBezTo>
                                  <a:pt x="8120" y="12897"/>
                                  <a:pt x="8909" y="12631"/>
                                  <a:pt x="9616" y="12161"/>
                                </a:cubicBezTo>
                                <a:cubicBezTo>
                                  <a:pt x="10386" y="11817"/>
                                  <a:pt x="11030" y="11304"/>
                                  <a:pt x="11553" y="10621"/>
                                </a:cubicBezTo>
                                <a:cubicBezTo>
                                  <a:pt x="12139" y="9957"/>
                                  <a:pt x="12517" y="9202"/>
                                  <a:pt x="12692" y="8354"/>
                                </a:cubicBezTo>
                                <a:cubicBezTo>
                                  <a:pt x="13021" y="7531"/>
                                  <a:pt x="13118" y="6669"/>
                                  <a:pt x="12982" y="5773"/>
                                </a:cubicBezTo>
                                <a:close/>
                              </a:path>
                            </a:pathLst>
                          </a:custGeom>
                          <a:solidFill>
                            <a:srgbClr val="D18BCF"/>
                          </a:solidFill>
                          <a:ln w="4839" cap="flat">
                            <a:noFill/>
                            <a:prstDash val="solid"/>
                            <a:miter/>
                          </a:ln>
                        </p:spPr>
                        <p:txBody>
                          <a:bodyPr rtlCol="0" anchor="ctr"/>
                          <a:lstStyle/>
                          <a:p>
                            <a:endParaRPr lang="vi-VN"/>
                          </a:p>
                        </p:txBody>
                      </p:sp>
                      <p:sp>
                        <p:nvSpPr>
                          <p:cNvPr id="855" name="Freeform: Shape 854">
                            <a:extLst>
                              <a:ext uri="{FF2B5EF4-FFF2-40B4-BE49-F238E27FC236}">
                                <a16:creationId xmlns:a16="http://schemas.microsoft.com/office/drawing/2014/main" id="{2B818F2F-8B62-72C9-4AC8-81B3710D849B}"/>
                              </a:ext>
                            </a:extLst>
                          </p:cNvPr>
                          <p:cNvSpPr/>
                          <p:nvPr/>
                        </p:nvSpPr>
                        <p:spPr>
                          <a:xfrm>
                            <a:off x="3432089" y="5122037"/>
                            <a:ext cx="13684" cy="14028"/>
                          </a:xfrm>
                          <a:custGeom>
                            <a:avLst/>
                            <a:gdLst>
                              <a:gd name="connsiteX0" fmla="*/ 13570 w 13684"/>
                              <a:gd name="connsiteY0" fmla="*/ 5952 h 14028"/>
                              <a:gd name="connsiteX1" fmla="*/ 13551 w 13684"/>
                              <a:gd name="connsiteY1" fmla="*/ 5773 h 14028"/>
                              <a:gd name="connsiteX2" fmla="*/ 13527 w 13684"/>
                              <a:gd name="connsiteY2" fmla="*/ 5594 h 14028"/>
                              <a:gd name="connsiteX3" fmla="*/ 12539 w 13684"/>
                              <a:gd name="connsiteY3" fmla="*/ 3182 h 14028"/>
                              <a:gd name="connsiteX4" fmla="*/ 10810 w 13684"/>
                              <a:gd name="connsiteY4" fmla="*/ 1260 h 14028"/>
                              <a:gd name="connsiteX5" fmla="*/ 9260 w 13684"/>
                              <a:gd name="connsiteY5" fmla="*/ 422 h 14028"/>
                              <a:gd name="connsiteX6" fmla="*/ 6582 w 13684"/>
                              <a:gd name="connsiteY6" fmla="*/ 39 h 14028"/>
                              <a:gd name="connsiteX7" fmla="*/ 4834 w 13684"/>
                              <a:gd name="connsiteY7" fmla="*/ 334 h 14028"/>
                              <a:gd name="connsiteX8" fmla="*/ 2524 w 13684"/>
                              <a:gd name="connsiteY8" fmla="*/ 1521 h 14028"/>
                              <a:gd name="connsiteX9" fmla="*/ 1337 w 13684"/>
                              <a:gd name="connsiteY9" fmla="*/ 2785 h 14028"/>
                              <a:gd name="connsiteX10" fmla="*/ 88 w 13684"/>
                              <a:gd name="connsiteY10" fmla="*/ 6102 h 14028"/>
                              <a:gd name="connsiteX11" fmla="*/ 25 w 13684"/>
                              <a:gd name="connsiteY11" fmla="*/ 6635 h 14028"/>
                              <a:gd name="connsiteX12" fmla="*/ 664 w 13684"/>
                              <a:gd name="connsiteY12" fmla="*/ 10156 h 14028"/>
                              <a:gd name="connsiteX13" fmla="*/ 1613 w 13684"/>
                              <a:gd name="connsiteY13" fmla="*/ 11623 h 14028"/>
                              <a:gd name="connsiteX14" fmla="*/ 4475 w 13684"/>
                              <a:gd name="connsiteY14" fmla="*/ 13628 h 14028"/>
                              <a:gd name="connsiteX15" fmla="*/ 7182 w 13684"/>
                              <a:gd name="connsiteY15" fmla="*/ 13977 h 14028"/>
                              <a:gd name="connsiteX16" fmla="*/ 9783 w 13684"/>
                              <a:gd name="connsiteY16" fmla="*/ 13381 h 14028"/>
                              <a:gd name="connsiteX17" fmla="*/ 11841 w 13684"/>
                              <a:gd name="connsiteY17" fmla="*/ 11788 h 14028"/>
                              <a:gd name="connsiteX18" fmla="*/ 13255 w 13684"/>
                              <a:gd name="connsiteY18" fmla="*/ 9575 h 14028"/>
                              <a:gd name="connsiteX19" fmla="*/ 13570 w 13684"/>
                              <a:gd name="connsiteY19" fmla="*/ 5952 h 1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684" h="14028">
                                <a:moveTo>
                                  <a:pt x="13570" y="5952"/>
                                </a:moveTo>
                                <a:cubicBezTo>
                                  <a:pt x="13565" y="5889"/>
                                  <a:pt x="13556" y="5831"/>
                                  <a:pt x="13551" y="5773"/>
                                </a:cubicBezTo>
                                <a:cubicBezTo>
                                  <a:pt x="13546" y="5715"/>
                                  <a:pt x="13541" y="5652"/>
                                  <a:pt x="13527" y="5594"/>
                                </a:cubicBezTo>
                                <a:cubicBezTo>
                                  <a:pt x="13401" y="4693"/>
                                  <a:pt x="13071" y="3889"/>
                                  <a:pt x="12539" y="3182"/>
                                </a:cubicBezTo>
                                <a:cubicBezTo>
                                  <a:pt x="12132" y="2402"/>
                                  <a:pt x="11555" y="1758"/>
                                  <a:pt x="10810" y="1260"/>
                                </a:cubicBezTo>
                                <a:cubicBezTo>
                                  <a:pt x="10292" y="979"/>
                                  <a:pt x="9778" y="703"/>
                                  <a:pt x="9260" y="422"/>
                                </a:cubicBezTo>
                                <a:cubicBezTo>
                                  <a:pt x="8388" y="54"/>
                                  <a:pt x="7497" y="-72"/>
                                  <a:pt x="6582" y="39"/>
                                </a:cubicBezTo>
                                <a:cubicBezTo>
                                  <a:pt x="5972" y="-19"/>
                                  <a:pt x="5390" y="83"/>
                                  <a:pt x="4834" y="334"/>
                                </a:cubicBezTo>
                                <a:cubicBezTo>
                                  <a:pt x="3972" y="528"/>
                                  <a:pt x="3202" y="920"/>
                                  <a:pt x="2524" y="1521"/>
                                </a:cubicBezTo>
                                <a:cubicBezTo>
                                  <a:pt x="2127" y="1942"/>
                                  <a:pt x="1729" y="2364"/>
                                  <a:pt x="1337" y="2785"/>
                                </a:cubicBezTo>
                                <a:cubicBezTo>
                                  <a:pt x="625" y="3778"/>
                                  <a:pt x="209" y="4887"/>
                                  <a:pt x="88" y="6102"/>
                                </a:cubicBezTo>
                                <a:cubicBezTo>
                                  <a:pt x="54" y="6277"/>
                                  <a:pt x="44" y="6456"/>
                                  <a:pt x="25" y="6635"/>
                                </a:cubicBezTo>
                                <a:cubicBezTo>
                                  <a:pt x="-77" y="7865"/>
                                  <a:pt x="136" y="9037"/>
                                  <a:pt x="664" y="10156"/>
                                </a:cubicBezTo>
                                <a:cubicBezTo>
                                  <a:pt x="979" y="10645"/>
                                  <a:pt x="1298" y="11134"/>
                                  <a:pt x="1613" y="11623"/>
                                </a:cubicBezTo>
                                <a:cubicBezTo>
                                  <a:pt x="2393" y="12539"/>
                                  <a:pt x="3347" y="13207"/>
                                  <a:pt x="4475" y="13628"/>
                                </a:cubicBezTo>
                                <a:cubicBezTo>
                                  <a:pt x="5357" y="13987"/>
                                  <a:pt x="6262" y="14108"/>
                                  <a:pt x="7182" y="13977"/>
                                </a:cubicBezTo>
                                <a:cubicBezTo>
                                  <a:pt x="8093" y="14011"/>
                                  <a:pt x="8960" y="13812"/>
                                  <a:pt x="9783" y="13381"/>
                                </a:cubicBezTo>
                                <a:cubicBezTo>
                                  <a:pt x="10616" y="13018"/>
                                  <a:pt x="11299" y="12490"/>
                                  <a:pt x="11841" y="11788"/>
                                </a:cubicBezTo>
                                <a:cubicBezTo>
                                  <a:pt x="12500" y="11183"/>
                                  <a:pt x="12970" y="10442"/>
                                  <a:pt x="13255" y="9575"/>
                                </a:cubicBezTo>
                                <a:cubicBezTo>
                                  <a:pt x="13691" y="8393"/>
                                  <a:pt x="13793" y="7187"/>
                                  <a:pt x="13570" y="5952"/>
                                </a:cubicBezTo>
                                <a:close/>
                              </a:path>
                            </a:pathLst>
                          </a:custGeom>
                          <a:solidFill>
                            <a:srgbClr val="D18BCF"/>
                          </a:solidFill>
                          <a:ln w="4839" cap="flat">
                            <a:noFill/>
                            <a:prstDash val="solid"/>
                            <a:miter/>
                          </a:ln>
                        </p:spPr>
                        <p:txBody>
                          <a:bodyPr rtlCol="0" anchor="ctr"/>
                          <a:lstStyle/>
                          <a:p>
                            <a:endParaRPr lang="vi-VN"/>
                          </a:p>
                        </p:txBody>
                      </p:sp>
                    </p:grpSp>
                    <p:grpSp>
                      <p:nvGrpSpPr>
                        <p:cNvPr id="845" name="Graphic 1991">
                          <a:extLst>
                            <a:ext uri="{FF2B5EF4-FFF2-40B4-BE49-F238E27FC236}">
                              <a16:creationId xmlns:a16="http://schemas.microsoft.com/office/drawing/2014/main" id="{D5220530-B34C-6630-56B2-86C81955F410}"/>
                            </a:ext>
                          </a:extLst>
                        </p:cNvPr>
                        <p:cNvGrpSpPr/>
                        <p:nvPr/>
                      </p:nvGrpSpPr>
                      <p:grpSpPr>
                        <a:xfrm>
                          <a:off x="3247706" y="4447165"/>
                          <a:ext cx="186995" cy="342910"/>
                          <a:chOff x="3247706" y="4447165"/>
                          <a:chExt cx="186995" cy="342910"/>
                        </a:xfrm>
                      </p:grpSpPr>
                      <p:sp>
                        <p:nvSpPr>
                          <p:cNvPr id="846" name="Freeform: Shape 845">
                            <a:extLst>
                              <a:ext uri="{FF2B5EF4-FFF2-40B4-BE49-F238E27FC236}">
                                <a16:creationId xmlns:a16="http://schemas.microsoft.com/office/drawing/2014/main" id="{02215B1B-F4C9-DC9F-244A-C72889D31977}"/>
                              </a:ext>
                            </a:extLst>
                          </p:cNvPr>
                          <p:cNvSpPr/>
                          <p:nvPr/>
                        </p:nvSpPr>
                        <p:spPr>
                          <a:xfrm>
                            <a:off x="3247706" y="4519441"/>
                            <a:ext cx="186995" cy="270634"/>
                          </a:xfrm>
                          <a:custGeom>
                            <a:avLst/>
                            <a:gdLst>
                              <a:gd name="connsiteX0" fmla="*/ 44772 w 186995"/>
                              <a:gd name="connsiteY0" fmla="*/ 257849 h 270634"/>
                              <a:gd name="connsiteX1" fmla="*/ 81728 w 186995"/>
                              <a:gd name="connsiteY1" fmla="*/ 142526 h 270634"/>
                              <a:gd name="connsiteX2" fmla="*/ 163026 w 186995"/>
                              <a:gd name="connsiteY2" fmla="*/ 206578 h 270634"/>
                              <a:gd name="connsiteX3" fmla="*/ 145770 w 186995"/>
                              <a:gd name="connsiteY3" fmla="*/ 474 h 270634"/>
                              <a:gd name="connsiteX4" fmla="*/ 4106 w 186995"/>
                              <a:gd name="connsiteY4" fmla="*/ 215203 h 270634"/>
                              <a:gd name="connsiteX5" fmla="*/ 22780 w 186995"/>
                              <a:gd name="connsiteY5" fmla="*/ 197957 h 270634"/>
                              <a:gd name="connsiteX6" fmla="*/ 36146 w 186995"/>
                              <a:gd name="connsiteY6" fmla="*/ 270635 h 270634"/>
                              <a:gd name="connsiteX7" fmla="*/ 44772 w 186995"/>
                              <a:gd name="connsiteY7" fmla="*/ 257849 h 270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6995" h="270634">
                                <a:moveTo>
                                  <a:pt x="44772" y="257849"/>
                                </a:moveTo>
                                <a:cubicBezTo>
                                  <a:pt x="44772" y="257849"/>
                                  <a:pt x="55857" y="149916"/>
                                  <a:pt x="81728" y="142526"/>
                                </a:cubicBezTo>
                                <a:cubicBezTo>
                                  <a:pt x="107594" y="135135"/>
                                  <a:pt x="163026" y="206578"/>
                                  <a:pt x="163026" y="206578"/>
                                </a:cubicBezTo>
                                <a:cubicBezTo>
                                  <a:pt x="163026" y="206578"/>
                                  <a:pt x="227078" y="10096"/>
                                  <a:pt x="145770" y="474"/>
                                </a:cubicBezTo>
                                <a:cubicBezTo>
                                  <a:pt x="80643" y="-7231"/>
                                  <a:pt x="-21780" y="79703"/>
                                  <a:pt x="4106" y="215203"/>
                                </a:cubicBezTo>
                                <a:cubicBezTo>
                                  <a:pt x="4106" y="215203"/>
                                  <a:pt x="19269" y="165931"/>
                                  <a:pt x="22780" y="197957"/>
                                </a:cubicBezTo>
                                <a:cubicBezTo>
                                  <a:pt x="26291" y="229983"/>
                                  <a:pt x="32451" y="270635"/>
                                  <a:pt x="36146" y="270635"/>
                                </a:cubicBezTo>
                                <a:cubicBezTo>
                                  <a:pt x="39847" y="270635"/>
                                  <a:pt x="44772" y="257849"/>
                                  <a:pt x="44772" y="257849"/>
                                </a:cubicBezTo>
                                <a:close/>
                              </a:path>
                            </a:pathLst>
                          </a:custGeom>
                          <a:solidFill>
                            <a:srgbClr val="D18BCF"/>
                          </a:solidFill>
                          <a:ln w="4839" cap="flat">
                            <a:noFill/>
                            <a:prstDash val="solid"/>
                            <a:miter/>
                          </a:ln>
                        </p:spPr>
                        <p:txBody>
                          <a:bodyPr rtlCol="0" anchor="ctr"/>
                          <a:lstStyle/>
                          <a:p>
                            <a:endParaRPr lang="vi-VN"/>
                          </a:p>
                        </p:txBody>
                      </p:sp>
                      <p:grpSp>
                        <p:nvGrpSpPr>
                          <p:cNvPr id="847" name="Graphic 1991">
                            <a:extLst>
                              <a:ext uri="{FF2B5EF4-FFF2-40B4-BE49-F238E27FC236}">
                                <a16:creationId xmlns:a16="http://schemas.microsoft.com/office/drawing/2014/main" id="{0D1429AF-C2C0-5208-0669-7C9158529564}"/>
                              </a:ext>
                            </a:extLst>
                          </p:cNvPr>
                          <p:cNvGrpSpPr/>
                          <p:nvPr/>
                        </p:nvGrpSpPr>
                        <p:grpSpPr>
                          <a:xfrm>
                            <a:off x="3258064" y="4447165"/>
                            <a:ext cx="127939" cy="301769"/>
                            <a:chOff x="3258064" y="4447165"/>
                            <a:chExt cx="127939" cy="301769"/>
                          </a:xfrm>
                        </p:grpSpPr>
                        <p:sp>
                          <p:nvSpPr>
                            <p:cNvPr id="848" name="Freeform: Shape 847">
                              <a:extLst>
                                <a:ext uri="{FF2B5EF4-FFF2-40B4-BE49-F238E27FC236}">
                                  <a16:creationId xmlns:a16="http://schemas.microsoft.com/office/drawing/2014/main" id="{478F9D10-D937-92E2-6C6B-30D46A253C34}"/>
                                </a:ext>
                              </a:extLst>
                            </p:cNvPr>
                            <p:cNvSpPr/>
                            <p:nvPr/>
                          </p:nvSpPr>
                          <p:spPr>
                            <a:xfrm>
                              <a:off x="3258064" y="4447165"/>
                              <a:ext cx="127939" cy="301769"/>
                            </a:xfrm>
                            <a:custGeom>
                              <a:avLst/>
                              <a:gdLst>
                                <a:gd name="connsiteX0" fmla="*/ 0 w 127939"/>
                                <a:gd name="connsiteY0" fmla="*/ 136782 h 301769"/>
                                <a:gd name="connsiteX1" fmla="*/ 24520 w 127939"/>
                                <a:gd name="connsiteY1" fmla="*/ 206389 h 301769"/>
                                <a:gd name="connsiteX2" fmla="*/ 30312 w 127939"/>
                                <a:gd name="connsiteY2" fmla="*/ 301770 h 301769"/>
                                <a:gd name="connsiteX3" fmla="*/ 80809 w 127939"/>
                                <a:gd name="connsiteY3" fmla="*/ 154769 h 301769"/>
                                <a:gd name="connsiteX4" fmla="*/ 127940 w 127939"/>
                                <a:gd name="connsiteY4" fmla="*/ 93051 h 301769"/>
                                <a:gd name="connsiteX5" fmla="*/ 66038 w 127939"/>
                                <a:gd name="connsiteY5" fmla="*/ 11133 h 301769"/>
                                <a:gd name="connsiteX6" fmla="*/ 0 w 127939"/>
                                <a:gd name="connsiteY6" fmla="*/ 136782 h 30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939" h="301769">
                                  <a:moveTo>
                                    <a:pt x="0" y="136782"/>
                                  </a:moveTo>
                                  <a:cubicBezTo>
                                    <a:pt x="0" y="136782"/>
                                    <a:pt x="33581" y="160323"/>
                                    <a:pt x="24520" y="206389"/>
                                  </a:cubicBezTo>
                                  <a:cubicBezTo>
                                    <a:pt x="17013" y="244541"/>
                                    <a:pt x="30312" y="301770"/>
                                    <a:pt x="30312" y="301770"/>
                                  </a:cubicBezTo>
                                  <a:cubicBezTo>
                                    <a:pt x="30312" y="301770"/>
                                    <a:pt x="38167" y="196287"/>
                                    <a:pt x="80809" y="154769"/>
                                  </a:cubicBezTo>
                                  <a:cubicBezTo>
                                    <a:pt x="123450" y="113250"/>
                                    <a:pt x="127940" y="93051"/>
                                    <a:pt x="127940" y="93051"/>
                                  </a:cubicBezTo>
                                  <a:cubicBezTo>
                                    <a:pt x="127940" y="93051"/>
                                    <a:pt x="89981" y="68512"/>
                                    <a:pt x="66038" y="11133"/>
                                  </a:cubicBezTo>
                                  <a:cubicBezTo>
                                    <a:pt x="42094" y="-46236"/>
                                    <a:pt x="0" y="136782"/>
                                    <a:pt x="0" y="136782"/>
                                  </a:cubicBezTo>
                                  <a:close/>
                                </a:path>
                              </a:pathLst>
                            </a:custGeom>
                            <a:solidFill>
                              <a:srgbClr val="F4B69D"/>
                            </a:solidFill>
                            <a:ln w="4839" cap="flat">
                              <a:noFill/>
                              <a:prstDash val="solid"/>
                              <a:miter/>
                            </a:ln>
                          </p:spPr>
                          <p:txBody>
                            <a:bodyPr rtlCol="0" anchor="ctr"/>
                            <a:lstStyle/>
                            <a:p>
                              <a:endParaRPr lang="vi-VN"/>
                            </a:p>
                          </p:txBody>
                        </p:sp>
                        <p:sp>
                          <p:nvSpPr>
                            <p:cNvPr id="849" name="Freeform: Shape 848">
                              <a:extLst>
                                <a:ext uri="{FF2B5EF4-FFF2-40B4-BE49-F238E27FC236}">
                                  <a16:creationId xmlns:a16="http://schemas.microsoft.com/office/drawing/2014/main" id="{96B23596-915F-17BF-01DD-FA4A391589EF}"/>
                                </a:ext>
                              </a:extLst>
                            </p:cNvPr>
                            <p:cNvSpPr/>
                            <p:nvPr/>
                          </p:nvSpPr>
                          <p:spPr>
                            <a:xfrm>
                              <a:off x="3258064" y="4447172"/>
                              <a:ext cx="77994" cy="183538"/>
                            </a:xfrm>
                            <a:custGeom>
                              <a:avLst/>
                              <a:gdLst>
                                <a:gd name="connsiteX0" fmla="*/ 0 w 77994"/>
                                <a:gd name="connsiteY0" fmla="*/ 136776 h 183538"/>
                                <a:gd name="connsiteX1" fmla="*/ 25682 w 77994"/>
                                <a:gd name="connsiteY1" fmla="*/ 183539 h 183538"/>
                                <a:gd name="connsiteX2" fmla="*/ 73413 w 77994"/>
                                <a:gd name="connsiteY2" fmla="*/ 27012 h 183538"/>
                                <a:gd name="connsiteX3" fmla="*/ 73413 w 77994"/>
                                <a:gd name="connsiteY3" fmla="*/ 27012 h 183538"/>
                                <a:gd name="connsiteX4" fmla="*/ 66038 w 77994"/>
                                <a:gd name="connsiteY4" fmla="*/ 11137 h 183538"/>
                                <a:gd name="connsiteX5" fmla="*/ 0 w 77994"/>
                                <a:gd name="connsiteY5" fmla="*/ 136776 h 18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994" h="183538">
                                  <a:moveTo>
                                    <a:pt x="0" y="136776"/>
                                  </a:moveTo>
                                  <a:cubicBezTo>
                                    <a:pt x="0" y="136776"/>
                                    <a:pt x="22481" y="152554"/>
                                    <a:pt x="25682" y="183539"/>
                                  </a:cubicBezTo>
                                  <a:cubicBezTo>
                                    <a:pt x="99856" y="133662"/>
                                    <a:pt x="73413" y="27012"/>
                                    <a:pt x="73413" y="27012"/>
                                  </a:cubicBezTo>
                                  <a:lnTo>
                                    <a:pt x="73413" y="27012"/>
                                  </a:lnTo>
                                  <a:cubicBezTo>
                                    <a:pt x="70857" y="22023"/>
                                    <a:pt x="68377" y="16745"/>
                                    <a:pt x="66038" y="11137"/>
                                  </a:cubicBezTo>
                                  <a:cubicBezTo>
                                    <a:pt x="42094" y="-46242"/>
                                    <a:pt x="0" y="136776"/>
                                    <a:pt x="0" y="136776"/>
                                  </a:cubicBezTo>
                                  <a:close/>
                                </a:path>
                              </a:pathLst>
                            </a:custGeom>
                            <a:solidFill>
                              <a:srgbClr val="D87D68">
                                <a:alpha val="30000"/>
                              </a:srgbClr>
                            </a:solidFill>
                            <a:ln w="4839" cap="flat">
                              <a:noFill/>
                              <a:prstDash val="solid"/>
                              <a:miter/>
                            </a:ln>
                          </p:spPr>
                          <p:txBody>
                            <a:bodyPr rtlCol="0" anchor="ctr"/>
                            <a:lstStyle/>
                            <a:p>
                              <a:endParaRPr lang="vi-VN"/>
                            </a:p>
                          </p:txBody>
                        </p:sp>
                      </p:grpSp>
                    </p:grpSp>
                  </p:grpSp>
                </p:grpSp>
                <p:grpSp>
                  <p:nvGrpSpPr>
                    <p:cNvPr id="819" name="Graphic 1991">
                      <a:extLst>
                        <a:ext uri="{FF2B5EF4-FFF2-40B4-BE49-F238E27FC236}">
                          <a16:creationId xmlns:a16="http://schemas.microsoft.com/office/drawing/2014/main" id="{23A67E97-F819-6F9B-BDF4-4ACF2CAB4712}"/>
                        </a:ext>
                      </a:extLst>
                    </p:cNvPr>
                    <p:cNvGrpSpPr/>
                    <p:nvPr/>
                  </p:nvGrpSpPr>
                  <p:grpSpPr>
                    <a:xfrm>
                      <a:off x="2942863" y="4145897"/>
                      <a:ext cx="632738" cy="487596"/>
                      <a:chOff x="2942863" y="4145897"/>
                      <a:chExt cx="632738" cy="487596"/>
                    </a:xfrm>
                  </p:grpSpPr>
                  <p:grpSp>
                    <p:nvGrpSpPr>
                      <p:cNvPr id="820" name="Graphic 1991">
                        <a:extLst>
                          <a:ext uri="{FF2B5EF4-FFF2-40B4-BE49-F238E27FC236}">
                            <a16:creationId xmlns:a16="http://schemas.microsoft.com/office/drawing/2014/main" id="{00172F0F-E4A4-40B1-178D-F5F3B6E44A1A}"/>
                          </a:ext>
                        </a:extLst>
                      </p:cNvPr>
                      <p:cNvGrpSpPr/>
                      <p:nvPr/>
                    </p:nvGrpSpPr>
                    <p:grpSpPr>
                      <a:xfrm>
                        <a:off x="2993177" y="4186864"/>
                        <a:ext cx="365623" cy="446629"/>
                        <a:chOff x="2993177" y="4186864"/>
                        <a:chExt cx="365623" cy="446629"/>
                      </a:xfrm>
                    </p:grpSpPr>
                    <p:sp>
                      <p:nvSpPr>
                        <p:cNvPr id="831" name="Freeform: Shape 830">
                          <a:extLst>
                            <a:ext uri="{FF2B5EF4-FFF2-40B4-BE49-F238E27FC236}">
                              <a16:creationId xmlns:a16="http://schemas.microsoft.com/office/drawing/2014/main" id="{C8182457-933F-4CFA-07F5-F3DC136C52EA}"/>
                            </a:ext>
                          </a:extLst>
                        </p:cNvPr>
                        <p:cNvSpPr/>
                        <p:nvPr/>
                      </p:nvSpPr>
                      <p:spPr>
                        <a:xfrm>
                          <a:off x="2993177" y="4186864"/>
                          <a:ext cx="365623" cy="446629"/>
                        </a:xfrm>
                        <a:custGeom>
                          <a:avLst/>
                          <a:gdLst>
                            <a:gd name="connsiteX0" fmla="*/ 11938 w 365623"/>
                            <a:gd name="connsiteY0" fmla="*/ 266548 h 446629"/>
                            <a:gd name="connsiteX1" fmla="*/ 235249 w 365623"/>
                            <a:gd name="connsiteY1" fmla="*/ 440209 h 446629"/>
                            <a:gd name="connsiteX2" fmla="*/ 339313 w 365623"/>
                            <a:gd name="connsiteY2" fmla="*/ 252329 h 446629"/>
                            <a:gd name="connsiteX3" fmla="*/ 351963 w 365623"/>
                            <a:gd name="connsiteY3" fmla="*/ 92901 h 446629"/>
                            <a:gd name="connsiteX4" fmla="*/ 72058 w 365623"/>
                            <a:gd name="connsiteY4" fmla="*/ 49572 h 446629"/>
                            <a:gd name="connsiteX5" fmla="*/ 11938 w 365623"/>
                            <a:gd name="connsiteY5" fmla="*/ 266548 h 44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5623" h="446629">
                              <a:moveTo>
                                <a:pt x="11938" y="266548"/>
                              </a:moveTo>
                              <a:cubicBezTo>
                                <a:pt x="11938" y="266548"/>
                                <a:pt x="74925" y="486580"/>
                                <a:pt x="235249" y="440209"/>
                              </a:cubicBezTo>
                              <a:cubicBezTo>
                                <a:pt x="349144" y="407268"/>
                                <a:pt x="339313" y="252329"/>
                                <a:pt x="339313" y="252329"/>
                              </a:cubicBezTo>
                              <a:cubicBezTo>
                                <a:pt x="339313" y="252329"/>
                                <a:pt x="388866" y="189512"/>
                                <a:pt x="351963" y="92901"/>
                              </a:cubicBezTo>
                              <a:cubicBezTo>
                                <a:pt x="315060" y="-3710"/>
                                <a:pt x="163647" y="-36075"/>
                                <a:pt x="72058" y="49572"/>
                              </a:cubicBezTo>
                              <a:cubicBezTo>
                                <a:pt x="-19526" y="135218"/>
                                <a:pt x="-3545" y="238653"/>
                                <a:pt x="11938" y="266548"/>
                              </a:cubicBezTo>
                              <a:close/>
                            </a:path>
                          </a:pathLst>
                        </a:custGeom>
                        <a:solidFill>
                          <a:srgbClr val="F4B69D"/>
                        </a:solidFill>
                        <a:ln w="4839" cap="flat">
                          <a:noFill/>
                          <a:prstDash val="solid"/>
                          <a:miter/>
                        </a:ln>
                      </p:spPr>
                      <p:txBody>
                        <a:bodyPr rtlCol="0" anchor="ctr"/>
                        <a:lstStyle/>
                        <a:p>
                          <a:endParaRPr lang="vi-VN"/>
                        </a:p>
                      </p:txBody>
                    </p:sp>
                    <p:grpSp>
                      <p:nvGrpSpPr>
                        <p:cNvPr id="832" name="Graphic 1991">
                          <a:extLst>
                            <a:ext uri="{FF2B5EF4-FFF2-40B4-BE49-F238E27FC236}">
                              <a16:creationId xmlns:a16="http://schemas.microsoft.com/office/drawing/2014/main" id="{73C98AE8-A9C4-8C3B-9CAF-C448ADABEBB9}"/>
                            </a:ext>
                          </a:extLst>
                        </p:cNvPr>
                        <p:cNvGrpSpPr/>
                        <p:nvPr/>
                      </p:nvGrpSpPr>
                      <p:grpSpPr>
                        <a:xfrm>
                          <a:off x="3028108" y="4393033"/>
                          <a:ext cx="180500" cy="195207"/>
                          <a:chOff x="3028108" y="4393033"/>
                          <a:chExt cx="180500" cy="195207"/>
                        </a:xfrm>
                      </p:grpSpPr>
                      <p:sp>
                        <p:nvSpPr>
                          <p:cNvPr id="833" name="Freeform: Shape 832">
                            <a:extLst>
                              <a:ext uri="{FF2B5EF4-FFF2-40B4-BE49-F238E27FC236}">
                                <a16:creationId xmlns:a16="http://schemas.microsoft.com/office/drawing/2014/main" id="{70E77CC4-4D1E-C961-8480-B70D3E1EF642}"/>
                              </a:ext>
                            </a:extLst>
                          </p:cNvPr>
                          <p:cNvSpPr/>
                          <p:nvPr/>
                        </p:nvSpPr>
                        <p:spPr>
                          <a:xfrm>
                            <a:off x="3094105" y="4478785"/>
                            <a:ext cx="32615" cy="73091"/>
                          </a:xfrm>
                          <a:custGeom>
                            <a:avLst/>
                            <a:gdLst>
                              <a:gd name="connsiteX0" fmla="*/ 18425 w 32615"/>
                              <a:gd name="connsiteY0" fmla="*/ 63044 h 73091"/>
                              <a:gd name="connsiteX1" fmla="*/ 9417 w 32615"/>
                              <a:gd name="connsiteY1" fmla="*/ 62114 h 73091"/>
                              <a:gd name="connsiteX2" fmla="*/ 10279 w 32615"/>
                              <a:gd name="connsiteY2" fmla="*/ 53237 h 73091"/>
                              <a:gd name="connsiteX3" fmla="*/ 12037 w 32615"/>
                              <a:gd name="connsiteY3" fmla="*/ 41348 h 73091"/>
                              <a:gd name="connsiteX4" fmla="*/ 3698 w 32615"/>
                              <a:gd name="connsiteY4" fmla="*/ 880 h 73091"/>
                              <a:gd name="connsiteX5" fmla="*/ 439 w 32615"/>
                              <a:gd name="connsiteY5" fmla="*/ 2740 h 73091"/>
                              <a:gd name="connsiteX6" fmla="*/ 1790 w 32615"/>
                              <a:gd name="connsiteY6" fmla="*/ 50089 h 73091"/>
                              <a:gd name="connsiteX7" fmla="*/ 7824 w 32615"/>
                              <a:gd name="connsiteY7" fmla="*/ 72424 h 73091"/>
                              <a:gd name="connsiteX8" fmla="*/ 19801 w 32615"/>
                              <a:gd name="connsiteY8" fmla="*/ 72705 h 73091"/>
                              <a:gd name="connsiteX9" fmla="*/ 31884 w 32615"/>
                              <a:gd name="connsiteY9" fmla="*/ 67833 h 73091"/>
                              <a:gd name="connsiteX10" fmla="*/ 30576 w 32615"/>
                              <a:gd name="connsiteY10" fmla="*/ 63271 h 73091"/>
                              <a:gd name="connsiteX11" fmla="*/ 18425 w 32615"/>
                              <a:gd name="connsiteY11" fmla="*/ 63044 h 73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615" h="73091">
                                <a:moveTo>
                                  <a:pt x="18425" y="63044"/>
                                </a:moveTo>
                                <a:cubicBezTo>
                                  <a:pt x="16372" y="63199"/>
                                  <a:pt x="10652" y="64211"/>
                                  <a:pt x="9417" y="62114"/>
                                </a:cubicBezTo>
                                <a:cubicBezTo>
                                  <a:pt x="8124" y="59920"/>
                                  <a:pt x="9776" y="55479"/>
                                  <a:pt x="10279" y="53237"/>
                                </a:cubicBezTo>
                                <a:cubicBezTo>
                                  <a:pt x="11161" y="49314"/>
                                  <a:pt x="11747" y="45357"/>
                                  <a:pt x="12037" y="41348"/>
                                </a:cubicBezTo>
                                <a:cubicBezTo>
                                  <a:pt x="13069" y="27289"/>
                                  <a:pt x="11863" y="12818"/>
                                  <a:pt x="3698" y="880"/>
                                </a:cubicBezTo>
                                <a:cubicBezTo>
                                  <a:pt x="2347" y="-1096"/>
                                  <a:pt x="-714" y="575"/>
                                  <a:pt x="439" y="2740"/>
                                </a:cubicBezTo>
                                <a:cubicBezTo>
                                  <a:pt x="8429" y="17782"/>
                                  <a:pt x="5858" y="34340"/>
                                  <a:pt x="1790" y="50089"/>
                                </a:cubicBezTo>
                                <a:cubicBezTo>
                                  <a:pt x="-254" y="57997"/>
                                  <a:pt x="-2675" y="69465"/>
                                  <a:pt x="7824" y="72424"/>
                                </a:cubicBezTo>
                                <a:cubicBezTo>
                                  <a:pt x="11597" y="73485"/>
                                  <a:pt x="15960" y="73044"/>
                                  <a:pt x="19801" y="72705"/>
                                </a:cubicBezTo>
                                <a:cubicBezTo>
                                  <a:pt x="24392" y="72303"/>
                                  <a:pt x="28823" y="71524"/>
                                  <a:pt x="31884" y="67833"/>
                                </a:cubicBezTo>
                                <a:cubicBezTo>
                                  <a:pt x="33303" y="66124"/>
                                  <a:pt x="32547" y="64037"/>
                                  <a:pt x="30576" y="63271"/>
                                </a:cubicBezTo>
                                <a:cubicBezTo>
                                  <a:pt x="26532" y="61707"/>
                                  <a:pt x="22619" y="62729"/>
                                  <a:pt x="18425" y="63044"/>
                                </a:cubicBezTo>
                                <a:close/>
                              </a:path>
                            </a:pathLst>
                          </a:custGeom>
                          <a:solidFill>
                            <a:srgbClr val="2D2929"/>
                          </a:solidFill>
                          <a:ln w="4839" cap="flat">
                            <a:noFill/>
                            <a:prstDash val="solid"/>
                            <a:miter/>
                          </a:ln>
                        </p:spPr>
                        <p:txBody>
                          <a:bodyPr rtlCol="0" anchor="ctr"/>
                          <a:lstStyle/>
                          <a:p>
                            <a:endParaRPr lang="vi-VN"/>
                          </a:p>
                        </p:txBody>
                      </p:sp>
                      <p:grpSp>
                        <p:nvGrpSpPr>
                          <p:cNvPr id="834" name="Graphic 1991">
                            <a:extLst>
                              <a:ext uri="{FF2B5EF4-FFF2-40B4-BE49-F238E27FC236}">
                                <a16:creationId xmlns:a16="http://schemas.microsoft.com/office/drawing/2014/main" id="{A256A0F2-2058-FFBA-1DE7-ABF0C8A3549E}"/>
                              </a:ext>
                            </a:extLst>
                          </p:cNvPr>
                          <p:cNvGrpSpPr/>
                          <p:nvPr/>
                        </p:nvGrpSpPr>
                        <p:grpSpPr>
                          <a:xfrm>
                            <a:off x="3028108" y="4393033"/>
                            <a:ext cx="180500" cy="195207"/>
                            <a:chOff x="3028108" y="4393033"/>
                            <a:chExt cx="180500" cy="195207"/>
                          </a:xfrm>
                        </p:grpSpPr>
                        <p:sp>
                          <p:nvSpPr>
                            <p:cNvPr id="835" name="Freeform: Shape 834">
                              <a:extLst>
                                <a:ext uri="{FF2B5EF4-FFF2-40B4-BE49-F238E27FC236}">
                                  <a16:creationId xmlns:a16="http://schemas.microsoft.com/office/drawing/2014/main" id="{F8A55D9B-651C-E0E1-4AFB-2FCAD3C8ADA4}"/>
                                </a:ext>
                              </a:extLst>
                            </p:cNvPr>
                            <p:cNvSpPr/>
                            <p:nvPr/>
                          </p:nvSpPr>
                          <p:spPr>
                            <a:xfrm>
                              <a:off x="3148314" y="4557901"/>
                              <a:ext cx="60294" cy="30339"/>
                            </a:xfrm>
                            <a:custGeom>
                              <a:avLst/>
                              <a:gdLst>
                                <a:gd name="connsiteX0" fmla="*/ 57960 w 60294"/>
                                <a:gd name="connsiteY0" fmla="*/ 166 h 30339"/>
                                <a:gd name="connsiteX1" fmla="*/ 29886 w 60294"/>
                                <a:gd name="connsiteY1" fmla="*/ 14617 h 30339"/>
                                <a:gd name="connsiteX2" fmla="*/ 16088 w 60294"/>
                                <a:gd name="connsiteY2" fmla="*/ 20545 h 30339"/>
                                <a:gd name="connsiteX3" fmla="*/ 1206 w 60294"/>
                                <a:gd name="connsiteY3" fmla="*/ 25906 h 30339"/>
                                <a:gd name="connsiteX4" fmla="*/ 2194 w 60294"/>
                                <a:gd name="connsiteY4" fmla="*/ 30332 h 30339"/>
                                <a:gd name="connsiteX5" fmla="*/ 17357 w 60294"/>
                                <a:gd name="connsiteY5" fmla="*/ 26095 h 30339"/>
                                <a:gd name="connsiteX6" fmla="*/ 32457 w 60294"/>
                                <a:gd name="connsiteY6" fmla="*/ 20017 h 30339"/>
                                <a:gd name="connsiteX7" fmla="*/ 59796 w 60294"/>
                                <a:gd name="connsiteY7" fmla="*/ 2752 h 30339"/>
                                <a:gd name="connsiteX8" fmla="*/ 57960 w 60294"/>
                                <a:gd name="connsiteY8" fmla="*/ 166 h 3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94" h="30339">
                                  <a:moveTo>
                                    <a:pt x="57960" y="166"/>
                                  </a:moveTo>
                                  <a:cubicBezTo>
                                    <a:pt x="48453" y="4689"/>
                                    <a:pt x="39388" y="10074"/>
                                    <a:pt x="29886" y="14617"/>
                                  </a:cubicBezTo>
                                  <a:cubicBezTo>
                                    <a:pt x="25367" y="16777"/>
                                    <a:pt x="20767" y="18753"/>
                                    <a:pt x="16088" y="20545"/>
                                  </a:cubicBezTo>
                                  <a:cubicBezTo>
                                    <a:pt x="11187" y="22419"/>
                                    <a:pt x="5923" y="23649"/>
                                    <a:pt x="1206" y="25906"/>
                                  </a:cubicBezTo>
                                  <a:cubicBezTo>
                                    <a:pt x="-794" y="26865"/>
                                    <a:pt x="-198" y="30526"/>
                                    <a:pt x="2194" y="30332"/>
                                  </a:cubicBezTo>
                                  <a:cubicBezTo>
                                    <a:pt x="7342" y="29921"/>
                                    <a:pt x="12505" y="27809"/>
                                    <a:pt x="17357" y="26095"/>
                                  </a:cubicBezTo>
                                  <a:cubicBezTo>
                                    <a:pt x="22471" y="24283"/>
                                    <a:pt x="27513" y="22254"/>
                                    <a:pt x="32457" y="20017"/>
                                  </a:cubicBezTo>
                                  <a:cubicBezTo>
                                    <a:pt x="42230" y="15590"/>
                                    <a:pt x="51998" y="10210"/>
                                    <a:pt x="59796" y="2752"/>
                                  </a:cubicBezTo>
                                  <a:cubicBezTo>
                                    <a:pt x="61113" y="1488"/>
                                    <a:pt x="59582" y="-604"/>
                                    <a:pt x="57960" y="166"/>
                                  </a:cubicBezTo>
                                  <a:close/>
                                </a:path>
                              </a:pathLst>
                            </a:custGeom>
                            <a:solidFill>
                              <a:srgbClr val="2D2929"/>
                            </a:solidFill>
                            <a:ln w="4839" cap="flat">
                              <a:noFill/>
                              <a:prstDash val="solid"/>
                              <a:miter/>
                            </a:ln>
                          </p:spPr>
                          <p:txBody>
                            <a:bodyPr rtlCol="0" anchor="ctr"/>
                            <a:lstStyle/>
                            <a:p>
                              <a:endParaRPr lang="vi-VN"/>
                            </a:p>
                          </p:txBody>
                        </p:sp>
                        <p:sp>
                          <p:nvSpPr>
                            <p:cNvPr id="836" name="Freeform: Shape 835">
                              <a:extLst>
                                <a:ext uri="{FF2B5EF4-FFF2-40B4-BE49-F238E27FC236}">
                                  <a16:creationId xmlns:a16="http://schemas.microsoft.com/office/drawing/2014/main" id="{812D5D95-8402-0CFF-CDE6-206208165E89}"/>
                                </a:ext>
                              </a:extLst>
                            </p:cNvPr>
                            <p:cNvSpPr/>
                            <p:nvPr/>
                          </p:nvSpPr>
                          <p:spPr>
                            <a:xfrm>
                              <a:off x="3165270" y="4439564"/>
                              <a:ext cx="17408" cy="38567"/>
                            </a:xfrm>
                            <a:custGeom>
                              <a:avLst/>
                              <a:gdLst>
                                <a:gd name="connsiteX0" fmla="*/ 15709 w 17408"/>
                                <a:gd name="connsiteY0" fmla="*/ 17397 h 38567"/>
                                <a:gd name="connsiteX1" fmla="*/ 13869 w 17408"/>
                                <a:gd name="connsiteY1" fmla="*/ 38474 h 38567"/>
                                <a:gd name="connsiteX2" fmla="*/ 1699 w 17408"/>
                                <a:gd name="connsiteY2" fmla="*/ 21170 h 38567"/>
                                <a:gd name="connsiteX3" fmla="*/ 3539 w 17408"/>
                                <a:gd name="connsiteY3" fmla="*/ 94 h 38567"/>
                                <a:gd name="connsiteX4" fmla="*/ 15709 w 17408"/>
                                <a:gd name="connsiteY4" fmla="*/ 17397 h 385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08" h="38567">
                                  <a:moveTo>
                                    <a:pt x="15709" y="17397"/>
                                  </a:moveTo>
                                  <a:cubicBezTo>
                                    <a:pt x="18562" y="27994"/>
                                    <a:pt x="17739" y="37433"/>
                                    <a:pt x="13869" y="38474"/>
                                  </a:cubicBezTo>
                                  <a:cubicBezTo>
                                    <a:pt x="10000" y="39515"/>
                                    <a:pt x="4551" y="31766"/>
                                    <a:pt x="1699" y="21170"/>
                                  </a:cubicBezTo>
                                  <a:cubicBezTo>
                                    <a:pt x="-1154" y="10574"/>
                                    <a:pt x="-330" y="1135"/>
                                    <a:pt x="3539" y="94"/>
                                  </a:cubicBezTo>
                                  <a:cubicBezTo>
                                    <a:pt x="7409" y="-947"/>
                                    <a:pt x="12857" y="6796"/>
                                    <a:pt x="15709" y="17397"/>
                                  </a:cubicBezTo>
                                  <a:close/>
                                </a:path>
                              </a:pathLst>
                            </a:custGeom>
                            <a:solidFill>
                              <a:srgbClr val="2D2929"/>
                            </a:solidFill>
                            <a:ln w="4839" cap="flat">
                              <a:noFill/>
                              <a:prstDash val="solid"/>
                              <a:miter/>
                            </a:ln>
                          </p:spPr>
                          <p:txBody>
                            <a:bodyPr rtlCol="0" anchor="ctr"/>
                            <a:lstStyle/>
                            <a:p>
                              <a:endParaRPr lang="vi-VN"/>
                            </a:p>
                          </p:txBody>
                        </p:sp>
                        <p:sp>
                          <p:nvSpPr>
                            <p:cNvPr id="837" name="Freeform: Shape 836">
                              <a:extLst>
                                <a:ext uri="{FF2B5EF4-FFF2-40B4-BE49-F238E27FC236}">
                                  <a16:creationId xmlns:a16="http://schemas.microsoft.com/office/drawing/2014/main" id="{05ACC542-6F14-B7F8-F7D6-CFAD268C942B}"/>
                                </a:ext>
                              </a:extLst>
                            </p:cNvPr>
                            <p:cNvSpPr/>
                            <p:nvPr/>
                          </p:nvSpPr>
                          <p:spPr>
                            <a:xfrm>
                              <a:off x="3054305" y="4481283"/>
                              <a:ext cx="16226" cy="35948"/>
                            </a:xfrm>
                            <a:custGeom>
                              <a:avLst/>
                              <a:gdLst>
                                <a:gd name="connsiteX0" fmla="*/ 14644 w 16226"/>
                                <a:gd name="connsiteY0" fmla="*/ 16219 h 35948"/>
                                <a:gd name="connsiteX1" fmla="*/ 12925 w 16226"/>
                                <a:gd name="connsiteY1" fmla="*/ 35862 h 35948"/>
                                <a:gd name="connsiteX2" fmla="*/ 1583 w 16226"/>
                                <a:gd name="connsiteY2" fmla="*/ 19730 h 35948"/>
                                <a:gd name="connsiteX3" fmla="*/ 3297 w 16226"/>
                                <a:gd name="connsiteY3" fmla="*/ 87 h 35948"/>
                                <a:gd name="connsiteX4" fmla="*/ 14644 w 16226"/>
                                <a:gd name="connsiteY4" fmla="*/ 16219 h 35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6" h="35948">
                                  <a:moveTo>
                                    <a:pt x="14644" y="16219"/>
                                  </a:moveTo>
                                  <a:cubicBezTo>
                                    <a:pt x="17303" y="26098"/>
                                    <a:pt x="16533" y="34893"/>
                                    <a:pt x="12925" y="35862"/>
                                  </a:cubicBezTo>
                                  <a:cubicBezTo>
                                    <a:pt x="9317" y="36830"/>
                                    <a:pt x="4242" y="29609"/>
                                    <a:pt x="1583" y="19730"/>
                                  </a:cubicBezTo>
                                  <a:cubicBezTo>
                                    <a:pt x="-1076" y="9850"/>
                                    <a:pt x="-306" y="1056"/>
                                    <a:pt x="3297" y="87"/>
                                  </a:cubicBezTo>
                                  <a:cubicBezTo>
                                    <a:pt x="6905" y="-882"/>
                                    <a:pt x="11985" y="6339"/>
                                    <a:pt x="14644" y="16219"/>
                                  </a:cubicBezTo>
                                  <a:close/>
                                </a:path>
                              </a:pathLst>
                            </a:custGeom>
                            <a:solidFill>
                              <a:srgbClr val="2D2929"/>
                            </a:solidFill>
                            <a:ln w="4839" cap="flat">
                              <a:noFill/>
                              <a:prstDash val="solid"/>
                              <a:miter/>
                            </a:ln>
                          </p:spPr>
                          <p:txBody>
                            <a:bodyPr rtlCol="0" anchor="ctr"/>
                            <a:lstStyle/>
                            <a:p>
                              <a:endParaRPr lang="vi-VN"/>
                            </a:p>
                          </p:txBody>
                        </p:sp>
                        <p:sp>
                          <p:nvSpPr>
                            <p:cNvPr id="838" name="Freeform: Shape 837">
                              <a:extLst>
                                <a:ext uri="{FF2B5EF4-FFF2-40B4-BE49-F238E27FC236}">
                                  <a16:creationId xmlns:a16="http://schemas.microsoft.com/office/drawing/2014/main" id="{AFEC5A95-6155-60CE-7DDC-CFDF2B421A29}"/>
                                </a:ext>
                              </a:extLst>
                            </p:cNvPr>
                            <p:cNvSpPr/>
                            <p:nvPr/>
                          </p:nvSpPr>
                          <p:spPr>
                            <a:xfrm>
                              <a:off x="3135547" y="4393033"/>
                              <a:ext cx="65179" cy="30388"/>
                            </a:xfrm>
                            <a:custGeom>
                              <a:avLst/>
                              <a:gdLst>
                                <a:gd name="connsiteX0" fmla="*/ 62204 w 65179"/>
                                <a:gd name="connsiteY0" fmla="*/ 4627 h 30388"/>
                                <a:gd name="connsiteX1" fmla="*/ 27824 w 65179"/>
                                <a:gd name="connsiteY1" fmla="*/ 2041 h 30388"/>
                                <a:gd name="connsiteX2" fmla="*/ 13673 w 65179"/>
                                <a:gd name="connsiteY2" fmla="*/ 8066 h 30388"/>
                                <a:gd name="connsiteX3" fmla="*/ 462 w 65179"/>
                                <a:gd name="connsiteY3" fmla="*/ 21447 h 30388"/>
                                <a:gd name="connsiteX4" fmla="*/ 2636 w 65179"/>
                                <a:gd name="connsiteY4" fmla="*/ 29127 h 30388"/>
                                <a:gd name="connsiteX5" fmla="*/ 10622 w 65179"/>
                                <a:gd name="connsiteY5" fmla="*/ 29074 h 30388"/>
                                <a:gd name="connsiteX6" fmla="*/ 16177 w 65179"/>
                                <a:gd name="connsiteY6" fmla="*/ 24633 h 30388"/>
                                <a:gd name="connsiteX7" fmla="*/ 17000 w 65179"/>
                                <a:gd name="connsiteY7" fmla="*/ 24047 h 30388"/>
                                <a:gd name="connsiteX8" fmla="*/ 18269 w 65179"/>
                                <a:gd name="connsiteY8" fmla="*/ 23195 h 30388"/>
                                <a:gd name="connsiteX9" fmla="*/ 21054 w 65179"/>
                                <a:gd name="connsiteY9" fmla="*/ 21389 h 30388"/>
                                <a:gd name="connsiteX10" fmla="*/ 23897 w 65179"/>
                                <a:gd name="connsiteY10" fmla="*/ 19766 h 30388"/>
                                <a:gd name="connsiteX11" fmla="*/ 25524 w 65179"/>
                                <a:gd name="connsiteY11" fmla="*/ 18948 h 30388"/>
                                <a:gd name="connsiteX12" fmla="*/ 25742 w 65179"/>
                                <a:gd name="connsiteY12" fmla="*/ 18851 h 30388"/>
                                <a:gd name="connsiteX13" fmla="*/ 32284 w 65179"/>
                                <a:gd name="connsiteY13" fmla="*/ 16599 h 30388"/>
                                <a:gd name="connsiteX14" fmla="*/ 35481 w 65179"/>
                                <a:gd name="connsiteY14" fmla="*/ 15853 h 30388"/>
                                <a:gd name="connsiteX15" fmla="*/ 35786 w 65179"/>
                                <a:gd name="connsiteY15" fmla="*/ 15795 h 30388"/>
                                <a:gd name="connsiteX16" fmla="*/ 37525 w 65179"/>
                                <a:gd name="connsiteY16" fmla="*/ 15563 h 30388"/>
                                <a:gd name="connsiteX17" fmla="*/ 44067 w 65179"/>
                                <a:gd name="connsiteY17" fmla="*/ 15257 h 30388"/>
                                <a:gd name="connsiteX18" fmla="*/ 45520 w 65179"/>
                                <a:gd name="connsiteY18" fmla="*/ 15311 h 30388"/>
                                <a:gd name="connsiteX19" fmla="*/ 46358 w 65179"/>
                                <a:gd name="connsiteY19" fmla="*/ 15374 h 30388"/>
                                <a:gd name="connsiteX20" fmla="*/ 49327 w 65179"/>
                                <a:gd name="connsiteY20" fmla="*/ 15800 h 30388"/>
                                <a:gd name="connsiteX21" fmla="*/ 57903 w 65179"/>
                                <a:gd name="connsiteY21" fmla="*/ 17287 h 30388"/>
                                <a:gd name="connsiteX22" fmla="*/ 62204 w 65179"/>
                                <a:gd name="connsiteY22" fmla="*/ 4627 h 3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5179" h="30388">
                                  <a:moveTo>
                                    <a:pt x="62204" y="4627"/>
                                  </a:moveTo>
                                  <a:cubicBezTo>
                                    <a:pt x="51719" y="-1039"/>
                                    <a:pt x="39147" y="-995"/>
                                    <a:pt x="27824" y="2041"/>
                                  </a:cubicBezTo>
                                  <a:cubicBezTo>
                                    <a:pt x="22889" y="3363"/>
                                    <a:pt x="18056" y="5446"/>
                                    <a:pt x="13673" y="8066"/>
                                  </a:cubicBezTo>
                                  <a:cubicBezTo>
                                    <a:pt x="8511" y="11151"/>
                                    <a:pt x="2888" y="15814"/>
                                    <a:pt x="462" y="21447"/>
                                  </a:cubicBezTo>
                                  <a:cubicBezTo>
                                    <a:pt x="-676" y="24091"/>
                                    <a:pt x="380" y="27433"/>
                                    <a:pt x="2636" y="29127"/>
                                  </a:cubicBezTo>
                                  <a:cubicBezTo>
                                    <a:pt x="5087" y="30968"/>
                                    <a:pt x="8157" y="30658"/>
                                    <a:pt x="10622" y="29074"/>
                                  </a:cubicBezTo>
                                  <a:cubicBezTo>
                                    <a:pt x="12642" y="27776"/>
                                    <a:pt x="14293" y="26115"/>
                                    <a:pt x="16177" y="24633"/>
                                  </a:cubicBezTo>
                                  <a:cubicBezTo>
                                    <a:pt x="16308" y="24546"/>
                                    <a:pt x="16821" y="24168"/>
                                    <a:pt x="17000" y="24047"/>
                                  </a:cubicBezTo>
                                  <a:cubicBezTo>
                                    <a:pt x="17422" y="23757"/>
                                    <a:pt x="17843" y="23476"/>
                                    <a:pt x="18269" y="23195"/>
                                  </a:cubicBezTo>
                                  <a:cubicBezTo>
                                    <a:pt x="19194" y="22590"/>
                                    <a:pt x="20114" y="21970"/>
                                    <a:pt x="21054" y="21389"/>
                                  </a:cubicBezTo>
                                  <a:cubicBezTo>
                                    <a:pt x="21979" y="20812"/>
                                    <a:pt x="22928" y="20275"/>
                                    <a:pt x="23897" y="19766"/>
                                  </a:cubicBezTo>
                                  <a:cubicBezTo>
                                    <a:pt x="24434" y="19485"/>
                                    <a:pt x="24977" y="19214"/>
                                    <a:pt x="25524" y="18948"/>
                                  </a:cubicBezTo>
                                  <a:cubicBezTo>
                                    <a:pt x="24807" y="19296"/>
                                    <a:pt x="25311" y="19030"/>
                                    <a:pt x="25742" y="18851"/>
                                  </a:cubicBezTo>
                                  <a:cubicBezTo>
                                    <a:pt x="27873" y="17960"/>
                                    <a:pt x="30052" y="17195"/>
                                    <a:pt x="32284" y="16599"/>
                                  </a:cubicBezTo>
                                  <a:cubicBezTo>
                                    <a:pt x="33340" y="16318"/>
                                    <a:pt x="34411" y="16076"/>
                                    <a:pt x="35481" y="15853"/>
                                  </a:cubicBezTo>
                                  <a:cubicBezTo>
                                    <a:pt x="35583" y="15834"/>
                                    <a:pt x="35689" y="15814"/>
                                    <a:pt x="35786" y="15795"/>
                                  </a:cubicBezTo>
                                  <a:cubicBezTo>
                                    <a:pt x="36367" y="15708"/>
                                    <a:pt x="36943" y="15630"/>
                                    <a:pt x="37525" y="15563"/>
                                  </a:cubicBezTo>
                                  <a:cubicBezTo>
                                    <a:pt x="39694" y="15316"/>
                                    <a:pt x="41883" y="15209"/>
                                    <a:pt x="44067" y="15257"/>
                                  </a:cubicBezTo>
                                  <a:cubicBezTo>
                                    <a:pt x="44552" y="15267"/>
                                    <a:pt x="45036" y="15287"/>
                                    <a:pt x="45520" y="15311"/>
                                  </a:cubicBezTo>
                                  <a:cubicBezTo>
                                    <a:pt x="45748" y="15325"/>
                                    <a:pt x="46135" y="15359"/>
                                    <a:pt x="46358" y="15374"/>
                                  </a:cubicBezTo>
                                  <a:cubicBezTo>
                                    <a:pt x="47351" y="15490"/>
                                    <a:pt x="48344" y="15626"/>
                                    <a:pt x="49327" y="15800"/>
                                  </a:cubicBezTo>
                                  <a:cubicBezTo>
                                    <a:pt x="52184" y="16318"/>
                                    <a:pt x="55046" y="16725"/>
                                    <a:pt x="57903" y="17287"/>
                                  </a:cubicBezTo>
                                  <a:cubicBezTo>
                                    <a:pt x="64567" y="18580"/>
                                    <a:pt x="68054" y="7790"/>
                                    <a:pt x="62204" y="4627"/>
                                  </a:cubicBezTo>
                                  <a:close/>
                                </a:path>
                              </a:pathLst>
                            </a:custGeom>
                            <a:solidFill>
                              <a:srgbClr val="5B151A"/>
                            </a:solidFill>
                            <a:ln w="4839" cap="flat">
                              <a:noFill/>
                              <a:prstDash val="solid"/>
                              <a:miter/>
                            </a:ln>
                          </p:spPr>
                          <p:txBody>
                            <a:bodyPr rtlCol="0" anchor="ctr"/>
                            <a:lstStyle/>
                            <a:p>
                              <a:endParaRPr lang="vi-VN"/>
                            </a:p>
                          </p:txBody>
                        </p:sp>
                        <p:grpSp>
                          <p:nvGrpSpPr>
                            <p:cNvPr id="839" name="Graphic 1991">
                              <a:extLst>
                                <a:ext uri="{FF2B5EF4-FFF2-40B4-BE49-F238E27FC236}">
                                  <a16:creationId xmlns:a16="http://schemas.microsoft.com/office/drawing/2014/main" id="{7865193C-ADCB-57B6-2D2F-803DA7CC76BD}"/>
                                </a:ext>
                              </a:extLst>
                            </p:cNvPr>
                            <p:cNvGrpSpPr/>
                            <p:nvPr/>
                          </p:nvGrpSpPr>
                          <p:grpSpPr>
                            <a:xfrm>
                              <a:off x="3028108" y="4439030"/>
                              <a:ext cx="47075" cy="26105"/>
                              <a:chOff x="3028108" y="4439030"/>
                              <a:chExt cx="47075" cy="26105"/>
                            </a:xfrm>
                          </p:grpSpPr>
                          <p:sp>
                            <p:nvSpPr>
                              <p:cNvPr id="840" name="Freeform: Shape 839">
                                <a:extLst>
                                  <a:ext uri="{FF2B5EF4-FFF2-40B4-BE49-F238E27FC236}">
                                    <a16:creationId xmlns:a16="http://schemas.microsoft.com/office/drawing/2014/main" id="{7841FF0D-1451-6BC5-E5B1-C37D6C4F7502}"/>
                                  </a:ext>
                                </a:extLst>
                              </p:cNvPr>
                              <p:cNvSpPr/>
                              <p:nvPr/>
                            </p:nvSpPr>
                            <p:spPr>
                              <a:xfrm>
                                <a:off x="3038163" y="4462476"/>
                                <a:ext cx="310" cy="214"/>
                              </a:xfrm>
                              <a:custGeom>
                                <a:avLst/>
                                <a:gdLst>
                                  <a:gd name="connsiteX0" fmla="*/ 218 w 310"/>
                                  <a:gd name="connsiteY0" fmla="*/ 45 h 214"/>
                                  <a:gd name="connsiteX1" fmla="*/ 0 w 310"/>
                                  <a:gd name="connsiteY1" fmla="*/ 215 h 214"/>
                                  <a:gd name="connsiteX2" fmla="*/ 218 w 310"/>
                                  <a:gd name="connsiteY2" fmla="*/ 45 h 214"/>
                                </a:gdLst>
                                <a:ahLst/>
                                <a:cxnLst>
                                  <a:cxn ang="0">
                                    <a:pos x="connsiteX0" y="connsiteY0"/>
                                  </a:cxn>
                                  <a:cxn ang="0">
                                    <a:pos x="connsiteX1" y="connsiteY1"/>
                                  </a:cxn>
                                  <a:cxn ang="0">
                                    <a:pos x="connsiteX2" y="connsiteY2"/>
                                  </a:cxn>
                                </a:cxnLst>
                                <a:rect l="l" t="t" r="r" b="b"/>
                                <a:pathLst>
                                  <a:path w="310" h="214">
                                    <a:moveTo>
                                      <a:pt x="218" y="45"/>
                                    </a:moveTo>
                                    <a:cubicBezTo>
                                      <a:pt x="140" y="99"/>
                                      <a:pt x="77" y="167"/>
                                      <a:pt x="0" y="215"/>
                                    </a:cubicBezTo>
                                    <a:cubicBezTo>
                                      <a:pt x="363" y="-22"/>
                                      <a:pt x="368" y="-37"/>
                                      <a:pt x="218" y="45"/>
                                    </a:cubicBezTo>
                                    <a:close/>
                                  </a:path>
                                </a:pathLst>
                              </a:custGeom>
                              <a:solidFill>
                                <a:srgbClr val="2D2929"/>
                              </a:solidFill>
                              <a:ln w="4839" cap="flat">
                                <a:noFill/>
                                <a:prstDash val="solid"/>
                                <a:miter/>
                              </a:ln>
                            </p:spPr>
                            <p:txBody>
                              <a:bodyPr rtlCol="0" anchor="ctr"/>
                              <a:lstStyle/>
                              <a:p>
                                <a:endParaRPr lang="vi-VN"/>
                              </a:p>
                            </p:txBody>
                          </p:sp>
                          <p:sp>
                            <p:nvSpPr>
                              <p:cNvPr id="841" name="Freeform: Shape 840">
                                <a:extLst>
                                  <a:ext uri="{FF2B5EF4-FFF2-40B4-BE49-F238E27FC236}">
                                    <a16:creationId xmlns:a16="http://schemas.microsoft.com/office/drawing/2014/main" id="{4ACB752D-2179-7163-FB3B-FE9E24CFD9B6}"/>
                                  </a:ext>
                                </a:extLst>
                              </p:cNvPr>
                              <p:cNvSpPr/>
                              <p:nvPr/>
                            </p:nvSpPr>
                            <p:spPr>
                              <a:xfrm>
                                <a:off x="3028108" y="4439030"/>
                                <a:ext cx="47075" cy="26105"/>
                              </a:xfrm>
                              <a:custGeom>
                                <a:avLst/>
                                <a:gdLst>
                                  <a:gd name="connsiteX0" fmla="*/ 43805 w 47075"/>
                                  <a:gd name="connsiteY0" fmla="*/ 1946 h 26105"/>
                                  <a:gd name="connsiteX1" fmla="*/ 35436 w 47075"/>
                                  <a:gd name="connsiteY1" fmla="*/ 33 h 26105"/>
                                  <a:gd name="connsiteX2" fmla="*/ 31204 w 47075"/>
                                  <a:gd name="connsiteY2" fmla="*/ 91 h 26105"/>
                                  <a:gd name="connsiteX3" fmla="*/ 22113 w 47075"/>
                                  <a:gd name="connsiteY3" fmla="*/ 1703 h 26105"/>
                                  <a:gd name="connsiteX4" fmla="*/ 7202 w 47075"/>
                                  <a:gd name="connsiteY4" fmla="*/ 9656 h 26105"/>
                                  <a:gd name="connsiteX5" fmla="*/ 403 w 47075"/>
                                  <a:gd name="connsiteY5" fmla="*/ 18363 h 26105"/>
                                  <a:gd name="connsiteX6" fmla="*/ 3347 w 47075"/>
                                  <a:gd name="connsiteY6" fmla="*/ 25933 h 26105"/>
                                  <a:gd name="connsiteX7" fmla="*/ 7391 w 47075"/>
                                  <a:gd name="connsiteY7" fmla="*/ 25245 h 26105"/>
                                  <a:gd name="connsiteX8" fmla="*/ 10273 w 47075"/>
                                  <a:gd name="connsiteY8" fmla="*/ 23492 h 26105"/>
                                  <a:gd name="connsiteX9" fmla="*/ 11648 w 47075"/>
                                  <a:gd name="connsiteY9" fmla="*/ 22402 h 26105"/>
                                  <a:gd name="connsiteX10" fmla="*/ 13358 w 47075"/>
                                  <a:gd name="connsiteY10" fmla="*/ 20726 h 26105"/>
                                  <a:gd name="connsiteX11" fmla="*/ 13914 w 47075"/>
                                  <a:gd name="connsiteY11" fmla="*/ 20194 h 26105"/>
                                  <a:gd name="connsiteX12" fmla="*/ 14045 w 47075"/>
                                  <a:gd name="connsiteY12" fmla="*/ 20087 h 26105"/>
                                  <a:gd name="connsiteX13" fmla="*/ 17372 w 47075"/>
                                  <a:gd name="connsiteY13" fmla="*/ 17574 h 26105"/>
                                  <a:gd name="connsiteX14" fmla="*/ 20084 w 47075"/>
                                  <a:gd name="connsiteY14" fmla="*/ 15937 h 26105"/>
                                  <a:gd name="connsiteX15" fmla="*/ 21387 w 47075"/>
                                  <a:gd name="connsiteY15" fmla="*/ 15268 h 26105"/>
                                  <a:gd name="connsiteX16" fmla="*/ 23237 w 47075"/>
                                  <a:gd name="connsiteY16" fmla="*/ 14421 h 26105"/>
                                  <a:gd name="connsiteX17" fmla="*/ 27305 w 47075"/>
                                  <a:gd name="connsiteY17" fmla="*/ 12968 h 26105"/>
                                  <a:gd name="connsiteX18" fmla="*/ 29518 w 47075"/>
                                  <a:gd name="connsiteY18" fmla="*/ 12397 h 26105"/>
                                  <a:gd name="connsiteX19" fmla="*/ 30264 w 47075"/>
                                  <a:gd name="connsiteY19" fmla="*/ 12242 h 26105"/>
                                  <a:gd name="connsiteX20" fmla="*/ 30497 w 47075"/>
                                  <a:gd name="connsiteY20" fmla="*/ 12203 h 26105"/>
                                  <a:gd name="connsiteX21" fmla="*/ 35049 w 47075"/>
                                  <a:gd name="connsiteY21" fmla="*/ 11791 h 26105"/>
                                  <a:gd name="connsiteX22" fmla="*/ 37078 w 47075"/>
                                  <a:gd name="connsiteY22" fmla="*/ 11806 h 26105"/>
                                  <a:gd name="connsiteX23" fmla="*/ 42846 w 47075"/>
                                  <a:gd name="connsiteY23" fmla="*/ 11622 h 26105"/>
                                  <a:gd name="connsiteX24" fmla="*/ 47050 w 47075"/>
                                  <a:gd name="connsiteY24" fmla="*/ 7157 h 26105"/>
                                  <a:gd name="connsiteX25" fmla="*/ 43805 w 47075"/>
                                  <a:gd name="connsiteY25" fmla="*/ 1946 h 26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075" h="26105">
                                    <a:moveTo>
                                      <a:pt x="43805" y="1946"/>
                                    </a:moveTo>
                                    <a:cubicBezTo>
                                      <a:pt x="40860" y="628"/>
                                      <a:pt x="38512" y="163"/>
                                      <a:pt x="35436" y="33"/>
                                    </a:cubicBezTo>
                                    <a:cubicBezTo>
                                      <a:pt x="34022" y="-25"/>
                                      <a:pt x="32613" y="-6"/>
                                      <a:pt x="31204" y="91"/>
                                    </a:cubicBezTo>
                                    <a:cubicBezTo>
                                      <a:pt x="28138" y="309"/>
                                      <a:pt x="25073" y="875"/>
                                      <a:pt x="22113" y="1703"/>
                                    </a:cubicBezTo>
                                    <a:cubicBezTo>
                                      <a:pt x="16680" y="3229"/>
                                      <a:pt x="11488" y="5980"/>
                                      <a:pt x="7202" y="9656"/>
                                    </a:cubicBezTo>
                                    <a:cubicBezTo>
                                      <a:pt x="4379" y="12077"/>
                                      <a:pt x="1536" y="14687"/>
                                      <a:pt x="403" y="18363"/>
                                    </a:cubicBezTo>
                                    <a:cubicBezTo>
                                      <a:pt x="-493" y="21264"/>
                                      <a:pt x="-53" y="25012"/>
                                      <a:pt x="3347" y="25933"/>
                                    </a:cubicBezTo>
                                    <a:cubicBezTo>
                                      <a:pt x="4824" y="26334"/>
                                      <a:pt x="6083" y="26005"/>
                                      <a:pt x="7391" y="25245"/>
                                    </a:cubicBezTo>
                                    <a:cubicBezTo>
                                      <a:pt x="6970" y="25487"/>
                                      <a:pt x="9750" y="23777"/>
                                      <a:pt x="10273" y="23492"/>
                                    </a:cubicBezTo>
                                    <a:cubicBezTo>
                                      <a:pt x="10752" y="23157"/>
                                      <a:pt x="11212" y="22799"/>
                                      <a:pt x="11648" y="22402"/>
                                    </a:cubicBezTo>
                                    <a:cubicBezTo>
                                      <a:pt x="12244" y="21864"/>
                                      <a:pt x="12786" y="21288"/>
                                      <a:pt x="13358" y="20726"/>
                                    </a:cubicBezTo>
                                    <a:cubicBezTo>
                                      <a:pt x="13542" y="20547"/>
                                      <a:pt x="13730" y="20368"/>
                                      <a:pt x="13914" y="20194"/>
                                    </a:cubicBezTo>
                                    <a:cubicBezTo>
                                      <a:pt x="13968" y="20150"/>
                                      <a:pt x="13973" y="20150"/>
                                      <a:pt x="14045" y="20087"/>
                                    </a:cubicBezTo>
                                    <a:cubicBezTo>
                                      <a:pt x="15120" y="19201"/>
                                      <a:pt x="16215" y="18349"/>
                                      <a:pt x="17372" y="17574"/>
                                    </a:cubicBezTo>
                                    <a:cubicBezTo>
                                      <a:pt x="18254" y="16983"/>
                                      <a:pt x="19169" y="16465"/>
                                      <a:pt x="20084" y="15937"/>
                                    </a:cubicBezTo>
                                    <a:cubicBezTo>
                                      <a:pt x="20109" y="15942"/>
                                      <a:pt x="21189" y="15360"/>
                                      <a:pt x="21387" y="15268"/>
                                    </a:cubicBezTo>
                                    <a:cubicBezTo>
                                      <a:pt x="21997" y="14973"/>
                                      <a:pt x="22612" y="14687"/>
                                      <a:pt x="23237" y="14421"/>
                                    </a:cubicBezTo>
                                    <a:cubicBezTo>
                                      <a:pt x="24564" y="13854"/>
                                      <a:pt x="25925" y="13370"/>
                                      <a:pt x="27305" y="12968"/>
                                    </a:cubicBezTo>
                                    <a:cubicBezTo>
                                      <a:pt x="28036" y="12755"/>
                                      <a:pt x="28772" y="12561"/>
                                      <a:pt x="29518" y="12397"/>
                                    </a:cubicBezTo>
                                    <a:cubicBezTo>
                                      <a:pt x="29765" y="12338"/>
                                      <a:pt x="30017" y="12290"/>
                                      <a:pt x="30264" y="12242"/>
                                    </a:cubicBezTo>
                                    <a:cubicBezTo>
                                      <a:pt x="30332" y="12232"/>
                                      <a:pt x="30337" y="12227"/>
                                      <a:pt x="30497" y="12203"/>
                                    </a:cubicBezTo>
                                    <a:cubicBezTo>
                                      <a:pt x="32007" y="11985"/>
                                      <a:pt x="33519" y="11830"/>
                                      <a:pt x="35049" y="11791"/>
                                    </a:cubicBezTo>
                                    <a:cubicBezTo>
                                      <a:pt x="35722" y="11777"/>
                                      <a:pt x="36400" y="11777"/>
                                      <a:pt x="37078" y="11806"/>
                                    </a:cubicBezTo>
                                    <a:cubicBezTo>
                                      <a:pt x="39064" y="11878"/>
                                      <a:pt x="40739" y="11690"/>
                                      <a:pt x="42846" y="11622"/>
                                    </a:cubicBezTo>
                                    <a:cubicBezTo>
                                      <a:pt x="45035" y="11549"/>
                                      <a:pt x="46851" y="9176"/>
                                      <a:pt x="47050" y="7157"/>
                                    </a:cubicBezTo>
                                    <a:cubicBezTo>
                                      <a:pt x="47287" y="4837"/>
                                      <a:pt x="45853" y="2866"/>
                                      <a:pt x="43805" y="1946"/>
                                    </a:cubicBezTo>
                                    <a:close/>
                                  </a:path>
                                </a:pathLst>
                              </a:custGeom>
                              <a:solidFill>
                                <a:srgbClr val="5B151A"/>
                              </a:solidFill>
                              <a:ln w="4839" cap="flat">
                                <a:noFill/>
                                <a:prstDash val="solid"/>
                                <a:miter/>
                              </a:ln>
                            </p:spPr>
                            <p:txBody>
                              <a:bodyPr rtlCol="0" anchor="ctr"/>
                              <a:lstStyle/>
                              <a:p>
                                <a:endParaRPr lang="vi-VN"/>
                              </a:p>
                            </p:txBody>
                          </p:sp>
                        </p:grpSp>
                      </p:grpSp>
                    </p:grpSp>
                  </p:grpSp>
                  <p:grpSp>
                    <p:nvGrpSpPr>
                      <p:cNvPr id="821" name="Graphic 1991">
                        <a:extLst>
                          <a:ext uri="{FF2B5EF4-FFF2-40B4-BE49-F238E27FC236}">
                            <a16:creationId xmlns:a16="http://schemas.microsoft.com/office/drawing/2014/main" id="{48CFA735-93E8-1EBC-1DCB-3AE2F5288519}"/>
                          </a:ext>
                        </a:extLst>
                      </p:cNvPr>
                      <p:cNvGrpSpPr/>
                      <p:nvPr/>
                    </p:nvGrpSpPr>
                    <p:grpSpPr>
                      <a:xfrm>
                        <a:off x="2942863" y="4145897"/>
                        <a:ext cx="632738" cy="383639"/>
                        <a:chOff x="2942863" y="4145897"/>
                        <a:chExt cx="632738" cy="383639"/>
                      </a:xfrm>
                    </p:grpSpPr>
                    <p:sp>
                      <p:nvSpPr>
                        <p:cNvPr id="822" name="Freeform: Shape 821">
                          <a:extLst>
                            <a:ext uri="{FF2B5EF4-FFF2-40B4-BE49-F238E27FC236}">
                              <a16:creationId xmlns:a16="http://schemas.microsoft.com/office/drawing/2014/main" id="{688A7C04-FDFD-9761-AF7A-D05DC3791FEA}"/>
                            </a:ext>
                          </a:extLst>
                        </p:cNvPr>
                        <p:cNvSpPr/>
                        <p:nvPr/>
                      </p:nvSpPr>
                      <p:spPr>
                        <a:xfrm>
                          <a:off x="2991841" y="4221492"/>
                          <a:ext cx="295586" cy="211637"/>
                        </a:xfrm>
                        <a:custGeom>
                          <a:avLst/>
                          <a:gdLst>
                            <a:gd name="connsiteX0" fmla="*/ 254509 w 295586"/>
                            <a:gd name="connsiteY0" fmla="*/ 1039 h 211637"/>
                            <a:gd name="connsiteX1" fmla="*/ 204123 w 295586"/>
                            <a:gd name="connsiteY1" fmla="*/ 1039 h 211637"/>
                            <a:gd name="connsiteX2" fmla="*/ 140376 w 295586"/>
                            <a:gd name="connsiteY2" fmla="*/ 12653 h 211637"/>
                            <a:gd name="connsiteX3" fmla="*/ 54410 w 295586"/>
                            <a:gd name="connsiteY3" fmla="*/ 57871 h 211637"/>
                            <a:gd name="connsiteX4" fmla="*/ 15967 w 295586"/>
                            <a:gd name="connsiteY4" fmla="*/ 92168 h 211637"/>
                            <a:gd name="connsiteX5" fmla="*/ 4954 w 295586"/>
                            <a:gd name="connsiteY5" fmla="*/ 211638 h 211637"/>
                            <a:gd name="connsiteX6" fmla="*/ 205043 w 295586"/>
                            <a:gd name="connsiteY6" fmla="*/ 129982 h 211637"/>
                            <a:gd name="connsiteX7" fmla="*/ 210588 w 295586"/>
                            <a:gd name="connsiteY7" fmla="*/ 69930 h 211637"/>
                            <a:gd name="connsiteX8" fmla="*/ 287000 w 295586"/>
                            <a:gd name="connsiteY8" fmla="*/ 173592 h 211637"/>
                            <a:gd name="connsiteX9" fmla="*/ 295586 w 295586"/>
                            <a:gd name="connsiteY9" fmla="*/ 96522 h 211637"/>
                            <a:gd name="connsiteX10" fmla="*/ 254509 w 295586"/>
                            <a:gd name="connsiteY10" fmla="*/ 1039 h 21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5586" h="211637">
                              <a:moveTo>
                                <a:pt x="254509" y="1039"/>
                              </a:moveTo>
                              <a:cubicBezTo>
                                <a:pt x="243849" y="-278"/>
                                <a:pt x="213363" y="-413"/>
                                <a:pt x="204123" y="1039"/>
                              </a:cubicBezTo>
                              <a:cubicBezTo>
                                <a:pt x="194883" y="2492"/>
                                <a:pt x="148691" y="11733"/>
                                <a:pt x="140376" y="12653"/>
                              </a:cubicBezTo>
                              <a:cubicBezTo>
                                <a:pt x="132061" y="13578"/>
                                <a:pt x="54410" y="57871"/>
                                <a:pt x="54410" y="57871"/>
                              </a:cubicBezTo>
                              <a:lnTo>
                                <a:pt x="15967" y="92168"/>
                              </a:lnTo>
                              <a:cubicBezTo>
                                <a:pt x="-4141" y="139953"/>
                                <a:pt x="-2068" y="184760"/>
                                <a:pt x="4954" y="211638"/>
                              </a:cubicBezTo>
                              <a:cubicBezTo>
                                <a:pt x="4591" y="210136"/>
                                <a:pt x="205043" y="132752"/>
                                <a:pt x="205043" y="129982"/>
                              </a:cubicBezTo>
                              <a:cubicBezTo>
                                <a:pt x="205043" y="127211"/>
                                <a:pt x="189338" y="85635"/>
                                <a:pt x="210588" y="69930"/>
                              </a:cubicBezTo>
                              <a:cubicBezTo>
                                <a:pt x="210588" y="69930"/>
                                <a:pt x="204138" y="154288"/>
                                <a:pt x="287000" y="173592"/>
                              </a:cubicBezTo>
                              <a:cubicBezTo>
                                <a:pt x="287000" y="173592"/>
                                <a:pt x="295586" y="103714"/>
                                <a:pt x="295586" y="96522"/>
                              </a:cubicBezTo>
                              <a:cubicBezTo>
                                <a:pt x="295586" y="89330"/>
                                <a:pt x="265168" y="2357"/>
                                <a:pt x="254509" y="1039"/>
                              </a:cubicBezTo>
                              <a:close/>
                            </a:path>
                          </a:pathLst>
                        </a:custGeom>
                        <a:solidFill>
                          <a:srgbClr val="D87D68">
                            <a:alpha val="30000"/>
                          </a:srgbClr>
                        </a:solidFill>
                        <a:ln w="4839" cap="flat">
                          <a:noFill/>
                          <a:prstDash val="solid"/>
                          <a:miter/>
                        </a:ln>
                      </p:spPr>
                      <p:txBody>
                        <a:bodyPr rtlCol="0" anchor="ctr"/>
                        <a:lstStyle/>
                        <a:p>
                          <a:endParaRPr lang="vi-VN"/>
                        </a:p>
                      </p:txBody>
                    </p:sp>
                    <p:grpSp>
                      <p:nvGrpSpPr>
                        <p:cNvPr id="823" name="Graphic 1991">
                          <a:extLst>
                            <a:ext uri="{FF2B5EF4-FFF2-40B4-BE49-F238E27FC236}">
                              <a16:creationId xmlns:a16="http://schemas.microsoft.com/office/drawing/2014/main" id="{0553382F-8F03-D331-6BE6-214DC7700B3A}"/>
                            </a:ext>
                          </a:extLst>
                        </p:cNvPr>
                        <p:cNvGrpSpPr/>
                        <p:nvPr/>
                      </p:nvGrpSpPr>
                      <p:grpSpPr>
                        <a:xfrm>
                          <a:off x="3363116" y="4224243"/>
                          <a:ext cx="212484" cy="305293"/>
                          <a:chOff x="3363116" y="4224243"/>
                          <a:chExt cx="212484" cy="305293"/>
                        </a:xfrm>
                      </p:grpSpPr>
                      <p:sp>
                        <p:nvSpPr>
                          <p:cNvPr id="829" name="Freeform: Shape 828">
                            <a:extLst>
                              <a:ext uri="{FF2B5EF4-FFF2-40B4-BE49-F238E27FC236}">
                                <a16:creationId xmlns:a16="http://schemas.microsoft.com/office/drawing/2014/main" id="{C8886B1B-4647-B375-0F6D-82FB7ADCC35C}"/>
                              </a:ext>
                            </a:extLst>
                          </p:cNvPr>
                          <p:cNvSpPr/>
                          <p:nvPr/>
                        </p:nvSpPr>
                        <p:spPr>
                          <a:xfrm>
                            <a:off x="3363116" y="4224243"/>
                            <a:ext cx="212484" cy="305293"/>
                          </a:xfrm>
                          <a:custGeom>
                            <a:avLst/>
                            <a:gdLst>
                              <a:gd name="connsiteX0" fmla="*/ 0 w 212484"/>
                              <a:gd name="connsiteY0" fmla="*/ 18300 h 305293"/>
                              <a:gd name="connsiteX1" fmla="*/ 77278 w 212484"/>
                              <a:gd name="connsiteY1" fmla="*/ 16343 h 305293"/>
                              <a:gd name="connsiteX2" fmla="*/ 200976 w 212484"/>
                              <a:gd name="connsiteY2" fmla="*/ 206548 h 305293"/>
                              <a:gd name="connsiteX3" fmla="*/ 194549 w 212484"/>
                              <a:gd name="connsiteY3" fmla="*/ 292258 h 305293"/>
                              <a:gd name="connsiteX4" fmla="*/ 165274 w 212484"/>
                              <a:gd name="connsiteY4" fmla="*/ 281308 h 305293"/>
                              <a:gd name="connsiteX5" fmla="*/ 132739 w 212484"/>
                              <a:gd name="connsiteY5" fmla="*/ 295110 h 305293"/>
                              <a:gd name="connsiteX6" fmla="*/ 113455 w 212484"/>
                              <a:gd name="connsiteY6" fmla="*/ 289052 h 305293"/>
                              <a:gd name="connsiteX7" fmla="*/ 63859 w 212484"/>
                              <a:gd name="connsiteY7" fmla="*/ 302626 h 305293"/>
                              <a:gd name="connsiteX8" fmla="*/ 44419 w 212484"/>
                              <a:gd name="connsiteY8" fmla="*/ 276354 h 305293"/>
                              <a:gd name="connsiteX9" fmla="*/ 22888 w 212484"/>
                              <a:gd name="connsiteY9" fmla="*/ 262774 h 305293"/>
                              <a:gd name="connsiteX10" fmla="*/ 36530 w 212484"/>
                              <a:gd name="connsiteY10" fmla="*/ 141876 h 305293"/>
                              <a:gd name="connsiteX11" fmla="*/ 11390 w 212484"/>
                              <a:gd name="connsiteY11" fmla="*/ 60719 h 305293"/>
                              <a:gd name="connsiteX12" fmla="*/ 0 w 212484"/>
                              <a:gd name="connsiteY12" fmla="*/ 18300 h 30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2484" h="305293">
                                <a:moveTo>
                                  <a:pt x="0" y="18300"/>
                                </a:moveTo>
                                <a:cubicBezTo>
                                  <a:pt x="0" y="18300"/>
                                  <a:pt x="36617" y="-21538"/>
                                  <a:pt x="77278" y="16343"/>
                                </a:cubicBezTo>
                                <a:cubicBezTo>
                                  <a:pt x="117939" y="54225"/>
                                  <a:pt x="170489" y="98460"/>
                                  <a:pt x="200976" y="206548"/>
                                </a:cubicBezTo>
                                <a:cubicBezTo>
                                  <a:pt x="215175" y="256890"/>
                                  <a:pt x="219582" y="289071"/>
                                  <a:pt x="194549" y="292258"/>
                                </a:cubicBezTo>
                                <a:cubicBezTo>
                                  <a:pt x="169516" y="295449"/>
                                  <a:pt x="174127" y="271269"/>
                                  <a:pt x="165274" y="281308"/>
                                </a:cubicBezTo>
                                <a:cubicBezTo>
                                  <a:pt x="156421" y="291347"/>
                                  <a:pt x="144488" y="306908"/>
                                  <a:pt x="132739" y="295110"/>
                                </a:cubicBezTo>
                                <a:cubicBezTo>
                                  <a:pt x="120990" y="283313"/>
                                  <a:pt x="131185" y="275966"/>
                                  <a:pt x="113455" y="289052"/>
                                </a:cubicBezTo>
                                <a:cubicBezTo>
                                  <a:pt x="95725" y="302137"/>
                                  <a:pt x="73254" y="309600"/>
                                  <a:pt x="63859" y="302626"/>
                                </a:cubicBezTo>
                                <a:cubicBezTo>
                                  <a:pt x="54463" y="295653"/>
                                  <a:pt x="43363" y="285439"/>
                                  <a:pt x="44419" y="276354"/>
                                </a:cubicBezTo>
                                <a:cubicBezTo>
                                  <a:pt x="45475" y="267268"/>
                                  <a:pt x="15560" y="297667"/>
                                  <a:pt x="22888" y="262774"/>
                                </a:cubicBezTo>
                                <a:cubicBezTo>
                                  <a:pt x="30215" y="227881"/>
                                  <a:pt x="35624" y="181452"/>
                                  <a:pt x="36530" y="141876"/>
                                </a:cubicBezTo>
                                <a:cubicBezTo>
                                  <a:pt x="37436" y="102300"/>
                                  <a:pt x="22486" y="61789"/>
                                  <a:pt x="11390" y="60719"/>
                                </a:cubicBezTo>
                                <a:cubicBezTo>
                                  <a:pt x="291" y="59649"/>
                                  <a:pt x="0" y="18300"/>
                                  <a:pt x="0" y="18300"/>
                                </a:cubicBezTo>
                                <a:close/>
                              </a:path>
                            </a:pathLst>
                          </a:custGeom>
                          <a:solidFill>
                            <a:srgbClr val="5B151A"/>
                          </a:solidFill>
                          <a:ln w="4839" cap="flat">
                            <a:noFill/>
                            <a:prstDash val="solid"/>
                            <a:miter/>
                          </a:ln>
                        </p:spPr>
                        <p:txBody>
                          <a:bodyPr rtlCol="0" anchor="ctr"/>
                          <a:lstStyle/>
                          <a:p>
                            <a:endParaRPr lang="vi-VN"/>
                          </a:p>
                        </p:txBody>
                      </p:sp>
                      <p:sp>
                        <p:nvSpPr>
                          <p:cNvPr id="830" name="Freeform: Shape 829">
                            <a:extLst>
                              <a:ext uri="{FF2B5EF4-FFF2-40B4-BE49-F238E27FC236}">
                                <a16:creationId xmlns:a16="http://schemas.microsoft.com/office/drawing/2014/main" id="{4F91F724-EB4A-C3E5-A6EA-2F4A117218A0}"/>
                              </a:ext>
                            </a:extLst>
                          </p:cNvPr>
                          <p:cNvSpPr/>
                          <p:nvPr/>
                        </p:nvSpPr>
                        <p:spPr>
                          <a:xfrm>
                            <a:off x="3373190" y="4224244"/>
                            <a:ext cx="200079" cy="244433"/>
                          </a:xfrm>
                          <a:custGeom>
                            <a:avLst/>
                            <a:gdLst>
                              <a:gd name="connsiteX0" fmla="*/ 180432 w 200079"/>
                              <a:gd name="connsiteY0" fmla="*/ 202547 h 244433"/>
                              <a:gd name="connsiteX1" fmla="*/ 200079 w 200079"/>
                              <a:gd name="connsiteY1" fmla="*/ 244433 h 244433"/>
                              <a:gd name="connsiteX2" fmla="*/ 190902 w 200079"/>
                              <a:gd name="connsiteY2" fmla="*/ 206547 h 244433"/>
                              <a:gd name="connsiteX3" fmla="*/ 67205 w 200079"/>
                              <a:gd name="connsiteY3" fmla="*/ 16342 h 244433"/>
                              <a:gd name="connsiteX4" fmla="*/ 0 w 200079"/>
                              <a:gd name="connsiteY4" fmla="*/ 9993 h 244433"/>
                              <a:gd name="connsiteX5" fmla="*/ 12814 w 200079"/>
                              <a:gd name="connsiteY5" fmla="*/ 21180 h 244433"/>
                              <a:gd name="connsiteX6" fmla="*/ 180432 w 200079"/>
                              <a:gd name="connsiteY6" fmla="*/ 202547 h 244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079" h="244433">
                                <a:moveTo>
                                  <a:pt x="180432" y="202547"/>
                                </a:moveTo>
                                <a:cubicBezTo>
                                  <a:pt x="187401" y="220766"/>
                                  <a:pt x="193953" y="234433"/>
                                  <a:pt x="200079" y="244433"/>
                                </a:cubicBezTo>
                                <a:cubicBezTo>
                                  <a:pt x="198074" y="233382"/>
                                  <a:pt x="194898" y="220718"/>
                                  <a:pt x="190902" y="206547"/>
                                </a:cubicBezTo>
                                <a:cubicBezTo>
                                  <a:pt x="160416" y="98454"/>
                                  <a:pt x="107866" y="54219"/>
                                  <a:pt x="67205" y="16342"/>
                                </a:cubicBezTo>
                                <a:cubicBezTo>
                                  <a:pt x="39474" y="-9490"/>
                                  <a:pt x="13638" y="821"/>
                                  <a:pt x="0" y="9993"/>
                                </a:cubicBezTo>
                                <a:lnTo>
                                  <a:pt x="12814" y="21180"/>
                                </a:lnTo>
                                <a:cubicBezTo>
                                  <a:pt x="12814" y="21176"/>
                                  <a:pt x="126235" y="60892"/>
                                  <a:pt x="180432" y="202547"/>
                                </a:cubicBezTo>
                                <a:close/>
                              </a:path>
                            </a:pathLst>
                          </a:custGeom>
                          <a:solidFill>
                            <a:srgbClr val="823030"/>
                          </a:solidFill>
                          <a:ln w="4839" cap="flat">
                            <a:noFill/>
                            <a:prstDash val="solid"/>
                            <a:miter/>
                          </a:ln>
                        </p:spPr>
                        <p:txBody>
                          <a:bodyPr rtlCol="0" anchor="ctr"/>
                          <a:lstStyle/>
                          <a:p>
                            <a:endParaRPr lang="vi-VN"/>
                          </a:p>
                        </p:txBody>
                      </p:sp>
                    </p:grpSp>
                    <p:sp>
                      <p:nvSpPr>
                        <p:cNvPr id="824" name="Freeform: Shape 823">
                          <a:extLst>
                            <a:ext uri="{FF2B5EF4-FFF2-40B4-BE49-F238E27FC236}">
                              <a16:creationId xmlns:a16="http://schemas.microsoft.com/office/drawing/2014/main" id="{CE4303F2-318B-2184-D7D9-BA9C614B19B5}"/>
                            </a:ext>
                          </a:extLst>
                        </p:cNvPr>
                        <p:cNvSpPr/>
                        <p:nvPr/>
                      </p:nvSpPr>
                      <p:spPr>
                        <a:xfrm>
                          <a:off x="3348007" y="4209761"/>
                          <a:ext cx="47025" cy="71318"/>
                        </a:xfrm>
                        <a:custGeom>
                          <a:avLst/>
                          <a:gdLst>
                            <a:gd name="connsiteX0" fmla="*/ 0 w 47025"/>
                            <a:gd name="connsiteY0" fmla="*/ 0 h 71318"/>
                            <a:gd name="connsiteX1" fmla="*/ 46264 w 47025"/>
                            <a:gd name="connsiteY1" fmla="*/ 50211 h 71318"/>
                            <a:gd name="connsiteX2" fmla="*/ 8611 w 47025"/>
                            <a:gd name="connsiteY2" fmla="*/ 68566 h 71318"/>
                            <a:gd name="connsiteX3" fmla="*/ 0 w 47025"/>
                            <a:gd name="connsiteY3" fmla="*/ 0 h 71318"/>
                          </a:gdLst>
                          <a:ahLst/>
                          <a:cxnLst>
                            <a:cxn ang="0">
                              <a:pos x="connsiteX0" y="connsiteY0"/>
                            </a:cxn>
                            <a:cxn ang="0">
                              <a:pos x="connsiteX1" y="connsiteY1"/>
                            </a:cxn>
                            <a:cxn ang="0">
                              <a:pos x="connsiteX2" y="connsiteY2"/>
                            </a:cxn>
                            <a:cxn ang="0">
                              <a:pos x="connsiteX3" y="connsiteY3"/>
                            </a:cxn>
                          </a:cxnLst>
                          <a:rect l="l" t="t" r="r" b="b"/>
                          <a:pathLst>
                            <a:path w="47025" h="71318">
                              <a:moveTo>
                                <a:pt x="0" y="0"/>
                              </a:moveTo>
                              <a:cubicBezTo>
                                <a:pt x="2988" y="8872"/>
                                <a:pt x="39174" y="18611"/>
                                <a:pt x="46264" y="50211"/>
                              </a:cubicBezTo>
                              <a:cubicBezTo>
                                <a:pt x="53354" y="81806"/>
                                <a:pt x="8611" y="68566"/>
                                <a:pt x="8611" y="68566"/>
                              </a:cubicBezTo>
                              <a:lnTo>
                                <a:pt x="0" y="0"/>
                              </a:lnTo>
                              <a:close/>
                            </a:path>
                          </a:pathLst>
                        </a:custGeom>
                        <a:solidFill>
                          <a:srgbClr val="261238"/>
                        </a:solidFill>
                        <a:ln w="4839" cap="flat">
                          <a:noFill/>
                          <a:prstDash val="solid"/>
                          <a:miter/>
                        </a:ln>
                      </p:spPr>
                      <p:txBody>
                        <a:bodyPr rtlCol="0" anchor="ctr"/>
                        <a:lstStyle/>
                        <a:p>
                          <a:endParaRPr lang="vi-VN"/>
                        </a:p>
                      </p:txBody>
                    </p:sp>
                    <p:grpSp>
                      <p:nvGrpSpPr>
                        <p:cNvPr id="825" name="Graphic 1991">
                          <a:extLst>
                            <a:ext uri="{FF2B5EF4-FFF2-40B4-BE49-F238E27FC236}">
                              <a16:creationId xmlns:a16="http://schemas.microsoft.com/office/drawing/2014/main" id="{7530CEDF-C232-2343-8DE5-C88BBE2B80C6}"/>
                            </a:ext>
                          </a:extLst>
                        </p:cNvPr>
                        <p:cNvGrpSpPr/>
                        <p:nvPr/>
                      </p:nvGrpSpPr>
                      <p:grpSpPr>
                        <a:xfrm>
                          <a:off x="2942863" y="4145897"/>
                          <a:ext cx="447257" cy="347672"/>
                          <a:chOff x="2942863" y="4145897"/>
                          <a:chExt cx="447257" cy="347672"/>
                        </a:xfrm>
                      </p:grpSpPr>
                      <p:sp>
                        <p:nvSpPr>
                          <p:cNvPr id="826" name="Freeform: Shape 825">
                            <a:extLst>
                              <a:ext uri="{FF2B5EF4-FFF2-40B4-BE49-F238E27FC236}">
                                <a16:creationId xmlns:a16="http://schemas.microsoft.com/office/drawing/2014/main" id="{C00337CC-35DB-135C-E913-9946B959C5C2}"/>
                              </a:ext>
                            </a:extLst>
                          </p:cNvPr>
                          <p:cNvSpPr/>
                          <p:nvPr/>
                        </p:nvSpPr>
                        <p:spPr>
                          <a:xfrm>
                            <a:off x="2942863" y="4145898"/>
                            <a:ext cx="447257" cy="347671"/>
                          </a:xfrm>
                          <a:custGeom>
                            <a:avLst/>
                            <a:gdLst>
                              <a:gd name="connsiteX0" fmla="*/ 273286 w 447257"/>
                              <a:gd name="connsiteY0" fmla="*/ 120646 h 347671"/>
                              <a:gd name="connsiteX1" fmla="*/ 242607 w 447257"/>
                              <a:gd name="connsiteY1" fmla="*/ 188839 h 347671"/>
                              <a:gd name="connsiteX2" fmla="*/ 24725 w 447257"/>
                              <a:gd name="connsiteY2" fmla="*/ 278907 h 347671"/>
                              <a:gd name="connsiteX3" fmla="*/ 31403 w 447257"/>
                              <a:gd name="connsiteY3" fmla="*/ 80416 h 347671"/>
                              <a:gd name="connsiteX4" fmla="*/ 337155 w 447257"/>
                              <a:gd name="connsiteY4" fmla="*/ 37793 h 347671"/>
                              <a:gd name="connsiteX5" fmla="*/ 430831 w 447257"/>
                              <a:gd name="connsiteY5" fmla="*/ 104010 h 347671"/>
                              <a:gd name="connsiteX6" fmla="*/ 400253 w 447257"/>
                              <a:gd name="connsiteY6" fmla="*/ 347671 h 347671"/>
                              <a:gd name="connsiteX7" fmla="*/ 337339 w 447257"/>
                              <a:gd name="connsiteY7" fmla="*/ 250905 h 347671"/>
                              <a:gd name="connsiteX8" fmla="*/ 273286 w 447257"/>
                              <a:gd name="connsiteY8" fmla="*/ 120646 h 34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7257" h="347671">
                                <a:moveTo>
                                  <a:pt x="273286" y="120646"/>
                                </a:moveTo>
                                <a:cubicBezTo>
                                  <a:pt x="273286" y="120646"/>
                                  <a:pt x="231613" y="154977"/>
                                  <a:pt x="242607" y="188839"/>
                                </a:cubicBezTo>
                                <a:cubicBezTo>
                                  <a:pt x="242607" y="188839"/>
                                  <a:pt x="28773" y="283997"/>
                                  <a:pt x="24725" y="278907"/>
                                </a:cubicBezTo>
                                <a:cubicBezTo>
                                  <a:pt x="20676" y="273817"/>
                                  <a:pt x="-32809" y="151190"/>
                                  <a:pt x="31403" y="80416"/>
                                </a:cubicBezTo>
                                <a:cubicBezTo>
                                  <a:pt x="95615" y="9637"/>
                                  <a:pt x="238350" y="-36298"/>
                                  <a:pt x="337155" y="37793"/>
                                </a:cubicBezTo>
                                <a:cubicBezTo>
                                  <a:pt x="337155" y="37793"/>
                                  <a:pt x="406931" y="36229"/>
                                  <a:pt x="430831" y="104010"/>
                                </a:cubicBezTo>
                                <a:cubicBezTo>
                                  <a:pt x="480998" y="246314"/>
                                  <a:pt x="400253" y="347671"/>
                                  <a:pt x="400253" y="347671"/>
                                </a:cubicBezTo>
                                <a:lnTo>
                                  <a:pt x="337339" y="250905"/>
                                </a:lnTo>
                                <a:cubicBezTo>
                                  <a:pt x="337339" y="250900"/>
                                  <a:pt x="253537" y="215600"/>
                                  <a:pt x="273286" y="120646"/>
                                </a:cubicBezTo>
                                <a:close/>
                              </a:path>
                            </a:pathLst>
                          </a:custGeom>
                          <a:solidFill>
                            <a:srgbClr val="5B151A"/>
                          </a:solidFill>
                          <a:ln w="4839" cap="flat">
                            <a:noFill/>
                            <a:prstDash val="solid"/>
                            <a:miter/>
                          </a:ln>
                        </p:spPr>
                        <p:txBody>
                          <a:bodyPr rtlCol="0" anchor="ctr"/>
                          <a:lstStyle/>
                          <a:p>
                            <a:endParaRPr lang="vi-VN"/>
                          </a:p>
                        </p:txBody>
                      </p:sp>
                      <p:sp>
                        <p:nvSpPr>
                          <p:cNvPr id="827" name="Freeform: Shape 826">
                            <a:extLst>
                              <a:ext uri="{FF2B5EF4-FFF2-40B4-BE49-F238E27FC236}">
                                <a16:creationId xmlns:a16="http://schemas.microsoft.com/office/drawing/2014/main" id="{F8564319-E9A1-28CD-9FA5-63BAD7BEC683}"/>
                              </a:ext>
                            </a:extLst>
                          </p:cNvPr>
                          <p:cNvSpPr/>
                          <p:nvPr/>
                        </p:nvSpPr>
                        <p:spPr>
                          <a:xfrm>
                            <a:off x="3274757" y="4373823"/>
                            <a:ext cx="88345" cy="88345"/>
                          </a:xfrm>
                          <a:custGeom>
                            <a:avLst/>
                            <a:gdLst>
                              <a:gd name="connsiteX0" fmla="*/ 88045 w 88345"/>
                              <a:gd name="connsiteY0" fmla="*/ 49287 h 88345"/>
                              <a:gd name="connsiteX1" fmla="*/ 39059 w 88345"/>
                              <a:gd name="connsiteY1" fmla="*/ 88045 h 88345"/>
                              <a:gd name="connsiteX2" fmla="*/ 301 w 88345"/>
                              <a:gd name="connsiteY2" fmla="*/ 39059 h 88345"/>
                              <a:gd name="connsiteX3" fmla="*/ 49287 w 88345"/>
                              <a:gd name="connsiteY3" fmla="*/ 301 h 88345"/>
                              <a:gd name="connsiteX4" fmla="*/ 88045 w 88345"/>
                              <a:gd name="connsiteY4" fmla="*/ 49287 h 88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345" h="88345">
                                <a:moveTo>
                                  <a:pt x="88045" y="49287"/>
                                </a:moveTo>
                                <a:cubicBezTo>
                                  <a:pt x="85221" y="73516"/>
                                  <a:pt x="63288" y="90868"/>
                                  <a:pt x="39059" y="88045"/>
                                </a:cubicBezTo>
                                <a:cubicBezTo>
                                  <a:pt x="14830" y="85221"/>
                                  <a:pt x="-2522" y="63288"/>
                                  <a:pt x="301" y="39059"/>
                                </a:cubicBezTo>
                                <a:cubicBezTo>
                                  <a:pt x="3124" y="14830"/>
                                  <a:pt x="25058" y="-2522"/>
                                  <a:pt x="49287" y="301"/>
                                </a:cubicBezTo>
                                <a:cubicBezTo>
                                  <a:pt x="73516" y="3124"/>
                                  <a:pt x="90868" y="25058"/>
                                  <a:pt x="88045" y="49287"/>
                                </a:cubicBezTo>
                                <a:close/>
                              </a:path>
                            </a:pathLst>
                          </a:custGeom>
                          <a:solidFill>
                            <a:srgbClr val="F4B69D"/>
                          </a:solidFill>
                          <a:ln w="4839" cap="flat">
                            <a:noFill/>
                            <a:prstDash val="solid"/>
                            <a:miter/>
                          </a:ln>
                        </p:spPr>
                        <p:txBody>
                          <a:bodyPr rtlCol="0" anchor="ctr"/>
                          <a:lstStyle/>
                          <a:p>
                            <a:endParaRPr lang="vi-VN"/>
                          </a:p>
                        </p:txBody>
                      </p:sp>
                      <p:sp>
                        <p:nvSpPr>
                          <p:cNvPr id="828" name="Freeform: Shape 827">
                            <a:extLst>
                              <a:ext uri="{FF2B5EF4-FFF2-40B4-BE49-F238E27FC236}">
                                <a16:creationId xmlns:a16="http://schemas.microsoft.com/office/drawing/2014/main" id="{7840BBF5-4E8E-4B80-28C7-5800C33F0274}"/>
                              </a:ext>
                            </a:extLst>
                          </p:cNvPr>
                          <p:cNvSpPr/>
                          <p:nvPr/>
                        </p:nvSpPr>
                        <p:spPr>
                          <a:xfrm>
                            <a:off x="2942882" y="4145897"/>
                            <a:ext cx="428704" cy="198976"/>
                          </a:xfrm>
                          <a:custGeom>
                            <a:avLst/>
                            <a:gdLst>
                              <a:gd name="connsiteX0" fmla="*/ 420234 w 428704"/>
                              <a:gd name="connsiteY0" fmla="*/ 96646 h 198976"/>
                              <a:gd name="connsiteX1" fmla="*/ 428705 w 428704"/>
                              <a:gd name="connsiteY1" fmla="*/ 98539 h 198976"/>
                              <a:gd name="connsiteX2" fmla="*/ 337135 w 428704"/>
                              <a:gd name="connsiteY2" fmla="*/ 37790 h 198976"/>
                              <a:gd name="connsiteX3" fmla="*/ 31383 w 428704"/>
                              <a:gd name="connsiteY3" fmla="*/ 80412 h 198976"/>
                              <a:gd name="connsiteX4" fmla="*/ 1755 w 428704"/>
                              <a:gd name="connsiteY4" fmla="*/ 198976 h 198976"/>
                              <a:gd name="connsiteX5" fmla="*/ 2946 w 428704"/>
                              <a:gd name="connsiteY5" fmla="*/ 198976 h 198976"/>
                              <a:gd name="connsiteX6" fmla="*/ 2946 w 428704"/>
                              <a:gd name="connsiteY6" fmla="*/ 192816 h 198976"/>
                              <a:gd name="connsiteX7" fmla="*/ 304828 w 428704"/>
                              <a:gd name="connsiteY7" fmla="*/ 49118 h 198976"/>
                              <a:gd name="connsiteX8" fmla="*/ 342099 w 428704"/>
                              <a:gd name="connsiteY8" fmla="*/ 65303 h 198976"/>
                              <a:gd name="connsiteX9" fmla="*/ 420234 w 428704"/>
                              <a:gd name="connsiteY9" fmla="*/ 96646 h 19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8704" h="198976">
                                <a:moveTo>
                                  <a:pt x="420234" y="96646"/>
                                </a:moveTo>
                                <a:cubicBezTo>
                                  <a:pt x="424002" y="103944"/>
                                  <a:pt x="426753" y="103692"/>
                                  <a:pt x="428705" y="98539"/>
                                </a:cubicBezTo>
                                <a:cubicBezTo>
                                  <a:pt x="403081" y="36332"/>
                                  <a:pt x="337135" y="37790"/>
                                  <a:pt x="337135" y="37790"/>
                                </a:cubicBezTo>
                                <a:cubicBezTo>
                                  <a:pt x="238330" y="-36297"/>
                                  <a:pt x="95595" y="9638"/>
                                  <a:pt x="31383" y="80412"/>
                                </a:cubicBezTo>
                                <a:cubicBezTo>
                                  <a:pt x="679" y="114259"/>
                                  <a:pt x="-3093" y="159942"/>
                                  <a:pt x="1755" y="198976"/>
                                </a:cubicBezTo>
                                <a:lnTo>
                                  <a:pt x="2946" y="198976"/>
                                </a:lnTo>
                                <a:lnTo>
                                  <a:pt x="2946" y="192816"/>
                                </a:lnTo>
                                <a:cubicBezTo>
                                  <a:pt x="2946" y="192816"/>
                                  <a:pt x="69124" y="-18208"/>
                                  <a:pt x="304828" y="49118"/>
                                </a:cubicBezTo>
                                <a:lnTo>
                                  <a:pt x="342099" y="65303"/>
                                </a:lnTo>
                                <a:cubicBezTo>
                                  <a:pt x="342099" y="65303"/>
                                  <a:pt x="400683" y="58794"/>
                                  <a:pt x="420234" y="96646"/>
                                </a:cubicBezTo>
                                <a:close/>
                              </a:path>
                            </a:pathLst>
                          </a:custGeom>
                          <a:solidFill>
                            <a:srgbClr val="823030"/>
                          </a:solidFill>
                          <a:ln w="4839" cap="flat">
                            <a:noFill/>
                            <a:prstDash val="solid"/>
                            <a:miter/>
                          </a:ln>
                        </p:spPr>
                        <p:txBody>
                          <a:bodyPr rtlCol="0" anchor="ctr"/>
                          <a:lstStyle/>
                          <a:p>
                            <a:endParaRPr lang="vi-VN"/>
                          </a:p>
                        </p:txBody>
                      </p:sp>
                    </p:grpSp>
                  </p:grpSp>
                </p:grpSp>
              </p:grpSp>
            </p:grpSp>
            <p:grpSp>
              <p:nvGrpSpPr>
                <p:cNvPr id="805" name="Graphic 1991">
                  <a:extLst>
                    <a:ext uri="{FF2B5EF4-FFF2-40B4-BE49-F238E27FC236}">
                      <a16:creationId xmlns:a16="http://schemas.microsoft.com/office/drawing/2014/main" id="{6BF5265F-15E3-4035-EF24-153DC7C82760}"/>
                    </a:ext>
                  </a:extLst>
                </p:cNvPr>
                <p:cNvGrpSpPr/>
                <p:nvPr/>
              </p:nvGrpSpPr>
              <p:grpSpPr>
                <a:xfrm>
                  <a:off x="3147210" y="5315757"/>
                  <a:ext cx="780154" cy="646067"/>
                  <a:chOff x="3147210" y="5315757"/>
                  <a:chExt cx="780154" cy="646067"/>
                </a:xfrm>
              </p:grpSpPr>
              <p:grpSp>
                <p:nvGrpSpPr>
                  <p:cNvPr id="806" name="Graphic 1991">
                    <a:extLst>
                      <a:ext uri="{FF2B5EF4-FFF2-40B4-BE49-F238E27FC236}">
                        <a16:creationId xmlns:a16="http://schemas.microsoft.com/office/drawing/2014/main" id="{20D5BBAC-2CC0-7E51-9D1C-57EFFD55672D}"/>
                      </a:ext>
                    </a:extLst>
                  </p:cNvPr>
                  <p:cNvGrpSpPr/>
                  <p:nvPr/>
                </p:nvGrpSpPr>
                <p:grpSpPr>
                  <a:xfrm>
                    <a:off x="3355154" y="5315757"/>
                    <a:ext cx="572210" cy="646067"/>
                    <a:chOff x="3355154" y="5315757"/>
                    <a:chExt cx="572210" cy="646067"/>
                  </a:xfrm>
                </p:grpSpPr>
                <p:sp>
                  <p:nvSpPr>
                    <p:cNvPr id="814" name="Freeform: Shape 813">
                      <a:extLst>
                        <a:ext uri="{FF2B5EF4-FFF2-40B4-BE49-F238E27FC236}">
                          <a16:creationId xmlns:a16="http://schemas.microsoft.com/office/drawing/2014/main" id="{6274292F-9F4E-7AFD-11BD-EFAB4F3795AB}"/>
                        </a:ext>
                      </a:extLst>
                    </p:cNvPr>
                    <p:cNvSpPr/>
                    <p:nvPr/>
                  </p:nvSpPr>
                  <p:spPr>
                    <a:xfrm>
                      <a:off x="3355159" y="5315787"/>
                      <a:ext cx="572205" cy="646037"/>
                    </a:xfrm>
                    <a:custGeom>
                      <a:avLst/>
                      <a:gdLst>
                        <a:gd name="connsiteX0" fmla="*/ 117087 w 572205"/>
                        <a:gd name="connsiteY0" fmla="*/ 217514 h 646037"/>
                        <a:gd name="connsiteX1" fmla="*/ 5938 w 572205"/>
                        <a:gd name="connsiteY1" fmla="*/ 646038 h 646037"/>
                        <a:gd name="connsiteX2" fmla="*/ 543684 w 572205"/>
                        <a:gd name="connsiteY2" fmla="*/ 646038 h 646037"/>
                        <a:gd name="connsiteX3" fmla="*/ 539635 w 572205"/>
                        <a:gd name="connsiteY3" fmla="*/ 0 h 646037"/>
                        <a:gd name="connsiteX4" fmla="*/ 117087 w 572205"/>
                        <a:gd name="connsiteY4" fmla="*/ 217514 h 646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205" h="646037">
                          <a:moveTo>
                            <a:pt x="117087" y="217514"/>
                          </a:moveTo>
                          <a:cubicBezTo>
                            <a:pt x="117087" y="217514"/>
                            <a:pt x="-31081" y="461732"/>
                            <a:pt x="5938" y="646038"/>
                          </a:cubicBezTo>
                          <a:lnTo>
                            <a:pt x="543684" y="646038"/>
                          </a:lnTo>
                          <a:cubicBezTo>
                            <a:pt x="543684" y="646038"/>
                            <a:pt x="610477" y="122864"/>
                            <a:pt x="539635" y="0"/>
                          </a:cubicBezTo>
                          <a:cubicBezTo>
                            <a:pt x="539630" y="0"/>
                            <a:pt x="332602" y="169148"/>
                            <a:pt x="117087" y="217514"/>
                          </a:cubicBezTo>
                          <a:close/>
                        </a:path>
                      </a:pathLst>
                    </a:custGeom>
                    <a:solidFill>
                      <a:srgbClr val="272C44"/>
                    </a:solidFill>
                    <a:ln w="4839" cap="flat">
                      <a:noFill/>
                      <a:prstDash val="solid"/>
                      <a:miter/>
                    </a:ln>
                  </p:spPr>
                  <p:txBody>
                    <a:bodyPr rtlCol="0" anchor="ctr"/>
                    <a:lstStyle/>
                    <a:p>
                      <a:endParaRPr lang="vi-VN"/>
                    </a:p>
                  </p:txBody>
                </p:sp>
                <p:sp>
                  <p:nvSpPr>
                    <p:cNvPr id="815" name="Freeform: Shape 814">
                      <a:extLst>
                        <a:ext uri="{FF2B5EF4-FFF2-40B4-BE49-F238E27FC236}">
                          <a16:creationId xmlns:a16="http://schemas.microsoft.com/office/drawing/2014/main" id="{01E66C4A-BAD8-4AA4-4282-46DDEE9B0AEF}"/>
                        </a:ext>
                      </a:extLst>
                    </p:cNvPr>
                    <p:cNvSpPr/>
                    <p:nvPr/>
                  </p:nvSpPr>
                  <p:spPr>
                    <a:xfrm>
                      <a:off x="3355154" y="5315757"/>
                      <a:ext cx="562745" cy="646063"/>
                    </a:xfrm>
                    <a:custGeom>
                      <a:avLst/>
                      <a:gdLst>
                        <a:gd name="connsiteX0" fmla="*/ 345692 w 562745"/>
                        <a:gd name="connsiteY0" fmla="*/ 335221 h 646063"/>
                        <a:gd name="connsiteX1" fmla="*/ 562746 w 562745"/>
                        <a:gd name="connsiteY1" fmla="*/ 78233 h 646063"/>
                        <a:gd name="connsiteX2" fmla="*/ 539635 w 562745"/>
                        <a:gd name="connsiteY2" fmla="*/ 25 h 646063"/>
                        <a:gd name="connsiteX3" fmla="*/ 117088 w 562745"/>
                        <a:gd name="connsiteY3" fmla="*/ 217539 h 646063"/>
                        <a:gd name="connsiteX4" fmla="*/ 5938 w 562745"/>
                        <a:gd name="connsiteY4" fmla="*/ 646063 h 646063"/>
                        <a:gd name="connsiteX5" fmla="*/ 337803 w 562745"/>
                        <a:gd name="connsiteY5" fmla="*/ 646063 h 646063"/>
                        <a:gd name="connsiteX6" fmla="*/ 345692 w 562745"/>
                        <a:gd name="connsiteY6" fmla="*/ 335221 h 64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2745" h="646063">
                          <a:moveTo>
                            <a:pt x="345692" y="335221"/>
                          </a:moveTo>
                          <a:cubicBezTo>
                            <a:pt x="366749" y="213181"/>
                            <a:pt x="509319" y="114167"/>
                            <a:pt x="562746" y="78233"/>
                          </a:cubicBezTo>
                          <a:cubicBezTo>
                            <a:pt x="560498" y="51655"/>
                            <a:pt x="541543" y="-1321"/>
                            <a:pt x="539635" y="25"/>
                          </a:cubicBezTo>
                          <a:cubicBezTo>
                            <a:pt x="429024" y="78233"/>
                            <a:pt x="306004" y="170132"/>
                            <a:pt x="117088" y="217539"/>
                          </a:cubicBezTo>
                          <a:cubicBezTo>
                            <a:pt x="117088" y="217539"/>
                            <a:pt x="-31081" y="461757"/>
                            <a:pt x="5938" y="646063"/>
                          </a:cubicBezTo>
                          <a:lnTo>
                            <a:pt x="337803" y="646063"/>
                          </a:lnTo>
                          <a:cubicBezTo>
                            <a:pt x="339546" y="638067"/>
                            <a:pt x="318639" y="492035"/>
                            <a:pt x="345692" y="335221"/>
                          </a:cubicBezTo>
                          <a:close/>
                        </a:path>
                      </a:pathLst>
                    </a:custGeom>
                    <a:solidFill>
                      <a:srgbClr val="232234">
                        <a:alpha val="35000"/>
                      </a:srgbClr>
                    </a:solidFill>
                    <a:ln w="4839" cap="flat">
                      <a:noFill/>
                      <a:prstDash val="solid"/>
                      <a:miter/>
                    </a:ln>
                  </p:spPr>
                  <p:txBody>
                    <a:bodyPr rtlCol="0" anchor="ctr"/>
                    <a:lstStyle/>
                    <a:p>
                      <a:endParaRPr lang="vi-VN"/>
                    </a:p>
                  </p:txBody>
                </p:sp>
              </p:grpSp>
              <p:grpSp>
                <p:nvGrpSpPr>
                  <p:cNvPr id="807" name="Graphic 1991">
                    <a:extLst>
                      <a:ext uri="{FF2B5EF4-FFF2-40B4-BE49-F238E27FC236}">
                        <a16:creationId xmlns:a16="http://schemas.microsoft.com/office/drawing/2014/main" id="{746A52D9-71AE-8A0F-FE44-4AA02073EF06}"/>
                      </a:ext>
                    </a:extLst>
                  </p:cNvPr>
                  <p:cNvGrpSpPr/>
                  <p:nvPr/>
                </p:nvGrpSpPr>
                <p:grpSpPr>
                  <a:xfrm>
                    <a:off x="3147210" y="5359877"/>
                    <a:ext cx="634661" cy="601085"/>
                    <a:chOff x="3147210" y="5359877"/>
                    <a:chExt cx="634661" cy="601085"/>
                  </a:xfrm>
                </p:grpSpPr>
                <p:grpSp>
                  <p:nvGrpSpPr>
                    <p:cNvPr id="808" name="Graphic 1991">
                      <a:extLst>
                        <a:ext uri="{FF2B5EF4-FFF2-40B4-BE49-F238E27FC236}">
                          <a16:creationId xmlns:a16="http://schemas.microsoft.com/office/drawing/2014/main" id="{C36EAA09-67FF-B00B-1852-DF1CA755C518}"/>
                        </a:ext>
                      </a:extLst>
                    </p:cNvPr>
                    <p:cNvGrpSpPr/>
                    <p:nvPr/>
                  </p:nvGrpSpPr>
                  <p:grpSpPr>
                    <a:xfrm>
                      <a:off x="3147210" y="5359877"/>
                      <a:ext cx="545974" cy="594950"/>
                      <a:chOff x="3147210" y="5359877"/>
                      <a:chExt cx="545974" cy="594950"/>
                    </a:xfrm>
                  </p:grpSpPr>
                  <p:sp>
                    <p:nvSpPr>
                      <p:cNvPr id="811" name="Freeform: Shape 810">
                        <a:extLst>
                          <a:ext uri="{FF2B5EF4-FFF2-40B4-BE49-F238E27FC236}">
                            <a16:creationId xmlns:a16="http://schemas.microsoft.com/office/drawing/2014/main" id="{108A4B4C-8F05-7379-DD86-89DF5ED8DF84}"/>
                          </a:ext>
                        </a:extLst>
                      </p:cNvPr>
                      <p:cNvSpPr/>
                      <p:nvPr/>
                    </p:nvSpPr>
                    <p:spPr>
                      <a:xfrm>
                        <a:off x="3147210" y="5359882"/>
                        <a:ext cx="545974" cy="594945"/>
                      </a:xfrm>
                      <a:custGeom>
                        <a:avLst/>
                        <a:gdLst>
                          <a:gd name="connsiteX0" fmla="*/ 101798 w 545974"/>
                          <a:gd name="connsiteY0" fmla="*/ 0 h 594945"/>
                          <a:gd name="connsiteX1" fmla="*/ 545974 w 545974"/>
                          <a:gd name="connsiteY1" fmla="*/ 43097 h 594945"/>
                          <a:gd name="connsiteX2" fmla="*/ 492392 w 545974"/>
                          <a:gd name="connsiteY2" fmla="*/ 349962 h 594945"/>
                          <a:gd name="connsiteX3" fmla="*/ 503477 w 545974"/>
                          <a:gd name="connsiteY3" fmla="*/ 594945 h 594945"/>
                          <a:gd name="connsiteX4" fmla="*/ 0 w 545974"/>
                          <a:gd name="connsiteY4" fmla="*/ 573288 h 594945"/>
                          <a:gd name="connsiteX5" fmla="*/ 101798 w 545974"/>
                          <a:gd name="connsiteY5" fmla="*/ 0 h 594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5974" h="594945">
                            <a:moveTo>
                              <a:pt x="101798" y="0"/>
                            </a:moveTo>
                            <a:lnTo>
                              <a:pt x="545974" y="43097"/>
                            </a:lnTo>
                            <a:cubicBezTo>
                              <a:pt x="545974" y="43097"/>
                              <a:pt x="490542" y="251409"/>
                              <a:pt x="492392" y="349962"/>
                            </a:cubicBezTo>
                            <a:cubicBezTo>
                              <a:pt x="494242" y="448515"/>
                              <a:pt x="503477" y="594945"/>
                              <a:pt x="503477" y="594945"/>
                            </a:cubicBezTo>
                            <a:lnTo>
                              <a:pt x="0" y="573288"/>
                            </a:lnTo>
                            <a:lnTo>
                              <a:pt x="101798" y="0"/>
                            </a:lnTo>
                          </a:path>
                        </a:pathLst>
                      </a:custGeom>
                      <a:solidFill>
                        <a:srgbClr val="A59D9D"/>
                      </a:solidFill>
                      <a:ln w="4839" cap="flat">
                        <a:noFill/>
                        <a:prstDash val="solid"/>
                        <a:miter/>
                      </a:ln>
                    </p:spPr>
                    <p:txBody>
                      <a:bodyPr rtlCol="0" anchor="ctr"/>
                      <a:lstStyle/>
                      <a:p>
                        <a:endParaRPr lang="vi-VN"/>
                      </a:p>
                    </p:txBody>
                  </p:sp>
                  <p:sp>
                    <p:nvSpPr>
                      <p:cNvPr id="812" name="Freeform: Shape 811">
                        <a:extLst>
                          <a:ext uri="{FF2B5EF4-FFF2-40B4-BE49-F238E27FC236}">
                            <a16:creationId xmlns:a16="http://schemas.microsoft.com/office/drawing/2014/main" id="{C8848F23-146F-ADFB-D2FF-C980B0E6E5D1}"/>
                          </a:ext>
                        </a:extLst>
                      </p:cNvPr>
                      <p:cNvSpPr/>
                      <p:nvPr/>
                    </p:nvSpPr>
                    <p:spPr>
                      <a:xfrm>
                        <a:off x="3259076" y="5360855"/>
                        <a:ext cx="434107" cy="593966"/>
                      </a:xfrm>
                      <a:custGeom>
                        <a:avLst/>
                        <a:gdLst>
                          <a:gd name="connsiteX0" fmla="*/ 0 w 434107"/>
                          <a:gd name="connsiteY0" fmla="*/ 0 h 593966"/>
                          <a:gd name="connsiteX1" fmla="*/ 1782 w 434107"/>
                          <a:gd name="connsiteY1" fmla="*/ 19357 h 593966"/>
                          <a:gd name="connsiteX2" fmla="*/ 379514 w 434107"/>
                          <a:gd name="connsiteY2" fmla="*/ 59713 h 593966"/>
                          <a:gd name="connsiteX3" fmla="*/ 343652 w 434107"/>
                          <a:gd name="connsiteY3" fmla="*/ 338790 h 593966"/>
                          <a:gd name="connsiteX4" fmla="*/ 348795 w 434107"/>
                          <a:gd name="connsiteY4" fmla="*/ 592127 h 593966"/>
                          <a:gd name="connsiteX5" fmla="*/ 391611 w 434107"/>
                          <a:gd name="connsiteY5" fmla="*/ 593967 h 593966"/>
                          <a:gd name="connsiteX6" fmla="*/ 380526 w 434107"/>
                          <a:gd name="connsiteY6" fmla="*/ 348984 h 593966"/>
                          <a:gd name="connsiteX7" fmla="*/ 434108 w 434107"/>
                          <a:gd name="connsiteY7" fmla="*/ 42119 h 593966"/>
                          <a:gd name="connsiteX8" fmla="*/ 0 w 434107"/>
                          <a:gd name="connsiteY8" fmla="*/ 0 h 59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107" h="593966">
                            <a:moveTo>
                              <a:pt x="0" y="0"/>
                            </a:moveTo>
                            <a:lnTo>
                              <a:pt x="1782" y="19357"/>
                            </a:lnTo>
                            <a:lnTo>
                              <a:pt x="379514" y="59713"/>
                            </a:lnTo>
                            <a:cubicBezTo>
                              <a:pt x="379514" y="59713"/>
                              <a:pt x="346514" y="230047"/>
                              <a:pt x="343652" y="338790"/>
                            </a:cubicBezTo>
                            <a:cubicBezTo>
                              <a:pt x="341458" y="422209"/>
                              <a:pt x="346384" y="541213"/>
                              <a:pt x="348795" y="592127"/>
                            </a:cubicBezTo>
                            <a:lnTo>
                              <a:pt x="391611" y="593967"/>
                            </a:lnTo>
                            <a:cubicBezTo>
                              <a:pt x="391611" y="593967"/>
                              <a:pt x="382371" y="447537"/>
                              <a:pt x="380526" y="348984"/>
                            </a:cubicBezTo>
                            <a:cubicBezTo>
                              <a:pt x="378681" y="250431"/>
                              <a:pt x="434108" y="42119"/>
                              <a:pt x="434108" y="42119"/>
                            </a:cubicBezTo>
                            <a:lnTo>
                              <a:pt x="0" y="0"/>
                            </a:lnTo>
                            <a:close/>
                          </a:path>
                        </a:pathLst>
                      </a:custGeom>
                      <a:solidFill>
                        <a:srgbClr val="A59D9D">
                          <a:alpha val="50000"/>
                        </a:srgbClr>
                      </a:solidFill>
                      <a:ln w="4839" cap="flat">
                        <a:noFill/>
                        <a:prstDash val="solid"/>
                        <a:miter/>
                      </a:ln>
                    </p:spPr>
                    <p:txBody>
                      <a:bodyPr rtlCol="0" anchor="ctr"/>
                      <a:lstStyle/>
                      <a:p>
                        <a:endParaRPr lang="vi-VN"/>
                      </a:p>
                    </p:txBody>
                  </p:sp>
                  <p:sp>
                    <p:nvSpPr>
                      <p:cNvPr id="813" name="Freeform: Shape 812">
                        <a:extLst>
                          <a:ext uri="{FF2B5EF4-FFF2-40B4-BE49-F238E27FC236}">
                            <a16:creationId xmlns:a16="http://schemas.microsoft.com/office/drawing/2014/main" id="{BE73252B-B735-FFB3-57E2-66A0C803CA89}"/>
                          </a:ext>
                        </a:extLst>
                      </p:cNvPr>
                      <p:cNvSpPr/>
                      <p:nvPr/>
                    </p:nvSpPr>
                    <p:spPr>
                      <a:xfrm>
                        <a:off x="3147210" y="5359877"/>
                        <a:ext cx="455518" cy="592886"/>
                      </a:xfrm>
                      <a:custGeom>
                        <a:avLst/>
                        <a:gdLst>
                          <a:gd name="connsiteX0" fmla="*/ 455518 w 455518"/>
                          <a:gd name="connsiteY0" fmla="*/ 529857 h 592886"/>
                          <a:gd name="connsiteX1" fmla="*/ 202637 w 455518"/>
                          <a:gd name="connsiteY1" fmla="*/ 319767 h 592886"/>
                          <a:gd name="connsiteX2" fmla="*/ 191178 w 455518"/>
                          <a:gd name="connsiteY2" fmla="*/ 26592 h 592886"/>
                          <a:gd name="connsiteX3" fmla="*/ 205378 w 455518"/>
                          <a:gd name="connsiteY3" fmla="*/ 10049 h 592886"/>
                          <a:gd name="connsiteX4" fmla="*/ 205378 w 455518"/>
                          <a:gd name="connsiteY4" fmla="*/ 10049 h 592886"/>
                          <a:gd name="connsiteX5" fmla="*/ 101803 w 455518"/>
                          <a:gd name="connsiteY5" fmla="*/ 0 h 592886"/>
                          <a:gd name="connsiteX6" fmla="*/ 0 w 455518"/>
                          <a:gd name="connsiteY6" fmla="*/ 573293 h 592886"/>
                          <a:gd name="connsiteX7" fmla="*/ 455518 w 455518"/>
                          <a:gd name="connsiteY7" fmla="*/ 592887 h 592886"/>
                          <a:gd name="connsiteX8" fmla="*/ 455518 w 455518"/>
                          <a:gd name="connsiteY8" fmla="*/ 529857 h 592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5518" h="592886">
                            <a:moveTo>
                              <a:pt x="455518" y="529857"/>
                            </a:moveTo>
                            <a:cubicBezTo>
                              <a:pt x="455518" y="529857"/>
                              <a:pt x="173652" y="424494"/>
                              <a:pt x="202637" y="319767"/>
                            </a:cubicBezTo>
                            <a:cubicBezTo>
                              <a:pt x="231617" y="215034"/>
                              <a:pt x="191178" y="26592"/>
                              <a:pt x="191178" y="26592"/>
                            </a:cubicBezTo>
                            <a:lnTo>
                              <a:pt x="205378" y="10049"/>
                            </a:lnTo>
                            <a:lnTo>
                              <a:pt x="205378" y="10049"/>
                            </a:lnTo>
                            <a:lnTo>
                              <a:pt x="101803" y="0"/>
                            </a:lnTo>
                            <a:lnTo>
                              <a:pt x="0" y="573293"/>
                            </a:lnTo>
                            <a:lnTo>
                              <a:pt x="455518" y="592887"/>
                            </a:lnTo>
                            <a:lnTo>
                              <a:pt x="455518" y="529857"/>
                            </a:lnTo>
                            <a:close/>
                          </a:path>
                        </a:pathLst>
                      </a:custGeom>
                      <a:solidFill>
                        <a:srgbClr val="A59D9D">
                          <a:alpha val="79000"/>
                        </a:srgbClr>
                      </a:solidFill>
                      <a:ln w="4839" cap="flat">
                        <a:noFill/>
                        <a:prstDash val="solid"/>
                        <a:miter/>
                      </a:ln>
                    </p:spPr>
                    <p:txBody>
                      <a:bodyPr rtlCol="0" anchor="ctr"/>
                      <a:lstStyle/>
                      <a:p>
                        <a:endParaRPr lang="vi-VN"/>
                      </a:p>
                    </p:txBody>
                  </p:sp>
                </p:grpSp>
                <p:sp>
                  <p:nvSpPr>
                    <p:cNvPr id="809" name="Freeform: Shape 808">
                      <a:extLst>
                        <a:ext uri="{FF2B5EF4-FFF2-40B4-BE49-F238E27FC236}">
                          <a16:creationId xmlns:a16="http://schemas.microsoft.com/office/drawing/2014/main" id="{10DDC843-1242-5A19-88C7-3E07A8797104}"/>
                        </a:ext>
                      </a:extLst>
                    </p:cNvPr>
                    <p:cNvSpPr/>
                    <p:nvPr/>
                  </p:nvSpPr>
                  <p:spPr>
                    <a:xfrm>
                      <a:off x="3323779" y="5718425"/>
                      <a:ext cx="458092" cy="242537"/>
                    </a:xfrm>
                    <a:custGeom>
                      <a:avLst/>
                      <a:gdLst>
                        <a:gd name="connsiteX0" fmla="*/ 336144 w 458092"/>
                        <a:gd name="connsiteY0" fmla="*/ 10562 h 242537"/>
                        <a:gd name="connsiteX1" fmla="*/ 458093 w 458092"/>
                        <a:gd name="connsiteY1" fmla="*/ 65292 h 242537"/>
                        <a:gd name="connsiteX2" fmla="*/ 437767 w 458092"/>
                        <a:gd name="connsiteY2" fmla="*/ 97541 h 242537"/>
                        <a:gd name="connsiteX3" fmla="*/ 149523 w 458092"/>
                        <a:gd name="connsiteY3" fmla="*/ 180645 h 242537"/>
                        <a:gd name="connsiteX4" fmla="*/ 123962 w 458092"/>
                        <a:gd name="connsiteY4" fmla="*/ 242537 h 242537"/>
                        <a:gd name="connsiteX5" fmla="*/ 1998 w 458092"/>
                        <a:gd name="connsiteY5" fmla="*/ 239588 h 242537"/>
                        <a:gd name="connsiteX6" fmla="*/ 49744 w 458092"/>
                        <a:gd name="connsiteY6" fmla="*/ 108776 h 242537"/>
                        <a:gd name="connsiteX7" fmla="*/ 317019 w 458092"/>
                        <a:gd name="connsiteY7" fmla="*/ 44686 h 242537"/>
                        <a:gd name="connsiteX8" fmla="*/ 315818 w 458092"/>
                        <a:gd name="connsiteY8" fmla="*/ 0 h 242537"/>
                        <a:gd name="connsiteX9" fmla="*/ 336144 w 458092"/>
                        <a:gd name="connsiteY9" fmla="*/ 10562 h 24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8092" h="242537">
                          <a:moveTo>
                            <a:pt x="336144" y="10562"/>
                          </a:moveTo>
                          <a:cubicBezTo>
                            <a:pt x="336144" y="10562"/>
                            <a:pt x="458093" y="44966"/>
                            <a:pt x="458093" y="65292"/>
                          </a:cubicBezTo>
                          <a:cubicBezTo>
                            <a:pt x="458093" y="85618"/>
                            <a:pt x="437767" y="97541"/>
                            <a:pt x="437767" y="97541"/>
                          </a:cubicBezTo>
                          <a:cubicBezTo>
                            <a:pt x="437767" y="97541"/>
                            <a:pt x="168003" y="148188"/>
                            <a:pt x="149523" y="180645"/>
                          </a:cubicBezTo>
                          <a:cubicBezTo>
                            <a:pt x="131047" y="213107"/>
                            <a:pt x="123962" y="242537"/>
                            <a:pt x="123962" y="242537"/>
                          </a:cubicBezTo>
                          <a:lnTo>
                            <a:pt x="1998" y="239588"/>
                          </a:lnTo>
                          <a:cubicBezTo>
                            <a:pt x="1998" y="239588"/>
                            <a:pt x="-14928" y="131940"/>
                            <a:pt x="49744" y="108776"/>
                          </a:cubicBezTo>
                          <a:cubicBezTo>
                            <a:pt x="114416" y="85613"/>
                            <a:pt x="317019" y="44686"/>
                            <a:pt x="317019" y="44686"/>
                          </a:cubicBezTo>
                          <a:lnTo>
                            <a:pt x="315818" y="0"/>
                          </a:lnTo>
                          <a:lnTo>
                            <a:pt x="336144" y="10562"/>
                          </a:lnTo>
                          <a:close/>
                        </a:path>
                      </a:pathLst>
                    </a:custGeom>
                    <a:solidFill>
                      <a:srgbClr val="353535"/>
                    </a:solidFill>
                    <a:ln w="4839" cap="flat">
                      <a:noFill/>
                      <a:prstDash val="solid"/>
                      <a:miter/>
                    </a:ln>
                  </p:spPr>
                  <p:txBody>
                    <a:bodyPr rtlCol="0" anchor="ctr"/>
                    <a:lstStyle/>
                    <a:p>
                      <a:endParaRPr lang="vi-VN"/>
                    </a:p>
                  </p:txBody>
                </p:sp>
                <p:sp>
                  <p:nvSpPr>
                    <p:cNvPr id="810" name="Freeform: Shape 809">
                      <a:extLst>
                        <a:ext uri="{FF2B5EF4-FFF2-40B4-BE49-F238E27FC236}">
                          <a16:creationId xmlns:a16="http://schemas.microsoft.com/office/drawing/2014/main" id="{16C69083-DFB3-D14F-CC29-8EA56FE6A2E1}"/>
                        </a:ext>
                      </a:extLst>
                    </p:cNvPr>
                    <p:cNvSpPr/>
                    <p:nvPr/>
                  </p:nvSpPr>
                  <p:spPr>
                    <a:xfrm>
                      <a:off x="3323881" y="5740185"/>
                      <a:ext cx="369303" cy="217295"/>
                    </a:xfrm>
                    <a:custGeom>
                      <a:avLst/>
                      <a:gdLst>
                        <a:gd name="connsiteX0" fmla="*/ 306486 w 369303"/>
                        <a:gd name="connsiteY0" fmla="*/ 0 h 217295"/>
                        <a:gd name="connsiteX1" fmla="*/ 307174 w 369303"/>
                        <a:gd name="connsiteY1" fmla="*/ 25590 h 217295"/>
                        <a:gd name="connsiteX2" fmla="*/ 48200 w 369303"/>
                        <a:gd name="connsiteY2" fmla="*/ 87690 h 217295"/>
                        <a:gd name="connsiteX3" fmla="*/ 1936 w 369303"/>
                        <a:gd name="connsiteY3" fmla="*/ 214439 h 217295"/>
                        <a:gd name="connsiteX4" fmla="*/ 120112 w 369303"/>
                        <a:gd name="connsiteY4" fmla="*/ 217296 h 217295"/>
                        <a:gd name="connsiteX5" fmla="*/ 126345 w 369303"/>
                        <a:gd name="connsiteY5" fmla="*/ 197566 h 217295"/>
                        <a:gd name="connsiteX6" fmla="*/ 126340 w 369303"/>
                        <a:gd name="connsiteY6" fmla="*/ 197556 h 217295"/>
                        <a:gd name="connsiteX7" fmla="*/ 25249 w 369303"/>
                        <a:gd name="connsiteY7" fmla="*/ 139098 h 217295"/>
                        <a:gd name="connsiteX8" fmla="*/ 368814 w 369303"/>
                        <a:gd name="connsiteY8" fmla="*/ 28394 h 217295"/>
                        <a:gd name="connsiteX9" fmla="*/ 306486 w 369303"/>
                        <a:gd name="connsiteY9" fmla="*/ 0 h 217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9303" h="217295">
                          <a:moveTo>
                            <a:pt x="306486" y="0"/>
                          </a:moveTo>
                          <a:lnTo>
                            <a:pt x="307174" y="25590"/>
                          </a:lnTo>
                          <a:cubicBezTo>
                            <a:pt x="307174" y="25590"/>
                            <a:pt x="110862" y="65248"/>
                            <a:pt x="48200" y="87690"/>
                          </a:cubicBezTo>
                          <a:cubicBezTo>
                            <a:pt x="-14463" y="110137"/>
                            <a:pt x="1936" y="214439"/>
                            <a:pt x="1936" y="214439"/>
                          </a:cubicBezTo>
                          <a:lnTo>
                            <a:pt x="120112" y="217296"/>
                          </a:lnTo>
                          <a:cubicBezTo>
                            <a:pt x="120112" y="217296"/>
                            <a:pt x="122010" y="209480"/>
                            <a:pt x="126345" y="197566"/>
                          </a:cubicBezTo>
                          <a:lnTo>
                            <a:pt x="126340" y="197556"/>
                          </a:lnTo>
                          <a:cubicBezTo>
                            <a:pt x="126340" y="197556"/>
                            <a:pt x="8507" y="197769"/>
                            <a:pt x="25249" y="139098"/>
                          </a:cubicBezTo>
                          <a:cubicBezTo>
                            <a:pt x="41991" y="80426"/>
                            <a:pt x="361802" y="40215"/>
                            <a:pt x="368814" y="28394"/>
                          </a:cubicBezTo>
                          <a:cubicBezTo>
                            <a:pt x="375236" y="17570"/>
                            <a:pt x="316448" y="2470"/>
                            <a:pt x="306486" y="0"/>
                          </a:cubicBezTo>
                          <a:close/>
                        </a:path>
                      </a:pathLst>
                    </a:custGeom>
                    <a:solidFill>
                      <a:srgbClr val="353535">
                        <a:alpha val="20000"/>
                      </a:srgbClr>
                    </a:solidFill>
                    <a:ln w="4839" cap="flat">
                      <a:noFill/>
                      <a:prstDash val="solid"/>
                      <a:miter/>
                    </a:ln>
                  </p:spPr>
                  <p:txBody>
                    <a:bodyPr rtlCol="0" anchor="ctr"/>
                    <a:lstStyle/>
                    <a:p>
                      <a:endParaRPr lang="vi-VN"/>
                    </a:p>
                  </p:txBody>
                </p:sp>
              </p:grpSp>
            </p:grpSp>
          </p:grpSp>
          <p:grpSp>
            <p:nvGrpSpPr>
              <p:cNvPr id="618" name="Graphic 1991">
                <a:extLst>
                  <a:ext uri="{FF2B5EF4-FFF2-40B4-BE49-F238E27FC236}">
                    <a16:creationId xmlns:a16="http://schemas.microsoft.com/office/drawing/2014/main" id="{9C4C48AC-B1ED-755B-6FE8-7EDE92C1D807}"/>
                  </a:ext>
                </a:extLst>
              </p:cNvPr>
              <p:cNvGrpSpPr/>
              <p:nvPr/>
            </p:nvGrpSpPr>
            <p:grpSpPr>
              <a:xfrm>
                <a:off x="1156779" y="4395757"/>
                <a:ext cx="2126479" cy="1553684"/>
                <a:chOff x="1156779" y="4395757"/>
                <a:chExt cx="2126479" cy="1553684"/>
              </a:xfrm>
            </p:grpSpPr>
            <p:grpSp>
              <p:nvGrpSpPr>
                <p:cNvPr id="619" name="Graphic 1991">
                  <a:extLst>
                    <a:ext uri="{FF2B5EF4-FFF2-40B4-BE49-F238E27FC236}">
                      <a16:creationId xmlns:a16="http://schemas.microsoft.com/office/drawing/2014/main" id="{3B304F03-AF62-CC61-47AB-DBA2F65B5234}"/>
                    </a:ext>
                  </a:extLst>
                </p:cNvPr>
                <p:cNvGrpSpPr/>
                <p:nvPr/>
              </p:nvGrpSpPr>
              <p:grpSpPr>
                <a:xfrm>
                  <a:off x="1953521" y="4395757"/>
                  <a:ext cx="1283803" cy="1297535"/>
                  <a:chOff x="1953521" y="4395757"/>
                  <a:chExt cx="1283803" cy="1297535"/>
                </a:xfrm>
              </p:grpSpPr>
              <p:grpSp>
                <p:nvGrpSpPr>
                  <p:cNvPr id="750" name="Graphic 1991">
                    <a:extLst>
                      <a:ext uri="{FF2B5EF4-FFF2-40B4-BE49-F238E27FC236}">
                        <a16:creationId xmlns:a16="http://schemas.microsoft.com/office/drawing/2014/main" id="{6D1BC4FD-63E7-DC1E-4F1A-8C5D8C3E92B0}"/>
                      </a:ext>
                    </a:extLst>
                  </p:cNvPr>
                  <p:cNvGrpSpPr/>
                  <p:nvPr/>
                </p:nvGrpSpPr>
                <p:grpSpPr>
                  <a:xfrm>
                    <a:off x="1953521" y="5063152"/>
                    <a:ext cx="342516" cy="466632"/>
                    <a:chOff x="1953521" y="5063152"/>
                    <a:chExt cx="342516" cy="466632"/>
                  </a:xfrm>
                </p:grpSpPr>
                <p:sp>
                  <p:nvSpPr>
                    <p:cNvPr id="802" name="Freeform: Shape 801">
                      <a:extLst>
                        <a:ext uri="{FF2B5EF4-FFF2-40B4-BE49-F238E27FC236}">
                          <a16:creationId xmlns:a16="http://schemas.microsoft.com/office/drawing/2014/main" id="{9FB7F5E9-C015-E308-6528-B4153597E2E4}"/>
                        </a:ext>
                      </a:extLst>
                    </p:cNvPr>
                    <p:cNvSpPr/>
                    <p:nvPr/>
                  </p:nvSpPr>
                  <p:spPr>
                    <a:xfrm>
                      <a:off x="1953521" y="5063157"/>
                      <a:ext cx="342516" cy="466627"/>
                    </a:xfrm>
                    <a:custGeom>
                      <a:avLst/>
                      <a:gdLst>
                        <a:gd name="connsiteX0" fmla="*/ 342380 w 342516"/>
                        <a:gd name="connsiteY0" fmla="*/ 74973 h 466627"/>
                        <a:gd name="connsiteX1" fmla="*/ 318132 w 342516"/>
                        <a:gd name="connsiteY1" fmla="*/ 121944 h 466627"/>
                        <a:gd name="connsiteX2" fmla="*/ 223283 w 342516"/>
                        <a:gd name="connsiteY2" fmla="*/ 272224 h 466627"/>
                        <a:gd name="connsiteX3" fmla="*/ 135210 w 342516"/>
                        <a:gd name="connsiteY3" fmla="*/ 392943 h 466627"/>
                        <a:gd name="connsiteX4" fmla="*/ 166007 w 342516"/>
                        <a:gd name="connsiteY4" fmla="*/ 448990 h 466627"/>
                        <a:gd name="connsiteX5" fmla="*/ 142601 w 342516"/>
                        <a:gd name="connsiteY5" fmla="*/ 440370 h 466627"/>
                        <a:gd name="connsiteX6" fmla="*/ 73003 w 342516"/>
                        <a:gd name="connsiteY6" fmla="*/ 433594 h 466627"/>
                        <a:gd name="connsiteX7" fmla="*/ 941 w 342516"/>
                        <a:gd name="connsiteY7" fmla="*/ 465005 h 466627"/>
                        <a:gd name="connsiteX8" fmla="*/ 12026 w 342516"/>
                        <a:gd name="connsiteY8" fmla="*/ 441600 h 466627"/>
                        <a:gd name="connsiteX9" fmla="*/ 20032 w 342516"/>
                        <a:gd name="connsiteY9" fmla="*/ 395408 h 466627"/>
                        <a:gd name="connsiteX10" fmla="*/ 81004 w 342516"/>
                        <a:gd name="connsiteY10" fmla="*/ 352912 h 466627"/>
                        <a:gd name="connsiteX11" fmla="*/ 182012 w 342516"/>
                        <a:gd name="connsiteY11" fmla="*/ 140425 h 466627"/>
                        <a:gd name="connsiteX12" fmla="*/ 248529 w 342516"/>
                        <a:gd name="connsiteY12" fmla="*/ 35106 h 466627"/>
                        <a:gd name="connsiteX13" fmla="*/ 264545 w 342516"/>
                        <a:gd name="connsiteY13" fmla="*/ 0 h 466627"/>
                        <a:gd name="connsiteX14" fmla="*/ 342380 w 342516"/>
                        <a:gd name="connsiteY14" fmla="*/ 74973 h 46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2516" h="466627">
                          <a:moveTo>
                            <a:pt x="342380" y="74973"/>
                          </a:moveTo>
                          <a:cubicBezTo>
                            <a:pt x="342380" y="74973"/>
                            <a:pt x="326752" y="100384"/>
                            <a:pt x="318132" y="121944"/>
                          </a:cubicBezTo>
                          <a:cubicBezTo>
                            <a:pt x="309506" y="143500"/>
                            <a:pt x="253460" y="227263"/>
                            <a:pt x="223283" y="272224"/>
                          </a:cubicBezTo>
                          <a:lnTo>
                            <a:pt x="135210" y="392943"/>
                          </a:lnTo>
                          <a:cubicBezTo>
                            <a:pt x="135210" y="392943"/>
                            <a:pt x="162926" y="430514"/>
                            <a:pt x="166007" y="448990"/>
                          </a:cubicBezTo>
                          <a:cubicBezTo>
                            <a:pt x="166007" y="448990"/>
                            <a:pt x="160335" y="459475"/>
                            <a:pt x="142601" y="440370"/>
                          </a:cubicBezTo>
                          <a:cubicBezTo>
                            <a:pt x="124866" y="421260"/>
                            <a:pt x="106264" y="417579"/>
                            <a:pt x="73003" y="433594"/>
                          </a:cubicBezTo>
                          <a:cubicBezTo>
                            <a:pt x="39747" y="449610"/>
                            <a:pt x="5871" y="473011"/>
                            <a:pt x="941" y="465005"/>
                          </a:cubicBezTo>
                          <a:cubicBezTo>
                            <a:pt x="-3984" y="457000"/>
                            <a:pt x="12026" y="441600"/>
                            <a:pt x="12026" y="441600"/>
                          </a:cubicBezTo>
                          <a:cubicBezTo>
                            <a:pt x="12026" y="441600"/>
                            <a:pt x="11411" y="410189"/>
                            <a:pt x="20032" y="395408"/>
                          </a:cubicBezTo>
                          <a:cubicBezTo>
                            <a:pt x="28657" y="380628"/>
                            <a:pt x="81004" y="352912"/>
                            <a:pt x="81004" y="352912"/>
                          </a:cubicBezTo>
                          <a:cubicBezTo>
                            <a:pt x="81004" y="352912"/>
                            <a:pt x="159222" y="188466"/>
                            <a:pt x="182012" y="140425"/>
                          </a:cubicBezTo>
                          <a:cubicBezTo>
                            <a:pt x="204803" y="92383"/>
                            <a:pt x="247914" y="37571"/>
                            <a:pt x="248529" y="35106"/>
                          </a:cubicBezTo>
                          <a:cubicBezTo>
                            <a:pt x="249145" y="32641"/>
                            <a:pt x="264545" y="0"/>
                            <a:pt x="264545" y="0"/>
                          </a:cubicBezTo>
                          <a:cubicBezTo>
                            <a:pt x="264545" y="0"/>
                            <a:pt x="346303" y="33547"/>
                            <a:pt x="342380" y="74973"/>
                          </a:cubicBezTo>
                          <a:close/>
                        </a:path>
                      </a:pathLst>
                    </a:custGeom>
                    <a:solidFill>
                      <a:srgbClr val="EEA786"/>
                    </a:solidFill>
                    <a:ln w="4839" cap="flat">
                      <a:noFill/>
                      <a:prstDash val="solid"/>
                      <a:miter/>
                    </a:ln>
                  </p:spPr>
                  <p:txBody>
                    <a:bodyPr rtlCol="0" anchor="ctr"/>
                    <a:lstStyle/>
                    <a:p>
                      <a:endParaRPr lang="vi-VN"/>
                    </a:p>
                  </p:txBody>
                </p:sp>
                <p:sp>
                  <p:nvSpPr>
                    <p:cNvPr id="803" name="Freeform: Shape 802">
                      <a:extLst>
                        <a:ext uri="{FF2B5EF4-FFF2-40B4-BE49-F238E27FC236}">
                          <a16:creationId xmlns:a16="http://schemas.microsoft.com/office/drawing/2014/main" id="{61CB3AA6-F2AC-52AE-5587-2CC98598A033}"/>
                        </a:ext>
                      </a:extLst>
                    </p:cNvPr>
                    <p:cNvSpPr/>
                    <p:nvPr/>
                  </p:nvSpPr>
                  <p:spPr>
                    <a:xfrm>
                      <a:off x="2202220" y="5063152"/>
                      <a:ext cx="93813" cy="101420"/>
                    </a:xfrm>
                    <a:custGeom>
                      <a:avLst/>
                      <a:gdLst>
                        <a:gd name="connsiteX0" fmla="*/ 15846 w 93813"/>
                        <a:gd name="connsiteY0" fmla="*/ 0 h 101420"/>
                        <a:gd name="connsiteX1" fmla="*/ 0 w 93813"/>
                        <a:gd name="connsiteY1" fmla="*/ 34627 h 101420"/>
                        <a:gd name="connsiteX2" fmla="*/ 78915 w 93813"/>
                        <a:gd name="connsiteY2" fmla="*/ 101420 h 101420"/>
                        <a:gd name="connsiteX3" fmla="*/ 93676 w 93813"/>
                        <a:gd name="connsiteY3" fmla="*/ 74978 h 101420"/>
                        <a:gd name="connsiteX4" fmla="*/ 15846 w 93813"/>
                        <a:gd name="connsiteY4" fmla="*/ 0 h 101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813" h="101420">
                          <a:moveTo>
                            <a:pt x="15846" y="0"/>
                          </a:moveTo>
                          <a:cubicBezTo>
                            <a:pt x="15846" y="0"/>
                            <a:pt x="1622" y="30162"/>
                            <a:pt x="0" y="34627"/>
                          </a:cubicBezTo>
                          <a:cubicBezTo>
                            <a:pt x="35590" y="49494"/>
                            <a:pt x="65001" y="83293"/>
                            <a:pt x="78915" y="101420"/>
                          </a:cubicBezTo>
                          <a:cubicBezTo>
                            <a:pt x="86320" y="86945"/>
                            <a:pt x="93676" y="74978"/>
                            <a:pt x="93676" y="74978"/>
                          </a:cubicBezTo>
                          <a:cubicBezTo>
                            <a:pt x="97604" y="33552"/>
                            <a:pt x="15846" y="0"/>
                            <a:pt x="15846" y="0"/>
                          </a:cubicBezTo>
                          <a:close/>
                        </a:path>
                      </a:pathLst>
                    </a:custGeom>
                    <a:solidFill>
                      <a:srgbClr val="D87D68"/>
                    </a:solidFill>
                    <a:ln w="4839" cap="flat">
                      <a:noFill/>
                      <a:prstDash val="solid"/>
                      <a:miter/>
                    </a:ln>
                  </p:spPr>
                  <p:txBody>
                    <a:bodyPr rtlCol="0" anchor="ctr"/>
                    <a:lstStyle/>
                    <a:p>
                      <a:endParaRPr lang="vi-VN"/>
                    </a:p>
                  </p:txBody>
                </p:sp>
              </p:grpSp>
              <p:grpSp>
                <p:nvGrpSpPr>
                  <p:cNvPr id="751" name="Graphic 1991">
                    <a:extLst>
                      <a:ext uri="{FF2B5EF4-FFF2-40B4-BE49-F238E27FC236}">
                        <a16:creationId xmlns:a16="http://schemas.microsoft.com/office/drawing/2014/main" id="{E990BEFE-96DD-F95A-5D16-1CBE547E5F1A}"/>
                      </a:ext>
                    </a:extLst>
                  </p:cNvPr>
                  <p:cNvGrpSpPr/>
                  <p:nvPr/>
                </p:nvGrpSpPr>
                <p:grpSpPr>
                  <a:xfrm>
                    <a:off x="2761255" y="4939959"/>
                    <a:ext cx="476069" cy="473258"/>
                    <a:chOff x="2761255" y="4939959"/>
                    <a:chExt cx="476069" cy="473258"/>
                  </a:xfrm>
                </p:grpSpPr>
                <p:sp>
                  <p:nvSpPr>
                    <p:cNvPr id="800" name="Freeform: Shape 799">
                      <a:extLst>
                        <a:ext uri="{FF2B5EF4-FFF2-40B4-BE49-F238E27FC236}">
                          <a16:creationId xmlns:a16="http://schemas.microsoft.com/office/drawing/2014/main" id="{E39AEFB0-67C6-641D-4CAA-9DA8688917B0}"/>
                        </a:ext>
                      </a:extLst>
                    </p:cNvPr>
                    <p:cNvSpPr/>
                    <p:nvPr/>
                  </p:nvSpPr>
                  <p:spPr>
                    <a:xfrm>
                      <a:off x="2761255" y="4939959"/>
                      <a:ext cx="476069" cy="473258"/>
                    </a:xfrm>
                    <a:custGeom>
                      <a:avLst/>
                      <a:gdLst>
                        <a:gd name="connsiteX0" fmla="*/ 392856 w 476069"/>
                        <a:gd name="connsiteY0" fmla="*/ 429512 h 473258"/>
                        <a:gd name="connsiteX1" fmla="*/ 413986 w 476069"/>
                        <a:gd name="connsiteY1" fmla="*/ 472861 h 473258"/>
                        <a:gd name="connsiteX2" fmla="*/ 351856 w 476069"/>
                        <a:gd name="connsiteY2" fmla="*/ 437832 h 473258"/>
                        <a:gd name="connsiteX3" fmla="*/ 302933 w 476069"/>
                        <a:gd name="connsiteY3" fmla="*/ 429507 h 473258"/>
                        <a:gd name="connsiteX4" fmla="*/ 281077 w 476069"/>
                        <a:gd name="connsiteY4" fmla="*/ 394914 h 473258"/>
                        <a:gd name="connsiteX5" fmla="*/ 88722 w 476069"/>
                        <a:gd name="connsiteY5" fmla="*/ 192428 h 473258"/>
                        <a:gd name="connsiteX6" fmla="*/ 46351 w 476069"/>
                        <a:gd name="connsiteY6" fmla="*/ 147379 h 473258"/>
                        <a:gd name="connsiteX7" fmla="*/ 0 w 476069"/>
                        <a:gd name="connsiteY7" fmla="*/ 98098 h 473258"/>
                        <a:gd name="connsiteX8" fmla="*/ 78160 w 476069"/>
                        <a:gd name="connsiteY8" fmla="*/ 0 h 473258"/>
                        <a:gd name="connsiteX9" fmla="*/ 124186 w 476069"/>
                        <a:gd name="connsiteY9" fmla="*/ 61800 h 473258"/>
                        <a:gd name="connsiteX10" fmla="*/ 174664 w 476069"/>
                        <a:gd name="connsiteY10" fmla="*/ 129538 h 473258"/>
                        <a:gd name="connsiteX11" fmla="*/ 350519 w 476069"/>
                        <a:gd name="connsiteY11" fmla="*/ 372007 h 473258"/>
                        <a:gd name="connsiteX12" fmla="*/ 474812 w 476069"/>
                        <a:gd name="connsiteY12" fmla="*/ 417128 h 473258"/>
                        <a:gd name="connsiteX13" fmla="*/ 392856 w 476069"/>
                        <a:gd name="connsiteY13" fmla="*/ 429512 h 47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6069" h="473258">
                          <a:moveTo>
                            <a:pt x="392856" y="429512"/>
                          </a:moveTo>
                          <a:cubicBezTo>
                            <a:pt x="392856" y="429512"/>
                            <a:pt x="421913" y="468085"/>
                            <a:pt x="413986" y="472861"/>
                          </a:cubicBezTo>
                          <a:cubicBezTo>
                            <a:pt x="406063" y="477636"/>
                            <a:pt x="351856" y="437832"/>
                            <a:pt x="351856" y="437832"/>
                          </a:cubicBezTo>
                          <a:cubicBezTo>
                            <a:pt x="351856" y="437832"/>
                            <a:pt x="325404" y="444849"/>
                            <a:pt x="302933" y="429507"/>
                          </a:cubicBezTo>
                          <a:cubicBezTo>
                            <a:pt x="280462" y="414165"/>
                            <a:pt x="281077" y="394914"/>
                            <a:pt x="281077" y="394914"/>
                          </a:cubicBezTo>
                          <a:lnTo>
                            <a:pt x="88722" y="192428"/>
                          </a:lnTo>
                          <a:lnTo>
                            <a:pt x="46351" y="147379"/>
                          </a:lnTo>
                          <a:lnTo>
                            <a:pt x="0" y="98098"/>
                          </a:lnTo>
                          <a:lnTo>
                            <a:pt x="78160" y="0"/>
                          </a:lnTo>
                          <a:lnTo>
                            <a:pt x="124186" y="61800"/>
                          </a:lnTo>
                          <a:lnTo>
                            <a:pt x="174664" y="129538"/>
                          </a:lnTo>
                          <a:lnTo>
                            <a:pt x="350519" y="372007"/>
                          </a:lnTo>
                          <a:cubicBezTo>
                            <a:pt x="350519" y="372007"/>
                            <a:pt x="461606" y="397626"/>
                            <a:pt x="474812" y="417128"/>
                          </a:cubicBezTo>
                          <a:cubicBezTo>
                            <a:pt x="488019" y="436641"/>
                            <a:pt x="392856" y="429512"/>
                            <a:pt x="392856" y="429512"/>
                          </a:cubicBezTo>
                          <a:close/>
                        </a:path>
                      </a:pathLst>
                    </a:custGeom>
                    <a:solidFill>
                      <a:srgbClr val="EEA786"/>
                    </a:solidFill>
                    <a:ln w="4839" cap="flat">
                      <a:noFill/>
                      <a:prstDash val="solid"/>
                      <a:miter/>
                    </a:ln>
                  </p:spPr>
                  <p:txBody>
                    <a:bodyPr rtlCol="0" anchor="ctr"/>
                    <a:lstStyle/>
                    <a:p>
                      <a:endParaRPr lang="vi-VN"/>
                    </a:p>
                  </p:txBody>
                </p:sp>
                <p:sp>
                  <p:nvSpPr>
                    <p:cNvPr id="801" name="Freeform: Shape 800">
                      <a:extLst>
                        <a:ext uri="{FF2B5EF4-FFF2-40B4-BE49-F238E27FC236}">
                          <a16:creationId xmlns:a16="http://schemas.microsoft.com/office/drawing/2014/main" id="{3669512C-A49B-A378-E64C-8CC8060796F6}"/>
                        </a:ext>
                      </a:extLst>
                    </p:cNvPr>
                    <p:cNvSpPr/>
                    <p:nvPr/>
                  </p:nvSpPr>
                  <p:spPr>
                    <a:xfrm>
                      <a:off x="2761255" y="4939964"/>
                      <a:ext cx="124186" cy="147379"/>
                    </a:xfrm>
                    <a:custGeom>
                      <a:avLst/>
                      <a:gdLst>
                        <a:gd name="connsiteX0" fmla="*/ 124186 w 124186"/>
                        <a:gd name="connsiteY0" fmla="*/ 61805 h 147379"/>
                        <a:gd name="connsiteX1" fmla="*/ 46351 w 124186"/>
                        <a:gd name="connsiteY1" fmla="*/ 147379 h 147379"/>
                        <a:gd name="connsiteX2" fmla="*/ 0 w 124186"/>
                        <a:gd name="connsiteY2" fmla="*/ 98098 h 147379"/>
                        <a:gd name="connsiteX3" fmla="*/ 78160 w 124186"/>
                        <a:gd name="connsiteY3" fmla="*/ 0 h 147379"/>
                        <a:gd name="connsiteX4" fmla="*/ 124186 w 124186"/>
                        <a:gd name="connsiteY4" fmla="*/ 61805 h 147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186" h="147379">
                          <a:moveTo>
                            <a:pt x="124186" y="61805"/>
                          </a:moveTo>
                          <a:cubicBezTo>
                            <a:pt x="101207" y="87279"/>
                            <a:pt x="65747" y="126467"/>
                            <a:pt x="46351" y="147379"/>
                          </a:cubicBezTo>
                          <a:lnTo>
                            <a:pt x="0" y="98098"/>
                          </a:lnTo>
                          <a:lnTo>
                            <a:pt x="78160" y="0"/>
                          </a:lnTo>
                          <a:lnTo>
                            <a:pt x="124186" y="61805"/>
                          </a:lnTo>
                          <a:close/>
                        </a:path>
                      </a:pathLst>
                    </a:custGeom>
                    <a:solidFill>
                      <a:srgbClr val="D87D68"/>
                    </a:solidFill>
                    <a:ln w="4839" cap="flat">
                      <a:noFill/>
                      <a:prstDash val="solid"/>
                      <a:miter/>
                    </a:ln>
                  </p:spPr>
                  <p:txBody>
                    <a:bodyPr rtlCol="0" anchor="ctr"/>
                    <a:lstStyle/>
                    <a:p>
                      <a:endParaRPr lang="vi-VN"/>
                    </a:p>
                  </p:txBody>
                </p:sp>
              </p:grpSp>
              <p:grpSp>
                <p:nvGrpSpPr>
                  <p:cNvPr id="752" name="Graphic 1991">
                    <a:extLst>
                      <a:ext uri="{FF2B5EF4-FFF2-40B4-BE49-F238E27FC236}">
                        <a16:creationId xmlns:a16="http://schemas.microsoft.com/office/drawing/2014/main" id="{1023B07F-234A-9EE4-9C49-E8F6E254360B}"/>
                      </a:ext>
                    </a:extLst>
                  </p:cNvPr>
                  <p:cNvGrpSpPr/>
                  <p:nvPr/>
                </p:nvGrpSpPr>
                <p:grpSpPr>
                  <a:xfrm>
                    <a:off x="2362835" y="5272559"/>
                    <a:ext cx="442171" cy="420734"/>
                    <a:chOff x="2362835" y="5272559"/>
                    <a:chExt cx="442171" cy="420734"/>
                  </a:xfrm>
                </p:grpSpPr>
                <p:sp>
                  <p:nvSpPr>
                    <p:cNvPr id="790" name="Freeform: Shape 789">
                      <a:extLst>
                        <a:ext uri="{FF2B5EF4-FFF2-40B4-BE49-F238E27FC236}">
                          <a16:creationId xmlns:a16="http://schemas.microsoft.com/office/drawing/2014/main" id="{A28892D3-DC33-E7CC-65A7-97EA6EADFF6F}"/>
                        </a:ext>
                      </a:extLst>
                    </p:cNvPr>
                    <p:cNvSpPr/>
                    <p:nvPr/>
                  </p:nvSpPr>
                  <p:spPr>
                    <a:xfrm>
                      <a:off x="2362835" y="5272559"/>
                      <a:ext cx="442171" cy="420734"/>
                    </a:xfrm>
                    <a:custGeom>
                      <a:avLst/>
                      <a:gdLst>
                        <a:gd name="connsiteX0" fmla="*/ 442171 w 442171"/>
                        <a:gd name="connsiteY0" fmla="*/ 420654 h 420734"/>
                        <a:gd name="connsiteX1" fmla="*/ 418833 w 442171"/>
                        <a:gd name="connsiteY1" fmla="*/ 419603 h 420734"/>
                        <a:gd name="connsiteX2" fmla="*/ 415831 w 442171"/>
                        <a:gd name="connsiteY2" fmla="*/ 419458 h 420734"/>
                        <a:gd name="connsiteX3" fmla="*/ 278365 w 442171"/>
                        <a:gd name="connsiteY3" fmla="*/ 413269 h 420734"/>
                        <a:gd name="connsiteX4" fmla="*/ 278186 w 442171"/>
                        <a:gd name="connsiteY4" fmla="*/ 412799 h 420734"/>
                        <a:gd name="connsiteX5" fmla="*/ 199523 w 442171"/>
                        <a:gd name="connsiteY5" fmla="*/ 226013 h 420734"/>
                        <a:gd name="connsiteX6" fmla="*/ 199561 w 442171"/>
                        <a:gd name="connsiteY6" fmla="*/ 226120 h 420734"/>
                        <a:gd name="connsiteX7" fmla="*/ 226628 w 442171"/>
                        <a:gd name="connsiteY7" fmla="*/ 420644 h 420734"/>
                        <a:gd name="connsiteX8" fmla="*/ 178722 w 442171"/>
                        <a:gd name="connsiteY8" fmla="*/ 415036 h 420734"/>
                        <a:gd name="connsiteX9" fmla="*/ 175972 w 442171"/>
                        <a:gd name="connsiteY9" fmla="*/ 414818 h 420734"/>
                        <a:gd name="connsiteX10" fmla="*/ 63006 w 442171"/>
                        <a:gd name="connsiteY10" fmla="*/ 408343 h 420734"/>
                        <a:gd name="connsiteX11" fmla="*/ 14916 w 442171"/>
                        <a:gd name="connsiteY11" fmla="*/ 157186 h 420734"/>
                        <a:gd name="connsiteX12" fmla="*/ 14480 w 442171"/>
                        <a:gd name="connsiteY12" fmla="*/ 154111 h 420734"/>
                        <a:gd name="connsiteX13" fmla="*/ 11148 w 442171"/>
                        <a:gd name="connsiteY13" fmla="*/ 130409 h 420734"/>
                        <a:gd name="connsiteX14" fmla="*/ 10785 w 442171"/>
                        <a:gd name="connsiteY14" fmla="*/ 127586 h 420734"/>
                        <a:gd name="connsiteX15" fmla="*/ 0 w 442171"/>
                        <a:gd name="connsiteY15" fmla="*/ 23880 h 420734"/>
                        <a:gd name="connsiteX16" fmla="*/ 374148 w 442171"/>
                        <a:gd name="connsiteY16" fmla="*/ 0 h 420734"/>
                        <a:gd name="connsiteX17" fmla="*/ 391732 w 442171"/>
                        <a:gd name="connsiteY17" fmla="*/ 104176 h 420734"/>
                        <a:gd name="connsiteX18" fmla="*/ 392241 w 442171"/>
                        <a:gd name="connsiteY18" fmla="*/ 106999 h 420734"/>
                        <a:gd name="connsiteX19" fmla="*/ 394338 w 442171"/>
                        <a:gd name="connsiteY19" fmla="*/ 119663 h 420734"/>
                        <a:gd name="connsiteX20" fmla="*/ 394808 w 442171"/>
                        <a:gd name="connsiteY20" fmla="*/ 122303 h 420734"/>
                        <a:gd name="connsiteX21" fmla="*/ 426180 w 442171"/>
                        <a:gd name="connsiteY21" fmla="*/ 311001 h 420734"/>
                        <a:gd name="connsiteX22" fmla="*/ 442171 w 442171"/>
                        <a:gd name="connsiteY22" fmla="*/ 420654 h 42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42171" h="420734">
                          <a:moveTo>
                            <a:pt x="442171" y="420654"/>
                          </a:moveTo>
                          <a:lnTo>
                            <a:pt x="418833" y="419603"/>
                          </a:lnTo>
                          <a:lnTo>
                            <a:pt x="415831" y="419458"/>
                          </a:lnTo>
                          <a:lnTo>
                            <a:pt x="278365" y="413269"/>
                          </a:lnTo>
                          <a:lnTo>
                            <a:pt x="278186" y="412799"/>
                          </a:lnTo>
                          <a:cubicBezTo>
                            <a:pt x="274641" y="403249"/>
                            <a:pt x="217432" y="249898"/>
                            <a:pt x="199523" y="226013"/>
                          </a:cubicBezTo>
                          <a:lnTo>
                            <a:pt x="199561" y="226120"/>
                          </a:lnTo>
                          <a:cubicBezTo>
                            <a:pt x="200428" y="231762"/>
                            <a:pt x="231476" y="425497"/>
                            <a:pt x="226628" y="420644"/>
                          </a:cubicBezTo>
                          <a:cubicBezTo>
                            <a:pt x="224928" y="418945"/>
                            <a:pt x="204554" y="416915"/>
                            <a:pt x="178722" y="415036"/>
                          </a:cubicBezTo>
                          <a:cubicBezTo>
                            <a:pt x="177817" y="414964"/>
                            <a:pt x="176877" y="414891"/>
                            <a:pt x="175972" y="414818"/>
                          </a:cubicBezTo>
                          <a:cubicBezTo>
                            <a:pt x="127882" y="411346"/>
                            <a:pt x="63006" y="408343"/>
                            <a:pt x="63006" y="408343"/>
                          </a:cubicBezTo>
                          <a:cubicBezTo>
                            <a:pt x="63006" y="408343"/>
                            <a:pt x="34418" y="291325"/>
                            <a:pt x="14916" y="157186"/>
                          </a:cubicBezTo>
                          <a:cubicBezTo>
                            <a:pt x="14771" y="156174"/>
                            <a:pt x="14626" y="155162"/>
                            <a:pt x="14480" y="154111"/>
                          </a:cubicBezTo>
                          <a:cubicBezTo>
                            <a:pt x="13323" y="146260"/>
                            <a:pt x="12238" y="138371"/>
                            <a:pt x="11148" y="130409"/>
                          </a:cubicBezTo>
                          <a:cubicBezTo>
                            <a:pt x="11042" y="129470"/>
                            <a:pt x="10930" y="128530"/>
                            <a:pt x="10785" y="127586"/>
                          </a:cubicBezTo>
                          <a:cubicBezTo>
                            <a:pt x="6228" y="93105"/>
                            <a:pt x="2426" y="58003"/>
                            <a:pt x="0" y="23880"/>
                          </a:cubicBezTo>
                          <a:lnTo>
                            <a:pt x="374148" y="0"/>
                          </a:lnTo>
                          <a:cubicBezTo>
                            <a:pt x="374148" y="0"/>
                            <a:pt x="381853" y="45518"/>
                            <a:pt x="391732" y="104176"/>
                          </a:cubicBezTo>
                          <a:cubicBezTo>
                            <a:pt x="391912" y="105115"/>
                            <a:pt x="392057" y="106059"/>
                            <a:pt x="392241" y="106999"/>
                          </a:cubicBezTo>
                          <a:cubicBezTo>
                            <a:pt x="392929" y="111159"/>
                            <a:pt x="393616" y="115392"/>
                            <a:pt x="394338" y="119663"/>
                          </a:cubicBezTo>
                          <a:cubicBezTo>
                            <a:pt x="394483" y="120530"/>
                            <a:pt x="394628" y="121402"/>
                            <a:pt x="394808" y="122303"/>
                          </a:cubicBezTo>
                          <a:cubicBezTo>
                            <a:pt x="405665" y="186926"/>
                            <a:pt x="418330" y="262659"/>
                            <a:pt x="426180" y="311001"/>
                          </a:cubicBezTo>
                          <a:cubicBezTo>
                            <a:pt x="442171" y="409583"/>
                            <a:pt x="442171" y="420654"/>
                            <a:pt x="442171" y="420654"/>
                          </a:cubicBezTo>
                          <a:close/>
                        </a:path>
                      </a:pathLst>
                    </a:custGeom>
                    <a:solidFill>
                      <a:srgbClr val="272C44"/>
                    </a:solidFill>
                    <a:ln w="4839" cap="flat">
                      <a:noFill/>
                      <a:prstDash val="solid"/>
                      <a:miter/>
                    </a:ln>
                  </p:spPr>
                  <p:txBody>
                    <a:bodyPr rtlCol="0" anchor="ctr"/>
                    <a:lstStyle/>
                    <a:p>
                      <a:endParaRPr lang="vi-VN"/>
                    </a:p>
                  </p:txBody>
                </p:sp>
                <p:grpSp>
                  <p:nvGrpSpPr>
                    <p:cNvPr id="791" name="Graphic 1991">
                      <a:extLst>
                        <a:ext uri="{FF2B5EF4-FFF2-40B4-BE49-F238E27FC236}">
                          <a16:creationId xmlns:a16="http://schemas.microsoft.com/office/drawing/2014/main" id="{E37AB75F-E0E7-1909-CC39-5393C0D8D854}"/>
                        </a:ext>
                      </a:extLst>
                    </p:cNvPr>
                    <p:cNvGrpSpPr/>
                    <p:nvPr/>
                  </p:nvGrpSpPr>
                  <p:grpSpPr>
                    <a:xfrm>
                      <a:off x="2362835" y="5286817"/>
                      <a:ext cx="418833" cy="405345"/>
                      <a:chOff x="2362835" y="5286817"/>
                      <a:chExt cx="418833" cy="405345"/>
                    </a:xfrm>
                  </p:grpSpPr>
                  <p:sp>
                    <p:nvSpPr>
                      <p:cNvPr id="792" name="Freeform: Shape 791">
                        <a:extLst>
                          <a:ext uri="{FF2B5EF4-FFF2-40B4-BE49-F238E27FC236}">
                            <a16:creationId xmlns:a16="http://schemas.microsoft.com/office/drawing/2014/main" id="{3BA526B9-F98D-00CB-F760-D2B4699FF21C}"/>
                          </a:ext>
                        </a:extLst>
                      </p:cNvPr>
                      <p:cNvSpPr/>
                      <p:nvPr/>
                    </p:nvSpPr>
                    <p:spPr>
                      <a:xfrm>
                        <a:off x="2362835" y="5286817"/>
                        <a:ext cx="306322" cy="395921"/>
                      </a:xfrm>
                      <a:custGeom>
                        <a:avLst/>
                        <a:gdLst>
                          <a:gd name="connsiteX0" fmla="*/ 150948 w 306322"/>
                          <a:gd name="connsiteY0" fmla="*/ 0 h 395921"/>
                          <a:gd name="connsiteX1" fmla="*/ 0 w 306322"/>
                          <a:gd name="connsiteY1" fmla="*/ 9637 h 395921"/>
                          <a:gd name="connsiteX2" fmla="*/ 10785 w 306322"/>
                          <a:gd name="connsiteY2" fmla="*/ 113343 h 395921"/>
                          <a:gd name="connsiteX3" fmla="*/ 11148 w 306322"/>
                          <a:gd name="connsiteY3" fmla="*/ 116167 h 395921"/>
                          <a:gd name="connsiteX4" fmla="*/ 14480 w 306322"/>
                          <a:gd name="connsiteY4" fmla="*/ 139868 h 395921"/>
                          <a:gd name="connsiteX5" fmla="*/ 14916 w 306322"/>
                          <a:gd name="connsiteY5" fmla="*/ 142943 h 395921"/>
                          <a:gd name="connsiteX6" fmla="*/ 63006 w 306322"/>
                          <a:gd name="connsiteY6" fmla="*/ 394100 h 395921"/>
                          <a:gd name="connsiteX7" fmla="*/ 99308 w 306322"/>
                          <a:gd name="connsiteY7" fmla="*/ 395921 h 395921"/>
                          <a:gd name="connsiteX8" fmla="*/ 141311 w 306322"/>
                          <a:gd name="connsiteY8" fmla="*/ 89337 h 395921"/>
                          <a:gd name="connsiteX9" fmla="*/ 306323 w 306322"/>
                          <a:gd name="connsiteY9" fmla="*/ 25013 h 395921"/>
                          <a:gd name="connsiteX10" fmla="*/ 150948 w 306322"/>
                          <a:gd name="connsiteY10" fmla="*/ 0 h 39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6322" h="395921">
                            <a:moveTo>
                              <a:pt x="150948" y="0"/>
                            </a:moveTo>
                            <a:lnTo>
                              <a:pt x="0" y="9637"/>
                            </a:lnTo>
                            <a:cubicBezTo>
                              <a:pt x="2426" y="43760"/>
                              <a:pt x="6223" y="78857"/>
                              <a:pt x="10785" y="113343"/>
                            </a:cubicBezTo>
                            <a:cubicBezTo>
                              <a:pt x="10930" y="114283"/>
                              <a:pt x="11037" y="115222"/>
                              <a:pt x="11148" y="116167"/>
                            </a:cubicBezTo>
                            <a:cubicBezTo>
                              <a:pt x="12233" y="124128"/>
                              <a:pt x="13318" y="132017"/>
                              <a:pt x="14480" y="139868"/>
                            </a:cubicBezTo>
                            <a:cubicBezTo>
                              <a:pt x="14626" y="140919"/>
                              <a:pt x="14771" y="141931"/>
                              <a:pt x="14916" y="142943"/>
                            </a:cubicBezTo>
                            <a:cubicBezTo>
                              <a:pt x="34418" y="277077"/>
                              <a:pt x="63006" y="394100"/>
                              <a:pt x="63006" y="394100"/>
                            </a:cubicBezTo>
                            <a:cubicBezTo>
                              <a:pt x="63006" y="394100"/>
                              <a:pt x="78198" y="394803"/>
                              <a:pt x="99308" y="395921"/>
                            </a:cubicBezTo>
                            <a:cubicBezTo>
                              <a:pt x="77806" y="310149"/>
                              <a:pt x="50550" y="83104"/>
                              <a:pt x="141311" y="89337"/>
                            </a:cubicBezTo>
                            <a:cubicBezTo>
                              <a:pt x="242116" y="96257"/>
                              <a:pt x="302855" y="26699"/>
                              <a:pt x="306323" y="25013"/>
                            </a:cubicBezTo>
                            <a:cubicBezTo>
                              <a:pt x="306308" y="25004"/>
                              <a:pt x="231796" y="13003"/>
                              <a:pt x="150948" y="0"/>
                            </a:cubicBezTo>
                            <a:close/>
                          </a:path>
                        </a:pathLst>
                      </a:custGeom>
                      <a:solidFill>
                        <a:srgbClr val="272C44">
                          <a:alpha val="20000"/>
                        </a:srgbClr>
                      </a:solidFill>
                      <a:ln w="4839" cap="flat">
                        <a:noFill/>
                        <a:prstDash val="solid"/>
                        <a:miter/>
                      </a:ln>
                    </p:spPr>
                    <p:txBody>
                      <a:bodyPr rtlCol="0" anchor="ctr"/>
                      <a:lstStyle/>
                      <a:p>
                        <a:endParaRPr lang="vi-VN"/>
                      </a:p>
                    </p:txBody>
                  </p:sp>
                  <p:grpSp>
                    <p:nvGrpSpPr>
                      <p:cNvPr id="793" name="Graphic 1991">
                        <a:extLst>
                          <a:ext uri="{FF2B5EF4-FFF2-40B4-BE49-F238E27FC236}">
                            <a16:creationId xmlns:a16="http://schemas.microsoft.com/office/drawing/2014/main" id="{16DFFEEE-0B20-A2E5-6860-652CFB44BBA0}"/>
                          </a:ext>
                        </a:extLst>
                      </p:cNvPr>
                      <p:cNvGrpSpPr/>
                      <p:nvPr/>
                    </p:nvGrpSpPr>
                    <p:grpSpPr>
                      <a:xfrm>
                        <a:off x="2373615" y="5316039"/>
                        <a:ext cx="408053" cy="376123"/>
                        <a:chOff x="2373615" y="5316039"/>
                        <a:chExt cx="408053" cy="376123"/>
                      </a:xfrm>
                      <a:solidFill>
                        <a:srgbClr val="17202F"/>
                      </a:solidFill>
                    </p:grpSpPr>
                    <p:sp>
                      <p:nvSpPr>
                        <p:cNvPr id="795" name="Freeform: Shape 794">
                          <a:extLst>
                            <a:ext uri="{FF2B5EF4-FFF2-40B4-BE49-F238E27FC236}">
                              <a16:creationId xmlns:a16="http://schemas.microsoft.com/office/drawing/2014/main" id="{E8498697-D1CA-F807-CB19-C5F9F3BD935B}"/>
                            </a:ext>
                          </a:extLst>
                        </p:cNvPr>
                        <p:cNvSpPr/>
                        <p:nvPr/>
                      </p:nvSpPr>
                      <p:spPr>
                        <a:xfrm>
                          <a:off x="2485183" y="5345004"/>
                          <a:ext cx="77057" cy="342601"/>
                        </a:xfrm>
                        <a:custGeom>
                          <a:avLst/>
                          <a:gdLst>
                            <a:gd name="connsiteX0" fmla="*/ 75906 w 77057"/>
                            <a:gd name="connsiteY0" fmla="*/ 157554 h 342601"/>
                            <a:gd name="connsiteX1" fmla="*/ 45188 w 77057"/>
                            <a:gd name="connsiteY1" fmla="*/ 147026 h 342601"/>
                            <a:gd name="connsiteX2" fmla="*/ 39468 w 77057"/>
                            <a:gd name="connsiteY2" fmla="*/ 141054 h 342601"/>
                            <a:gd name="connsiteX3" fmla="*/ 41459 w 77057"/>
                            <a:gd name="connsiteY3" fmla="*/ 165119 h 342601"/>
                            <a:gd name="connsiteX4" fmla="*/ 43449 w 77057"/>
                            <a:gd name="connsiteY4" fmla="*/ 192002 h 342601"/>
                            <a:gd name="connsiteX5" fmla="*/ 50578 w 77057"/>
                            <a:gd name="connsiteY5" fmla="*/ 286443 h 342601"/>
                            <a:gd name="connsiteX6" fmla="*/ 56365 w 77057"/>
                            <a:gd name="connsiteY6" fmla="*/ 342601 h 342601"/>
                            <a:gd name="connsiteX7" fmla="*/ 53614 w 77057"/>
                            <a:gd name="connsiteY7" fmla="*/ 342383 h 342601"/>
                            <a:gd name="connsiteX8" fmla="*/ 51987 w 77057"/>
                            <a:gd name="connsiteY8" fmla="*/ 328271 h 342601"/>
                            <a:gd name="connsiteX9" fmla="*/ 44025 w 77057"/>
                            <a:gd name="connsiteY9" fmla="*/ 234266 h 342601"/>
                            <a:gd name="connsiteX10" fmla="*/ 40659 w 77057"/>
                            <a:gd name="connsiteY10" fmla="*/ 187188 h 342601"/>
                            <a:gd name="connsiteX11" fmla="*/ 38960 w 77057"/>
                            <a:gd name="connsiteY11" fmla="*/ 163089 h 342601"/>
                            <a:gd name="connsiteX12" fmla="*/ 37512 w 77057"/>
                            <a:gd name="connsiteY12" fmla="*/ 138483 h 342601"/>
                            <a:gd name="connsiteX13" fmla="*/ 18585 w 77057"/>
                            <a:gd name="connsiteY13" fmla="*/ 82973 h 342601"/>
                            <a:gd name="connsiteX14" fmla="*/ 23 w 77057"/>
                            <a:gd name="connsiteY14" fmla="*/ 833 h 342601"/>
                            <a:gd name="connsiteX15" fmla="*/ 1432 w 77057"/>
                            <a:gd name="connsiteY15" fmla="*/ 470 h 342601"/>
                            <a:gd name="connsiteX16" fmla="*/ 12324 w 77057"/>
                            <a:gd name="connsiteY16" fmla="*/ 44216 h 342601"/>
                            <a:gd name="connsiteX17" fmla="*/ 21152 w 77057"/>
                            <a:gd name="connsiteY17" fmla="*/ 83259 h 342601"/>
                            <a:gd name="connsiteX18" fmla="*/ 29690 w 77057"/>
                            <a:gd name="connsiteY18" fmla="*/ 117164 h 342601"/>
                            <a:gd name="connsiteX19" fmla="*/ 47420 w 77057"/>
                            <a:gd name="connsiteY19" fmla="*/ 145316 h 342601"/>
                            <a:gd name="connsiteX20" fmla="*/ 61823 w 77057"/>
                            <a:gd name="connsiteY20" fmla="*/ 153496 h 342601"/>
                            <a:gd name="connsiteX21" fmla="*/ 59799 w 77057"/>
                            <a:gd name="connsiteY21" fmla="*/ 137466 h 342601"/>
                            <a:gd name="connsiteX22" fmla="*/ 57702 w 77057"/>
                            <a:gd name="connsiteY22" fmla="*/ 120530 h 342601"/>
                            <a:gd name="connsiteX23" fmla="*/ 37294 w 77057"/>
                            <a:gd name="connsiteY23" fmla="*/ 1555 h 342601"/>
                            <a:gd name="connsiteX24" fmla="*/ 39066 w 77057"/>
                            <a:gd name="connsiteY24" fmla="*/ 1085 h 342601"/>
                            <a:gd name="connsiteX25" fmla="*/ 46195 w 77057"/>
                            <a:gd name="connsiteY25" fmla="*/ 34375 h 342601"/>
                            <a:gd name="connsiteX26" fmla="*/ 56578 w 77057"/>
                            <a:gd name="connsiteY26" fmla="*/ 94151 h 342601"/>
                            <a:gd name="connsiteX27" fmla="*/ 60850 w 77057"/>
                            <a:gd name="connsiteY27" fmla="*/ 124041 h 342601"/>
                            <a:gd name="connsiteX28" fmla="*/ 62733 w 77057"/>
                            <a:gd name="connsiteY28" fmla="*/ 139020 h 342601"/>
                            <a:gd name="connsiteX29" fmla="*/ 64143 w 77057"/>
                            <a:gd name="connsiteY29" fmla="*/ 154183 h 342601"/>
                            <a:gd name="connsiteX30" fmla="*/ 69969 w 77057"/>
                            <a:gd name="connsiteY30" fmla="*/ 155089 h 342601"/>
                            <a:gd name="connsiteX31" fmla="*/ 64758 w 77057"/>
                            <a:gd name="connsiteY31" fmla="*/ 128167 h 342601"/>
                            <a:gd name="connsiteX32" fmla="*/ 52312 w 77057"/>
                            <a:gd name="connsiteY32" fmla="*/ 3114 h 342601"/>
                            <a:gd name="connsiteX33" fmla="*/ 53866 w 77057"/>
                            <a:gd name="connsiteY33" fmla="*/ 2862 h 342601"/>
                            <a:gd name="connsiteX34" fmla="*/ 58714 w 77057"/>
                            <a:gd name="connsiteY34" fmla="*/ 36947 h 342601"/>
                            <a:gd name="connsiteX35" fmla="*/ 65010 w 77057"/>
                            <a:gd name="connsiteY35" fmla="*/ 97521 h 342601"/>
                            <a:gd name="connsiteX36" fmla="*/ 67107 w 77057"/>
                            <a:gd name="connsiteY36" fmla="*/ 127301 h 342601"/>
                            <a:gd name="connsiteX37" fmla="*/ 72206 w 77057"/>
                            <a:gd name="connsiteY37" fmla="*/ 154150 h 342601"/>
                            <a:gd name="connsiteX38" fmla="*/ 72458 w 77057"/>
                            <a:gd name="connsiteY38" fmla="*/ 155128 h 342601"/>
                            <a:gd name="connsiteX39" fmla="*/ 75785 w 77057"/>
                            <a:gd name="connsiteY39" fmla="*/ 154949 h 342601"/>
                            <a:gd name="connsiteX40" fmla="*/ 75906 w 77057"/>
                            <a:gd name="connsiteY40" fmla="*/ 157554 h 342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7057" h="342601">
                              <a:moveTo>
                                <a:pt x="75906" y="157554"/>
                              </a:moveTo>
                              <a:cubicBezTo>
                                <a:pt x="64690" y="159472"/>
                                <a:pt x="53546" y="154513"/>
                                <a:pt x="45188" y="147026"/>
                              </a:cubicBezTo>
                              <a:cubicBezTo>
                                <a:pt x="43091" y="145180"/>
                                <a:pt x="41207" y="143156"/>
                                <a:pt x="39468" y="141054"/>
                              </a:cubicBezTo>
                              <a:cubicBezTo>
                                <a:pt x="40374" y="149050"/>
                                <a:pt x="40843" y="157118"/>
                                <a:pt x="41459" y="165119"/>
                              </a:cubicBezTo>
                              <a:cubicBezTo>
                                <a:pt x="42146" y="174093"/>
                                <a:pt x="42800" y="183033"/>
                                <a:pt x="43449" y="192002"/>
                              </a:cubicBezTo>
                              <a:cubicBezTo>
                                <a:pt x="45730" y="223480"/>
                                <a:pt x="47900" y="254998"/>
                                <a:pt x="50578" y="286443"/>
                              </a:cubicBezTo>
                              <a:cubicBezTo>
                                <a:pt x="52171" y="305224"/>
                                <a:pt x="54123" y="323932"/>
                                <a:pt x="56365" y="342601"/>
                              </a:cubicBezTo>
                              <a:cubicBezTo>
                                <a:pt x="55459" y="342529"/>
                                <a:pt x="54520" y="342456"/>
                                <a:pt x="53614" y="342383"/>
                              </a:cubicBezTo>
                              <a:cubicBezTo>
                                <a:pt x="53038" y="337681"/>
                                <a:pt x="52491" y="332974"/>
                                <a:pt x="51987" y="328271"/>
                              </a:cubicBezTo>
                              <a:cubicBezTo>
                                <a:pt x="48549" y="297005"/>
                                <a:pt x="46268" y="265638"/>
                                <a:pt x="44025" y="234266"/>
                              </a:cubicBezTo>
                              <a:cubicBezTo>
                                <a:pt x="42902" y="218599"/>
                                <a:pt x="41783" y="202893"/>
                                <a:pt x="40659" y="187188"/>
                              </a:cubicBezTo>
                              <a:cubicBezTo>
                                <a:pt x="40078" y="179153"/>
                                <a:pt x="39502" y="171124"/>
                                <a:pt x="38960" y="163089"/>
                              </a:cubicBezTo>
                              <a:cubicBezTo>
                                <a:pt x="38417" y="154910"/>
                                <a:pt x="37623" y="146696"/>
                                <a:pt x="37512" y="138483"/>
                              </a:cubicBezTo>
                              <a:cubicBezTo>
                                <a:pt x="26078" y="122816"/>
                                <a:pt x="22605" y="101866"/>
                                <a:pt x="18585" y="82973"/>
                              </a:cubicBezTo>
                              <a:cubicBezTo>
                                <a:pt x="12726" y="55509"/>
                                <a:pt x="6173" y="28225"/>
                                <a:pt x="23" y="833"/>
                              </a:cubicBezTo>
                              <a:cubicBezTo>
                                <a:pt x="-195" y="0"/>
                                <a:pt x="1219" y="-358"/>
                                <a:pt x="1432" y="470"/>
                              </a:cubicBezTo>
                              <a:cubicBezTo>
                                <a:pt x="5340" y="14979"/>
                                <a:pt x="8885" y="29600"/>
                                <a:pt x="12324" y="44216"/>
                              </a:cubicBezTo>
                              <a:cubicBezTo>
                                <a:pt x="15399" y="57204"/>
                                <a:pt x="18329" y="70198"/>
                                <a:pt x="21152" y="83259"/>
                              </a:cubicBezTo>
                              <a:cubicBezTo>
                                <a:pt x="23651" y="94621"/>
                                <a:pt x="25821" y="106161"/>
                                <a:pt x="29690" y="117164"/>
                              </a:cubicBezTo>
                              <a:cubicBezTo>
                                <a:pt x="33453" y="127838"/>
                                <a:pt x="38916" y="137935"/>
                                <a:pt x="47420" y="145316"/>
                              </a:cubicBezTo>
                              <a:cubicBezTo>
                                <a:pt x="51726" y="149006"/>
                                <a:pt x="56612" y="151830"/>
                                <a:pt x="61823" y="153496"/>
                              </a:cubicBezTo>
                              <a:cubicBezTo>
                                <a:pt x="60520" y="148357"/>
                                <a:pt x="60414" y="142677"/>
                                <a:pt x="59799" y="137466"/>
                              </a:cubicBezTo>
                              <a:cubicBezTo>
                                <a:pt x="59150" y="131819"/>
                                <a:pt x="58423" y="126177"/>
                                <a:pt x="57702" y="120530"/>
                              </a:cubicBezTo>
                              <a:cubicBezTo>
                                <a:pt x="52529" y="80547"/>
                                <a:pt x="45255" y="41034"/>
                                <a:pt x="37294" y="1555"/>
                              </a:cubicBezTo>
                              <a:cubicBezTo>
                                <a:pt x="37076" y="358"/>
                                <a:pt x="38814" y="-145"/>
                                <a:pt x="39066" y="1085"/>
                              </a:cubicBezTo>
                              <a:cubicBezTo>
                                <a:pt x="41672" y="12122"/>
                                <a:pt x="43987" y="23231"/>
                                <a:pt x="46195" y="34375"/>
                              </a:cubicBezTo>
                              <a:cubicBezTo>
                                <a:pt x="50103" y="54202"/>
                                <a:pt x="53542" y="74140"/>
                                <a:pt x="56578" y="94151"/>
                              </a:cubicBezTo>
                              <a:cubicBezTo>
                                <a:pt x="58099" y="104103"/>
                                <a:pt x="59508" y="114050"/>
                                <a:pt x="60850" y="124041"/>
                              </a:cubicBezTo>
                              <a:cubicBezTo>
                                <a:pt x="61499" y="129034"/>
                                <a:pt x="62118" y="134027"/>
                                <a:pt x="62733" y="139020"/>
                              </a:cubicBezTo>
                              <a:cubicBezTo>
                                <a:pt x="63348" y="143941"/>
                                <a:pt x="64433" y="149186"/>
                                <a:pt x="64143" y="154183"/>
                              </a:cubicBezTo>
                              <a:cubicBezTo>
                                <a:pt x="66022" y="154653"/>
                                <a:pt x="67978" y="154944"/>
                                <a:pt x="69969" y="155089"/>
                              </a:cubicBezTo>
                              <a:cubicBezTo>
                                <a:pt x="64651" y="147563"/>
                                <a:pt x="65266" y="137035"/>
                                <a:pt x="64758" y="128167"/>
                              </a:cubicBezTo>
                              <a:cubicBezTo>
                                <a:pt x="62404" y="86301"/>
                                <a:pt x="57992" y="44656"/>
                                <a:pt x="52312" y="3114"/>
                              </a:cubicBezTo>
                              <a:cubicBezTo>
                                <a:pt x="52166" y="2063"/>
                                <a:pt x="53721" y="1811"/>
                                <a:pt x="53866" y="2862"/>
                              </a:cubicBezTo>
                              <a:cubicBezTo>
                                <a:pt x="55677" y="14190"/>
                                <a:pt x="57266" y="25551"/>
                                <a:pt x="58714" y="36947"/>
                              </a:cubicBezTo>
                              <a:cubicBezTo>
                                <a:pt x="61247" y="57064"/>
                                <a:pt x="63382" y="77254"/>
                                <a:pt x="65010" y="97521"/>
                              </a:cubicBezTo>
                              <a:cubicBezTo>
                                <a:pt x="65804" y="107435"/>
                                <a:pt x="66491" y="117353"/>
                                <a:pt x="67107" y="127301"/>
                              </a:cubicBezTo>
                              <a:cubicBezTo>
                                <a:pt x="67615" y="136056"/>
                                <a:pt x="66816" y="146730"/>
                                <a:pt x="72206" y="154150"/>
                              </a:cubicBezTo>
                              <a:cubicBezTo>
                                <a:pt x="72424" y="154474"/>
                                <a:pt x="72497" y="154799"/>
                                <a:pt x="72458" y="155128"/>
                              </a:cubicBezTo>
                              <a:cubicBezTo>
                                <a:pt x="73543" y="155128"/>
                                <a:pt x="74666" y="155055"/>
                                <a:pt x="75785" y="154949"/>
                              </a:cubicBezTo>
                              <a:cubicBezTo>
                                <a:pt x="77461" y="154769"/>
                                <a:pt x="77461" y="157302"/>
                                <a:pt x="75906" y="157554"/>
                              </a:cubicBezTo>
                              <a:close/>
                            </a:path>
                          </a:pathLst>
                        </a:custGeom>
                        <a:solidFill>
                          <a:srgbClr val="17202F"/>
                        </a:solidFill>
                        <a:ln w="4839" cap="flat">
                          <a:noFill/>
                          <a:prstDash val="solid"/>
                          <a:miter/>
                        </a:ln>
                      </p:spPr>
                      <p:txBody>
                        <a:bodyPr rtlCol="0" anchor="ctr"/>
                        <a:lstStyle/>
                        <a:p>
                          <a:endParaRPr lang="vi-VN"/>
                        </a:p>
                      </p:txBody>
                    </p:sp>
                    <p:sp>
                      <p:nvSpPr>
                        <p:cNvPr id="796" name="Freeform: Shape 795">
                          <a:extLst>
                            <a:ext uri="{FF2B5EF4-FFF2-40B4-BE49-F238E27FC236}">
                              <a16:creationId xmlns:a16="http://schemas.microsoft.com/office/drawing/2014/main" id="{F88C1AA0-9A9F-616C-54E0-9F8E770655F4}"/>
                            </a:ext>
                          </a:extLst>
                        </p:cNvPr>
                        <p:cNvSpPr/>
                        <p:nvPr/>
                      </p:nvSpPr>
                      <p:spPr>
                        <a:xfrm>
                          <a:off x="2653307" y="5316039"/>
                          <a:ext cx="101764" cy="64180"/>
                        </a:xfrm>
                        <a:custGeom>
                          <a:avLst/>
                          <a:gdLst>
                            <a:gd name="connsiteX0" fmla="*/ 101764 w 101764"/>
                            <a:gd name="connsiteY0" fmla="*/ 63529 h 64180"/>
                            <a:gd name="connsiteX1" fmla="*/ 84504 w 101764"/>
                            <a:gd name="connsiteY1" fmla="*/ 63965 h 64180"/>
                            <a:gd name="connsiteX2" fmla="*/ 66338 w 101764"/>
                            <a:gd name="connsiteY2" fmla="*/ 63893 h 64180"/>
                            <a:gd name="connsiteX3" fmla="*/ 38656 w 101764"/>
                            <a:gd name="connsiteY3" fmla="*/ 53727 h 64180"/>
                            <a:gd name="connsiteX4" fmla="*/ 83 w 101764"/>
                            <a:gd name="connsiteY4" fmla="*/ 1439 h 64180"/>
                            <a:gd name="connsiteX5" fmla="*/ 1855 w 101764"/>
                            <a:gd name="connsiteY5" fmla="*/ 426 h 64180"/>
                            <a:gd name="connsiteX6" fmla="*/ 20563 w 101764"/>
                            <a:gd name="connsiteY6" fmla="*/ 31978 h 64180"/>
                            <a:gd name="connsiteX7" fmla="*/ 41514 w 101764"/>
                            <a:gd name="connsiteY7" fmla="*/ 52352 h 64180"/>
                            <a:gd name="connsiteX8" fmla="*/ 71583 w 101764"/>
                            <a:gd name="connsiteY8" fmla="*/ 61253 h 64180"/>
                            <a:gd name="connsiteX9" fmla="*/ 101256 w 101764"/>
                            <a:gd name="connsiteY9" fmla="*/ 60711 h 64180"/>
                            <a:gd name="connsiteX10" fmla="*/ 101764 w 101764"/>
                            <a:gd name="connsiteY10" fmla="*/ 63529 h 6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764" h="64180">
                              <a:moveTo>
                                <a:pt x="101764" y="63529"/>
                              </a:moveTo>
                              <a:cubicBezTo>
                                <a:pt x="96011" y="63709"/>
                                <a:pt x="90224" y="63820"/>
                                <a:pt x="84504" y="63965"/>
                              </a:cubicBezTo>
                              <a:cubicBezTo>
                                <a:pt x="78460" y="64111"/>
                                <a:pt x="72382" y="64401"/>
                                <a:pt x="66338" y="63893"/>
                              </a:cubicBezTo>
                              <a:cubicBezTo>
                                <a:pt x="56313" y="63026"/>
                                <a:pt x="46943" y="59442"/>
                                <a:pt x="38656" y="53727"/>
                              </a:cubicBezTo>
                              <a:cubicBezTo>
                                <a:pt x="20636" y="41315"/>
                                <a:pt x="9057" y="20907"/>
                                <a:pt x="83" y="1439"/>
                              </a:cubicBezTo>
                              <a:cubicBezTo>
                                <a:pt x="-387" y="388"/>
                                <a:pt x="1274" y="-586"/>
                                <a:pt x="1855" y="426"/>
                              </a:cubicBezTo>
                              <a:cubicBezTo>
                                <a:pt x="7933" y="11066"/>
                                <a:pt x="13255" y="22065"/>
                                <a:pt x="20563" y="31978"/>
                              </a:cubicBezTo>
                              <a:cubicBezTo>
                                <a:pt x="26389" y="39867"/>
                                <a:pt x="33261" y="46996"/>
                                <a:pt x="41514" y="52352"/>
                              </a:cubicBezTo>
                              <a:cubicBezTo>
                                <a:pt x="50667" y="58285"/>
                                <a:pt x="60725" y="61035"/>
                                <a:pt x="71583" y="61253"/>
                              </a:cubicBezTo>
                              <a:cubicBezTo>
                                <a:pt x="81463" y="61432"/>
                                <a:pt x="91376" y="60963"/>
                                <a:pt x="101256" y="60711"/>
                              </a:cubicBezTo>
                              <a:cubicBezTo>
                                <a:pt x="101440" y="61646"/>
                                <a:pt x="101585" y="62590"/>
                                <a:pt x="101764" y="63529"/>
                              </a:cubicBezTo>
                              <a:close/>
                            </a:path>
                          </a:pathLst>
                        </a:custGeom>
                        <a:solidFill>
                          <a:srgbClr val="17202F"/>
                        </a:solidFill>
                        <a:ln w="4839" cap="flat">
                          <a:noFill/>
                          <a:prstDash val="solid"/>
                          <a:miter/>
                        </a:ln>
                      </p:spPr>
                      <p:txBody>
                        <a:bodyPr rtlCol="0" anchor="ctr"/>
                        <a:lstStyle/>
                        <a:p>
                          <a:endParaRPr lang="vi-VN"/>
                        </a:p>
                      </p:txBody>
                    </p:sp>
                    <p:sp>
                      <p:nvSpPr>
                        <p:cNvPr id="797" name="Freeform: Shape 796">
                          <a:extLst>
                            <a:ext uri="{FF2B5EF4-FFF2-40B4-BE49-F238E27FC236}">
                              <a16:creationId xmlns:a16="http://schemas.microsoft.com/office/drawing/2014/main" id="{2284A55C-9083-8743-E072-6A5CAB4CF6D6}"/>
                            </a:ext>
                          </a:extLst>
                        </p:cNvPr>
                        <p:cNvSpPr/>
                        <p:nvPr/>
                      </p:nvSpPr>
                      <p:spPr>
                        <a:xfrm>
                          <a:off x="2638122" y="5321132"/>
                          <a:ext cx="143546" cy="371030"/>
                        </a:xfrm>
                        <a:custGeom>
                          <a:avLst/>
                          <a:gdLst>
                            <a:gd name="connsiteX0" fmla="*/ 143547 w 143546"/>
                            <a:gd name="connsiteY0" fmla="*/ 371030 h 371030"/>
                            <a:gd name="connsiteX1" fmla="*/ 140544 w 143546"/>
                            <a:gd name="connsiteY1" fmla="*/ 370885 h 371030"/>
                            <a:gd name="connsiteX2" fmla="*/ 136273 w 143546"/>
                            <a:gd name="connsiteY2" fmla="*/ 351852 h 371030"/>
                            <a:gd name="connsiteX3" fmla="*/ 129217 w 143546"/>
                            <a:gd name="connsiteY3" fmla="*/ 317511 h 371030"/>
                            <a:gd name="connsiteX4" fmla="*/ 100271 w 143546"/>
                            <a:gd name="connsiteY4" fmla="*/ 193543 h 371030"/>
                            <a:gd name="connsiteX5" fmla="*/ 83916 w 143546"/>
                            <a:gd name="connsiteY5" fmla="*/ 132028 h 371030"/>
                            <a:gd name="connsiteX6" fmla="*/ 75267 w 143546"/>
                            <a:gd name="connsiteY6" fmla="*/ 101378 h 371030"/>
                            <a:gd name="connsiteX7" fmla="*/ 66656 w 143546"/>
                            <a:gd name="connsiteY7" fmla="*/ 70732 h 371030"/>
                            <a:gd name="connsiteX8" fmla="*/ 66690 w 143546"/>
                            <a:gd name="connsiteY8" fmla="*/ 70587 h 371030"/>
                            <a:gd name="connsiteX9" fmla="*/ 41110 w 143546"/>
                            <a:gd name="connsiteY9" fmla="*/ 56944 h 371030"/>
                            <a:gd name="connsiteX10" fmla="*/ 76 w 143546"/>
                            <a:gd name="connsiteY10" fmla="*/ 1294 h 371030"/>
                            <a:gd name="connsiteX11" fmla="*/ 1921 w 143546"/>
                            <a:gd name="connsiteY11" fmla="*/ 607 h 371030"/>
                            <a:gd name="connsiteX12" fmla="*/ 20702 w 143546"/>
                            <a:gd name="connsiteY12" fmla="*/ 32846 h 371030"/>
                            <a:gd name="connsiteX13" fmla="*/ 44655 w 143546"/>
                            <a:gd name="connsiteY13" fmla="*/ 56329 h 371030"/>
                            <a:gd name="connsiteX14" fmla="*/ 61697 w 143546"/>
                            <a:gd name="connsiteY14" fmla="*/ 66209 h 371030"/>
                            <a:gd name="connsiteX15" fmla="*/ 79461 w 143546"/>
                            <a:gd name="connsiteY15" fmla="*/ 70441 h 371030"/>
                            <a:gd name="connsiteX16" fmla="*/ 118683 w 143546"/>
                            <a:gd name="connsiteY16" fmla="*/ 71090 h 371030"/>
                            <a:gd name="connsiteX17" fmla="*/ 119046 w 143546"/>
                            <a:gd name="connsiteY17" fmla="*/ 71090 h 371030"/>
                            <a:gd name="connsiteX18" fmla="*/ 119516 w 143546"/>
                            <a:gd name="connsiteY18" fmla="*/ 73730 h 371030"/>
                            <a:gd name="connsiteX19" fmla="*/ 113293 w 143546"/>
                            <a:gd name="connsiteY19" fmla="*/ 73947 h 371030"/>
                            <a:gd name="connsiteX20" fmla="*/ 74322 w 143546"/>
                            <a:gd name="connsiteY20" fmla="*/ 72393 h 371030"/>
                            <a:gd name="connsiteX21" fmla="*/ 68278 w 143546"/>
                            <a:gd name="connsiteY21" fmla="*/ 71018 h 371030"/>
                            <a:gd name="connsiteX22" fmla="*/ 78444 w 143546"/>
                            <a:gd name="connsiteY22" fmla="*/ 104308 h 371030"/>
                            <a:gd name="connsiteX23" fmla="*/ 88071 w 143546"/>
                            <a:gd name="connsiteY23" fmla="*/ 138285 h 371030"/>
                            <a:gd name="connsiteX24" fmla="*/ 118974 w 143546"/>
                            <a:gd name="connsiteY24" fmla="*/ 259828 h 371030"/>
                            <a:gd name="connsiteX25" fmla="*/ 132544 w 143546"/>
                            <a:gd name="connsiteY25" fmla="*/ 321018 h 371030"/>
                            <a:gd name="connsiteX26" fmla="*/ 138839 w 143546"/>
                            <a:gd name="connsiteY26" fmla="*/ 351630 h 371030"/>
                            <a:gd name="connsiteX27" fmla="*/ 143547 w 143546"/>
                            <a:gd name="connsiteY27" fmla="*/ 371030 h 37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3546" h="371030">
                              <a:moveTo>
                                <a:pt x="143547" y="371030"/>
                              </a:moveTo>
                              <a:lnTo>
                                <a:pt x="140544" y="370885"/>
                              </a:lnTo>
                              <a:cubicBezTo>
                                <a:pt x="138229" y="364807"/>
                                <a:pt x="137469" y="357824"/>
                                <a:pt x="136273" y="351852"/>
                              </a:cubicBezTo>
                              <a:cubicBezTo>
                                <a:pt x="133992" y="340384"/>
                                <a:pt x="131643" y="328950"/>
                                <a:pt x="129217" y="317511"/>
                              </a:cubicBezTo>
                              <a:cubicBezTo>
                                <a:pt x="120422" y="276008"/>
                                <a:pt x="110799" y="234683"/>
                                <a:pt x="100271" y="193543"/>
                              </a:cubicBezTo>
                              <a:cubicBezTo>
                                <a:pt x="95026" y="172990"/>
                                <a:pt x="89597" y="152475"/>
                                <a:pt x="83916" y="132028"/>
                              </a:cubicBezTo>
                              <a:cubicBezTo>
                                <a:pt x="81093" y="121786"/>
                                <a:pt x="78163" y="111582"/>
                                <a:pt x="75267" y="101378"/>
                              </a:cubicBezTo>
                              <a:cubicBezTo>
                                <a:pt x="72371" y="91174"/>
                                <a:pt x="69189" y="81008"/>
                                <a:pt x="66656" y="70732"/>
                              </a:cubicBezTo>
                              <a:cubicBezTo>
                                <a:pt x="66656" y="70659"/>
                                <a:pt x="66690" y="70625"/>
                                <a:pt x="66690" y="70587"/>
                              </a:cubicBezTo>
                              <a:cubicBezTo>
                                <a:pt x="57353" y="67802"/>
                                <a:pt x="48960" y="63133"/>
                                <a:pt x="41110" y="56944"/>
                              </a:cubicBezTo>
                              <a:cubicBezTo>
                                <a:pt x="22765" y="42469"/>
                                <a:pt x="8473" y="23112"/>
                                <a:pt x="76" y="1294"/>
                              </a:cubicBezTo>
                              <a:cubicBezTo>
                                <a:pt x="-394" y="98"/>
                                <a:pt x="1451" y="-551"/>
                                <a:pt x="1921" y="607"/>
                              </a:cubicBezTo>
                              <a:cubicBezTo>
                                <a:pt x="6662" y="12152"/>
                                <a:pt x="12992" y="23039"/>
                                <a:pt x="20702" y="32846"/>
                              </a:cubicBezTo>
                              <a:cubicBezTo>
                                <a:pt x="27613" y="41641"/>
                                <a:pt x="35681" y="49597"/>
                                <a:pt x="44655" y="56329"/>
                              </a:cubicBezTo>
                              <a:cubicBezTo>
                                <a:pt x="49900" y="60271"/>
                                <a:pt x="55546" y="63782"/>
                                <a:pt x="61697" y="66209"/>
                              </a:cubicBezTo>
                              <a:cubicBezTo>
                                <a:pt x="67416" y="68417"/>
                                <a:pt x="73422" y="69681"/>
                                <a:pt x="79461" y="70441"/>
                              </a:cubicBezTo>
                              <a:cubicBezTo>
                                <a:pt x="92415" y="72035"/>
                                <a:pt x="105661" y="71633"/>
                                <a:pt x="118683" y="71090"/>
                              </a:cubicBezTo>
                              <a:lnTo>
                                <a:pt x="119046" y="71090"/>
                              </a:lnTo>
                              <a:cubicBezTo>
                                <a:pt x="119192" y="71957"/>
                                <a:pt x="119337" y="72829"/>
                                <a:pt x="119516" y="73730"/>
                              </a:cubicBezTo>
                              <a:cubicBezTo>
                                <a:pt x="117453" y="73836"/>
                                <a:pt x="115356" y="73909"/>
                                <a:pt x="113293" y="73947"/>
                              </a:cubicBezTo>
                              <a:cubicBezTo>
                                <a:pt x="100338" y="74311"/>
                                <a:pt x="87093" y="74635"/>
                                <a:pt x="74322" y="72393"/>
                              </a:cubicBezTo>
                              <a:cubicBezTo>
                                <a:pt x="72259" y="72030"/>
                                <a:pt x="70235" y="71560"/>
                                <a:pt x="68278" y="71018"/>
                              </a:cubicBezTo>
                              <a:cubicBezTo>
                                <a:pt x="72075" y="81982"/>
                                <a:pt x="75189" y="93164"/>
                                <a:pt x="78444" y="104308"/>
                              </a:cubicBezTo>
                              <a:cubicBezTo>
                                <a:pt x="81771" y="115596"/>
                                <a:pt x="84919" y="126924"/>
                                <a:pt x="88071" y="138285"/>
                              </a:cubicBezTo>
                              <a:cubicBezTo>
                                <a:pt x="99181" y="178559"/>
                                <a:pt x="109491" y="219084"/>
                                <a:pt x="118974" y="259828"/>
                              </a:cubicBezTo>
                              <a:cubicBezTo>
                                <a:pt x="123676" y="280163"/>
                                <a:pt x="128238" y="300571"/>
                                <a:pt x="132544" y="321018"/>
                              </a:cubicBezTo>
                              <a:cubicBezTo>
                                <a:pt x="134679" y="331222"/>
                                <a:pt x="136815" y="341426"/>
                                <a:pt x="138839" y="351630"/>
                              </a:cubicBezTo>
                              <a:cubicBezTo>
                                <a:pt x="140142" y="358148"/>
                                <a:pt x="141086" y="364880"/>
                                <a:pt x="143547" y="371030"/>
                              </a:cubicBezTo>
                              <a:close/>
                            </a:path>
                          </a:pathLst>
                        </a:custGeom>
                        <a:solidFill>
                          <a:srgbClr val="17202F"/>
                        </a:solidFill>
                        <a:ln w="4839" cap="flat">
                          <a:noFill/>
                          <a:prstDash val="solid"/>
                          <a:miter/>
                        </a:ln>
                      </p:spPr>
                      <p:txBody>
                        <a:bodyPr rtlCol="0" anchor="ctr"/>
                        <a:lstStyle/>
                        <a:p>
                          <a:endParaRPr lang="vi-VN"/>
                        </a:p>
                      </p:txBody>
                    </p:sp>
                    <p:sp>
                      <p:nvSpPr>
                        <p:cNvPr id="798" name="Freeform: Shape 797">
                          <a:extLst>
                            <a:ext uri="{FF2B5EF4-FFF2-40B4-BE49-F238E27FC236}">
                              <a16:creationId xmlns:a16="http://schemas.microsoft.com/office/drawing/2014/main" id="{A54B13CF-1CF1-E34D-3F6A-3C463B74240C}"/>
                            </a:ext>
                          </a:extLst>
                        </p:cNvPr>
                        <p:cNvSpPr/>
                        <p:nvPr/>
                      </p:nvSpPr>
                      <p:spPr>
                        <a:xfrm>
                          <a:off x="2373615" y="5318877"/>
                          <a:ext cx="32919" cy="84101"/>
                        </a:xfrm>
                        <a:custGeom>
                          <a:avLst/>
                          <a:gdLst>
                            <a:gd name="connsiteX0" fmla="*/ 32893 w 32919"/>
                            <a:gd name="connsiteY0" fmla="*/ 1094 h 84101"/>
                            <a:gd name="connsiteX1" fmla="*/ 27464 w 32919"/>
                            <a:gd name="connsiteY1" fmla="*/ 25773 h 84101"/>
                            <a:gd name="connsiteX2" fmla="*/ 14655 w 32919"/>
                            <a:gd name="connsiteY2" fmla="*/ 67059 h 84101"/>
                            <a:gd name="connsiteX3" fmla="*/ 1158 w 32919"/>
                            <a:gd name="connsiteY3" fmla="*/ 83452 h 84101"/>
                            <a:gd name="connsiteX4" fmla="*/ 363 w 32919"/>
                            <a:gd name="connsiteY4" fmla="*/ 84101 h 84101"/>
                            <a:gd name="connsiteX5" fmla="*/ 0 w 32919"/>
                            <a:gd name="connsiteY5" fmla="*/ 81278 h 84101"/>
                            <a:gd name="connsiteX6" fmla="*/ 2170 w 32919"/>
                            <a:gd name="connsiteY6" fmla="*/ 79321 h 84101"/>
                            <a:gd name="connsiteX7" fmla="*/ 21711 w 32919"/>
                            <a:gd name="connsiteY7" fmla="*/ 41760 h 84101"/>
                            <a:gd name="connsiteX8" fmla="*/ 26234 w 32919"/>
                            <a:gd name="connsiteY8" fmla="*/ 20698 h 84101"/>
                            <a:gd name="connsiteX9" fmla="*/ 31154 w 32919"/>
                            <a:gd name="connsiteY9" fmla="*/ 615 h 84101"/>
                            <a:gd name="connsiteX10" fmla="*/ 32893 w 32919"/>
                            <a:gd name="connsiteY10" fmla="*/ 1094 h 8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919" h="84101">
                              <a:moveTo>
                                <a:pt x="32893" y="1094"/>
                              </a:moveTo>
                              <a:cubicBezTo>
                                <a:pt x="31048" y="9308"/>
                                <a:pt x="29091" y="17487"/>
                                <a:pt x="27464" y="25773"/>
                              </a:cubicBezTo>
                              <a:cubicBezTo>
                                <a:pt x="24713" y="39886"/>
                                <a:pt x="21817" y="54395"/>
                                <a:pt x="14655" y="67059"/>
                              </a:cubicBezTo>
                              <a:cubicBezTo>
                                <a:pt x="11144" y="73248"/>
                                <a:pt x="6586" y="78856"/>
                                <a:pt x="1158" y="83452"/>
                              </a:cubicBezTo>
                              <a:cubicBezTo>
                                <a:pt x="906" y="83670"/>
                                <a:pt x="649" y="83888"/>
                                <a:pt x="363" y="84101"/>
                              </a:cubicBezTo>
                              <a:cubicBezTo>
                                <a:pt x="257" y="83162"/>
                                <a:pt x="145" y="82222"/>
                                <a:pt x="0" y="81278"/>
                              </a:cubicBezTo>
                              <a:cubicBezTo>
                                <a:pt x="727" y="80663"/>
                                <a:pt x="1448" y="80009"/>
                                <a:pt x="2170" y="79321"/>
                              </a:cubicBezTo>
                              <a:cubicBezTo>
                                <a:pt x="12737" y="69224"/>
                                <a:pt x="18234" y="55693"/>
                                <a:pt x="21711" y="41760"/>
                              </a:cubicBezTo>
                              <a:cubicBezTo>
                                <a:pt x="23483" y="34776"/>
                                <a:pt x="24786" y="27720"/>
                                <a:pt x="26234" y="20698"/>
                              </a:cubicBezTo>
                              <a:cubicBezTo>
                                <a:pt x="27571" y="14005"/>
                                <a:pt x="28840" y="7056"/>
                                <a:pt x="31154" y="615"/>
                              </a:cubicBezTo>
                              <a:cubicBezTo>
                                <a:pt x="31552" y="-427"/>
                                <a:pt x="33145" y="-63"/>
                                <a:pt x="32893" y="1094"/>
                              </a:cubicBezTo>
                              <a:close/>
                            </a:path>
                          </a:pathLst>
                        </a:custGeom>
                        <a:solidFill>
                          <a:srgbClr val="17202F"/>
                        </a:solidFill>
                        <a:ln w="4839" cap="flat">
                          <a:noFill/>
                          <a:prstDash val="solid"/>
                          <a:miter/>
                        </a:ln>
                      </p:spPr>
                      <p:txBody>
                        <a:bodyPr rtlCol="0" anchor="ctr"/>
                        <a:lstStyle/>
                        <a:p>
                          <a:endParaRPr lang="vi-VN"/>
                        </a:p>
                      </p:txBody>
                    </p:sp>
                    <p:sp>
                      <p:nvSpPr>
                        <p:cNvPr id="799" name="Freeform: Shape 798">
                          <a:extLst>
                            <a:ext uri="{FF2B5EF4-FFF2-40B4-BE49-F238E27FC236}">
                              <a16:creationId xmlns:a16="http://schemas.microsoft.com/office/drawing/2014/main" id="{9EA1523D-10F6-D565-EF79-113386D1B86D}"/>
                            </a:ext>
                          </a:extLst>
                        </p:cNvPr>
                        <p:cNvSpPr/>
                        <p:nvPr/>
                      </p:nvSpPr>
                      <p:spPr>
                        <a:xfrm>
                          <a:off x="2377306" y="5322540"/>
                          <a:ext cx="32630" cy="107215"/>
                        </a:xfrm>
                        <a:custGeom>
                          <a:avLst/>
                          <a:gdLst>
                            <a:gd name="connsiteX0" fmla="*/ 31411 w 32630"/>
                            <a:gd name="connsiteY0" fmla="*/ 30431 h 107215"/>
                            <a:gd name="connsiteX1" fmla="*/ 16611 w 32630"/>
                            <a:gd name="connsiteY1" fmla="*/ 80875 h 107215"/>
                            <a:gd name="connsiteX2" fmla="*/ 3405 w 32630"/>
                            <a:gd name="connsiteY2" fmla="*/ 103598 h 107215"/>
                            <a:gd name="connsiteX3" fmla="*/ 436 w 32630"/>
                            <a:gd name="connsiteY3" fmla="*/ 107215 h 107215"/>
                            <a:gd name="connsiteX4" fmla="*/ 0 w 32630"/>
                            <a:gd name="connsiteY4" fmla="*/ 104140 h 107215"/>
                            <a:gd name="connsiteX5" fmla="*/ 5211 w 32630"/>
                            <a:gd name="connsiteY5" fmla="*/ 96721 h 107215"/>
                            <a:gd name="connsiteX6" fmla="*/ 30539 w 32630"/>
                            <a:gd name="connsiteY6" fmla="*/ 798 h 107215"/>
                            <a:gd name="connsiteX7" fmla="*/ 32239 w 32630"/>
                            <a:gd name="connsiteY7" fmla="*/ 832 h 107215"/>
                            <a:gd name="connsiteX8" fmla="*/ 31411 w 32630"/>
                            <a:gd name="connsiteY8" fmla="*/ 30431 h 107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30" h="107215">
                              <a:moveTo>
                                <a:pt x="31411" y="30431"/>
                              </a:moveTo>
                              <a:cubicBezTo>
                                <a:pt x="29169" y="47909"/>
                                <a:pt x="24176" y="64951"/>
                                <a:pt x="16611" y="80875"/>
                              </a:cubicBezTo>
                              <a:cubicBezTo>
                                <a:pt x="12882" y="88725"/>
                                <a:pt x="8615" y="96580"/>
                                <a:pt x="3405" y="103598"/>
                              </a:cubicBezTo>
                              <a:cubicBezTo>
                                <a:pt x="2465" y="104862"/>
                                <a:pt x="1526" y="106058"/>
                                <a:pt x="436" y="107215"/>
                              </a:cubicBezTo>
                              <a:cubicBezTo>
                                <a:pt x="291" y="106203"/>
                                <a:pt x="145" y="105191"/>
                                <a:pt x="0" y="104140"/>
                              </a:cubicBezTo>
                              <a:cubicBezTo>
                                <a:pt x="1918" y="101825"/>
                                <a:pt x="3584" y="99292"/>
                                <a:pt x="5211" y="96721"/>
                              </a:cubicBezTo>
                              <a:cubicBezTo>
                                <a:pt x="23338" y="68099"/>
                                <a:pt x="31590" y="34519"/>
                                <a:pt x="30539" y="798"/>
                              </a:cubicBezTo>
                              <a:cubicBezTo>
                                <a:pt x="30500" y="-326"/>
                                <a:pt x="32167" y="-215"/>
                                <a:pt x="32239" y="832"/>
                              </a:cubicBezTo>
                              <a:cubicBezTo>
                                <a:pt x="32965" y="10711"/>
                                <a:pt x="32675" y="20629"/>
                                <a:pt x="31411" y="30431"/>
                              </a:cubicBezTo>
                              <a:close/>
                            </a:path>
                          </a:pathLst>
                        </a:custGeom>
                        <a:solidFill>
                          <a:srgbClr val="17202F"/>
                        </a:solidFill>
                        <a:ln w="4839" cap="flat">
                          <a:noFill/>
                          <a:prstDash val="solid"/>
                          <a:miter/>
                        </a:ln>
                      </p:spPr>
                      <p:txBody>
                        <a:bodyPr rtlCol="0" anchor="ctr"/>
                        <a:lstStyle/>
                        <a:p>
                          <a:endParaRPr lang="vi-VN"/>
                        </a:p>
                      </p:txBody>
                    </p:sp>
                  </p:grpSp>
                  <p:sp>
                    <p:nvSpPr>
                      <p:cNvPr id="794" name="Freeform: Shape 793">
                        <a:extLst>
                          <a:ext uri="{FF2B5EF4-FFF2-40B4-BE49-F238E27FC236}">
                            <a16:creationId xmlns:a16="http://schemas.microsoft.com/office/drawing/2014/main" id="{FA304519-747B-2AF6-D5C0-91C8A8C2919D}"/>
                          </a:ext>
                        </a:extLst>
                      </p:cNvPr>
                      <p:cNvSpPr/>
                      <p:nvPr/>
                    </p:nvSpPr>
                    <p:spPr>
                      <a:xfrm>
                        <a:off x="2562358" y="5498577"/>
                        <a:ext cx="147519" cy="189028"/>
                      </a:xfrm>
                      <a:custGeom>
                        <a:avLst/>
                        <a:gdLst>
                          <a:gd name="connsiteX0" fmla="*/ 147520 w 147519"/>
                          <a:gd name="connsiteY0" fmla="*/ 189028 h 189028"/>
                          <a:gd name="connsiteX1" fmla="*/ 78842 w 147519"/>
                          <a:gd name="connsiteY1" fmla="*/ 187256 h 189028"/>
                          <a:gd name="connsiteX2" fmla="*/ 78663 w 147519"/>
                          <a:gd name="connsiteY2" fmla="*/ 186786 h 189028"/>
                          <a:gd name="connsiteX3" fmla="*/ 0 w 147519"/>
                          <a:gd name="connsiteY3" fmla="*/ 0 h 189028"/>
                          <a:gd name="connsiteX4" fmla="*/ 147520 w 147519"/>
                          <a:gd name="connsiteY4" fmla="*/ 189028 h 189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519" h="189028">
                            <a:moveTo>
                              <a:pt x="147520" y="189028"/>
                            </a:moveTo>
                            <a:lnTo>
                              <a:pt x="78842" y="187256"/>
                            </a:lnTo>
                            <a:lnTo>
                              <a:pt x="78663" y="186786"/>
                            </a:lnTo>
                            <a:cubicBezTo>
                              <a:pt x="75118" y="177236"/>
                              <a:pt x="17909" y="23885"/>
                              <a:pt x="0" y="0"/>
                            </a:cubicBezTo>
                            <a:lnTo>
                              <a:pt x="147520" y="189028"/>
                            </a:lnTo>
                            <a:close/>
                          </a:path>
                        </a:pathLst>
                      </a:custGeom>
                      <a:solidFill>
                        <a:srgbClr val="272C44">
                          <a:alpha val="20000"/>
                        </a:srgbClr>
                      </a:solidFill>
                      <a:ln w="4839" cap="flat">
                        <a:noFill/>
                        <a:prstDash val="solid"/>
                        <a:miter/>
                      </a:ln>
                    </p:spPr>
                    <p:txBody>
                      <a:bodyPr rtlCol="0" anchor="ctr"/>
                      <a:lstStyle/>
                      <a:p>
                        <a:endParaRPr lang="vi-VN"/>
                      </a:p>
                    </p:txBody>
                  </p:sp>
                </p:grpSp>
              </p:grpSp>
              <p:grpSp>
                <p:nvGrpSpPr>
                  <p:cNvPr id="753" name="Graphic 1991">
                    <a:extLst>
                      <a:ext uri="{FF2B5EF4-FFF2-40B4-BE49-F238E27FC236}">
                        <a16:creationId xmlns:a16="http://schemas.microsoft.com/office/drawing/2014/main" id="{22415727-2BEA-6D5F-7CC9-A44D73428EED}"/>
                      </a:ext>
                    </a:extLst>
                  </p:cNvPr>
                  <p:cNvGrpSpPr/>
                  <p:nvPr/>
                </p:nvGrpSpPr>
                <p:grpSpPr>
                  <a:xfrm>
                    <a:off x="2205751" y="4661904"/>
                    <a:ext cx="676252" cy="687896"/>
                    <a:chOff x="2205751" y="4661904"/>
                    <a:chExt cx="676252" cy="687896"/>
                  </a:xfrm>
                </p:grpSpPr>
                <p:sp>
                  <p:nvSpPr>
                    <p:cNvPr id="782" name="Freeform: Shape 781">
                      <a:extLst>
                        <a:ext uri="{FF2B5EF4-FFF2-40B4-BE49-F238E27FC236}">
                          <a16:creationId xmlns:a16="http://schemas.microsoft.com/office/drawing/2014/main" id="{07842D7A-0DF1-7A7E-B87E-330F96310E56}"/>
                        </a:ext>
                      </a:extLst>
                    </p:cNvPr>
                    <p:cNvSpPr/>
                    <p:nvPr/>
                  </p:nvSpPr>
                  <p:spPr>
                    <a:xfrm>
                      <a:off x="2205756" y="4665783"/>
                      <a:ext cx="676247" cy="684017"/>
                    </a:xfrm>
                    <a:custGeom>
                      <a:avLst/>
                      <a:gdLst>
                        <a:gd name="connsiteX0" fmla="*/ 676248 w 676247"/>
                        <a:gd name="connsiteY0" fmla="*/ 306531 h 684017"/>
                        <a:gd name="connsiteX1" fmla="*/ 606738 w 676247"/>
                        <a:gd name="connsiteY1" fmla="*/ 390478 h 684017"/>
                        <a:gd name="connsiteX2" fmla="*/ 578334 w 676247"/>
                        <a:gd name="connsiteY2" fmla="*/ 424780 h 684017"/>
                        <a:gd name="connsiteX3" fmla="*/ 520258 w 676247"/>
                        <a:gd name="connsiteY3" fmla="*/ 364423 h 684017"/>
                        <a:gd name="connsiteX4" fmla="*/ 508136 w 676247"/>
                        <a:gd name="connsiteY4" fmla="*/ 351866 h 684017"/>
                        <a:gd name="connsiteX5" fmla="*/ 508098 w 676247"/>
                        <a:gd name="connsiteY5" fmla="*/ 351793 h 684017"/>
                        <a:gd name="connsiteX6" fmla="*/ 509909 w 676247"/>
                        <a:gd name="connsiteY6" fmla="*/ 362394 h 684017"/>
                        <a:gd name="connsiteX7" fmla="*/ 531222 w 676247"/>
                        <a:gd name="connsiteY7" fmla="*/ 606781 h 684017"/>
                        <a:gd name="connsiteX8" fmla="*/ 527460 w 676247"/>
                        <a:gd name="connsiteY8" fmla="*/ 609353 h 684017"/>
                        <a:gd name="connsiteX9" fmla="*/ 365823 w 676247"/>
                        <a:gd name="connsiteY9" fmla="*/ 679769 h 684017"/>
                        <a:gd name="connsiteX10" fmla="*/ 149660 w 676247"/>
                        <a:gd name="connsiteY10" fmla="*/ 624332 h 684017"/>
                        <a:gd name="connsiteX11" fmla="*/ 142894 w 676247"/>
                        <a:gd name="connsiteY11" fmla="*/ 404150 h 684017"/>
                        <a:gd name="connsiteX12" fmla="*/ 142894 w 676247"/>
                        <a:gd name="connsiteY12" fmla="*/ 404111 h 684017"/>
                        <a:gd name="connsiteX13" fmla="*/ 142280 w 676247"/>
                        <a:gd name="connsiteY13" fmla="*/ 384424 h 684017"/>
                        <a:gd name="connsiteX14" fmla="*/ 135950 w 676247"/>
                        <a:gd name="connsiteY14" fmla="*/ 399370 h 684017"/>
                        <a:gd name="connsiteX15" fmla="*/ 135911 w 676247"/>
                        <a:gd name="connsiteY15" fmla="*/ 399442 h 684017"/>
                        <a:gd name="connsiteX16" fmla="*/ 99182 w 676247"/>
                        <a:gd name="connsiteY16" fmla="*/ 485777 h 684017"/>
                        <a:gd name="connsiteX17" fmla="*/ 69292 w 676247"/>
                        <a:gd name="connsiteY17" fmla="*/ 445648 h 684017"/>
                        <a:gd name="connsiteX18" fmla="*/ 0 w 676247"/>
                        <a:gd name="connsiteY18" fmla="*/ 405375 h 684017"/>
                        <a:gd name="connsiteX19" fmla="*/ 48957 w 676247"/>
                        <a:gd name="connsiteY19" fmla="*/ 258465 h 684017"/>
                        <a:gd name="connsiteX20" fmla="*/ 137645 w 676247"/>
                        <a:gd name="connsiteY20" fmla="*/ 86625 h 684017"/>
                        <a:gd name="connsiteX21" fmla="*/ 310677 w 676247"/>
                        <a:gd name="connsiteY21" fmla="*/ 0 h 684017"/>
                        <a:gd name="connsiteX22" fmla="*/ 497932 w 676247"/>
                        <a:gd name="connsiteY22" fmla="*/ 77399 h 684017"/>
                        <a:gd name="connsiteX23" fmla="*/ 676248 w 676247"/>
                        <a:gd name="connsiteY23" fmla="*/ 306531 h 68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6247" h="684017">
                          <a:moveTo>
                            <a:pt x="676248" y="306531"/>
                          </a:moveTo>
                          <a:lnTo>
                            <a:pt x="606738" y="390478"/>
                          </a:lnTo>
                          <a:lnTo>
                            <a:pt x="578334" y="424780"/>
                          </a:lnTo>
                          <a:lnTo>
                            <a:pt x="520258" y="364423"/>
                          </a:lnTo>
                          <a:lnTo>
                            <a:pt x="508136" y="351866"/>
                          </a:lnTo>
                          <a:cubicBezTo>
                            <a:pt x="508098" y="351832"/>
                            <a:pt x="508098" y="351793"/>
                            <a:pt x="508098" y="351793"/>
                          </a:cubicBezTo>
                          <a:cubicBezTo>
                            <a:pt x="508098" y="351793"/>
                            <a:pt x="508785" y="355595"/>
                            <a:pt x="509909" y="362394"/>
                          </a:cubicBezTo>
                          <a:cubicBezTo>
                            <a:pt x="516025" y="398793"/>
                            <a:pt x="535092" y="521135"/>
                            <a:pt x="531222" y="606781"/>
                          </a:cubicBezTo>
                          <a:cubicBezTo>
                            <a:pt x="531222" y="606781"/>
                            <a:pt x="529920" y="607721"/>
                            <a:pt x="527460" y="609353"/>
                          </a:cubicBezTo>
                          <a:cubicBezTo>
                            <a:pt x="510238" y="620860"/>
                            <a:pt x="436960" y="667647"/>
                            <a:pt x="365823" y="679769"/>
                          </a:cubicBezTo>
                          <a:cubicBezTo>
                            <a:pt x="230711" y="702855"/>
                            <a:pt x="149660" y="624332"/>
                            <a:pt x="149660" y="624332"/>
                          </a:cubicBezTo>
                          <a:lnTo>
                            <a:pt x="142894" y="404150"/>
                          </a:lnTo>
                          <a:lnTo>
                            <a:pt x="142894" y="404111"/>
                          </a:lnTo>
                          <a:lnTo>
                            <a:pt x="142280" y="384424"/>
                          </a:lnTo>
                          <a:lnTo>
                            <a:pt x="135950" y="399370"/>
                          </a:lnTo>
                          <a:cubicBezTo>
                            <a:pt x="135911" y="399408"/>
                            <a:pt x="135911" y="399408"/>
                            <a:pt x="135911" y="399442"/>
                          </a:cubicBezTo>
                          <a:lnTo>
                            <a:pt x="99182" y="485777"/>
                          </a:lnTo>
                          <a:cubicBezTo>
                            <a:pt x="99182" y="485777"/>
                            <a:pt x="86809" y="465804"/>
                            <a:pt x="69292" y="445648"/>
                          </a:cubicBezTo>
                          <a:cubicBezTo>
                            <a:pt x="49320" y="422674"/>
                            <a:pt x="22616" y="399442"/>
                            <a:pt x="0" y="405375"/>
                          </a:cubicBezTo>
                          <a:lnTo>
                            <a:pt x="48957" y="258465"/>
                          </a:lnTo>
                          <a:cubicBezTo>
                            <a:pt x="48957" y="258465"/>
                            <a:pt x="67447" y="134681"/>
                            <a:pt x="137645" y="86625"/>
                          </a:cubicBezTo>
                          <a:cubicBezTo>
                            <a:pt x="207843" y="38608"/>
                            <a:pt x="310677" y="0"/>
                            <a:pt x="310677" y="0"/>
                          </a:cubicBezTo>
                          <a:cubicBezTo>
                            <a:pt x="310677" y="0"/>
                            <a:pt x="454511" y="33978"/>
                            <a:pt x="497932" y="77399"/>
                          </a:cubicBezTo>
                          <a:cubicBezTo>
                            <a:pt x="541354" y="120835"/>
                            <a:pt x="676248" y="306531"/>
                            <a:pt x="676248" y="306531"/>
                          </a:cubicBezTo>
                          <a:close/>
                        </a:path>
                      </a:pathLst>
                    </a:custGeom>
                    <a:solidFill>
                      <a:srgbClr val="E77350"/>
                    </a:solidFill>
                    <a:ln w="4839" cap="flat">
                      <a:noFill/>
                      <a:prstDash val="solid"/>
                      <a:miter/>
                    </a:ln>
                  </p:spPr>
                  <p:txBody>
                    <a:bodyPr rtlCol="0" anchor="ctr"/>
                    <a:lstStyle/>
                    <a:p>
                      <a:endParaRPr lang="vi-VN"/>
                    </a:p>
                  </p:txBody>
                </p:sp>
                <p:sp>
                  <p:nvSpPr>
                    <p:cNvPr id="783" name="Freeform: Shape 782">
                      <a:extLst>
                        <a:ext uri="{FF2B5EF4-FFF2-40B4-BE49-F238E27FC236}">
                          <a16:creationId xmlns:a16="http://schemas.microsoft.com/office/drawing/2014/main" id="{B871BC05-1BD3-57EF-49BE-E69122AAC9D0}"/>
                        </a:ext>
                      </a:extLst>
                    </p:cNvPr>
                    <p:cNvSpPr/>
                    <p:nvPr/>
                  </p:nvSpPr>
                  <p:spPr>
                    <a:xfrm>
                      <a:off x="2426099" y="4661904"/>
                      <a:ext cx="114114" cy="187225"/>
                    </a:xfrm>
                    <a:custGeom>
                      <a:avLst/>
                      <a:gdLst>
                        <a:gd name="connsiteX0" fmla="*/ 3104 w 114114"/>
                        <a:gd name="connsiteY0" fmla="*/ 122162 h 187225"/>
                        <a:gd name="connsiteX1" fmla="*/ 38505 w 114114"/>
                        <a:gd name="connsiteY1" fmla="*/ 186607 h 187225"/>
                        <a:gd name="connsiteX2" fmla="*/ 114088 w 114114"/>
                        <a:gd name="connsiteY2" fmla="*/ 76813 h 187225"/>
                        <a:gd name="connsiteX3" fmla="*/ 89913 w 114114"/>
                        <a:gd name="connsiteY3" fmla="*/ 0 h 187225"/>
                        <a:gd name="connsiteX4" fmla="*/ 73437 w 114114"/>
                        <a:gd name="connsiteY4" fmla="*/ 0 h 187225"/>
                        <a:gd name="connsiteX5" fmla="*/ 45721 w 114114"/>
                        <a:gd name="connsiteY5" fmla="*/ 19367 h 187225"/>
                        <a:gd name="connsiteX6" fmla="*/ 3104 w 114114"/>
                        <a:gd name="connsiteY6" fmla="*/ 122162 h 18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114" h="187225">
                          <a:moveTo>
                            <a:pt x="3104" y="122162"/>
                          </a:moveTo>
                          <a:cubicBezTo>
                            <a:pt x="3104" y="122162"/>
                            <a:pt x="-15527" y="194622"/>
                            <a:pt x="38505" y="186607"/>
                          </a:cubicBezTo>
                          <a:cubicBezTo>
                            <a:pt x="91758" y="178708"/>
                            <a:pt x="115013" y="121300"/>
                            <a:pt x="114088" y="76813"/>
                          </a:cubicBezTo>
                          <a:cubicBezTo>
                            <a:pt x="113163" y="32326"/>
                            <a:pt x="89913" y="0"/>
                            <a:pt x="89913" y="0"/>
                          </a:cubicBezTo>
                          <a:lnTo>
                            <a:pt x="73437" y="0"/>
                          </a:lnTo>
                          <a:lnTo>
                            <a:pt x="45721" y="19367"/>
                          </a:lnTo>
                          <a:cubicBezTo>
                            <a:pt x="45721" y="19367"/>
                            <a:pt x="7327" y="53548"/>
                            <a:pt x="3104" y="122162"/>
                          </a:cubicBezTo>
                          <a:close/>
                        </a:path>
                      </a:pathLst>
                    </a:custGeom>
                    <a:solidFill>
                      <a:srgbClr val="D13A37"/>
                    </a:solidFill>
                    <a:ln w="4839" cap="flat">
                      <a:noFill/>
                      <a:prstDash val="solid"/>
                      <a:miter/>
                    </a:ln>
                  </p:spPr>
                  <p:txBody>
                    <a:bodyPr rtlCol="0" anchor="ctr"/>
                    <a:lstStyle/>
                    <a:p>
                      <a:endParaRPr lang="vi-VN"/>
                    </a:p>
                  </p:txBody>
                </p:sp>
                <p:sp>
                  <p:nvSpPr>
                    <p:cNvPr id="784" name="Freeform: Shape 783">
                      <a:extLst>
                        <a:ext uri="{FF2B5EF4-FFF2-40B4-BE49-F238E27FC236}">
                          <a16:creationId xmlns:a16="http://schemas.microsoft.com/office/drawing/2014/main" id="{8346BE1A-017C-4451-E8EE-97B1328D684F}"/>
                        </a:ext>
                      </a:extLst>
                    </p:cNvPr>
                    <p:cNvSpPr/>
                    <p:nvPr/>
                  </p:nvSpPr>
                  <p:spPr>
                    <a:xfrm>
                      <a:off x="2205751" y="5051650"/>
                      <a:ext cx="107517" cy="99933"/>
                    </a:xfrm>
                    <a:custGeom>
                      <a:avLst/>
                      <a:gdLst>
                        <a:gd name="connsiteX0" fmla="*/ 107517 w 107517"/>
                        <a:gd name="connsiteY0" fmla="*/ 80373 h 99933"/>
                        <a:gd name="connsiteX1" fmla="*/ 6504 w 107517"/>
                        <a:gd name="connsiteY1" fmla="*/ 0 h 99933"/>
                        <a:gd name="connsiteX2" fmla="*/ 0 w 107517"/>
                        <a:gd name="connsiteY2" fmla="*/ 19507 h 99933"/>
                        <a:gd name="connsiteX3" fmla="*/ 99202 w 107517"/>
                        <a:gd name="connsiteY3" fmla="*/ 99933 h 99933"/>
                        <a:gd name="connsiteX4" fmla="*/ 107517 w 107517"/>
                        <a:gd name="connsiteY4" fmla="*/ 80373 h 99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17" h="99933">
                          <a:moveTo>
                            <a:pt x="107517" y="80373"/>
                          </a:moveTo>
                          <a:cubicBezTo>
                            <a:pt x="79942" y="23072"/>
                            <a:pt x="25236" y="4732"/>
                            <a:pt x="6504" y="0"/>
                          </a:cubicBezTo>
                          <a:lnTo>
                            <a:pt x="0" y="19507"/>
                          </a:lnTo>
                          <a:cubicBezTo>
                            <a:pt x="42496" y="8422"/>
                            <a:pt x="99202" y="99933"/>
                            <a:pt x="99202" y="99933"/>
                          </a:cubicBezTo>
                          <a:lnTo>
                            <a:pt x="107517" y="80373"/>
                          </a:lnTo>
                          <a:close/>
                        </a:path>
                      </a:pathLst>
                    </a:custGeom>
                    <a:solidFill>
                      <a:srgbClr val="D13A37"/>
                    </a:solidFill>
                    <a:ln w="4839" cap="flat">
                      <a:noFill/>
                      <a:prstDash val="solid"/>
                      <a:miter/>
                    </a:ln>
                  </p:spPr>
                  <p:txBody>
                    <a:bodyPr rtlCol="0" anchor="ctr"/>
                    <a:lstStyle/>
                    <a:p>
                      <a:endParaRPr lang="vi-VN"/>
                    </a:p>
                  </p:txBody>
                </p:sp>
                <p:sp>
                  <p:nvSpPr>
                    <p:cNvPr id="785" name="Freeform: Shape 784">
                      <a:extLst>
                        <a:ext uri="{FF2B5EF4-FFF2-40B4-BE49-F238E27FC236}">
                          <a16:creationId xmlns:a16="http://schemas.microsoft.com/office/drawing/2014/main" id="{34D58E27-6679-BC8C-6E23-9F07C723345C}"/>
                        </a:ext>
                      </a:extLst>
                    </p:cNvPr>
                    <p:cNvSpPr/>
                    <p:nvPr/>
                  </p:nvSpPr>
                  <p:spPr>
                    <a:xfrm>
                      <a:off x="2330897" y="4863542"/>
                      <a:ext cx="22422" cy="206361"/>
                    </a:xfrm>
                    <a:custGeom>
                      <a:avLst/>
                      <a:gdLst>
                        <a:gd name="connsiteX0" fmla="*/ 21007 w 22422"/>
                        <a:gd name="connsiteY0" fmla="*/ 183493 h 206361"/>
                        <a:gd name="connsiteX1" fmla="*/ 17787 w 22422"/>
                        <a:gd name="connsiteY1" fmla="*/ 206143 h 206361"/>
                        <a:gd name="connsiteX2" fmla="*/ 17748 w 22422"/>
                        <a:gd name="connsiteY2" fmla="*/ 206361 h 206361"/>
                        <a:gd name="connsiteX3" fmla="*/ 17133 w 22422"/>
                        <a:gd name="connsiteY3" fmla="*/ 186675 h 206361"/>
                        <a:gd name="connsiteX4" fmla="*/ 10803 w 22422"/>
                        <a:gd name="connsiteY4" fmla="*/ 201620 h 206361"/>
                        <a:gd name="connsiteX5" fmla="*/ 10983 w 22422"/>
                        <a:gd name="connsiteY5" fmla="*/ 200390 h 206361"/>
                        <a:gd name="connsiteX6" fmla="*/ 14203 w 22422"/>
                        <a:gd name="connsiteY6" fmla="*/ 175096 h 206361"/>
                        <a:gd name="connsiteX7" fmla="*/ 6677 w 22422"/>
                        <a:gd name="connsiteY7" fmla="*/ 87240 h 206361"/>
                        <a:gd name="connsiteX8" fmla="*/ 2299 w 22422"/>
                        <a:gd name="connsiteY8" fmla="*/ 1700 h 206361"/>
                        <a:gd name="connsiteX9" fmla="*/ 6425 w 22422"/>
                        <a:gd name="connsiteY9" fmla="*/ 2354 h 206361"/>
                        <a:gd name="connsiteX10" fmla="*/ 7147 w 22422"/>
                        <a:gd name="connsiteY10" fmla="*/ 51456 h 206361"/>
                        <a:gd name="connsiteX11" fmla="*/ 21366 w 22422"/>
                        <a:gd name="connsiteY11" fmla="*/ 138372 h 206361"/>
                        <a:gd name="connsiteX12" fmla="*/ 21007 w 22422"/>
                        <a:gd name="connsiteY12" fmla="*/ 183493 h 206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422" h="206361">
                          <a:moveTo>
                            <a:pt x="21007" y="183493"/>
                          </a:moveTo>
                          <a:cubicBezTo>
                            <a:pt x="20174" y="191091"/>
                            <a:pt x="19051" y="198617"/>
                            <a:pt x="17787" y="206143"/>
                          </a:cubicBezTo>
                          <a:cubicBezTo>
                            <a:pt x="17787" y="206216"/>
                            <a:pt x="17748" y="206289"/>
                            <a:pt x="17748" y="206361"/>
                          </a:cubicBezTo>
                          <a:lnTo>
                            <a:pt x="17133" y="186675"/>
                          </a:lnTo>
                          <a:lnTo>
                            <a:pt x="10803" y="201620"/>
                          </a:lnTo>
                          <a:cubicBezTo>
                            <a:pt x="10837" y="201223"/>
                            <a:pt x="10910" y="200787"/>
                            <a:pt x="10983" y="200390"/>
                          </a:cubicBezTo>
                          <a:cubicBezTo>
                            <a:pt x="12358" y="191997"/>
                            <a:pt x="13482" y="183566"/>
                            <a:pt x="14203" y="175096"/>
                          </a:cubicBezTo>
                          <a:cubicBezTo>
                            <a:pt x="16702" y="145316"/>
                            <a:pt x="11850" y="116438"/>
                            <a:pt x="6677" y="87240"/>
                          </a:cubicBezTo>
                          <a:cubicBezTo>
                            <a:pt x="1684" y="59055"/>
                            <a:pt x="-2912" y="30143"/>
                            <a:pt x="2299" y="1700"/>
                          </a:cubicBezTo>
                          <a:cubicBezTo>
                            <a:pt x="2803" y="-978"/>
                            <a:pt x="6711" y="-290"/>
                            <a:pt x="6425" y="2354"/>
                          </a:cubicBezTo>
                          <a:cubicBezTo>
                            <a:pt x="4469" y="18675"/>
                            <a:pt x="5089" y="35208"/>
                            <a:pt x="7147" y="51456"/>
                          </a:cubicBezTo>
                          <a:cubicBezTo>
                            <a:pt x="10837" y="80620"/>
                            <a:pt x="18291" y="109135"/>
                            <a:pt x="21366" y="138372"/>
                          </a:cubicBezTo>
                          <a:cubicBezTo>
                            <a:pt x="22964" y="153457"/>
                            <a:pt x="22673" y="168441"/>
                            <a:pt x="21007" y="183493"/>
                          </a:cubicBezTo>
                          <a:close/>
                        </a:path>
                      </a:pathLst>
                    </a:custGeom>
                    <a:solidFill>
                      <a:srgbClr val="D13A37"/>
                    </a:solidFill>
                    <a:ln w="4839" cap="flat">
                      <a:noFill/>
                      <a:prstDash val="solid"/>
                      <a:miter/>
                    </a:ln>
                  </p:spPr>
                  <p:txBody>
                    <a:bodyPr rtlCol="0" anchor="ctr"/>
                    <a:lstStyle/>
                    <a:p>
                      <a:endParaRPr lang="vi-VN"/>
                    </a:p>
                  </p:txBody>
                </p:sp>
                <p:sp>
                  <p:nvSpPr>
                    <p:cNvPr id="786" name="Freeform: Shape 785">
                      <a:extLst>
                        <a:ext uri="{FF2B5EF4-FFF2-40B4-BE49-F238E27FC236}">
                          <a16:creationId xmlns:a16="http://schemas.microsoft.com/office/drawing/2014/main" id="{451499B5-5492-8C90-FBFB-FE77B40B4B54}"/>
                        </a:ext>
                      </a:extLst>
                    </p:cNvPr>
                    <p:cNvSpPr/>
                    <p:nvPr/>
                  </p:nvSpPr>
                  <p:spPr>
                    <a:xfrm>
                      <a:off x="2210226" y="4689305"/>
                      <a:ext cx="250026" cy="368457"/>
                    </a:xfrm>
                    <a:custGeom>
                      <a:avLst/>
                      <a:gdLst>
                        <a:gd name="connsiteX0" fmla="*/ 0 w 250026"/>
                        <a:gd name="connsiteY0" fmla="*/ 368457 h 368457"/>
                        <a:gd name="connsiteX1" fmla="*/ 79903 w 250026"/>
                        <a:gd name="connsiteY1" fmla="*/ 149040 h 368457"/>
                        <a:gd name="connsiteX2" fmla="*/ 221374 w 250026"/>
                        <a:gd name="connsiteY2" fmla="*/ 74285 h 368457"/>
                        <a:gd name="connsiteX3" fmla="*/ 248634 w 250026"/>
                        <a:gd name="connsiteY3" fmla="*/ 4402 h 368457"/>
                        <a:gd name="connsiteX4" fmla="*/ 250000 w 250026"/>
                        <a:gd name="connsiteY4" fmla="*/ 0 h 368457"/>
                        <a:gd name="connsiteX5" fmla="*/ 133180 w 250026"/>
                        <a:gd name="connsiteY5" fmla="*/ 63113 h 368457"/>
                        <a:gd name="connsiteX6" fmla="*/ 44492 w 250026"/>
                        <a:gd name="connsiteY6" fmla="*/ 234953 h 368457"/>
                        <a:gd name="connsiteX7" fmla="*/ 0 w 250026"/>
                        <a:gd name="connsiteY7" fmla="*/ 368457 h 368457"/>
                        <a:gd name="connsiteX8" fmla="*/ 0 w 250026"/>
                        <a:gd name="connsiteY8" fmla="*/ 368457 h 368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026" h="368457">
                          <a:moveTo>
                            <a:pt x="0" y="368457"/>
                          </a:moveTo>
                          <a:cubicBezTo>
                            <a:pt x="717" y="366331"/>
                            <a:pt x="57732" y="227878"/>
                            <a:pt x="79903" y="149040"/>
                          </a:cubicBezTo>
                          <a:cubicBezTo>
                            <a:pt x="102074" y="70203"/>
                            <a:pt x="221374" y="74285"/>
                            <a:pt x="221374" y="74285"/>
                          </a:cubicBezTo>
                          <a:cubicBezTo>
                            <a:pt x="221374" y="74285"/>
                            <a:pt x="242503" y="8616"/>
                            <a:pt x="248634" y="4402"/>
                          </a:cubicBezTo>
                          <a:cubicBezTo>
                            <a:pt x="249763" y="3627"/>
                            <a:pt x="250136" y="2049"/>
                            <a:pt x="250000" y="0"/>
                          </a:cubicBezTo>
                          <a:cubicBezTo>
                            <a:pt x="214908" y="15773"/>
                            <a:pt x="169651" y="38162"/>
                            <a:pt x="133180" y="63113"/>
                          </a:cubicBezTo>
                          <a:cubicBezTo>
                            <a:pt x="62982" y="111164"/>
                            <a:pt x="44492" y="234953"/>
                            <a:pt x="44492" y="234953"/>
                          </a:cubicBezTo>
                          <a:lnTo>
                            <a:pt x="0" y="368457"/>
                          </a:lnTo>
                          <a:lnTo>
                            <a:pt x="0" y="368457"/>
                          </a:lnTo>
                          <a:close/>
                        </a:path>
                      </a:pathLst>
                    </a:custGeom>
                    <a:solidFill>
                      <a:srgbClr val="E77350">
                        <a:alpha val="30000"/>
                      </a:srgbClr>
                    </a:solidFill>
                    <a:ln w="4839" cap="flat">
                      <a:noFill/>
                      <a:prstDash val="solid"/>
                      <a:miter/>
                    </a:ln>
                  </p:spPr>
                  <p:txBody>
                    <a:bodyPr rtlCol="0" anchor="ctr"/>
                    <a:lstStyle/>
                    <a:p>
                      <a:endParaRPr lang="vi-VN"/>
                    </a:p>
                  </p:txBody>
                </p:sp>
                <p:sp>
                  <p:nvSpPr>
                    <p:cNvPr id="787" name="Freeform: Shape 786">
                      <a:extLst>
                        <a:ext uri="{FF2B5EF4-FFF2-40B4-BE49-F238E27FC236}">
                          <a16:creationId xmlns:a16="http://schemas.microsoft.com/office/drawing/2014/main" id="{48093A47-2402-DE6E-A601-C7B0EC185EC8}"/>
                        </a:ext>
                      </a:extLst>
                    </p:cNvPr>
                    <p:cNvSpPr/>
                    <p:nvPr/>
                  </p:nvSpPr>
                  <p:spPr>
                    <a:xfrm>
                      <a:off x="2656618" y="4814832"/>
                      <a:ext cx="69455" cy="215374"/>
                    </a:xfrm>
                    <a:custGeom>
                      <a:avLst/>
                      <a:gdLst>
                        <a:gd name="connsiteX0" fmla="*/ 69396 w 69455"/>
                        <a:gd name="connsiteY0" fmla="*/ 215374 h 215374"/>
                        <a:gd name="connsiteX1" fmla="*/ 57240 w 69455"/>
                        <a:gd name="connsiteY1" fmla="*/ 202744 h 215374"/>
                        <a:gd name="connsiteX2" fmla="*/ 59051 w 69455"/>
                        <a:gd name="connsiteY2" fmla="*/ 213345 h 215374"/>
                        <a:gd name="connsiteX3" fmla="*/ 46639 w 69455"/>
                        <a:gd name="connsiteY3" fmla="*/ 200502 h 215374"/>
                        <a:gd name="connsiteX4" fmla="*/ 32454 w 69455"/>
                        <a:gd name="connsiteY4" fmla="*/ 180200 h 215374"/>
                        <a:gd name="connsiteX5" fmla="*/ 4409 w 69455"/>
                        <a:gd name="connsiteY5" fmla="*/ 95929 h 215374"/>
                        <a:gd name="connsiteX6" fmla="*/ 10816 w 69455"/>
                        <a:gd name="connsiteY6" fmla="*/ 1163 h 215374"/>
                        <a:gd name="connsiteX7" fmla="*/ 15339 w 69455"/>
                        <a:gd name="connsiteY7" fmla="*/ 3226 h 215374"/>
                        <a:gd name="connsiteX8" fmla="*/ 6365 w 69455"/>
                        <a:gd name="connsiteY8" fmla="*/ 59351 h 215374"/>
                        <a:gd name="connsiteX9" fmla="*/ 23950 w 69455"/>
                        <a:gd name="connsiteY9" fmla="*/ 144309 h 215374"/>
                        <a:gd name="connsiteX10" fmla="*/ 42765 w 69455"/>
                        <a:gd name="connsiteY10" fmla="*/ 182593 h 215374"/>
                        <a:gd name="connsiteX11" fmla="*/ 55032 w 69455"/>
                        <a:gd name="connsiteY11" fmla="*/ 198729 h 215374"/>
                        <a:gd name="connsiteX12" fmla="*/ 68926 w 69455"/>
                        <a:gd name="connsiteY12" fmla="*/ 213311 h 215374"/>
                        <a:gd name="connsiteX13" fmla="*/ 69396 w 69455"/>
                        <a:gd name="connsiteY13" fmla="*/ 215374 h 2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455" h="215374">
                          <a:moveTo>
                            <a:pt x="69396" y="215374"/>
                          </a:moveTo>
                          <a:lnTo>
                            <a:pt x="57240" y="202744"/>
                          </a:lnTo>
                          <a:cubicBezTo>
                            <a:pt x="57240" y="202744"/>
                            <a:pt x="57928" y="206546"/>
                            <a:pt x="59051" y="213345"/>
                          </a:cubicBezTo>
                          <a:cubicBezTo>
                            <a:pt x="54455" y="209616"/>
                            <a:pt x="50475" y="205093"/>
                            <a:pt x="46639" y="200502"/>
                          </a:cubicBezTo>
                          <a:cubicBezTo>
                            <a:pt x="41322" y="194172"/>
                            <a:pt x="36614" y="187329"/>
                            <a:pt x="32454" y="180200"/>
                          </a:cubicBezTo>
                          <a:cubicBezTo>
                            <a:pt x="17402" y="154475"/>
                            <a:pt x="9441" y="125127"/>
                            <a:pt x="4409" y="95929"/>
                          </a:cubicBezTo>
                          <a:cubicBezTo>
                            <a:pt x="-947" y="64557"/>
                            <a:pt x="-3984" y="30506"/>
                            <a:pt x="10816" y="1163"/>
                          </a:cubicBezTo>
                          <a:cubicBezTo>
                            <a:pt x="12119" y="-1370"/>
                            <a:pt x="16497" y="655"/>
                            <a:pt x="15339" y="3226"/>
                          </a:cubicBezTo>
                          <a:cubicBezTo>
                            <a:pt x="7305" y="20850"/>
                            <a:pt x="5242" y="40168"/>
                            <a:pt x="6365" y="59351"/>
                          </a:cubicBezTo>
                          <a:cubicBezTo>
                            <a:pt x="7993" y="87972"/>
                            <a:pt x="14143" y="117354"/>
                            <a:pt x="23950" y="144309"/>
                          </a:cubicBezTo>
                          <a:cubicBezTo>
                            <a:pt x="28837" y="157695"/>
                            <a:pt x="34948" y="170689"/>
                            <a:pt x="42765" y="182593"/>
                          </a:cubicBezTo>
                          <a:cubicBezTo>
                            <a:pt x="46455" y="188273"/>
                            <a:pt x="50542" y="193702"/>
                            <a:pt x="55032" y="198729"/>
                          </a:cubicBezTo>
                          <a:cubicBezTo>
                            <a:pt x="59555" y="203761"/>
                            <a:pt x="64693" y="208066"/>
                            <a:pt x="68926" y="213311"/>
                          </a:cubicBezTo>
                          <a:cubicBezTo>
                            <a:pt x="69435" y="213965"/>
                            <a:pt x="69541" y="214691"/>
                            <a:pt x="69396" y="215374"/>
                          </a:cubicBezTo>
                          <a:close/>
                        </a:path>
                      </a:pathLst>
                    </a:custGeom>
                    <a:solidFill>
                      <a:srgbClr val="D13A37"/>
                    </a:solidFill>
                    <a:ln w="4839" cap="flat">
                      <a:noFill/>
                      <a:prstDash val="solid"/>
                      <a:miter/>
                    </a:ln>
                  </p:spPr>
                  <p:txBody>
                    <a:bodyPr rtlCol="0" anchor="ctr"/>
                    <a:lstStyle/>
                    <a:p>
                      <a:endParaRPr lang="vi-VN"/>
                    </a:p>
                  </p:txBody>
                </p:sp>
                <p:sp>
                  <p:nvSpPr>
                    <p:cNvPr id="788" name="Freeform: Shape 787">
                      <a:extLst>
                        <a:ext uri="{FF2B5EF4-FFF2-40B4-BE49-F238E27FC236}">
                          <a16:creationId xmlns:a16="http://schemas.microsoft.com/office/drawing/2014/main" id="{9A6AE64B-4CDF-0896-64EF-61111D25DE0A}"/>
                        </a:ext>
                      </a:extLst>
                    </p:cNvPr>
                    <p:cNvSpPr/>
                    <p:nvPr/>
                  </p:nvSpPr>
                  <p:spPr>
                    <a:xfrm>
                      <a:off x="2772496" y="4957180"/>
                      <a:ext cx="109507" cy="133383"/>
                    </a:xfrm>
                    <a:custGeom>
                      <a:avLst/>
                      <a:gdLst>
                        <a:gd name="connsiteX0" fmla="*/ 109508 w 109507"/>
                        <a:gd name="connsiteY0" fmla="*/ 15134 h 133383"/>
                        <a:gd name="connsiteX1" fmla="*/ 98451 w 109507"/>
                        <a:gd name="connsiteY1" fmla="*/ 0 h 133383"/>
                        <a:gd name="connsiteX2" fmla="*/ 0 w 109507"/>
                        <a:gd name="connsiteY2" fmla="*/ 121334 h 133383"/>
                        <a:gd name="connsiteX3" fmla="*/ 11594 w 109507"/>
                        <a:gd name="connsiteY3" fmla="*/ 133383 h 133383"/>
                        <a:gd name="connsiteX4" fmla="*/ 109508 w 109507"/>
                        <a:gd name="connsiteY4" fmla="*/ 15134 h 133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07" h="133383">
                          <a:moveTo>
                            <a:pt x="109508" y="15134"/>
                          </a:moveTo>
                          <a:cubicBezTo>
                            <a:pt x="109508" y="15134"/>
                            <a:pt x="105420" y="9507"/>
                            <a:pt x="98451" y="0"/>
                          </a:cubicBezTo>
                          <a:cubicBezTo>
                            <a:pt x="82320" y="17943"/>
                            <a:pt x="26902" y="87443"/>
                            <a:pt x="0" y="121334"/>
                          </a:cubicBezTo>
                          <a:lnTo>
                            <a:pt x="11594" y="133383"/>
                          </a:lnTo>
                          <a:lnTo>
                            <a:pt x="109508" y="15134"/>
                          </a:lnTo>
                          <a:close/>
                        </a:path>
                      </a:pathLst>
                    </a:custGeom>
                    <a:solidFill>
                      <a:srgbClr val="D13A37"/>
                    </a:solidFill>
                    <a:ln w="4839" cap="flat">
                      <a:noFill/>
                      <a:prstDash val="solid"/>
                      <a:miter/>
                    </a:ln>
                  </p:spPr>
                  <p:txBody>
                    <a:bodyPr rtlCol="0" anchor="ctr"/>
                    <a:lstStyle/>
                    <a:p>
                      <a:endParaRPr lang="vi-VN"/>
                    </a:p>
                  </p:txBody>
                </p:sp>
                <p:sp>
                  <p:nvSpPr>
                    <p:cNvPr id="789" name="Freeform: Shape 788">
                      <a:extLst>
                        <a:ext uri="{FF2B5EF4-FFF2-40B4-BE49-F238E27FC236}">
                          <a16:creationId xmlns:a16="http://schemas.microsoft.com/office/drawing/2014/main" id="{1C7CE0C2-A392-4A55-D335-72DD5B97D4AF}"/>
                        </a:ext>
                      </a:extLst>
                    </p:cNvPr>
                    <p:cNvSpPr/>
                    <p:nvPr/>
                  </p:nvSpPr>
                  <p:spPr>
                    <a:xfrm>
                      <a:off x="2661005" y="4863538"/>
                      <a:ext cx="151488" cy="227025"/>
                    </a:xfrm>
                    <a:custGeom>
                      <a:avLst/>
                      <a:gdLst>
                        <a:gd name="connsiteX0" fmla="*/ 151488 w 151488"/>
                        <a:gd name="connsiteY0" fmla="*/ 192723 h 227025"/>
                        <a:gd name="connsiteX1" fmla="*/ 123085 w 151488"/>
                        <a:gd name="connsiteY1" fmla="*/ 227025 h 227025"/>
                        <a:gd name="connsiteX2" fmla="*/ 65009 w 151488"/>
                        <a:gd name="connsiteY2" fmla="*/ 166668 h 227025"/>
                        <a:gd name="connsiteX3" fmla="*/ 52887 w 151488"/>
                        <a:gd name="connsiteY3" fmla="*/ 154111 h 227025"/>
                        <a:gd name="connsiteX4" fmla="*/ 52848 w 151488"/>
                        <a:gd name="connsiteY4" fmla="*/ 154038 h 227025"/>
                        <a:gd name="connsiteX5" fmla="*/ 1722 w 151488"/>
                        <a:gd name="connsiteY5" fmla="*/ 0 h 227025"/>
                        <a:gd name="connsiteX6" fmla="*/ 134010 w 151488"/>
                        <a:gd name="connsiteY6" fmla="*/ 186674 h 227025"/>
                        <a:gd name="connsiteX7" fmla="*/ 151488 w 151488"/>
                        <a:gd name="connsiteY7" fmla="*/ 192723 h 22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488" h="227025">
                          <a:moveTo>
                            <a:pt x="151488" y="192723"/>
                          </a:moveTo>
                          <a:lnTo>
                            <a:pt x="123085" y="227025"/>
                          </a:lnTo>
                          <a:lnTo>
                            <a:pt x="65009" y="166668"/>
                          </a:lnTo>
                          <a:lnTo>
                            <a:pt x="52887" y="154111"/>
                          </a:lnTo>
                          <a:cubicBezTo>
                            <a:pt x="52848" y="154077"/>
                            <a:pt x="52848" y="154038"/>
                            <a:pt x="52848" y="154038"/>
                          </a:cubicBezTo>
                          <a:cubicBezTo>
                            <a:pt x="52848" y="154038"/>
                            <a:pt x="-11199" y="76929"/>
                            <a:pt x="1722" y="0"/>
                          </a:cubicBezTo>
                          <a:cubicBezTo>
                            <a:pt x="1722" y="0"/>
                            <a:pt x="58713" y="166954"/>
                            <a:pt x="134010" y="186674"/>
                          </a:cubicBezTo>
                          <a:cubicBezTo>
                            <a:pt x="140926" y="188490"/>
                            <a:pt x="146713" y="190515"/>
                            <a:pt x="151488" y="192723"/>
                          </a:cubicBezTo>
                          <a:close/>
                        </a:path>
                      </a:pathLst>
                    </a:custGeom>
                    <a:solidFill>
                      <a:srgbClr val="E77350">
                        <a:alpha val="30000"/>
                      </a:srgbClr>
                    </a:solidFill>
                    <a:ln w="4839" cap="flat">
                      <a:noFill/>
                      <a:prstDash val="solid"/>
                      <a:miter/>
                    </a:ln>
                  </p:spPr>
                  <p:txBody>
                    <a:bodyPr rtlCol="0" anchor="ctr"/>
                    <a:lstStyle/>
                    <a:p>
                      <a:endParaRPr lang="vi-VN"/>
                    </a:p>
                  </p:txBody>
                </p:sp>
              </p:grpSp>
              <p:sp>
                <p:nvSpPr>
                  <p:cNvPr id="754" name="Freeform: Shape 753">
                    <a:extLst>
                      <a:ext uri="{FF2B5EF4-FFF2-40B4-BE49-F238E27FC236}">
                        <a16:creationId xmlns:a16="http://schemas.microsoft.com/office/drawing/2014/main" id="{56775634-1131-304D-41D1-AD025D878BCA}"/>
                      </a:ext>
                    </a:extLst>
                  </p:cNvPr>
                  <p:cNvSpPr/>
                  <p:nvPr/>
                </p:nvSpPr>
                <p:spPr>
                  <a:xfrm>
                    <a:off x="2275048" y="4879786"/>
                    <a:ext cx="458167" cy="470019"/>
                  </a:xfrm>
                  <a:custGeom>
                    <a:avLst/>
                    <a:gdLst>
                      <a:gd name="connsiteX0" fmla="*/ 458167 w 458167"/>
                      <a:gd name="connsiteY0" fmla="*/ 395355 h 470019"/>
                      <a:gd name="connsiteX1" fmla="*/ 296531 w 458167"/>
                      <a:gd name="connsiteY1" fmla="*/ 465771 h 470019"/>
                      <a:gd name="connsiteX2" fmla="*/ 80368 w 458167"/>
                      <a:gd name="connsiteY2" fmla="*/ 410334 h 470019"/>
                      <a:gd name="connsiteX3" fmla="*/ 73602 w 458167"/>
                      <a:gd name="connsiteY3" fmla="*/ 190152 h 470019"/>
                      <a:gd name="connsiteX4" fmla="*/ 73602 w 458167"/>
                      <a:gd name="connsiteY4" fmla="*/ 190113 h 470019"/>
                      <a:gd name="connsiteX5" fmla="*/ 72987 w 458167"/>
                      <a:gd name="connsiteY5" fmla="*/ 170426 h 470019"/>
                      <a:gd name="connsiteX6" fmla="*/ 66658 w 458167"/>
                      <a:gd name="connsiteY6" fmla="*/ 185372 h 470019"/>
                      <a:gd name="connsiteX7" fmla="*/ 66619 w 458167"/>
                      <a:gd name="connsiteY7" fmla="*/ 185444 h 470019"/>
                      <a:gd name="connsiteX8" fmla="*/ 29890 w 458167"/>
                      <a:gd name="connsiteY8" fmla="*/ 271779 h 470019"/>
                      <a:gd name="connsiteX9" fmla="*/ 0 w 458167"/>
                      <a:gd name="connsiteY9" fmla="*/ 231650 h 470019"/>
                      <a:gd name="connsiteX10" fmla="*/ 61224 w 458167"/>
                      <a:gd name="connsiteY10" fmla="*/ 0 h 470019"/>
                      <a:gd name="connsiteX11" fmla="*/ 254160 w 458167"/>
                      <a:gd name="connsiteY11" fmla="*/ 372443 h 470019"/>
                      <a:gd name="connsiteX12" fmla="*/ 458167 w 458167"/>
                      <a:gd name="connsiteY12" fmla="*/ 395355 h 47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8167" h="470019">
                        <a:moveTo>
                          <a:pt x="458167" y="395355"/>
                        </a:moveTo>
                        <a:cubicBezTo>
                          <a:pt x="440946" y="406862"/>
                          <a:pt x="367668" y="453649"/>
                          <a:pt x="296531" y="465771"/>
                        </a:cubicBezTo>
                        <a:cubicBezTo>
                          <a:pt x="161419" y="488857"/>
                          <a:pt x="80368" y="410334"/>
                          <a:pt x="80368" y="410334"/>
                        </a:cubicBezTo>
                        <a:lnTo>
                          <a:pt x="73602" y="190152"/>
                        </a:lnTo>
                        <a:lnTo>
                          <a:pt x="73602" y="190113"/>
                        </a:lnTo>
                        <a:lnTo>
                          <a:pt x="72987" y="170426"/>
                        </a:lnTo>
                        <a:lnTo>
                          <a:pt x="66658" y="185372"/>
                        </a:lnTo>
                        <a:cubicBezTo>
                          <a:pt x="66619" y="185410"/>
                          <a:pt x="66619" y="185410"/>
                          <a:pt x="66619" y="185444"/>
                        </a:cubicBezTo>
                        <a:lnTo>
                          <a:pt x="29890" y="271779"/>
                        </a:lnTo>
                        <a:cubicBezTo>
                          <a:pt x="29890" y="271779"/>
                          <a:pt x="17517" y="251807"/>
                          <a:pt x="0" y="231650"/>
                        </a:cubicBezTo>
                        <a:cubicBezTo>
                          <a:pt x="0" y="231650"/>
                          <a:pt x="59306" y="91942"/>
                          <a:pt x="61224" y="0"/>
                        </a:cubicBezTo>
                        <a:cubicBezTo>
                          <a:pt x="61224" y="0"/>
                          <a:pt x="84271" y="314551"/>
                          <a:pt x="254160" y="372443"/>
                        </a:cubicBezTo>
                        <a:cubicBezTo>
                          <a:pt x="355624" y="407041"/>
                          <a:pt x="421981" y="403389"/>
                          <a:pt x="458167" y="395355"/>
                        </a:cubicBezTo>
                        <a:close/>
                      </a:path>
                    </a:pathLst>
                  </a:custGeom>
                  <a:solidFill>
                    <a:srgbClr val="E77350">
                      <a:alpha val="30000"/>
                    </a:srgbClr>
                  </a:solidFill>
                  <a:ln w="4839" cap="flat">
                    <a:noFill/>
                    <a:prstDash val="solid"/>
                    <a:miter/>
                  </a:ln>
                </p:spPr>
                <p:txBody>
                  <a:bodyPr rtlCol="0" anchor="ctr"/>
                  <a:lstStyle/>
                  <a:p>
                    <a:endParaRPr lang="vi-VN"/>
                  </a:p>
                </p:txBody>
              </p:sp>
              <p:sp>
                <p:nvSpPr>
                  <p:cNvPr id="755" name="Freeform: Shape 754">
                    <a:extLst>
                      <a:ext uri="{FF2B5EF4-FFF2-40B4-BE49-F238E27FC236}">
                        <a16:creationId xmlns:a16="http://schemas.microsoft.com/office/drawing/2014/main" id="{465A339F-46F0-535F-736D-CC363B247FC0}"/>
                      </a:ext>
                    </a:extLst>
                  </p:cNvPr>
                  <p:cNvSpPr/>
                  <p:nvPr/>
                </p:nvSpPr>
                <p:spPr>
                  <a:xfrm>
                    <a:off x="2279682" y="4577345"/>
                    <a:ext cx="37063" cy="85991"/>
                  </a:xfrm>
                  <a:custGeom>
                    <a:avLst/>
                    <a:gdLst>
                      <a:gd name="connsiteX0" fmla="*/ 0 w 37063"/>
                      <a:gd name="connsiteY0" fmla="*/ 48097 h 85991"/>
                      <a:gd name="connsiteX1" fmla="*/ 33852 w 37063"/>
                      <a:gd name="connsiteY1" fmla="*/ 85871 h 85991"/>
                      <a:gd name="connsiteX2" fmla="*/ 4291 w 37063"/>
                      <a:gd name="connsiteY2" fmla="*/ 94 h 85991"/>
                      <a:gd name="connsiteX3" fmla="*/ 0 w 37063"/>
                      <a:gd name="connsiteY3" fmla="*/ 48097 h 85991"/>
                    </a:gdLst>
                    <a:ahLst/>
                    <a:cxnLst>
                      <a:cxn ang="0">
                        <a:pos x="connsiteX0" y="connsiteY0"/>
                      </a:cxn>
                      <a:cxn ang="0">
                        <a:pos x="connsiteX1" y="connsiteY1"/>
                      </a:cxn>
                      <a:cxn ang="0">
                        <a:pos x="connsiteX2" y="connsiteY2"/>
                      </a:cxn>
                      <a:cxn ang="0">
                        <a:pos x="connsiteX3" y="connsiteY3"/>
                      </a:cxn>
                    </a:cxnLst>
                    <a:rect l="l" t="t" r="r" b="b"/>
                    <a:pathLst>
                      <a:path w="37063" h="85991">
                        <a:moveTo>
                          <a:pt x="0" y="48097"/>
                        </a:moveTo>
                        <a:cubicBezTo>
                          <a:pt x="0" y="48097"/>
                          <a:pt x="18456" y="81963"/>
                          <a:pt x="33852" y="85871"/>
                        </a:cubicBezTo>
                        <a:cubicBezTo>
                          <a:pt x="49247" y="89780"/>
                          <a:pt x="4291" y="-3364"/>
                          <a:pt x="4291" y="94"/>
                        </a:cubicBezTo>
                        <a:cubicBezTo>
                          <a:pt x="4286" y="3557"/>
                          <a:pt x="0" y="48097"/>
                          <a:pt x="0" y="48097"/>
                        </a:cubicBezTo>
                        <a:close/>
                      </a:path>
                    </a:pathLst>
                  </a:custGeom>
                  <a:solidFill>
                    <a:srgbClr val="0F1421"/>
                  </a:solidFill>
                  <a:ln w="4839" cap="flat">
                    <a:noFill/>
                    <a:prstDash val="solid"/>
                    <a:miter/>
                  </a:ln>
                </p:spPr>
                <p:txBody>
                  <a:bodyPr rtlCol="0" anchor="ctr"/>
                  <a:lstStyle/>
                  <a:p>
                    <a:endParaRPr lang="vi-VN"/>
                  </a:p>
                </p:txBody>
              </p:sp>
              <p:grpSp>
                <p:nvGrpSpPr>
                  <p:cNvPr id="756" name="Graphic 1991">
                    <a:extLst>
                      <a:ext uri="{FF2B5EF4-FFF2-40B4-BE49-F238E27FC236}">
                        <a16:creationId xmlns:a16="http://schemas.microsoft.com/office/drawing/2014/main" id="{95B72372-6378-0858-AFAB-56473F720A11}"/>
                      </a:ext>
                    </a:extLst>
                  </p:cNvPr>
                  <p:cNvGrpSpPr/>
                  <p:nvPr/>
                </p:nvGrpSpPr>
                <p:grpSpPr>
                  <a:xfrm>
                    <a:off x="2434919" y="4669289"/>
                    <a:ext cx="94286" cy="163756"/>
                    <a:chOff x="2434919" y="4669289"/>
                    <a:chExt cx="94286" cy="163756"/>
                  </a:xfrm>
                </p:grpSpPr>
                <p:sp>
                  <p:nvSpPr>
                    <p:cNvPr id="780" name="Freeform: Shape 779">
                      <a:extLst>
                        <a:ext uri="{FF2B5EF4-FFF2-40B4-BE49-F238E27FC236}">
                          <a16:creationId xmlns:a16="http://schemas.microsoft.com/office/drawing/2014/main" id="{41C392F8-8AED-6EC3-6323-D82F6C8FA54C}"/>
                        </a:ext>
                      </a:extLst>
                    </p:cNvPr>
                    <p:cNvSpPr/>
                    <p:nvPr/>
                  </p:nvSpPr>
                  <p:spPr>
                    <a:xfrm>
                      <a:off x="2434919" y="4669289"/>
                      <a:ext cx="93116" cy="158415"/>
                    </a:xfrm>
                    <a:custGeom>
                      <a:avLst/>
                      <a:gdLst>
                        <a:gd name="connsiteX0" fmla="*/ 89025 w 93116"/>
                        <a:gd name="connsiteY0" fmla="*/ 0 h 158415"/>
                        <a:gd name="connsiteX1" fmla="*/ 48350 w 93116"/>
                        <a:gd name="connsiteY1" fmla="*/ 149476 h 158415"/>
                        <a:gd name="connsiteX2" fmla="*/ 201 w 93116"/>
                        <a:gd name="connsiteY2" fmla="*/ 86954 h 158415"/>
                        <a:gd name="connsiteX3" fmla="*/ 89025 w 93116"/>
                        <a:gd name="connsiteY3" fmla="*/ 0 h 158415"/>
                      </a:gdLst>
                      <a:ahLst/>
                      <a:cxnLst>
                        <a:cxn ang="0">
                          <a:pos x="connsiteX0" y="connsiteY0"/>
                        </a:cxn>
                        <a:cxn ang="0">
                          <a:pos x="connsiteX1" y="connsiteY1"/>
                        </a:cxn>
                        <a:cxn ang="0">
                          <a:pos x="connsiteX2" y="connsiteY2"/>
                        </a:cxn>
                        <a:cxn ang="0">
                          <a:pos x="connsiteX3" y="connsiteY3"/>
                        </a:cxn>
                      </a:cxnLst>
                      <a:rect l="l" t="t" r="r" b="b"/>
                      <a:pathLst>
                        <a:path w="93116" h="158415">
                          <a:moveTo>
                            <a:pt x="89025" y="0"/>
                          </a:moveTo>
                          <a:cubicBezTo>
                            <a:pt x="89025" y="0"/>
                            <a:pt x="112174" y="115784"/>
                            <a:pt x="48350" y="149476"/>
                          </a:cubicBezTo>
                          <a:cubicBezTo>
                            <a:pt x="-15475" y="183168"/>
                            <a:pt x="5320" y="112597"/>
                            <a:pt x="201" y="86954"/>
                          </a:cubicBezTo>
                          <a:cubicBezTo>
                            <a:pt x="-4913" y="61311"/>
                            <a:pt x="89025" y="0"/>
                            <a:pt x="89025" y="0"/>
                          </a:cubicBezTo>
                          <a:close/>
                        </a:path>
                      </a:pathLst>
                    </a:custGeom>
                    <a:solidFill>
                      <a:srgbClr val="D87D68"/>
                    </a:solidFill>
                    <a:ln w="4839" cap="flat">
                      <a:noFill/>
                      <a:prstDash val="solid"/>
                      <a:miter/>
                    </a:ln>
                  </p:spPr>
                  <p:txBody>
                    <a:bodyPr rtlCol="0" anchor="ctr"/>
                    <a:lstStyle/>
                    <a:p>
                      <a:endParaRPr lang="vi-VN"/>
                    </a:p>
                  </p:txBody>
                </p:sp>
                <p:sp>
                  <p:nvSpPr>
                    <p:cNvPr id="781" name="Freeform: Shape 780">
                      <a:extLst>
                        <a:ext uri="{FF2B5EF4-FFF2-40B4-BE49-F238E27FC236}">
                          <a16:creationId xmlns:a16="http://schemas.microsoft.com/office/drawing/2014/main" id="{72D52863-9EA6-8921-C08D-D99B567C76F5}"/>
                        </a:ext>
                      </a:extLst>
                    </p:cNvPr>
                    <p:cNvSpPr/>
                    <p:nvPr/>
                  </p:nvSpPr>
                  <p:spPr>
                    <a:xfrm>
                      <a:off x="2436898" y="4712149"/>
                      <a:ext cx="92307" cy="120896"/>
                    </a:xfrm>
                    <a:custGeom>
                      <a:avLst/>
                      <a:gdLst>
                        <a:gd name="connsiteX0" fmla="*/ 92296 w 92307"/>
                        <a:gd name="connsiteY0" fmla="*/ 0 h 120896"/>
                        <a:gd name="connsiteX1" fmla="*/ 5 w 92307"/>
                        <a:gd name="connsiteY1" fmla="*/ 78663 h 120896"/>
                        <a:gd name="connsiteX2" fmla="*/ 0 w 92307"/>
                        <a:gd name="connsiteY2" fmla="*/ 78673 h 120896"/>
                        <a:gd name="connsiteX3" fmla="*/ 35465 w 92307"/>
                        <a:gd name="connsiteY3" fmla="*/ 119731 h 120896"/>
                        <a:gd name="connsiteX4" fmla="*/ 92296 w 92307"/>
                        <a:gd name="connsiteY4" fmla="*/ 0 h 120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07" h="120896">
                          <a:moveTo>
                            <a:pt x="92296" y="0"/>
                          </a:moveTo>
                          <a:cubicBezTo>
                            <a:pt x="55679" y="96257"/>
                            <a:pt x="5" y="78663"/>
                            <a:pt x="5" y="78663"/>
                          </a:cubicBezTo>
                          <a:lnTo>
                            <a:pt x="0" y="78673"/>
                          </a:lnTo>
                          <a:cubicBezTo>
                            <a:pt x="34" y="104839"/>
                            <a:pt x="344" y="126196"/>
                            <a:pt x="35465" y="119731"/>
                          </a:cubicBezTo>
                          <a:cubicBezTo>
                            <a:pt x="75651" y="112331"/>
                            <a:pt x="92829" y="36574"/>
                            <a:pt x="92296" y="0"/>
                          </a:cubicBezTo>
                          <a:close/>
                        </a:path>
                      </a:pathLst>
                    </a:custGeom>
                    <a:solidFill>
                      <a:srgbClr val="EEA786"/>
                    </a:solidFill>
                    <a:ln w="4839" cap="flat">
                      <a:noFill/>
                      <a:prstDash val="solid"/>
                      <a:miter/>
                    </a:ln>
                  </p:spPr>
                  <p:txBody>
                    <a:bodyPr rtlCol="0" anchor="ctr"/>
                    <a:lstStyle/>
                    <a:p>
                      <a:endParaRPr lang="vi-VN"/>
                    </a:p>
                  </p:txBody>
                </p:sp>
              </p:grpSp>
              <p:sp>
                <p:nvSpPr>
                  <p:cNvPr id="757" name="Freeform: Shape 756">
                    <a:extLst>
                      <a:ext uri="{FF2B5EF4-FFF2-40B4-BE49-F238E27FC236}">
                        <a16:creationId xmlns:a16="http://schemas.microsoft.com/office/drawing/2014/main" id="{9D5A3A0C-1C7B-C6C5-3F23-9895DD83AD38}"/>
                      </a:ext>
                    </a:extLst>
                  </p:cNvPr>
                  <p:cNvSpPr/>
                  <p:nvPr/>
                </p:nvSpPr>
                <p:spPr>
                  <a:xfrm>
                    <a:off x="2386171" y="4731443"/>
                    <a:ext cx="78428" cy="296694"/>
                  </a:xfrm>
                  <a:custGeom>
                    <a:avLst/>
                    <a:gdLst>
                      <a:gd name="connsiteX0" fmla="*/ 78399 w 78428"/>
                      <a:gd name="connsiteY0" fmla="*/ 291179 h 296694"/>
                      <a:gd name="connsiteX1" fmla="*/ 73038 w 78428"/>
                      <a:gd name="connsiteY1" fmla="*/ 258320 h 296694"/>
                      <a:gd name="connsiteX2" fmla="*/ 69042 w 78428"/>
                      <a:gd name="connsiteY2" fmla="*/ 227485 h 296694"/>
                      <a:gd name="connsiteX3" fmla="*/ 58591 w 78428"/>
                      <a:gd name="connsiteY3" fmla="*/ 165767 h 296694"/>
                      <a:gd name="connsiteX4" fmla="*/ 18429 w 78428"/>
                      <a:gd name="connsiteY4" fmla="*/ 62909 h 296694"/>
                      <a:gd name="connsiteX5" fmla="*/ 9770 w 78428"/>
                      <a:gd name="connsiteY5" fmla="*/ 34515 h 296694"/>
                      <a:gd name="connsiteX6" fmla="*/ 5087 w 78428"/>
                      <a:gd name="connsiteY6" fmla="*/ 1913 h 296694"/>
                      <a:gd name="connsiteX7" fmla="*/ 220 w 78428"/>
                      <a:gd name="connsiteY7" fmla="*/ 2271 h 296694"/>
                      <a:gd name="connsiteX8" fmla="*/ 8583 w 78428"/>
                      <a:gd name="connsiteY8" fmla="*/ 56270 h 296694"/>
                      <a:gd name="connsiteX9" fmla="*/ 28405 w 78428"/>
                      <a:gd name="connsiteY9" fmla="*/ 107730 h 296694"/>
                      <a:gd name="connsiteX10" fmla="*/ 48285 w 78428"/>
                      <a:gd name="connsiteY10" fmla="*/ 159903 h 296694"/>
                      <a:gd name="connsiteX11" fmla="*/ 58741 w 78428"/>
                      <a:gd name="connsiteY11" fmla="*/ 220512 h 296694"/>
                      <a:gd name="connsiteX12" fmla="*/ 62432 w 78428"/>
                      <a:gd name="connsiteY12" fmla="*/ 255579 h 296694"/>
                      <a:gd name="connsiteX13" fmla="*/ 68960 w 78428"/>
                      <a:gd name="connsiteY13" fmla="*/ 293644 h 296694"/>
                      <a:gd name="connsiteX14" fmla="*/ 78399 w 78428"/>
                      <a:gd name="connsiteY14" fmla="*/ 291179 h 296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8428" h="296694">
                        <a:moveTo>
                          <a:pt x="78399" y="291179"/>
                        </a:moveTo>
                        <a:cubicBezTo>
                          <a:pt x="77178" y="280186"/>
                          <a:pt x="74665" y="269275"/>
                          <a:pt x="73038" y="258320"/>
                        </a:cubicBezTo>
                        <a:cubicBezTo>
                          <a:pt x="71517" y="248063"/>
                          <a:pt x="70243" y="237786"/>
                          <a:pt x="69042" y="227485"/>
                        </a:cubicBezTo>
                        <a:cubicBezTo>
                          <a:pt x="66625" y="206767"/>
                          <a:pt x="64107" y="185933"/>
                          <a:pt x="58591" y="165767"/>
                        </a:cubicBezTo>
                        <a:cubicBezTo>
                          <a:pt x="48838" y="130114"/>
                          <a:pt x="30943" y="97550"/>
                          <a:pt x="18429" y="62909"/>
                        </a:cubicBezTo>
                        <a:cubicBezTo>
                          <a:pt x="15068" y="53611"/>
                          <a:pt x="12085" y="44128"/>
                          <a:pt x="9770" y="34515"/>
                        </a:cubicBezTo>
                        <a:cubicBezTo>
                          <a:pt x="7174" y="23716"/>
                          <a:pt x="6143" y="12930"/>
                          <a:pt x="5087" y="1913"/>
                        </a:cubicBezTo>
                        <a:cubicBezTo>
                          <a:pt x="4816" y="-935"/>
                          <a:pt x="409" y="-426"/>
                          <a:pt x="220" y="2271"/>
                        </a:cubicBezTo>
                        <a:cubicBezTo>
                          <a:pt x="-1035" y="20248"/>
                          <a:pt x="3261" y="39208"/>
                          <a:pt x="8583" y="56270"/>
                        </a:cubicBezTo>
                        <a:cubicBezTo>
                          <a:pt x="14066" y="73835"/>
                          <a:pt x="21248" y="90799"/>
                          <a:pt x="28405" y="107730"/>
                        </a:cubicBezTo>
                        <a:cubicBezTo>
                          <a:pt x="35645" y="124859"/>
                          <a:pt x="42958" y="142061"/>
                          <a:pt x="48285" y="159903"/>
                        </a:cubicBezTo>
                        <a:cubicBezTo>
                          <a:pt x="54189" y="179676"/>
                          <a:pt x="56756" y="200026"/>
                          <a:pt x="58741" y="220512"/>
                        </a:cubicBezTo>
                        <a:cubicBezTo>
                          <a:pt x="59875" y="232212"/>
                          <a:pt x="60959" y="243917"/>
                          <a:pt x="62432" y="255579"/>
                        </a:cubicBezTo>
                        <a:cubicBezTo>
                          <a:pt x="64025" y="268214"/>
                          <a:pt x="65483" y="281372"/>
                          <a:pt x="68960" y="293644"/>
                        </a:cubicBezTo>
                        <a:cubicBezTo>
                          <a:pt x="70514" y="299122"/>
                          <a:pt x="78999" y="296560"/>
                          <a:pt x="78399" y="291179"/>
                        </a:cubicBezTo>
                        <a:close/>
                      </a:path>
                    </a:pathLst>
                  </a:custGeom>
                  <a:solidFill>
                    <a:srgbClr val="17202F"/>
                  </a:solidFill>
                  <a:ln w="4839" cap="flat">
                    <a:noFill/>
                    <a:prstDash val="solid"/>
                    <a:miter/>
                  </a:ln>
                </p:spPr>
                <p:txBody>
                  <a:bodyPr rtlCol="0" anchor="ctr"/>
                  <a:lstStyle/>
                  <a:p>
                    <a:endParaRPr lang="vi-VN"/>
                  </a:p>
                </p:txBody>
              </p:sp>
              <p:sp>
                <p:nvSpPr>
                  <p:cNvPr id="758" name="Freeform: Shape 757">
                    <a:extLst>
                      <a:ext uri="{FF2B5EF4-FFF2-40B4-BE49-F238E27FC236}">
                        <a16:creationId xmlns:a16="http://schemas.microsoft.com/office/drawing/2014/main" id="{89121B3F-157A-A292-E52C-914A2B0CE806}"/>
                      </a:ext>
                    </a:extLst>
                  </p:cNvPr>
                  <p:cNvSpPr/>
                  <p:nvPr/>
                </p:nvSpPr>
                <p:spPr>
                  <a:xfrm>
                    <a:off x="2302380" y="4652057"/>
                    <a:ext cx="46194" cy="46194"/>
                  </a:xfrm>
                  <a:custGeom>
                    <a:avLst/>
                    <a:gdLst>
                      <a:gd name="connsiteX0" fmla="*/ 46072 w 46194"/>
                      <a:gd name="connsiteY0" fmla="*/ 25456 h 46194"/>
                      <a:gd name="connsiteX1" fmla="*/ 20739 w 46194"/>
                      <a:gd name="connsiteY1" fmla="*/ 46072 h 46194"/>
                      <a:gd name="connsiteX2" fmla="*/ 123 w 46194"/>
                      <a:gd name="connsiteY2" fmla="*/ 20739 h 46194"/>
                      <a:gd name="connsiteX3" fmla="*/ 25456 w 46194"/>
                      <a:gd name="connsiteY3" fmla="*/ 123 h 46194"/>
                      <a:gd name="connsiteX4" fmla="*/ 46072 w 46194"/>
                      <a:gd name="connsiteY4" fmla="*/ 25456 h 46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4" h="46194">
                        <a:moveTo>
                          <a:pt x="46072" y="25456"/>
                        </a:moveTo>
                        <a:cubicBezTo>
                          <a:pt x="44769" y="38144"/>
                          <a:pt x="33427" y="47375"/>
                          <a:pt x="20739" y="46072"/>
                        </a:cubicBezTo>
                        <a:cubicBezTo>
                          <a:pt x="8050" y="44769"/>
                          <a:pt x="-1180" y="33427"/>
                          <a:pt x="123" y="20739"/>
                        </a:cubicBezTo>
                        <a:cubicBezTo>
                          <a:pt x="1425" y="8050"/>
                          <a:pt x="12767" y="-1180"/>
                          <a:pt x="25456" y="123"/>
                        </a:cubicBezTo>
                        <a:cubicBezTo>
                          <a:pt x="38144" y="1425"/>
                          <a:pt x="47375" y="12767"/>
                          <a:pt x="46072" y="25456"/>
                        </a:cubicBezTo>
                        <a:close/>
                      </a:path>
                    </a:pathLst>
                  </a:custGeom>
                  <a:solidFill>
                    <a:srgbClr val="D87D68"/>
                  </a:solidFill>
                  <a:ln w="4839" cap="flat">
                    <a:noFill/>
                    <a:prstDash val="solid"/>
                    <a:miter/>
                  </a:ln>
                </p:spPr>
                <p:txBody>
                  <a:bodyPr rtlCol="0" anchor="ctr"/>
                  <a:lstStyle/>
                  <a:p>
                    <a:endParaRPr lang="vi-VN"/>
                  </a:p>
                </p:txBody>
              </p:sp>
              <p:sp>
                <p:nvSpPr>
                  <p:cNvPr id="759" name="Freeform: Shape 758">
                    <a:extLst>
                      <a:ext uri="{FF2B5EF4-FFF2-40B4-BE49-F238E27FC236}">
                        <a16:creationId xmlns:a16="http://schemas.microsoft.com/office/drawing/2014/main" id="{D4138874-5941-AAB0-959A-E61FCF11637B}"/>
                      </a:ext>
                    </a:extLst>
                  </p:cNvPr>
                  <p:cNvSpPr/>
                  <p:nvPr/>
                </p:nvSpPr>
                <p:spPr>
                  <a:xfrm>
                    <a:off x="2276172" y="4437482"/>
                    <a:ext cx="261588" cy="326109"/>
                  </a:xfrm>
                  <a:custGeom>
                    <a:avLst/>
                    <a:gdLst>
                      <a:gd name="connsiteX0" fmla="*/ 252416 w 261588"/>
                      <a:gd name="connsiteY0" fmla="*/ 149866 h 326109"/>
                      <a:gd name="connsiteX1" fmla="*/ 204728 w 261588"/>
                      <a:gd name="connsiteY1" fmla="*/ 315851 h 326109"/>
                      <a:gd name="connsiteX2" fmla="*/ 52506 w 261588"/>
                      <a:gd name="connsiteY2" fmla="*/ 242646 h 326109"/>
                      <a:gd name="connsiteX3" fmla="*/ 35217 w 261588"/>
                      <a:gd name="connsiteY3" fmla="*/ 221090 h 326109"/>
                      <a:gd name="connsiteX4" fmla="*/ 9298 w 261588"/>
                      <a:gd name="connsiteY4" fmla="*/ 168554 h 326109"/>
                      <a:gd name="connsiteX5" fmla="*/ 50051 w 261588"/>
                      <a:gd name="connsiteY5" fmla="*/ 22289 h 326109"/>
                      <a:gd name="connsiteX6" fmla="*/ 252416 w 261588"/>
                      <a:gd name="connsiteY6" fmla="*/ 149866 h 32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588" h="326109">
                        <a:moveTo>
                          <a:pt x="252416" y="149866"/>
                        </a:moveTo>
                        <a:cubicBezTo>
                          <a:pt x="252416" y="149866"/>
                          <a:pt x="292608" y="283079"/>
                          <a:pt x="204728" y="315851"/>
                        </a:cubicBezTo>
                        <a:cubicBezTo>
                          <a:pt x="116854" y="348623"/>
                          <a:pt x="67345" y="297104"/>
                          <a:pt x="52506" y="242646"/>
                        </a:cubicBezTo>
                        <a:cubicBezTo>
                          <a:pt x="52506" y="242646"/>
                          <a:pt x="43963" y="226359"/>
                          <a:pt x="35217" y="221090"/>
                        </a:cubicBezTo>
                        <a:cubicBezTo>
                          <a:pt x="26471" y="215826"/>
                          <a:pt x="9298" y="168554"/>
                          <a:pt x="9298" y="168554"/>
                        </a:cubicBezTo>
                        <a:cubicBezTo>
                          <a:pt x="9298" y="168554"/>
                          <a:pt x="-29063" y="78249"/>
                          <a:pt x="50051" y="22289"/>
                        </a:cubicBezTo>
                        <a:cubicBezTo>
                          <a:pt x="129165" y="-33671"/>
                          <a:pt x="227848" y="18250"/>
                          <a:pt x="252416" y="149866"/>
                        </a:cubicBezTo>
                        <a:close/>
                      </a:path>
                    </a:pathLst>
                  </a:custGeom>
                  <a:solidFill>
                    <a:srgbClr val="EEA786"/>
                  </a:solidFill>
                  <a:ln w="4839" cap="flat">
                    <a:noFill/>
                    <a:prstDash val="solid"/>
                    <a:miter/>
                  </a:ln>
                </p:spPr>
                <p:txBody>
                  <a:bodyPr rtlCol="0" anchor="ctr"/>
                  <a:lstStyle/>
                  <a:p>
                    <a:endParaRPr lang="vi-VN"/>
                  </a:p>
                </p:txBody>
              </p:sp>
              <p:sp>
                <p:nvSpPr>
                  <p:cNvPr id="760" name="Freeform: Shape 759">
                    <a:extLst>
                      <a:ext uri="{FF2B5EF4-FFF2-40B4-BE49-F238E27FC236}">
                        <a16:creationId xmlns:a16="http://schemas.microsoft.com/office/drawing/2014/main" id="{5FE4A02C-6DE1-53DC-F0B7-79E9AC417267}"/>
                      </a:ext>
                    </a:extLst>
                  </p:cNvPr>
                  <p:cNvSpPr/>
                  <p:nvPr/>
                </p:nvSpPr>
                <p:spPr>
                  <a:xfrm>
                    <a:off x="2494852" y="4536990"/>
                    <a:ext cx="60440" cy="60440"/>
                  </a:xfrm>
                  <a:custGeom>
                    <a:avLst/>
                    <a:gdLst>
                      <a:gd name="connsiteX0" fmla="*/ 60280 w 60440"/>
                      <a:gd name="connsiteY0" fmla="*/ 33305 h 60440"/>
                      <a:gd name="connsiteX1" fmla="*/ 27135 w 60440"/>
                      <a:gd name="connsiteY1" fmla="*/ 60280 h 60440"/>
                      <a:gd name="connsiteX2" fmla="*/ 160 w 60440"/>
                      <a:gd name="connsiteY2" fmla="*/ 27135 h 60440"/>
                      <a:gd name="connsiteX3" fmla="*/ 33305 w 60440"/>
                      <a:gd name="connsiteY3" fmla="*/ 160 h 60440"/>
                      <a:gd name="connsiteX4" fmla="*/ 60280 w 60440"/>
                      <a:gd name="connsiteY4" fmla="*/ 33305 h 6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40" h="60440">
                        <a:moveTo>
                          <a:pt x="60280" y="33305"/>
                        </a:moveTo>
                        <a:cubicBezTo>
                          <a:pt x="58575" y="49907"/>
                          <a:pt x="43737" y="61985"/>
                          <a:pt x="27135" y="60280"/>
                        </a:cubicBezTo>
                        <a:cubicBezTo>
                          <a:pt x="10534" y="58575"/>
                          <a:pt x="-1544" y="43737"/>
                          <a:pt x="160" y="27135"/>
                        </a:cubicBezTo>
                        <a:cubicBezTo>
                          <a:pt x="1865" y="10534"/>
                          <a:pt x="16704" y="-1544"/>
                          <a:pt x="33305" y="160"/>
                        </a:cubicBezTo>
                        <a:cubicBezTo>
                          <a:pt x="49907" y="1865"/>
                          <a:pt x="61985" y="16704"/>
                          <a:pt x="60280" y="33305"/>
                        </a:cubicBezTo>
                        <a:close/>
                      </a:path>
                    </a:pathLst>
                  </a:custGeom>
                  <a:solidFill>
                    <a:srgbClr val="EEA786"/>
                  </a:solidFill>
                  <a:ln w="4839" cap="flat">
                    <a:noFill/>
                    <a:prstDash val="solid"/>
                    <a:miter/>
                  </a:ln>
                </p:spPr>
                <p:txBody>
                  <a:bodyPr rtlCol="0" anchor="ctr"/>
                  <a:lstStyle/>
                  <a:p>
                    <a:endParaRPr lang="vi-VN"/>
                  </a:p>
                </p:txBody>
              </p:sp>
              <p:sp>
                <p:nvSpPr>
                  <p:cNvPr id="761" name="Freeform: Shape 760">
                    <a:extLst>
                      <a:ext uri="{FF2B5EF4-FFF2-40B4-BE49-F238E27FC236}">
                        <a16:creationId xmlns:a16="http://schemas.microsoft.com/office/drawing/2014/main" id="{8B04D1C6-74BE-DF1C-E8FF-95E83464953B}"/>
                      </a:ext>
                    </a:extLst>
                  </p:cNvPr>
                  <p:cNvSpPr/>
                  <p:nvPr/>
                </p:nvSpPr>
                <p:spPr>
                  <a:xfrm>
                    <a:off x="2391187" y="4636034"/>
                    <a:ext cx="24259" cy="54365"/>
                  </a:xfrm>
                  <a:custGeom>
                    <a:avLst/>
                    <a:gdLst>
                      <a:gd name="connsiteX0" fmla="*/ 22770 w 24259"/>
                      <a:gd name="connsiteY0" fmla="*/ 49328 h 54365"/>
                      <a:gd name="connsiteX1" fmla="*/ 17661 w 24259"/>
                      <a:gd name="connsiteY1" fmla="*/ 48132 h 54365"/>
                      <a:gd name="connsiteX2" fmla="*/ 12798 w 24259"/>
                      <a:gd name="connsiteY2" fmla="*/ 47895 h 54365"/>
                      <a:gd name="connsiteX3" fmla="*/ 5921 w 24259"/>
                      <a:gd name="connsiteY3" fmla="*/ 47343 h 54365"/>
                      <a:gd name="connsiteX4" fmla="*/ 7587 w 24259"/>
                      <a:gd name="connsiteY4" fmla="*/ 1539 h 54365"/>
                      <a:gd name="connsiteX5" fmla="*/ 2507 w 24259"/>
                      <a:gd name="connsiteY5" fmla="*/ 3050 h 54365"/>
                      <a:gd name="connsiteX6" fmla="*/ 110 w 24259"/>
                      <a:gd name="connsiteY6" fmla="*/ 48757 h 54365"/>
                      <a:gd name="connsiteX7" fmla="*/ 2391 w 24259"/>
                      <a:gd name="connsiteY7" fmla="*/ 52355 h 54365"/>
                      <a:gd name="connsiteX8" fmla="*/ 12885 w 24259"/>
                      <a:gd name="connsiteY8" fmla="*/ 54021 h 54365"/>
                      <a:gd name="connsiteX9" fmla="*/ 17845 w 24259"/>
                      <a:gd name="connsiteY9" fmla="*/ 54365 h 54365"/>
                      <a:gd name="connsiteX10" fmla="*/ 22741 w 24259"/>
                      <a:gd name="connsiteY10" fmla="*/ 53343 h 54365"/>
                      <a:gd name="connsiteX11" fmla="*/ 22770 w 24259"/>
                      <a:gd name="connsiteY11" fmla="*/ 49328 h 54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59" h="54365">
                        <a:moveTo>
                          <a:pt x="22770" y="49328"/>
                        </a:moveTo>
                        <a:cubicBezTo>
                          <a:pt x="21017" y="48825"/>
                          <a:pt x="19535" y="48273"/>
                          <a:pt x="17661" y="48132"/>
                        </a:cubicBezTo>
                        <a:cubicBezTo>
                          <a:pt x="16043" y="48011"/>
                          <a:pt x="14416" y="48002"/>
                          <a:pt x="12798" y="47895"/>
                        </a:cubicBezTo>
                        <a:cubicBezTo>
                          <a:pt x="10498" y="47745"/>
                          <a:pt x="8207" y="47580"/>
                          <a:pt x="5921" y="47343"/>
                        </a:cubicBezTo>
                        <a:cubicBezTo>
                          <a:pt x="9408" y="32233"/>
                          <a:pt x="12658" y="16649"/>
                          <a:pt x="7587" y="1539"/>
                        </a:cubicBezTo>
                        <a:cubicBezTo>
                          <a:pt x="6633" y="-1304"/>
                          <a:pt x="1674" y="139"/>
                          <a:pt x="2507" y="3050"/>
                        </a:cubicBezTo>
                        <a:cubicBezTo>
                          <a:pt x="6851" y="18198"/>
                          <a:pt x="3805" y="33831"/>
                          <a:pt x="110" y="48757"/>
                        </a:cubicBezTo>
                        <a:cubicBezTo>
                          <a:pt x="-326" y="50525"/>
                          <a:pt x="555" y="52031"/>
                          <a:pt x="2391" y="52355"/>
                        </a:cubicBezTo>
                        <a:cubicBezTo>
                          <a:pt x="5892" y="52965"/>
                          <a:pt x="9340" y="53687"/>
                          <a:pt x="12885" y="54021"/>
                        </a:cubicBezTo>
                        <a:cubicBezTo>
                          <a:pt x="14527" y="54176"/>
                          <a:pt x="16193" y="54370"/>
                          <a:pt x="17845" y="54365"/>
                        </a:cubicBezTo>
                        <a:cubicBezTo>
                          <a:pt x="19724" y="54365"/>
                          <a:pt x="20988" y="53852"/>
                          <a:pt x="22741" y="53343"/>
                        </a:cubicBezTo>
                        <a:cubicBezTo>
                          <a:pt x="24726" y="52772"/>
                          <a:pt x="24794" y="49910"/>
                          <a:pt x="22770" y="49328"/>
                        </a:cubicBezTo>
                        <a:close/>
                      </a:path>
                    </a:pathLst>
                  </a:custGeom>
                  <a:solidFill>
                    <a:srgbClr val="17202F"/>
                  </a:solidFill>
                  <a:ln w="4839" cap="flat">
                    <a:noFill/>
                    <a:prstDash val="solid"/>
                    <a:miter/>
                  </a:ln>
                </p:spPr>
                <p:txBody>
                  <a:bodyPr rtlCol="0" anchor="ctr"/>
                  <a:lstStyle/>
                  <a:p>
                    <a:endParaRPr lang="vi-VN"/>
                  </a:p>
                </p:txBody>
              </p:sp>
              <p:sp>
                <p:nvSpPr>
                  <p:cNvPr id="762" name="Freeform: Shape 761">
                    <a:extLst>
                      <a:ext uri="{FF2B5EF4-FFF2-40B4-BE49-F238E27FC236}">
                        <a16:creationId xmlns:a16="http://schemas.microsoft.com/office/drawing/2014/main" id="{D43B85D7-CA8B-9122-0CE3-3253A59D60E8}"/>
                      </a:ext>
                    </a:extLst>
                  </p:cNvPr>
                  <p:cNvSpPr/>
                  <p:nvPr/>
                </p:nvSpPr>
                <p:spPr>
                  <a:xfrm>
                    <a:off x="2418388" y="4693710"/>
                    <a:ext cx="61198" cy="28803"/>
                  </a:xfrm>
                  <a:custGeom>
                    <a:avLst/>
                    <a:gdLst>
                      <a:gd name="connsiteX0" fmla="*/ 56594 w 61198"/>
                      <a:gd name="connsiteY0" fmla="*/ 540 h 28803"/>
                      <a:gd name="connsiteX1" fmla="*/ 31474 w 61198"/>
                      <a:gd name="connsiteY1" fmla="*/ 15664 h 28803"/>
                      <a:gd name="connsiteX2" fmla="*/ 15037 w 61198"/>
                      <a:gd name="connsiteY2" fmla="*/ 21737 h 28803"/>
                      <a:gd name="connsiteX3" fmla="*/ 804 w 61198"/>
                      <a:gd name="connsiteY3" fmla="*/ 25461 h 28803"/>
                      <a:gd name="connsiteX4" fmla="*/ 939 w 61198"/>
                      <a:gd name="connsiteY4" fmla="*/ 28120 h 28803"/>
                      <a:gd name="connsiteX5" fmla="*/ 17642 w 61198"/>
                      <a:gd name="connsiteY5" fmla="*/ 27573 h 28803"/>
                      <a:gd name="connsiteX6" fmla="*/ 33459 w 61198"/>
                      <a:gd name="connsiteY6" fmla="*/ 23035 h 28803"/>
                      <a:gd name="connsiteX7" fmla="*/ 60463 w 61198"/>
                      <a:gd name="connsiteY7" fmla="*/ 4855 h 28803"/>
                      <a:gd name="connsiteX8" fmla="*/ 56594 w 61198"/>
                      <a:gd name="connsiteY8" fmla="*/ 540 h 2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98" h="28803">
                        <a:moveTo>
                          <a:pt x="56594" y="540"/>
                        </a:moveTo>
                        <a:cubicBezTo>
                          <a:pt x="48792" y="6433"/>
                          <a:pt x="40394" y="11654"/>
                          <a:pt x="31474" y="15664"/>
                        </a:cubicBezTo>
                        <a:cubicBezTo>
                          <a:pt x="26190" y="18042"/>
                          <a:pt x="20587" y="20110"/>
                          <a:pt x="15037" y="21737"/>
                        </a:cubicBezTo>
                        <a:cubicBezTo>
                          <a:pt x="10339" y="23117"/>
                          <a:pt x="5346" y="23664"/>
                          <a:pt x="804" y="25461"/>
                        </a:cubicBezTo>
                        <a:cubicBezTo>
                          <a:pt x="-320" y="25907"/>
                          <a:pt x="-257" y="27805"/>
                          <a:pt x="939" y="28120"/>
                        </a:cubicBezTo>
                        <a:cubicBezTo>
                          <a:pt x="6242" y="29529"/>
                          <a:pt x="12301" y="28464"/>
                          <a:pt x="17642" y="27573"/>
                        </a:cubicBezTo>
                        <a:cubicBezTo>
                          <a:pt x="23100" y="26662"/>
                          <a:pt x="28331" y="25108"/>
                          <a:pt x="33459" y="23035"/>
                        </a:cubicBezTo>
                        <a:cubicBezTo>
                          <a:pt x="43731" y="18885"/>
                          <a:pt x="52763" y="12773"/>
                          <a:pt x="60463" y="4855"/>
                        </a:cubicBezTo>
                        <a:cubicBezTo>
                          <a:pt x="62744" y="2516"/>
                          <a:pt x="59228" y="-1446"/>
                          <a:pt x="56594" y="540"/>
                        </a:cubicBezTo>
                        <a:close/>
                      </a:path>
                    </a:pathLst>
                  </a:custGeom>
                  <a:solidFill>
                    <a:srgbClr val="17202F"/>
                  </a:solidFill>
                  <a:ln w="4839" cap="flat">
                    <a:noFill/>
                    <a:prstDash val="solid"/>
                    <a:miter/>
                  </a:ln>
                </p:spPr>
                <p:txBody>
                  <a:bodyPr rtlCol="0" anchor="ctr"/>
                  <a:lstStyle/>
                  <a:p>
                    <a:endParaRPr lang="vi-VN"/>
                  </a:p>
                </p:txBody>
              </p:sp>
              <p:sp>
                <p:nvSpPr>
                  <p:cNvPr id="763" name="Freeform: Shape 762">
                    <a:extLst>
                      <a:ext uri="{FF2B5EF4-FFF2-40B4-BE49-F238E27FC236}">
                        <a16:creationId xmlns:a16="http://schemas.microsoft.com/office/drawing/2014/main" id="{6C3CDFA8-A0F8-86E4-E47F-E968FE2BE9F4}"/>
                      </a:ext>
                    </a:extLst>
                  </p:cNvPr>
                  <p:cNvSpPr/>
                  <p:nvPr/>
                </p:nvSpPr>
                <p:spPr>
                  <a:xfrm>
                    <a:off x="2415618" y="4562372"/>
                    <a:ext cx="43243" cy="15068"/>
                  </a:xfrm>
                  <a:custGeom>
                    <a:avLst/>
                    <a:gdLst>
                      <a:gd name="connsiteX0" fmla="*/ 41789 w 43243"/>
                      <a:gd name="connsiteY0" fmla="*/ 3730 h 15068"/>
                      <a:gd name="connsiteX1" fmla="*/ 36370 w 43243"/>
                      <a:gd name="connsiteY1" fmla="*/ 1056 h 15068"/>
                      <a:gd name="connsiteX2" fmla="*/ 30385 w 43243"/>
                      <a:gd name="connsiteY2" fmla="*/ 20 h 15068"/>
                      <a:gd name="connsiteX3" fmla="*/ 20277 w 43243"/>
                      <a:gd name="connsiteY3" fmla="*/ 1202 h 15068"/>
                      <a:gd name="connsiteX4" fmla="*/ 1046 w 43243"/>
                      <a:gd name="connsiteY4" fmla="*/ 10568 h 15068"/>
                      <a:gd name="connsiteX5" fmla="*/ 3545 w 43243"/>
                      <a:gd name="connsiteY5" fmla="*/ 14951 h 15068"/>
                      <a:gd name="connsiteX6" fmla="*/ 13860 w 43243"/>
                      <a:gd name="connsiteY6" fmla="*/ 11527 h 15068"/>
                      <a:gd name="connsiteX7" fmla="*/ 23498 w 43243"/>
                      <a:gd name="connsiteY7" fmla="*/ 8979 h 15068"/>
                      <a:gd name="connsiteX8" fmla="*/ 31648 w 43243"/>
                      <a:gd name="connsiteY8" fmla="*/ 8485 h 15068"/>
                      <a:gd name="connsiteX9" fmla="*/ 39538 w 43243"/>
                      <a:gd name="connsiteY9" fmla="*/ 9260 h 15068"/>
                      <a:gd name="connsiteX10" fmla="*/ 41789 w 43243"/>
                      <a:gd name="connsiteY10" fmla="*/ 3730 h 15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243" h="15068">
                        <a:moveTo>
                          <a:pt x="41789" y="3730"/>
                        </a:moveTo>
                        <a:cubicBezTo>
                          <a:pt x="40065" y="2684"/>
                          <a:pt x="38254" y="1778"/>
                          <a:pt x="36370" y="1056"/>
                        </a:cubicBezTo>
                        <a:cubicBezTo>
                          <a:pt x="34380" y="296"/>
                          <a:pt x="32501" y="93"/>
                          <a:pt x="30385" y="20"/>
                        </a:cubicBezTo>
                        <a:cubicBezTo>
                          <a:pt x="26922" y="-101"/>
                          <a:pt x="23629" y="330"/>
                          <a:pt x="20277" y="1202"/>
                        </a:cubicBezTo>
                        <a:cubicBezTo>
                          <a:pt x="13255" y="3028"/>
                          <a:pt x="6930" y="6413"/>
                          <a:pt x="1046" y="10568"/>
                        </a:cubicBezTo>
                        <a:cubicBezTo>
                          <a:pt x="-1433" y="12316"/>
                          <a:pt x="940" y="15745"/>
                          <a:pt x="3545" y="14951"/>
                        </a:cubicBezTo>
                        <a:cubicBezTo>
                          <a:pt x="7018" y="13890"/>
                          <a:pt x="10446" y="12767"/>
                          <a:pt x="13860" y="11527"/>
                        </a:cubicBezTo>
                        <a:cubicBezTo>
                          <a:pt x="16960" y="10403"/>
                          <a:pt x="20229" y="9430"/>
                          <a:pt x="23498" y="8979"/>
                        </a:cubicBezTo>
                        <a:cubicBezTo>
                          <a:pt x="26171" y="8611"/>
                          <a:pt x="28951" y="8287"/>
                          <a:pt x="31648" y="8485"/>
                        </a:cubicBezTo>
                        <a:cubicBezTo>
                          <a:pt x="34327" y="8684"/>
                          <a:pt x="36913" y="8568"/>
                          <a:pt x="39538" y="9260"/>
                        </a:cubicBezTo>
                        <a:cubicBezTo>
                          <a:pt x="42874" y="10137"/>
                          <a:pt x="44700" y="5497"/>
                          <a:pt x="41789" y="3730"/>
                        </a:cubicBezTo>
                        <a:close/>
                      </a:path>
                    </a:pathLst>
                  </a:custGeom>
                  <a:solidFill>
                    <a:srgbClr val="17202F"/>
                  </a:solidFill>
                  <a:ln w="4839" cap="flat">
                    <a:noFill/>
                    <a:prstDash val="solid"/>
                    <a:miter/>
                  </a:ln>
                </p:spPr>
                <p:txBody>
                  <a:bodyPr rtlCol="0" anchor="ctr"/>
                  <a:lstStyle/>
                  <a:p>
                    <a:endParaRPr lang="vi-VN"/>
                  </a:p>
                </p:txBody>
              </p:sp>
              <p:sp>
                <p:nvSpPr>
                  <p:cNvPr id="764" name="Freeform: Shape 763">
                    <a:extLst>
                      <a:ext uri="{FF2B5EF4-FFF2-40B4-BE49-F238E27FC236}">
                        <a16:creationId xmlns:a16="http://schemas.microsoft.com/office/drawing/2014/main" id="{14F3C679-151F-ECF4-F009-54A0204041AC}"/>
                      </a:ext>
                    </a:extLst>
                  </p:cNvPr>
                  <p:cNvSpPr/>
                  <p:nvPr/>
                </p:nvSpPr>
                <p:spPr>
                  <a:xfrm>
                    <a:off x="2324814" y="4614408"/>
                    <a:ext cx="29967" cy="21915"/>
                  </a:xfrm>
                  <a:custGeom>
                    <a:avLst/>
                    <a:gdLst>
                      <a:gd name="connsiteX0" fmla="*/ 29889 w 29967"/>
                      <a:gd name="connsiteY0" fmla="*/ 1920 h 21915"/>
                      <a:gd name="connsiteX1" fmla="*/ 27202 w 29967"/>
                      <a:gd name="connsiteY1" fmla="*/ 26 h 21915"/>
                      <a:gd name="connsiteX2" fmla="*/ 21569 w 29967"/>
                      <a:gd name="connsiteY2" fmla="*/ 321 h 21915"/>
                      <a:gd name="connsiteX3" fmla="*/ 17148 w 29967"/>
                      <a:gd name="connsiteY3" fmla="*/ 1726 h 21915"/>
                      <a:gd name="connsiteX4" fmla="*/ 9893 w 29967"/>
                      <a:gd name="connsiteY4" fmla="*/ 5092 h 21915"/>
                      <a:gd name="connsiteX5" fmla="*/ 3161 w 29967"/>
                      <a:gd name="connsiteY5" fmla="*/ 10230 h 21915"/>
                      <a:gd name="connsiteX6" fmla="*/ 425 w 29967"/>
                      <a:gd name="connsiteY6" fmla="*/ 14492 h 21915"/>
                      <a:gd name="connsiteX7" fmla="*/ 449 w 29967"/>
                      <a:gd name="connsiteY7" fmla="*/ 19732 h 21915"/>
                      <a:gd name="connsiteX8" fmla="*/ 6358 w 29967"/>
                      <a:gd name="connsiteY8" fmla="*/ 19664 h 21915"/>
                      <a:gd name="connsiteX9" fmla="*/ 7433 w 29967"/>
                      <a:gd name="connsiteY9" fmla="*/ 17083 h 21915"/>
                      <a:gd name="connsiteX10" fmla="*/ 7467 w 29967"/>
                      <a:gd name="connsiteY10" fmla="*/ 17063 h 21915"/>
                      <a:gd name="connsiteX11" fmla="*/ 7946 w 29967"/>
                      <a:gd name="connsiteY11" fmla="*/ 16322 h 21915"/>
                      <a:gd name="connsiteX12" fmla="*/ 8208 w 29967"/>
                      <a:gd name="connsiteY12" fmla="*/ 15974 h 21915"/>
                      <a:gd name="connsiteX13" fmla="*/ 8697 w 29967"/>
                      <a:gd name="connsiteY13" fmla="*/ 15455 h 21915"/>
                      <a:gd name="connsiteX14" fmla="*/ 9927 w 29967"/>
                      <a:gd name="connsiteY14" fmla="*/ 14342 h 21915"/>
                      <a:gd name="connsiteX15" fmla="*/ 15738 w 29967"/>
                      <a:gd name="connsiteY15" fmla="*/ 10540 h 21915"/>
                      <a:gd name="connsiteX16" fmla="*/ 22155 w 29967"/>
                      <a:gd name="connsiteY16" fmla="*/ 7605 h 21915"/>
                      <a:gd name="connsiteX17" fmla="*/ 25700 w 29967"/>
                      <a:gd name="connsiteY17" fmla="*/ 6113 h 21915"/>
                      <a:gd name="connsiteX18" fmla="*/ 28383 w 29967"/>
                      <a:gd name="connsiteY18" fmla="*/ 4854 h 21915"/>
                      <a:gd name="connsiteX19" fmla="*/ 29889 w 29967"/>
                      <a:gd name="connsiteY19" fmla="*/ 1920 h 21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9967" h="21915">
                        <a:moveTo>
                          <a:pt x="29889" y="1920"/>
                        </a:moveTo>
                        <a:cubicBezTo>
                          <a:pt x="29550" y="641"/>
                          <a:pt x="28485" y="7"/>
                          <a:pt x="27202" y="26"/>
                        </a:cubicBezTo>
                        <a:cubicBezTo>
                          <a:pt x="25327" y="55"/>
                          <a:pt x="23390" y="-168"/>
                          <a:pt x="21569" y="321"/>
                        </a:cubicBezTo>
                        <a:cubicBezTo>
                          <a:pt x="20078" y="723"/>
                          <a:pt x="18601" y="1188"/>
                          <a:pt x="17148" y="1726"/>
                        </a:cubicBezTo>
                        <a:cubicBezTo>
                          <a:pt x="14644" y="2651"/>
                          <a:pt x="12218" y="3779"/>
                          <a:pt x="9893" y="5092"/>
                        </a:cubicBezTo>
                        <a:cubicBezTo>
                          <a:pt x="7438" y="6482"/>
                          <a:pt x="5026" y="8085"/>
                          <a:pt x="3161" y="10230"/>
                        </a:cubicBezTo>
                        <a:cubicBezTo>
                          <a:pt x="2014" y="11557"/>
                          <a:pt x="1098" y="12869"/>
                          <a:pt x="425" y="14492"/>
                        </a:cubicBezTo>
                        <a:cubicBezTo>
                          <a:pt x="-253" y="16124"/>
                          <a:pt x="-25" y="18061"/>
                          <a:pt x="449" y="19732"/>
                        </a:cubicBezTo>
                        <a:cubicBezTo>
                          <a:pt x="1244" y="22526"/>
                          <a:pt x="5806" y="22783"/>
                          <a:pt x="6358" y="19664"/>
                        </a:cubicBezTo>
                        <a:cubicBezTo>
                          <a:pt x="6518" y="18758"/>
                          <a:pt x="7065" y="17925"/>
                          <a:pt x="7433" y="17083"/>
                        </a:cubicBezTo>
                        <a:cubicBezTo>
                          <a:pt x="7278" y="17441"/>
                          <a:pt x="7288" y="17349"/>
                          <a:pt x="7467" y="17063"/>
                        </a:cubicBezTo>
                        <a:cubicBezTo>
                          <a:pt x="7622" y="16811"/>
                          <a:pt x="7777" y="16564"/>
                          <a:pt x="7946" y="16322"/>
                        </a:cubicBezTo>
                        <a:cubicBezTo>
                          <a:pt x="8029" y="16206"/>
                          <a:pt x="8155" y="16041"/>
                          <a:pt x="8208" y="15974"/>
                        </a:cubicBezTo>
                        <a:cubicBezTo>
                          <a:pt x="8368" y="15799"/>
                          <a:pt x="8527" y="15625"/>
                          <a:pt x="8697" y="15455"/>
                        </a:cubicBezTo>
                        <a:cubicBezTo>
                          <a:pt x="9089" y="15063"/>
                          <a:pt x="9501" y="14695"/>
                          <a:pt x="9927" y="14342"/>
                        </a:cubicBezTo>
                        <a:cubicBezTo>
                          <a:pt x="11695" y="12879"/>
                          <a:pt x="13733" y="11649"/>
                          <a:pt x="15738" y="10540"/>
                        </a:cubicBezTo>
                        <a:cubicBezTo>
                          <a:pt x="17801" y="9397"/>
                          <a:pt x="19947" y="8424"/>
                          <a:pt x="22155" y="7605"/>
                        </a:cubicBezTo>
                        <a:cubicBezTo>
                          <a:pt x="23385" y="7150"/>
                          <a:pt x="24567" y="6791"/>
                          <a:pt x="25700" y="6113"/>
                        </a:cubicBezTo>
                        <a:cubicBezTo>
                          <a:pt x="26562" y="5600"/>
                          <a:pt x="27449" y="5222"/>
                          <a:pt x="28383" y="4854"/>
                        </a:cubicBezTo>
                        <a:cubicBezTo>
                          <a:pt x="29541" y="4389"/>
                          <a:pt x="30204" y="3111"/>
                          <a:pt x="29889" y="1920"/>
                        </a:cubicBezTo>
                        <a:close/>
                      </a:path>
                    </a:pathLst>
                  </a:custGeom>
                  <a:solidFill>
                    <a:srgbClr val="17202F"/>
                  </a:solidFill>
                  <a:ln w="4839" cap="flat">
                    <a:noFill/>
                    <a:prstDash val="solid"/>
                    <a:miter/>
                  </a:ln>
                </p:spPr>
                <p:txBody>
                  <a:bodyPr rtlCol="0" anchor="ctr"/>
                  <a:lstStyle/>
                  <a:p>
                    <a:endParaRPr lang="vi-VN"/>
                  </a:p>
                </p:txBody>
              </p:sp>
              <p:sp>
                <p:nvSpPr>
                  <p:cNvPr id="765" name="Freeform: Shape 764">
                    <a:extLst>
                      <a:ext uri="{FF2B5EF4-FFF2-40B4-BE49-F238E27FC236}">
                        <a16:creationId xmlns:a16="http://schemas.microsoft.com/office/drawing/2014/main" id="{419F0DC7-4405-C5D6-B77B-3BD268A17504}"/>
                      </a:ext>
                    </a:extLst>
                  </p:cNvPr>
                  <p:cNvSpPr/>
                  <p:nvPr/>
                </p:nvSpPr>
                <p:spPr>
                  <a:xfrm>
                    <a:off x="2440159" y="4597455"/>
                    <a:ext cx="14941" cy="26852"/>
                  </a:xfrm>
                  <a:custGeom>
                    <a:avLst/>
                    <a:gdLst>
                      <a:gd name="connsiteX0" fmla="*/ 12807 w 14941"/>
                      <a:gd name="connsiteY0" fmla="*/ 11322 h 26852"/>
                      <a:gd name="connsiteX1" fmla="*/ 12701 w 14941"/>
                      <a:gd name="connsiteY1" fmla="*/ 26684 h 26852"/>
                      <a:gd name="connsiteX2" fmla="*/ 2134 w 14941"/>
                      <a:gd name="connsiteY2" fmla="*/ 15531 h 26852"/>
                      <a:gd name="connsiteX3" fmla="*/ 2240 w 14941"/>
                      <a:gd name="connsiteY3" fmla="*/ 169 h 26852"/>
                      <a:gd name="connsiteX4" fmla="*/ 12807 w 14941"/>
                      <a:gd name="connsiteY4" fmla="*/ 11322 h 26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41" h="26852">
                        <a:moveTo>
                          <a:pt x="12807" y="11322"/>
                        </a:moveTo>
                        <a:cubicBezTo>
                          <a:pt x="15694" y="18645"/>
                          <a:pt x="15645" y="25522"/>
                          <a:pt x="12701" y="26684"/>
                        </a:cubicBezTo>
                        <a:cubicBezTo>
                          <a:pt x="9752" y="27846"/>
                          <a:pt x="5025" y="22853"/>
                          <a:pt x="2134" y="15531"/>
                        </a:cubicBezTo>
                        <a:cubicBezTo>
                          <a:pt x="-753" y="8208"/>
                          <a:pt x="-704" y="1332"/>
                          <a:pt x="2240" y="169"/>
                        </a:cubicBezTo>
                        <a:cubicBezTo>
                          <a:pt x="5190" y="-998"/>
                          <a:pt x="9921" y="3995"/>
                          <a:pt x="12807" y="11322"/>
                        </a:cubicBezTo>
                        <a:close/>
                      </a:path>
                    </a:pathLst>
                  </a:custGeom>
                  <a:solidFill>
                    <a:srgbClr val="17202F"/>
                  </a:solidFill>
                  <a:ln w="4839" cap="flat">
                    <a:noFill/>
                    <a:prstDash val="solid"/>
                    <a:miter/>
                  </a:ln>
                </p:spPr>
                <p:txBody>
                  <a:bodyPr rtlCol="0" anchor="ctr"/>
                  <a:lstStyle/>
                  <a:p>
                    <a:endParaRPr lang="vi-VN"/>
                  </a:p>
                </p:txBody>
              </p:sp>
              <p:sp>
                <p:nvSpPr>
                  <p:cNvPr id="766" name="Freeform: Shape 765">
                    <a:extLst>
                      <a:ext uri="{FF2B5EF4-FFF2-40B4-BE49-F238E27FC236}">
                        <a16:creationId xmlns:a16="http://schemas.microsoft.com/office/drawing/2014/main" id="{745216B0-10DC-6420-3086-A1C7C8A3A185}"/>
                      </a:ext>
                    </a:extLst>
                  </p:cNvPr>
                  <p:cNvSpPr/>
                  <p:nvPr/>
                </p:nvSpPr>
                <p:spPr>
                  <a:xfrm>
                    <a:off x="2349297" y="4643311"/>
                    <a:ext cx="18067" cy="26356"/>
                  </a:xfrm>
                  <a:custGeom>
                    <a:avLst/>
                    <a:gdLst>
                      <a:gd name="connsiteX0" fmla="*/ 14201 w 18067"/>
                      <a:gd name="connsiteY0" fmla="*/ 10195 h 26356"/>
                      <a:gd name="connsiteX1" fmla="*/ 16443 w 18067"/>
                      <a:gd name="connsiteY1" fmla="*/ 26012 h 26356"/>
                      <a:gd name="connsiteX2" fmla="*/ 3866 w 18067"/>
                      <a:gd name="connsiteY2" fmla="*/ 16162 h 26356"/>
                      <a:gd name="connsiteX3" fmla="*/ 1624 w 18067"/>
                      <a:gd name="connsiteY3" fmla="*/ 345 h 26356"/>
                      <a:gd name="connsiteX4" fmla="*/ 14201 w 18067"/>
                      <a:gd name="connsiteY4" fmla="*/ 10195 h 26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67" h="26356">
                        <a:moveTo>
                          <a:pt x="14201" y="10195"/>
                        </a:moveTo>
                        <a:cubicBezTo>
                          <a:pt x="18293" y="17285"/>
                          <a:pt x="19296" y="24366"/>
                          <a:pt x="16443" y="26012"/>
                        </a:cubicBezTo>
                        <a:cubicBezTo>
                          <a:pt x="13591" y="27659"/>
                          <a:pt x="7959" y="23247"/>
                          <a:pt x="3866" y="16162"/>
                        </a:cubicBezTo>
                        <a:cubicBezTo>
                          <a:pt x="-226" y="9072"/>
                          <a:pt x="-1228" y="1991"/>
                          <a:pt x="1624" y="345"/>
                        </a:cubicBezTo>
                        <a:cubicBezTo>
                          <a:pt x="4481" y="-1302"/>
                          <a:pt x="10109" y="3105"/>
                          <a:pt x="14201" y="10195"/>
                        </a:cubicBezTo>
                        <a:close/>
                      </a:path>
                    </a:pathLst>
                  </a:custGeom>
                  <a:solidFill>
                    <a:srgbClr val="17202F"/>
                  </a:solidFill>
                  <a:ln w="4839" cap="flat">
                    <a:noFill/>
                    <a:prstDash val="solid"/>
                    <a:miter/>
                  </a:ln>
                </p:spPr>
                <p:txBody>
                  <a:bodyPr rtlCol="0" anchor="ctr"/>
                  <a:lstStyle/>
                  <a:p>
                    <a:endParaRPr lang="vi-VN"/>
                  </a:p>
                </p:txBody>
              </p:sp>
              <p:sp>
                <p:nvSpPr>
                  <p:cNvPr id="767" name="Freeform: Shape 766">
                    <a:extLst>
                      <a:ext uri="{FF2B5EF4-FFF2-40B4-BE49-F238E27FC236}">
                        <a16:creationId xmlns:a16="http://schemas.microsoft.com/office/drawing/2014/main" id="{AF76D7DF-91F4-EBD1-2DE3-289649B2EBE8}"/>
                      </a:ext>
                    </a:extLst>
                  </p:cNvPr>
                  <p:cNvSpPr/>
                  <p:nvPr/>
                </p:nvSpPr>
                <p:spPr>
                  <a:xfrm>
                    <a:off x="2513440" y="4667507"/>
                    <a:ext cx="49085" cy="353597"/>
                  </a:xfrm>
                  <a:custGeom>
                    <a:avLst/>
                    <a:gdLst>
                      <a:gd name="connsiteX0" fmla="*/ 29808 w 49085"/>
                      <a:gd name="connsiteY0" fmla="*/ 392 h 353597"/>
                      <a:gd name="connsiteX1" fmla="*/ 26626 w 49085"/>
                      <a:gd name="connsiteY1" fmla="*/ 4833 h 353597"/>
                      <a:gd name="connsiteX2" fmla="*/ 41392 w 49085"/>
                      <a:gd name="connsiteY2" fmla="*/ 54114 h 353597"/>
                      <a:gd name="connsiteX3" fmla="*/ 34002 w 49085"/>
                      <a:gd name="connsiteY3" fmla="*/ 124966 h 353597"/>
                      <a:gd name="connsiteX4" fmla="*/ 12238 w 49085"/>
                      <a:gd name="connsiteY4" fmla="*/ 267444 h 353597"/>
                      <a:gd name="connsiteX5" fmla="*/ 63 w 49085"/>
                      <a:gd name="connsiteY5" fmla="*/ 348093 h 353597"/>
                      <a:gd name="connsiteX6" fmla="*/ 9594 w 49085"/>
                      <a:gd name="connsiteY6" fmla="*/ 349710 h 353597"/>
                      <a:gd name="connsiteX7" fmla="*/ 31009 w 49085"/>
                      <a:gd name="connsiteY7" fmla="*/ 199963 h 353597"/>
                      <a:gd name="connsiteX8" fmla="*/ 48986 w 49085"/>
                      <a:gd name="connsiteY8" fmla="*/ 53591 h 353597"/>
                      <a:gd name="connsiteX9" fmla="*/ 29808 w 49085"/>
                      <a:gd name="connsiteY9" fmla="*/ 392 h 353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085" h="353597">
                        <a:moveTo>
                          <a:pt x="29808" y="392"/>
                        </a:moveTo>
                        <a:cubicBezTo>
                          <a:pt x="27149" y="-1269"/>
                          <a:pt x="24370" y="2760"/>
                          <a:pt x="26626" y="4833"/>
                        </a:cubicBezTo>
                        <a:cubicBezTo>
                          <a:pt x="40380" y="17463"/>
                          <a:pt x="42032" y="36496"/>
                          <a:pt x="41392" y="54114"/>
                        </a:cubicBezTo>
                        <a:cubicBezTo>
                          <a:pt x="40540" y="77830"/>
                          <a:pt x="37358" y="101497"/>
                          <a:pt x="34002" y="124966"/>
                        </a:cubicBezTo>
                        <a:cubicBezTo>
                          <a:pt x="27193" y="172528"/>
                          <a:pt x="19541" y="219959"/>
                          <a:pt x="12238" y="267444"/>
                        </a:cubicBezTo>
                        <a:cubicBezTo>
                          <a:pt x="8102" y="294317"/>
                          <a:pt x="4121" y="321210"/>
                          <a:pt x="63" y="348093"/>
                        </a:cubicBezTo>
                        <a:cubicBezTo>
                          <a:pt x="-862" y="354238"/>
                          <a:pt x="8698" y="355875"/>
                          <a:pt x="9594" y="349710"/>
                        </a:cubicBezTo>
                        <a:cubicBezTo>
                          <a:pt x="16848" y="299809"/>
                          <a:pt x="23997" y="249898"/>
                          <a:pt x="31009" y="199963"/>
                        </a:cubicBezTo>
                        <a:cubicBezTo>
                          <a:pt x="37823" y="151413"/>
                          <a:pt x="47301" y="102684"/>
                          <a:pt x="48986" y="53591"/>
                        </a:cubicBezTo>
                        <a:cubicBezTo>
                          <a:pt x="49645" y="34626"/>
                          <a:pt x="47456" y="11414"/>
                          <a:pt x="29808" y="392"/>
                        </a:cubicBezTo>
                        <a:close/>
                      </a:path>
                    </a:pathLst>
                  </a:custGeom>
                  <a:solidFill>
                    <a:srgbClr val="17202F"/>
                  </a:solidFill>
                  <a:ln w="4839" cap="flat">
                    <a:noFill/>
                    <a:prstDash val="solid"/>
                    <a:miter/>
                  </a:ln>
                </p:spPr>
                <p:txBody>
                  <a:bodyPr rtlCol="0" anchor="ctr"/>
                  <a:lstStyle/>
                  <a:p>
                    <a:endParaRPr lang="vi-VN"/>
                  </a:p>
                </p:txBody>
              </p:sp>
              <p:grpSp>
                <p:nvGrpSpPr>
                  <p:cNvPr id="768" name="Graphic 1991">
                    <a:extLst>
                      <a:ext uri="{FF2B5EF4-FFF2-40B4-BE49-F238E27FC236}">
                        <a16:creationId xmlns:a16="http://schemas.microsoft.com/office/drawing/2014/main" id="{DC6647FD-C20E-158B-FE6D-4395E1FB6D77}"/>
                      </a:ext>
                    </a:extLst>
                  </p:cNvPr>
                  <p:cNvGrpSpPr/>
                  <p:nvPr/>
                </p:nvGrpSpPr>
                <p:grpSpPr>
                  <a:xfrm>
                    <a:off x="2455131" y="5017213"/>
                    <a:ext cx="82435" cy="112147"/>
                    <a:chOff x="2455131" y="5017213"/>
                    <a:chExt cx="82435" cy="112147"/>
                  </a:xfrm>
                </p:grpSpPr>
                <p:grpSp>
                  <p:nvGrpSpPr>
                    <p:cNvPr id="774" name="Graphic 1991">
                      <a:extLst>
                        <a:ext uri="{FF2B5EF4-FFF2-40B4-BE49-F238E27FC236}">
                          <a16:creationId xmlns:a16="http://schemas.microsoft.com/office/drawing/2014/main" id="{45B54FC3-04F0-086B-B4A2-881B96071DA2}"/>
                        </a:ext>
                      </a:extLst>
                    </p:cNvPr>
                    <p:cNvGrpSpPr/>
                    <p:nvPr/>
                  </p:nvGrpSpPr>
                  <p:grpSpPr>
                    <a:xfrm>
                      <a:off x="2455131" y="5017213"/>
                      <a:ext cx="82435" cy="112147"/>
                      <a:chOff x="2455131" y="5017213"/>
                      <a:chExt cx="82435" cy="112147"/>
                    </a:xfrm>
                  </p:grpSpPr>
                  <p:sp>
                    <p:nvSpPr>
                      <p:cNvPr id="778" name="Freeform: Shape 777">
                        <a:extLst>
                          <a:ext uri="{FF2B5EF4-FFF2-40B4-BE49-F238E27FC236}">
                            <a16:creationId xmlns:a16="http://schemas.microsoft.com/office/drawing/2014/main" id="{457D8529-996D-E8DF-D09D-A56C7A720ADC}"/>
                          </a:ext>
                        </a:extLst>
                      </p:cNvPr>
                      <p:cNvSpPr/>
                      <p:nvPr/>
                    </p:nvSpPr>
                    <p:spPr>
                      <a:xfrm>
                        <a:off x="2455131" y="5017213"/>
                        <a:ext cx="79495" cy="112147"/>
                      </a:xfrm>
                      <a:custGeom>
                        <a:avLst/>
                        <a:gdLst>
                          <a:gd name="connsiteX0" fmla="*/ 0 w 79495"/>
                          <a:gd name="connsiteY0" fmla="*/ 7870 h 112147"/>
                          <a:gd name="connsiteX1" fmla="*/ 67907 w 79495"/>
                          <a:gd name="connsiteY1" fmla="*/ 0 h 112147"/>
                          <a:gd name="connsiteX2" fmla="*/ 78581 w 79495"/>
                          <a:gd name="connsiteY2" fmla="*/ 112147 h 112147"/>
                          <a:gd name="connsiteX3" fmla="*/ 0 w 79495"/>
                          <a:gd name="connsiteY3" fmla="*/ 112147 h 112147"/>
                          <a:gd name="connsiteX4" fmla="*/ 0 w 79495"/>
                          <a:gd name="connsiteY4" fmla="*/ 7870 h 112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95" h="112147">
                            <a:moveTo>
                              <a:pt x="0" y="7870"/>
                            </a:moveTo>
                            <a:cubicBezTo>
                              <a:pt x="9439" y="5410"/>
                              <a:pt x="67907" y="0"/>
                              <a:pt x="67907" y="0"/>
                            </a:cubicBezTo>
                            <a:cubicBezTo>
                              <a:pt x="67907" y="0"/>
                              <a:pt x="83351" y="112147"/>
                              <a:pt x="78581" y="112147"/>
                            </a:cubicBezTo>
                            <a:cubicBezTo>
                              <a:pt x="73811" y="112147"/>
                              <a:pt x="0" y="112147"/>
                              <a:pt x="0" y="112147"/>
                            </a:cubicBezTo>
                            <a:lnTo>
                              <a:pt x="0" y="7870"/>
                            </a:lnTo>
                            <a:close/>
                          </a:path>
                        </a:pathLst>
                      </a:custGeom>
                      <a:solidFill>
                        <a:srgbClr val="FFD255"/>
                      </a:solidFill>
                      <a:ln w="4839" cap="flat">
                        <a:noFill/>
                        <a:prstDash val="solid"/>
                        <a:miter/>
                      </a:ln>
                    </p:spPr>
                    <p:txBody>
                      <a:bodyPr rtlCol="0" anchor="ctr"/>
                      <a:lstStyle/>
                      <a:p>
                        <a:endParaRPr lang="vi-VN"/>
                      </a:p>
                    </p:txBody>
                  </p:sp>
                  <p:sp>
                    <p:nvSpPr>
                      <p:cNvPr id="779" name="Freeform: Shape 778">
                        <a:extLst>
                          <a:ext uri="{FF2B5EF4-FFF2-40B4-BE49-F238E27FC236}">
                            <a16:creationId xmlns:a16="http://schemas.microsoft.com/office/drawing/2014/main" id="{085D6D8A-C9B4-CF7D-CAA6-DD2E218C152B}"/>
                          </a:ext>
                        </a:extLst>
                      </p:cNvPr>
                      <p:cNvSpPr/>
                      <p:nvPr/>
                    </p:nvSpPr>
                    <p:spPr>
                      <a:xfrm>
                        <a:off x="2455131" y="5025082"/>
                        <a:ext cx="82435" cy="104277"/>
                      </a:xfrm>
                      <a:custGeom>
                        <a:avLst/>
                        <a:gdLst>
                          <a:gd name="connsiteX0" fmla="*/ 0 w 82435"/>
                          <a:gd name="connsiteY0" fmla="*/ 0 h 104277"/>
                          <a:gd name="connsiteX1" fmla="*/ 82436 w 82435"/>
                          <a:gd name="connsiteY1" fmla="*/ 104277 h 104277"/>
                          <a:gd name="connsiteX2" fmla="*/ 0 w 82435"/>
                          <a:gd name="connsiteY2" fmla="*/ 104277 h 104277"/>
                        </a:gdLst>
                        <a:ahLst/>
                        <a:cxnLst>
                          <a:cxn ang="0">
                            <a:pos x="connsiteX0" y="connsiteY0"/>
                          </a:cxn>
                          <a:cxn ang="0">
                            <a:pos x="connsiteX1" y="connsiteY1"/>
                          </a:cxn>
                          <a:cxn ang="0">
                            <a:pos x="connsiteX2" y="connsiteY2"/>
                          </a:cxn>
                        </a:cxnLst>
                        <a:rect l="l" t="t" r="r" b="b"/>
                        <a:pathLst>
                          <a:path w="82435" h="104277">
                            <a:moveTo>
                              <a:pt x="0" y="0"/>
                            </a:moveTo>
                            <a:lnTo>
                              <a:pt x="82436" y="104277"/>
                            </a:lnTo>
                            <a:lnTo>
                              <a:pt x="0" y="104277"/>
                            </a:lnTo>
                            <a:close/>
                          </a:path>
                        </a:pathLst>
                      </a:custGeom>
                      <a:solidFill>
                        <a:srgbClr val="FFD255">
                          <a:alpha val="39000"/>
                        </a:srgbClr>
                      </a:solidFill>
                      <a:ln w="4839" cap="flat">
                        <a:noFill/>
                        <a:prstDash val="solid"/>
                        <a:miter/>
                      </a:ln>
                    </p:spPr>
                    <p:txBody>
                      <a:bodyPr rtlCol="0" anchor="ctr"/>
                      <a:lstStyle/>
                      <a:p>
                        <a:endParaRPr lang="vi-VN"/>
                      </a:p>
                    </p:txBody>
                  </p:sp>
                </p:grpSp>
                <p:sp>
                  <p:nvSpPr>
                    <p:cNvPr id="775" name="Freeform: Shape 774">
                      <a:extLst>
                        <a:ext uri="{FF2B5EF4-FFF2-40B4-BE49-F238E27FC236}">
                          <a16:creationId xmlns:a16="http://schemas.microsoft.com/office/drawing/2014/main" id="{7620C66D-B179-CF8B-2A7F-D9CDD69FC0CD}"/>
                        </a:ext>
                      </a:extLst>
                    </p:cNvPr>
                    <p:cNvSpPr/>
                    <p:nvPr/>
                  </p:nvSpPr>
                  <p:spPr>
                    <a:xfrm>
                      <a:off x="2468895" y="5037901"/>
                      <a:ext cx="44549" cy="39726"/>
                    </a:xfrm>
                    <a:custGeom>
                      <a:avLst/>
                      <a:gdLst>
                        <a:gd name="connsiteX0" fmla="*/ 37876 w 44549"/>
                        <a:gd name="connsiteY0" fmla="*/ 0 h 39726"/>
                        <a:gd name="connsiteX1" fmla="*/ 44550 w 44549"/>
                        <a:gd name="connsiteY1" fmla="*/ 35387 h 39726"/>
                        <a:gd name="connsiteX2" fmla="*/ 0 w 44549"/>
                        <a:gd name="connsiteY2" fmla="*/ 39726 h 39726"/>
                        <a:gd name="connsiteX3" fmla="*/ 0 w 44549"/>
                        <a:gd name="connsiteY3" fmla="*/ 0 h 39726"/>
                      </a:gdLst>
                      <a:ahLst/>
                      <a:cxnLst>
                        <a:cxn ang="0">
                          <a:pos x="connsiteX0" y="connsiteY0"/>
                        </a:cxn>
                        <a:cxn ang="0">
                          <a:pos x="connsiteX1" y="connsiteY1"/>
                        </a:cxn>
                        <a:cxn ang="0">
                          <a:pos x="connsiteX2" y="connsiteY2"/>
                        </a:cxn>
                        <a:cxn ang="0">
                          <a:pos x="connsiteX3" y="connsiteY3"/>
                        </a:cxn>
                      </a:cxnLst>
                      <a:rect l="l" t="t" r="r" b="b"/>
                      <a:pathLst>
                        <a:path w="44549" h="39726">
                          <a:moveTo>
                            <a:pt x="37876" y="0"/>
                          </a:moveTo>
                          <a:lnTo>
                            <a:pt x="44550" y="35387"/>
                          </a:lnTo>
                          <a:lnTo>
                            <a:pt x="0" y="39726"/>
                          </a:lnTo>
                          <a:lnTo>
                            <a:pt x="0" y="0"/>
                          </a:lnTo>
                          <a:close/>
                        </a:path>
                      </a:pathLst>
                    </a:custGeom>
                    <a:solidFill>
                      <a:srgbClr val="97A43B"/>
                    </a:solidFill>
                    <a:ln w="4839" cap="flat">
                      <a:noFill/>
                      <a:prstDash val="solid"/>
                      <a:miter/>
                    </a:ln>
                  </p:spPr>
                  <p:txBody>
                    <a:bodyPr rtlCol="0" anchor="ctr"/>
                    <a:lstStyle/>
                    <a:p>
                      <a:endParaRPr lang="vi-VN"/>
                    </a:p>
                  </p:txBody>
                </p:sp>
                <p:sp>
                  <p:nvSpPr>
                    <p:cNvPr id="776" name="Freeform: Shape 775">
                      <a:extLst>
                        <a:ext uri="{FF2B5EF4-FFF2-40B4-BE49-F238E27FC236}">
                          <a16:creationId xmlns:a16="http://schemas.microsoft.com/office/drawing/2014/main" id="{D9ED847A-48B1-32B8-E4D7-139D84EA43C6}"/>
                        </a:ext>
                      </a:extLst>
                    </p:cNvPr>
                    <p:cNvSpPr/>
                    <p:nvPr/>
                  </p:nvSpPr>
                  <p:spPr>
                    <a:xfrm>
                      <a:off x="2471275" y="5092990"/>
                      <a:ext cx="46291" cy="8661"/>
                    </a:xfrm>
                    <a:custGeom>
                      <a:avLst/>
                      <a:gdLst>
                        <a:gd name="connsiteX0" fmla="*/ 45027 w 46291"/>
                        <a:gd name="connsiteY0" fmla="*/ 552 h 8661"/>
                        <a:gd name="connsiteX1" fmla="*/ 40368 w 46291"/>
                        <a:gd name="connsiteY1" fmla="*/ 208 h 8661"/>
                        <a:gd name="connsiteX2" fmla="*/ 36431 w 46291"/>
                        <a:gd name="connsiteY2" fmla="*/ 295 h 8661"/>
                        <a:gd name="connsiteX3" fmla="*/ 26188 w 46291"/>
                        <a:gd name="connsiteY3" fmla="*/ 3540 h 8661"/>
                        <a:gd name="connsiteX4" fmla="*/ 24057 w 46291"/>
                        <a:gd name="connsiteY4" fmla="*/ 4203 h 8661"/>
                        <a:gd name="connsiteX5" fmla="*/ 21723 w 46291"/>
                        <a:gd name="connsiteY5" fmla="*/ 3264 h 8661"/>
                        <a:gd name="connsiteX6" fmla="*/ 18333 w 46291"/>
                        <a:gd name="connsiteY6" fmla="*/ 2978 h 8661"/>
                        <a:gd name="connsiteX7" fmla="*/ 9853 w 46291"/>
                        <a:gd name="connsiteY7" fmla="*/ 3104 h 8661"/>
                        <a:gd name="connsiteX8" fmla="*/ 7799 w 46291"/>
                        <a:gd name="connsiteY8" fmla="*/ 2426 h 8661"/>
                        <a:gd name="connsiteX9" fmla="*/ 5513 w 46291"/>
                        <a:gd name="connsiteY9" fmla="*/ 5409 h 8661"/>
                        <a:gd name="connsiteX10" fmla="*/ 3475 w 46291"/>
                        <a:gd name="connsiteY10" fmla="*/ 6058 h 8661"/>
                        <a:gd name="connsiteX11" fmla="*/ 2574 w 46291"/>
                        <a:gd name="connsiteY11" fmla="*/ 4329 h 8661"/>
                        <a:gd name="connsiteX12" fmla="*/ 995 w 46291"/>
                        <a:gd name="connsiteY12" fmla="*/ 2634 h 8661"/>
                        <a:gd name="connsiteX13" fmla="*/ 2937 w 46291"/>
                        <a:gd name="connsiteY13" fmla="*/ 8494 h 8661"/>
                        <a:gd name="connsiteX14" fmla="*/ 8676 w 46291"/>
                        <a:gd name="connsiteY14" fmla="*/ 5414 h 8661"/>
                        <a:gd name="connsiteX15" fmla="*/ 13499 w 46291"/>
                        <a:gd name="connsiteY15" fmla="*/ 6751 h 8661"/>
                        <a:gd name="connsiteX16" fmla="*/ 19737 w 46291"/>
                        <a:gd name="connsiteY16" fmla="*/ 5027 h 8661"/>
                        <a:gd name="connsiteX17" fmla="*/ 24730 w 46291"/>
                        <a:gd name="connsiteY17" fmla="*/ 6295 h 8661"/>
                        <a:gd name="connsiteX18" fmla="*/ 31743 w 46291"/>
                        <a:gd name="connsiteY18" fmla="*/ 4092 h 8661"/>
                        <a:gd name="connsiteX19" fmla="*/ 39666 w 46291"/>
                        <a:gd name="connsiteY19" fmla="*/ 2339 h 8661"/>
                        <a:gd name="connsiteX20" fmla="*/ 46257 w 46291"/>
                        <a:gd name="connsiteY20" fmla="*/ 1428 h 8661"/>
                        <a:gd name="connsiteX21" fmla="*/ 45027 w 46291"/>
                        <a:gd name="connsiteY21" fmla="*/ 552 h 8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291" h="8661">
                          <a:moveTo>
                            <a:pt x="45027" y="552"/>
                          </a:moveTo>
                          <a:cubicBezTo>
                            <a:pt x="43719" y="1714"/>
                            <a:pt x="41830" y="542"/>
                            <a:pt x="40368" y="208"/>
                          </a:cubicBezTo>
                          <a:cubicBezTo>
                            <a:pt x="39002" y="-107"/>
                            <a:pt x="37796" y="-53"/>
                            <a:pt x="36431" y="295"/>
                          </a:cubicBezTo>
                          <a:cubicBezTo>
                            <a:pt x="32977" y="1177"/>
                            <a:pt x="29583" y="2460"/>
                            <a:pt x="26188" y="3540"/>
                          </a:cubicBezTo>
                          <a:cubicBezTo>
                            <a:pt x="25592" y="3729"/>
                            <a:pt x="24691" y="4165"/>
                            <a:pt x="24057" y="4203"/>
                          </a:cubicBezTo>
                          <a:cubicBezTo>
                            <a:pt x="23069" y="4262"/>
                            <a:pt x="22522" y="3617"/>
                            <a:pt x="21723" y="3264"/>
                          </a:cubicBezTo>
                          <a:cubicBezTo>
                            <a:pt x="20638" y="2784"/>
                            <a:pt x="19485" y="2765"/>
                            <a:pt x="18333" y="2978"/>
                          </a:cubicBezTo>
                          <a:cubicBezTo>
                            <a:pt x="16923" y="3240"/>
                            <a:pt x="9887" y="6581"/>
                            <a:pt x="9853" y="3104"/>
                          </a:cubicBezTo>
                          <a:cubicBezTo>
                            <a:pt x="9843" y="2048"/>
                            <a:pt x="8419" y="1424"/>
                            <a:pt x="7799" y="2426"/>
                          </a:cubicBezTo>
                          <a:cubicBezTo>
                            <a:pt x="7150" y="3472"/>
                            <a:pt x="6477" y="4615"/>
                            <a:pt x="5513" y="5409"/>
                          </a:cubicBezTo>
                          <a:cubicBezTo>
                            <a:pt x="4952" y="5874"/>
                            <a:pt x="4269" y="6329"/>
                            <a:pt x="3475" y="6058"/>
                          </a:cubicBezTo>
                          <a:cubicBezTo>
                            <a:pt x="2961" y="5884"/>
                            <a:pt x="2017" y="4906"/>
                            <a:pt x="2574" y="4329"/>
                          </a:cubicBezTo>
                          <a:cubicBezTo>
                            <a:pt x="3605" y="3259"/>
                            <a:pt x="2104" y="1622"/>
                            <a:pt x="995" y="2634"/>
                          </a:cubicBezTo>
                          <a:cubicBezTo>
                            <a:pt x="-1141" y="4581"/>
                            <a:pt x="467" y="7763"/>
                            <a:pt x="2937" y="8494"/>
                          </a:cubicBezTo>
                          <a:cubicBezTo>
                            <a:pt x="5421" y="9230"/>
                            <a:pt x="7368" y="7409"/>
                            <a:pt x="8676" y="5414"/>
                          </a:cubicBezTo>
                          <a:cubicBezTo>
                            <a:pt x="9848" y="6576"/>
                            <a:pt x="11795" y="6974"/>
                            <a:pt x="13499" y="6751"/>
                          </a:cubicBezTo>
                          <a:cubicBezTo>
                            <a:pt x="15625" y="6475"/>
                            <a:pt x="17563" y="4949"/>
                            <a:pt x="19737" y="5027"/>
                          </a:cubicBezTo>
                          <a:cubicBezTo>
                            <a:pt x="21761" y="5099"/>
                            <a:pt x="22527" y="6823"/>
                            <a:pt x="24730" y="6295"/>
                          </a:cubicBezTo>
                          <a:cubicBezTo>
                            <a:pt x="27093" y="5729"/>
                            <a:pt x="29423" y="4823"/>
                            <a:pt x="31743" y="4092"/>
                          </a:cubicBezTo>
                          <a:cubicBezTo>
                            <a:pt x="34179" y="3327"/>
                            <a:pt x="37089" y="1864"/>
                            <a:pt x="39666" y="2339"/>
                          </a:cubicBezTo>
                          <a:cubicBezTo>
                            <a:pt x="41700" y="2712"/>
                            <a:pt x="45327" y="4387"/>
                            <a:pt x="46257" y="1428"/>
                          </a:cubicBezTo>
                          <a:cubicBezTo>
                            <a:pt x="46475" y="712"/>
                            <a:pt x="45627" y="14"/>
                            <a:pt x="45027" y="552"/>
                          </a:cubicBezTo>
                          <a:close/>
                        </a:path>
                      </a:pathLst>
                    </a:custGeom>
                    <a:solidFill>
                      <a:srgbClr val="97A43B"/>
                    </a:solidFill>
                    <a:ln w="4839" cap="flat">
                      <a:noFill/>
                      <a:prstDash val="solid"/>
                      <a:miter/>
                    </a:ln>
                  </p:spPr>
                  <p:txBody>
                    <a:bodyPr rtlCol="0" anchor="ctr"/>
                    <a:lstStyle/>
                    <a:p>
                      <a:endParaRPr lang="vi-VN"/>
                    </a:p>
                  </p:txBody>
                </p:sp>
                <p:sp>
                  <p:nvSpPr>
                    <p:cNvPr id="777" name="Freeform: Shape 776">
                      <a:extLst>
                        <a:ext uri="{FF2B5EF4-FFF2-40B4-BE49-F238E27FC236}">
                          <a16:creationId xmlns:a16="http://schemas.microsoft.com/office/drawing/2014/main" id="{BB4DBE3B-F981-2903-2B88-C1B9618520F6}"/>
                        </a:ext>
                      </a:extLst>
                    </p:cNvPr>
                    <p:cNvSpPr/>
                    <p:nvPr/>
                  </p:nvSpPr>
                  <p:spPr>
                    <a:xfrm>
                      <a:off x="2472366" y="5107057"/>
                      <a:ext cx="44716" cy="8773"/>
                    </a:xfrm>
                    <a:custGeom>
                      <a:avLst/>
                      <a:gdLst>
                        <a:gd name="connsiteX0" fmla="*/ 43689 w 44716"/>
                        <a:gd name="connsiteY0" fmla="*/ 2951 h 8773"/>
                        <a:gd name="connsiteX1" fmla="*/ 25688 w 44716"/>
                        <a:gd name="connsiteY1" fmla="*/ 2926 h 8773"/>
                        <a:gd name="connsiteX2" fmla="*/ 16932 w 44716"/>
                        <a:gd name="connsiteY2" fmla="*/ 3081 h 8773"/>
                        <a:gd name="connsiteX3" fmla="*/ 11290 w 44716"/>
                        <a:gd name="connsiteY3" fmla="*/ 544 h 8773"/>
                        <a:gd name="connsiteX4" fmla="*/ 9435 w 44716"/>
                        <a:gd name="connsiteY4" fmla="*/ 258 h 8773"/>
                        <a:gd name="connsiteX5" fmla="*/ 5478 w 44716"/>
                        <a:gd name="connsiteY5" fmla="*/ 3972 h 8773"/>
                        <a:gd name="connsiteX6" fmla="*/ 4243 w 44716"/>
                        <a:gd name="connsiteY6" fmla="*/ 5130 h 8773"/>
                        <a:gd name="connsiteX7" fmla="*/ 2708 w 44716"/>
                        <a:gd name="connsiteY7" fmla="*/ 5299 h 8773"/>
                        <a:gd name="connsiteX8" fmla="*/ 3144 w 44716"/>
                        <a:gd name="connsiteY8" fmla="*/ 3009 h 8773"/>
                        <a:gd name="connsiteX9" fmla="*/ 1662 w 44716"/>
                        <a:gd name="connsiteY9" fmla="*/ 1740 h 8773"/>
                        <a:gd name="connsiteX10" fmla="*/ 2006 w 44716"/>
                        <a:gd name="connsiteY10" fmla="*/ 8636 h 8773"/>
                        <a:gd name="connsiteX11" fmla="*/ 5498 w 44716"/>
                        <a:gd name="connsiteY11" fmla="*/ 7498 h 8773"/>
                        <a:gd name="connsiteX12" fmla="*/ 10055 w 44716"/>
                        <a:gd name="connsiteY12" fmla="*/ 3280 h 8773"/>
                        <a:gd name="connsiteX13" fmla="*/ 22550 w 44716"/>
                        <a:gd name="connsiteY13" fmla="*/ 5764 h 8773"/>
                        <a:gd name="connsiteX14" fmla="*/ 32603 w 44716"/>
                        <a:gd name="connsiteY14" fmla="*/ 5605 h 8773"/>
                        <a:gd name="connsiteX15" fmla="*/ 43849 w 44716"/>
                        <a:gd name="connsiteY15" fmla="*/ 5154 h 8773"/>
                        <a:gd name="connsiteX16" fmla="*/ 43689 w 44716"/>
                        <a:gd name="connsiteY16" fmla="*/ 2951 h 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716" h="8773">
                          <a:moveTo>
                            <a:pt x="43689" y="2951"/>
                          </a:moveTo>
                          <a:cubicBezTo>
                            <a:pt x="37785" y="2335"/>
                            <a:pt x="31625" y="2844"/>
                            <a:pt x="25688" y="2926"/>
                          </a:cubicBezTo>
                          <a:cubicBezTo>
                            <a:pt x="22777" y="2965"/>
                            <a:pt x="19837" y="3202"/>
                            <a:pt x="16932" y="3081"/>
                          </a:cubicBezTo>
                          <a:cubicBezTo>
                            <a:pt x="14728" y="2989"/>
                            <a:pt x="12447" y="2631"/>
                            <a:pt x="11290" y="544"/>
                          </a:cubicBezTo>
                          <a:cubicBezTo>
                            <a:pt x="10970" y="-33"/>
                            <a:pt x="9910" y="-188"/>
                            <a:pt x="9435" y="258"/>
                          </a:cubicBezTo>
                          <a:cubicBezTo>
                            <a:pt x="8118" y="1498"/>
                            <a:pt x="6796" y="2737"/>
                            <a:pt x="5478" y="3972"/>
                          </a:cubicBezTo>
                          <a:cubicBezTo>
                            <a:pt x="5067" y="4360"/>
                            <a:pt x="4660" y="4747"/>
                            <a:pt x="4243" y="5130"/>
                          </a:cubicBezTo>
                          <a:cubicBezTo>
                            <a:pt x="3444" y="6510"/>
                            <a:pt x="2931" y="6563"/>
                            <a:pt x="2708" y="5299"/>
                          </a:cubicBezTo>
                          <a:cubicBezTo>
                            <a:pt x="2084" y="4495"/>
                            <a:pt x="2229" y="3730"/>
                            <a:pt x="3144" y="3009"/>
                          </a:cubicBezTo>
                          <a:cubicBezTo>
                            <a:pt x="3808" y="1992"/>
                            <a:pt x="2447" y="718"/>
                            <a:pt x="1662" y="1740"/>
                          </a:cubicBezTo>
                          <a:cubicBezTo>
                            <a:pt x="175" y="3677"/>
                            <a:pt x="-1331" y="7493"/>
                            <a:pt x="2006" y="8636"/>
                          </a:cubicBezTo>
                          <a:cubicBezTo>
                            <a:pt x="3338" y="9091"/>
                            <a:pt x="4534" y="8336"/>
                            <a:pt x="5498" y="7498"/>
                          </a:cubicBezTo>
                          <a:cubicBezTo>
                            <a:pt x="7057" y="6142"/>
                            <a:pt x="8549" y="4699"/>
                            <a:pt x="10055" y="3280"/>
                          </a:cubicBezTo>
                          <a:cubicBezTo>
                            <a:pt x="12990" y="6452"/>
                            <a:pt x="18656" y="5789"/>
                            <a:pt x="22550" y="5764"/>
                          </a:cubicBezTo>
                          <a:cubicBezTo>
                            <a:pt x="25901" y="5745"/>
                            <a:pt x="29252" y="5667"/>
                            <a:pt x="32603" y="5605"/>
                          </a:cubicBezTo>
                          <a:cubicBezTo>
                            <a:pt x="36342" y="5532"/>
                            <a:pt x="40144" y="5667"/>
                            <a:pt x="43849" y="5154"/>
                          </a:cubicBezTo>
                          <a:cubicBezTo>
                            <a:pt x="45142" y="4980"/>
                            <a:pt x="44909" y="3077"/>
                            <a:pt x="43689" y="2951"/>
                          </a:cubicBezTo>
                          <a:close/>
                        </a:path>
                      </a:pathLst>
                    </a:custGeom>
                    <a:solidFill>
                      <a:srgbClr val="97A43B"/>
                    </a:solidFill>
                    <a:ln w="4839" cap="flat">
                      <a:noFill/>
                      <a:prstDash val="solid"/>
                      <a:miter/>
                    </a:ln>
                  </p:spPr>
                  <p:txBody>
                    <a:bodyPr rtlCol="0" anchor="ctr"/>
                    <a:lstStyle/>
                    <a:p>
                      <a:endParaRPr lang="vi-VN"/>
                    </a:p>
                  </p:txBody>
                </p:sp>
              </p:grpSp>
              <p:grpSp>
                <p:nvGrpSpPr>
                  <p:cNvPr id="769" name="Graphic 1991">
                    <a:extLst>
                      <a:ext uri="{FF2B5EF4-FFF2-40B4-BE49-F238E27FC236}">
                        <a16:creationId xmlns:a16="http://schemas.microsoft.com/office/drawing/2014/main" id="{B47A58D3-B628-8885-DE52-F0FC7008DBF8}"/>
                      </a:ext>
                    </a:extLst>
                  </p:cNvPr>
                  <p:cNvGrpSpPr/>
                  <p:nvPr/>
                </p:nvGrpSpPr>
                <p:grpSpPr>
                  <a:xfrm>
                    <a:off x="2276208" y="4438636"/>
                    <a:ext cx="170675" cy="250353"/>
                    <a:chOff x="2276208" y="4438636"/>
                    <a:chExt cx="170675" cy="250353"/>
                  </a:xfrm>
                  <a:solidFill>
                    <a:srgbClr val="D87D68"/>
                  </a:solidFill>
                </p:grpSpPr>
                <p:sp>
                  <p:nvSpPr>
                    <p:cNvPr id="772" name="Freeform: Shape 771">
                      <a:extLst>
                        <a:ext uri="{FF2B5EF4-FFF2-40B4-BE49-F238E27FC236}">
                          <a16:creationId xmlns:a16="http://schemas.microsoft.com/office/drawing/2014/main" id="{E2C19113-2B37-61AC-9712-DB3187B95229}"/>
                        </a:ext>
                      </a:extLst>
                    </p:cNvPr>
                    <p:cNvSpPr/>
                    <p:nvPr/>
                  </p:nvSpPr>
                  <p:spPr>
                    <a:xfrm>
                      <a:off x="2276208" y="4438636"/>
                      <a:ext cx="170675" cy="224046"/>
                    </a:xfrm>
                    <a:custGeom>
                      <a:avLst/>
                      <a:gdLst>
                        <a:gd name="connsiteX0" fmla="*/ 158713 w 170675"/>
                        <a:gd name="connsiteY0" fmla="*/ 42182 h 224046"/>
                        <a:gd name="connsiteX1" fmla="*/ 170675 w 170675"/>
                        <a:gd name="connsiteY1" fmla="*/ 14044 h 224046"/>
                        <a:gd name="connsiteX2" fmla="*/ 131104 w 170675"/>
                        <a:gd name="connsiteY2" fmla="*/ 0 h 224046"/>
                        <a:gd name="connsiteX3" fmla="*/ 114987 w 170675"/>
                        <a:gd name="connsiteY3" fmla="*/ 2455 h 224046"/>
                        <a:gd name="connsiteX4" fmla="*/ 22071 w 170675"/>
                        <a:gd name="connsiteY4" fmla="*/ 47959 h 224046"/>
                        <a:gd name="connsiteX5" fmla="*/ 9266 w 170675"/>
                        <a:gd name="connsiteY5" fmla="*/ 167400 h 224046"/>
                        <a:gd name="connsiteX6" fmla="*/ 35185 w 170675"/>
                        <a:gd name="connsiteY6" fmla="*/ 219935 h 224046"/>
                        <a:gd name="connsiteX7" fmla="*/ 40188 w 170675"/>
                        <a:gd name="connsiteY7" fmla="*/ 224047 h 224046"/>
                        <a:gd name="connsiteX8" fmla="*/ 101674 w 170675"/>
                        <a:gd name="connsiteY8" fmla="*/ 115164 h 224046"/>
                        <a:gd name="connsiteX9" fmla="*/ 158713 w 170675"/>
                        <a:gd name="connsiteY9" fmla="*/ 42182 h 224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675" h="224046">
                          <a:moveTo>
                            <a:pt x="158713" y="42182"/>
                          </a:moveTo>
                          <a:lnTo>
                            <a:pt x="170675" y="14044"/>
                          </a:lnTo>
                          <a:cubicBezTo>
                            <a:pt x="158089" y="6698"/>
                            <a:pt x="144751" y="2000"/>
                            <a:pt x="131104" y="0"/>
                          </a:cubicBezTo>
                          <a:cubicBezTo>
                            <a:pt x="123961" y="1148"/>
                            <a:pt x="117626" y="2131"/>
                            <a:pt x="114987" y="2455"/>
                          </a:cubicBezTo>
                          <a:cubicBezTo>
                            <a:pt x="107408" y="3371"/>
                            <a:pt x="23441" y="47242"/>
                            <a:pt x="22071" y="47959"/>
                          </a:cubicBezTo>
                          <a:cubicBezTo>
                            <a:pt x="-18488" y="101948"/>
                            <a:pt x="9266" y="167400"/>
                            <a:pt x="9266" y="167400"/>
                          </a:cubicBezTo>
                          <a:cubicBezTo>
                            <a:pt x="9266" y="167400"/>
                            <a:pt x="26439" y="214671"/>
                            <a:pt x="35185" y="219935"/>
                          </a:cubicBezTo>
                          <a:cubicBezTo>
                            <a:pt x="36881" y="220957"/>
                            <a:pt x="38566" y="222396"/>
                            <a:pt x="40188" y="224047"/>
                          </a:cubicBezTo>
                          <a:cubicBezTo>
                            <a:pt x="10152" y="176499"/>
                            <a:pt x="72210" y="134913"/>
                            <a:pt x="101674" y="115164"/>
                          </a:cubicBezTo>
                          <a:cubicBezTo>
                            <a:pt x="133366" y="93913"/>
                            <a:pt x="159580" y="44952"/>
                            <a:pt x="158713" y="42182"/>
                          </a:cubicBezTo>
                          <a:close/>
                        </a:path>
                      </a:pathLst>
                    </a:custGeom>
                    <a:solidFill>
                      <a:srgbClr val="D87D68"/>
                    </a:solidFill>
                    <a:ln w="4839" cap="flat">
                      <a:noFill/>
                      <a:prstDash val="solid"/>
                      <a:miter/>
                    </a:ln>
                  </p:spPr>
                  <p:txBody>
                    <a:bodyPr rtlCol="0" anchor="ctr"/>
                    <a:lstStyle/>
                    <a:p>
                      <a:endParaRPr lang="vi-VN"/>
                    </a:p>
                  </p:txBody>
                </p:sp>
                <p:sp>
                  <p:nvSpPr>
                    <p:cNvPr id="773" name="Freeform: Shape 772">
                      <a:extLst>
                        <a:ext uri="{FF2B5EF4-FFF2-40B4-BE49-F238E27FC236}">
                          <a16:creationId xmlns:a16="http://schemas.microsoft.com/office/drawing/2014/main" id="{8599A66A-F7B1-5F1F-DDC8-E8E55C2E151E}"/>
                        </a:ext>
                      </a:extLst>
                    </p:cNvPr>
                    <p:cNvSpPr/>
                    <p:nvPr/>
                  </p:nvSpPr>
                  <p:spPr>
                    <a:xfrm>
                      <a:off x="2324818" y="4673604"/>
                      <a:ext cx="7036" cy="15385"/>
                    </a:xfrm>
                    <a:custGeom>
                      <a:avLst/>
                      <a:gdLst>
                        <a:gd name="connsiteX0" fmla="*/ 0 w 7036"/>
                        <a:gd name="connsiteY0" fmla="*/ 0 h 15385"/>
                        <a:gd name="connsiteX1" fmla="*/ 3860 w 7036"/>
                        <a:gd name="connsiteY1" fmla="*/ 6523 h 15385"/>
                        <a:gd name="connsiteX2" fmla="*/ 6615 w 7036"/>
                        <a:gd name="connsiteY2" fmla="*/ 15386 h 15385"/>
                        <a:gd name="connsiteX3" fmla="*/ 0 w 7036"/>
                        <a:gd name="connsiteY3" fmla="*/ 0 h 15385"/>
                        <a:gd name="connsiteX4" fmla="*/ 0 w 7036"/>
                        <a:gd name="connsiteY4" fmla="*/ 0 h 15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6" h="15385">
                          <a:moveTo>
                            <a:pt x="0" y="0"/>
                          </a:moveTo>
                          <a:cubicBezTo>
                            <a:pt x="2363" y="3681"/>
                            <a:pt x="3860" y="6523"/>
                            <a:pt x="3860" y="6523"/>
                          </a:cubicBezTo>
                          <a:cubicBezTo>
                            <a:pt x="4669" y="9492"/>
                            <a:pt x="5598" y="12451"/>
                            <a:pt x="6615" y="15386"/>
                          </a:cubicBezTo>
                          <a:cubicBezTo>
                            <a:pt x="7976" y="11642"/>
                            <a:pt x="6107" y="6596"/>
                            <a:pt x="0" y="0"/>
                          </a:cubicBezTo>
                          <a:lnTo>
                            <a:pt x="0" y="0"/>
                          </a:lnTo>
                          <a:close/>
                        </a:path>
                      </a:pathLst>
                    </a:custGeom>
                    <a:solidFill>
                      <a:srgbClr val="D87D68"/>
                    </a:solidFill>
                    <a:ln w="4839" cap="flat">
                      <a:noFill/>
                      <a:prstDash val="solid"/>
                      <a:miter/>
                    </a:ln>
                  </p:spPr>
                  <p:txBody>
                    <a:bodyPr rtlCol="0" anchor="ctr"/>
                    <a:lstStyle/>
                    <a:p>
                      <a:endParaRPr lang="vi-VN"/>
                    </a:p>
                  </p:txBody>
                </p:sp>
              </p:grpSp>
              <p:sp>
                <p:nvSpPr>
                  <p:cNvPr id="770" name="Freeform: Shape 769">
                    <a:extLst>
                      <a:ext uri="{FF2B5EF4-FFF2-40B4-BE49-F238E27FC236}">
                        <a16:creationId xmlns:a16="http://schemas.microsoft.com/office/drawing/2014/main" id="{874080A5-2F1E-13CB-309F-D082E2151130}"/>
                      </a:ext>
                    </a:extLst>
                  </p:cNvPr>
                  <p:cNvSpPr/>
                  <p:nvPr/>
                </p:nvSpPr>
                <p:spPr>
                  <a:xfrm>
                    <a:off x="2220928" y="4395762"/>
                    <a:ext cx="313896" cy="244890"/>
                  </a:xfrm>
                  <a:custGeom>
                    <a:avLst/>
                    <a:gdLst>
                      <a:gd name="connsiteX0" fmla="*/ 220836 w 313896"/>
                      <a:gd name="connsiteY0" fmla="*/ 69370 h 244890"/>
                      <a:gd name="connsiteX1" fmla="*/ 131543 w 313896"/>
                      <a:gd name="connsiteY1" fmla="*/ 152144 h 244890"/>
                      <a:gd name="connsiteX2" fmla="*/ 57940 w 313896"/>
                      <a:gd name="connsiteY2" fmla="*/ 244891 h 244890"/>
                      <a:gd name="connsiteX3" fmla="*/ 19536 w 313896"/>
                      <a:gd name="connsiteY3" fmla="*/ 166654 h 244890"/>
                      <a:gd name="connsiteX4" fmla="*/ 0 w 313896"/>
                      <a:gd name="connsiteY4" fmla="*/ 185081 h 244890"/>
                      <a:gd name="connsiteX5" fmla="*/ 22369 w 313896"/>
                      <a:gd name="connsiteY5" fmla="*/ 102863 h 244890"/>
                      <a:gd name="connsiteX6" fmla="*/ 259676 w 313896"/>
                      <a:gd name="connsiteY6" fmla="*/ 16708 h 244890"/>
                      <a:gd name="connsiteX7" fmla="*/ 268820 w 313896"/>
                      <a:gd name="connsiteY7" fmla="*/ 0 h 244890"/>
                      <a:gd name="connsiteX8" fmla="*/ 266650 w 313896"/>
                      <a:gd name="connsiteY8" fmla="*/ 21139 h 244890"/>
                      <a:gd name="connsiteX9" fmla="*/ 296153 w 313896"/>
                      <a:gd name="connsiteY9" fmla="*/ 23241 h 244890"/>
                      <a:gd name="connsiteX10" fmla="*/ 273600 w 313896"/>
                      <a:gd name="connsiteY10" fmla="*/ 34854 h 244890"/>
                      <a:gd name="connsiteX11" fmla="*/ 313888 w 313896"/>
                      <a:gd name="connsiteY11" fmla="*/ 130933 h 244890"/>
                      <a:gd name="connsiteX12" fmla="*/ 307660 w 313896"/>
                      <a:gd name="connsiteY12" fmla="*/ 191590 h 244890"/>
                      <a:gd name="connsiteX13" fmla="*/ 275425 w 313896"/>
                      <a:gd name="connsiteY13" fmla="*/ 143703 h 244890"/>
                      <a:gd name="connsiteX14" fmla="*/ 238125 w 313896"/>
                      <a:gd name="connsiteY14" fmla="*/ 99938 h 244890"/>
                      <a:gd name="connsiteX15" fmla="*/ 223819 w 313896"/>
                      <a:gd name="connsiteY15" fmla="*/ 121687 h 244890"/>
                      <a:gd name="connsiteX16" fmla="*/ 220836 w 313896"/>
                      <a:gd name="connsiteY16" fmla="*/ 69370 h 24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3896" h="244890">
                        <a:moveTo>
                          <a:pt x="220836" y="69370"/>
                        </a:moveTo>
                        <a:cubicBezTo>
                          <a:pt x="220836" y="69370"/>
                          <a:pt x="182161" y="129480"/>
                          <a:pt x="131543" y="152144"/>
                        </a:cubicBezTo>
                        <a:cubicBezTo>
                          <a:pt x="80925" y="174809"/>
                          <a:pt x="56202" y="207562"/>
                          <a:pt x="57940" y="244891"/>
                        </a:cubicBezTo>
                        <a:cubicBezTo>
                          <a:pt x="57940" y="244891"/>
                          <a:pt x="8480" y="211024"/>
                          <a:pt x="19536" y="166654"/>
                        </a:cubicBezTo>
                        <a:cubicBezTo>
                          <a:pt x="19536" y="166654"/>
                          <a:pt x="4833" y="165143"/>
                          <a:pt x="0" y="185081"/>
                        </a:cubicBezTo>
                        <a:cubicBezTo>
                          <a:pt x="0" y="185081"/>
                          <a:pt x="3564" y="123223"/>
                          <a:pt x="22369" y="102863"/>
                        </a:cubicBezTo>
                        <a:cubicBezTo>
                          <a:pt x="22369" y="102863"/>
                          <a:pt x="70546" y="-40782"/>
                          <a:pt x="259676" y="16708"/>
                        </a:cubicBezTo>
                        <a:lnTo>
                          <a:pt x="268820" y="0"/>
                        </a:lnTo>
                        <a:lnTo>
                          <a:pt x="266650" y="21139"/>
                        </a:lnTo>
                        <a:cubicBezTo>
                          <a:pt x="266650" y="21139"/>
                          <a:pt x="288002" y="12185"/>
                          <a:pt x="296153" y="23241"/>
                        </a:cubicBezTo>
                        <a:cubicBezTo>
                          <a:pt x="296153" y="23241"/>
                          <a:pt x="275178" y="28520"/>
                          <a:pt x="273600" y="34854"/>
                        </a:cubicBezTo>
                        <a:cubicBezTo>
                          <a:pt x="273600" y="34854"/>
                          <a:pt x="314575" y="78997"/>
                          <a:pt x="313888" y="130933"/>
                        </a:cubicBezTo>
                        <a:cubicBezTo>
                          <a:pt x="313200" y="182868"/>
                          <a:pt x="307660" y="191590"/>
                          <a:pt x="307660" y="191590"/>
                        </a:cubicBezTo>
                        <a:cubicBezTo>
                          <a:pt x="307660" y="191590"/>
                          <a:pt x="294066" y="152115"/>
                          <a:pt x="275425" y="143703"/>
                        </a:cubicBezTo>
                        <a:cubicBezTo>
                          <a:pt x="256785" y="135291"/>
                          <a:pt x="238125" y="99938"/>
                          <a:pt x="238125" y="99938"/>
                        </a:cubicBezTo>
                        <a:cubicBezTo>
                          <a:pt x="238125" y="99938"/>
                          <a:pt x="236048" y="120157"/>
                          <a:pt x="223819" y="121687"/>
                        </a:cubicBezTo>
                        <a:cubicBezTo>
                          <a:pt x="211591" y="123213"/>
                          <a:pt x="232309" y="111411"/>
                          <a:pt x="220836" y="69370"/>
                        </a:cubicBezTo>
                        <a:close/>
                      </a:path>
                    </a:pathLst>
                  </a:custGeom>
                  <a:solidFill>
                    <a:srgbClr val="17202F"/>
                  </a:solidFill>
                  <a:ln w="4839" cap="flat">
                    <a:noFill/>
                    <a:prstDash val="solid"/>
                    <a:miter/>
                  </a:ln>
                </p:spPr>
                <p:txBody>
                  <a:bodyPr rtlCol="0" anchor="ctr"/>
                  <a:lstStyle/>
                  <a:p>
                    <a:endParaRPr lang="vi-VN"/>
                  </a:p>
                </p:txBody>
              </p:sp>
              <p:sp>
                <p:nvSpPr>
                  <p:cNvPr id="771" name="Freeform: Shape 770">
                    <a:extLst>
                      <a:ext uri="{FF2B5EF4-FFF2-40B4-BE49-F238E27FC236}">
                        <a16:creationId xmlns:a16="http://schemas.microsoft.com/office/drawing/2014/main" id="{A9F6015E-C3AF-51F1-FB14-7FE01152DA8B}"/>
                      </a:ext>
                    </a:extLst>
                  </p:cNvPr>
                  <p:cNvSpPr/>
                  <p:nvPr/>
                </p:nvSpPr>
                <p:spPr>
                  <a:xfrm>
                    <a:off x="2243298" y="4395757"/>
                    <a:ext cx="279314" cy="102863"/>
                  </a:xfrm>
                  <a:custGeom>
                    <a:avLst/>
                    <a:gdLst>
                      <a:gd name="connsiteX0" fmla="*/ 279314 w 279314"/>
                      <a:gd name="connsiteY0" fmla="*/ 78247 h 102863"/>
                      <a:gd name="connsiteX1" fmla="*/ 251230 w 279314"/>
                      <a:gd name="connsiteY1" fmla="*/ 34854 h 102863"/>
                      <a:gd name="connsiteX2" fmla="*/ 273784 w 279314"/>
                      <a:gd name="connsiteY2" fmla="*/ 23241 h 102863"/>
                      <a:gd name="connsiteX3" fmla="*/ 244281 w 279314"/>
                      <a:gd name="connsiteY3" fmla="*/ 21139 h 102863"/>
                      <a:gd name="connsiteX4" fmla="*/ 246450 w 279314"/>
                      <a:gd name="connsiteY4" fmla="*/ 0 h 102863"/>
                      <a:gd name="connsiteX5" fmla="*/ 237307 w 279314"/>
                      <a:gd name="connsiteY5" fmla="*/ 16708 h 102863"/>
                      <a:gd name="connsiteX6" fmla="*/ 0 w 279314"/>
                      <a:gd name="connsiteY6" fmla="*/ 102863 h 102863"/>
                      <a:gd name="connsiteX7" fmla="*/ 191624 w 279314"/>
                      <a:gd name="connsiteY7" fmla="*/ 28704 h 102863"/>
                      <a:gd name="connsiteX8" fmla="*/ 228522 w 279314"/>
                      <a:gd name="connsiteY8" fmla="*/ 41726 h 102863"/>
                      <a:gd name="connsiteX9" fmla="*/ 236285 w 279314"/>
                      <a:gd name="connsiteY9" fmla="*/ 31479 h 102863"/>
                      <a:gd name="connsiteX10" fmla="*/ 236285 w 279314"/>
                      <a:gd name="connsiteY10" fmla="*/ 42884 h 102863"/>
                      <a:gd name="connsiteX11" fmla="*/ 279314 w 279314"/>
                      <a:gd name="connsiteY11" fmla="*/ 78247 h 10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314" h="102863">
                        <a:moveTo>
                          <a:pt x="279314" y="78247"/>
                        </a:moveTo>
                        <a:cubicBezTo>
                          <a:pt x="267454" y="52342"/>
                          <a:pt x="251230" y="34854"/>
                          <a:pt x="251230" y="34854"/>
                        </a:cubicBezTo>
                        <a:cubicBezTo>
                          <a:pt x="252809" y="28515"/>
                          <a:pt x="273784" y="23241"/>
                          <a:pt x="273784" y="23241"/>
                        </a:cubicBezTo>
                        <a:cubicBezTo>
                          <a:pt x="265633" y="12190"/>
                          <a:pt x="244281" y="21139"/>
                          <a:pt x="244281" y="21139"/>
                        </a:cubicBezTo>
                        <a:lnTo>
                          <a:pt x="246450" y="0"/>
                        </a:lnTo>
                        <a:lnTo>
                          <a:pt x="237307" y="16708"/>
                        </a:lnTo>
                        <a:cubicBezTo>
                          <a:pt x="48177" y="-40782"/>
                          <a:pt x="0" y="102863"/>
                          <a:pt x="0" y="102863"/>
                        </a:cubicBezTo>
                        <a:cubicBezTo>
                          <a:pt x="0" y="102863"/>
                          <a:pt x="83588" y="988"/>
                          <a:pt x="191624" y="28704"/>
                        </a:cubicBezTo>
                        <a:lnTo>
                          <a:pt x="228522" y="41726"/>
                        </a:lnTo>
                        <a:lnTo>
                          <a:pt x="236285" y="31479"/>
                        </a:lnTo>
                        <a:lnTo>
                          <a:pt x="236285" y="42884"/>
                        </a:lnTo>
                        <a:cubicBezTo>
                          <a:pt x="236285" y="42879"/>
                          <a:pt x="262684" y="53010"/>
                          <a:pt x="279314" y="78247"/>
                        </a:cubicBezTo>
                        <a:close/>
                      </a:path>
                    </a:pathLst>
                  </a:custGeom>
                  <a:solidFill>
                    <a:srgbClr val="272C44"/>
                  </a:solidFill>
                  <a:ln w="4839" cap="flat">
                    <a:noFill/>
                    <a:prstDash val="solid"/>
                    <a:miter/>
                  </a:ln>
                </p:spPr>
                <p:txBody>
                  <a:bodyPr rtlCol="0" anchor="ctr"/>
                  <a:lstStyle/>
                  <a:p>
                    <a:endParaRPr lang="vi-VN"/>
                  </a:p>
                </p:txBody>
              </p:sp>
            </p:grpSp>
            <p:grpSp>
              <p:nvGrpSpPr>
                <p:cNvPr id="620" name="Graphic 1991">
                  <a:extLst>
                    <a:ext uri="{FF2B5EF4-FFF2-40B4-BE49-F238E27FC236}">
                      <a16:creationId xmlns:a16="http://schemas.microsoft.com/office/drawing/2014/main" id="{AF7DB08D-6596-CDD6-8DA6-FA8A6AD73382}"/>
                    </a:ext>
                  </a:extLst>
                </p:cNvPr>
                <p:cNvGrpSpPr/>
                <p:nvPr/>
              </p:nvGrpSpPr>
              <p:grpSpPr>
                <a:xfrm>
                  <a:off x="1156779" y="4494378"/>
                  <a:ext cx="1872700" cy="1442374"/>
                  <a:chOff x="1156779" y="4494378"/>
                  <a:chExt cx="1872700" cy="1442374"/>
                </a:xfrm>
              </p:grpSpPr>
              <p:grpSp>
                <p:nvGrpSpPr>
                  <p:cNvPr id="677" name="Graphic 1991">
                    <a:extLst>
                      <a:ext uri="{FF2B5EF4-FFF2-40B4-BE49-F238E27FC236}">
                        <a16:creationId xmlns:a16="http://schemas.microsoft.com/office/drawing/2014/main" id="{960CCC49-B095-ACDE-7A22-68C3ED37C4EB}"/>
                      </a:ext>
                    </a:extLst>
                  </p:cNvPr>
                  <p:cNvGrpSpPr/>
                  <p:nvPr/>
                </p:nvGrpSpPr>
                <p:grpSpPr>
                  <a:xfrm>
                    <a:off x="1156779" y="5266109"/>
                    <a:ext cx="1872700" cy="670644"/>
                    <a:chOff x="1156779" y="5266109"/>
                    <a:chExt cx="1872700" cy="670644"/>
                  </a:xfrm>
                </p:grpSpPr>
                <p:sp>
                  <p:nvSpPr>
                    <p:cNvPr id="748" name="Freeform: Shape 747">
                      <a:extLst>
                        <a:ext uri="{FF2B5EF4-FFF2-40B4-BE49-F238E27FC236}">
                          <a16:creationId xmlns:a16="http://schemas.microsoft.com/office/drawing/2014/main" id="{071965F4-7A0C-487A-A2F7-A044DC134560}"/>
                        </a:ext>
                      </a:extLst>
                    </p:cNvPr>
                    <p:cNvSpPr/>
                    <p:nvPr/>
                  </p:nvSpPr>
                  <p:spPr>
                    <a:xfrm>
                      <a:off x="1156779" y="5266109"/>
                      <a:ext cx="1872700" cy="663688"/>
                    </a:xfrm>
                    <a:custGeom>
                      <a:avLst/>
                      <a:gdLst>
                        <a:gd name="connsiteX0" fmla="*/ 1872701 w 1872700"/>
                        <a:gd name="connsiteY0" fmla="*/ 575191 h 663688"/>
                        <a:gd name="connsiteX1" fmla="*/ 1840641 w 1872700"/>
                        <a:gd name="connsiteY1" fmla="*/ 571026 h 663688"/>
                        <a:gd name="connsiteX2" fmla="*/ 1807225 w 1872700"/>
                        <a:gd name="connsiteY2" fmla="*/ 567103 h 663688"/>
                        <a:gd name="connsiteX3" fmla="*/ 1785480 w 1872700"/>
                        <a:gd name="connsiteY3" fmla="*/ 564779 h 663688"/>
                        <a:gd name="connsiteX4" fmla="*/ 1758989 w 1872700"/>
                        <a:gd name="connsiteY4" fmla="*/ 562261 h 663688"/>
                        <a:gd name="connsiteX5" fmla="*/ 1746979 w 1872700"/>
                        <a:gd name="connsiteY5" fmla="*/ 561195 h 663688"/>
                        <a:gd name="connsiteX6" fmla="*/ 1710221 w 1872700"/>
                        <a:gd name="connsiteY6" fmla="*/ 558386 h 663688"/>
                        <a:gd name="connsiteX7" fmla="*/ 1699180 w 1872700"/>
                        <a:gd name="connsiteY7" fmla="*/ 557660 h 663688"/>
                        <a:gd name="connsiteX8" fmla="*/ 1674578 w 1872700"/>
                        <a:gd name="connsiteY8" fmla="*/ 556255 h 663688"/>
                        <a:gd name="connsiteX9" fmla="*/ 1657531 w 1872700"/>
                        <a:gd name="connsiteY9" fmla="*/ 555480 h 663688"/>
                        <a:gd name="connsiteX10" fmla="*/ 1653317 w 1872700"/>
                        <a:gd name="connsiteY10" fmla="*/ 555287 h 663688"/>
                        <a:gd name="connsiteX11" fmla="*/ 1493211 w 1872700"/>
                        <a:gd name="connsiteY11" fmla="*/ 528215 h 663688"/>
                        <a:gd name="connsiteX12" fmla="*/ 863925 w 1872700"/>
                        <a:gd name="connsiteY12" fmla="*/ 660668 h 663688"/>
                        <a:gd name="connsiteX13" fmla="*/ 848960 w 1872700"/>
                        <a:gd name="connsiteY13" fmla="*/ 661104 h 663688"/>
                        <a:gd name="connsiteX14" fmla="*/ 199624 w 1872700"/>
                        <a:gd name="connsiteY14" fmla="*/ 479011 h 663688"/>
                        <a:gd name="connsiteX15" fmla="*/ 26297 w 1872700"/>
                        <a:gd name="connsiteY15" fmla="*/ 111241 h 663688"/>
                        <a:gd name="connsiteX16" fmla="*/ 0 w 1872700"/>
                        <a:gd name="connsiteY16" fmla="*/ 0 h 663688"/>
                        <a:gd name="connsiteX17" fmla="*/ 258417 w 1872700"/>
                        <a:gd name="connsiteY17" fmla="*/ 0 h 663688"/>
                        <a:gd name="connsiteX18" fmla="*/ 258708 w 1872700"/>
                        <a:gd name="connsiteY18" fmla="*/ 97 h 663688"/>
                        <a:gd name="connsiteX19" fmla="*/ 259434 w 1872700"/>
                        <a:gd name="connsiteY19" fmla="*/ 339 h 663688"/>
                        <a:gd name="connsiteX20" fmla="*/ 260693 w 1872700"/>
                        <a:gd name="connsiteY20" fmla="*/ 775 h 663688"/>
                        <a:gd name="connsiteX21" fmla="*/ 262049 w 1872700"/>
                        <a:gd name="connsiteY21" fmla="*/ 1259 h 663688"/>
                        <a:gd name="connsiteX22" fmla="*/ 280307 w 1872700"/>
                        <a:gd name="connsiteY22" fmla="*/ 7555 h 663688"/>
                        <a:gd name="connsiteX23" fmla="*/ 336581 w 1872700"/>
                        <a:gd name="connsiteY23" fmla="*/ 27120 h 663688"/>
                        <a:gd name="connsiteX24" fmla="*/ 794574 w 1872700"/>
                        <a:gd name="connsiteY24" fmla="*/ 189938 h 663688"/>
                        <a:gd name="connsiteX25" fmla="*/ 1872701 w 1872700"/>
                        <a:gd name="connsiteY25" fmla="*/ 575191 h 66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72700" h="663688">
                          <a:moveTo>
                            <a:pt x="1872701" y="575191"/>
                          </a:moveTo>
                          <a:cubicBezTo>
                            <a:pt x="1862192" y="573738"/>
                            <a:pt x="1851489" y="572334"/>
                            <a:pt x="1840641" y="571026"/>
                          </a:cubicBezTo>
                          <a:cubicBezTo>
                            <a:pt x="1829696" y="569670"/>
                            <a:pt x="1818508" y="568362"/>
                            <a:pt x="1807225" y="567103"/>
                          </a:cubicBezTo>
                          <a:cubicBezTo>
                            <a:pt x="1800057" y="566280"/>
                            <a:pt x="1792793" y="565505"/>
                            <a:pt x="1785480" y="564779"/>
                          </a:cubicBezTo>
                          <a:cubicBezTo>
                            <a:pt x="1776763" y="563859"/>
                            <a:pt x="1767900" y="563035"/>
                            <a:pt x="1758989" y="562261"/>
                          </a:cubicBezTo>
                          <a:cubicBezTo>
                            <a:pt x="1755018" y="561873"/>
                            <a:pt x="1750998" y="561534"/>
                            <a:pt x="1746979" y="561195"/>
                          </a:cubicBezTo>
                          <a:cubicBezTo>
                            <a:pt x="1734872" y="560130"/>
                            <a:pt x="1722619" y="559209"/>
                            <a:pt x="1710221" y="558386"/>
                          </a:cubicBezTo>
                          <a:cubicBezTo>
                            <a:pt x="1706541" y="558144"/>
                            <a:pt x="1702860" y="557902"/>
                            <a:pt x="1699180" y="557660"/>
                          </a:cubicBezTo>
                          <a:cubicBezTo>
                            <a:pt x="1691043" y="557127"/>
                            <a:pt x="1682859" y="556643"/>
                            <a:pt x="1674578" y="556255"/>
                          </a:cubicBezTo>
                          <a:cubicBezTo>
                            <a:pt x="1668911" y="555965"/>
                            <a:pt x="1663245" y="555723"/>
                            <a:pt x="1657531" y="555480"/>
                          </a:cubicBezTo>
                          <a:cubicBezTo>
                            <a:pt x="1656126" y="555384"/>
                            <a:pt x="1654722" y="555335"/>
                            <a:pt x="1653317" y="555287"/>
                          </a:cubicBezTo>
                          <a:cubicBezTo>
                            <a:pt x="1599271" y="537174"/>
                            <a:pt x="1549050" y="524389"/>
                            <a:pt x="1493211" y="528215"/>
                          </a:cubicBezTo>
                          <a:cubicBezTo>
                            <a:pt x="1227433" y="546424"/>
                            <a:pt x="1141471" y="652871"/>
                            <a:pt x="863925" y="660668"/>
                          </a:cubicBezTo>
                          <a:cubicBezTo>
                            <a:pt x="858937" y="660813"/>
                            <a:pt x="853900" y="660959"/>
                            <a:pt x="848960" y="661104"/>
                          </a:cubicBezTo>
                          <a:cubicBezTo>
                            <a:pt x="578436" y="668659"/>
                            <a:pt x="362152" y="672436"/>
                            <a:pt x="199624" y="479011"/>
                          </a:cubicBezTo>
                          <a:cubicBezTo>
                            <a:pt x="132695" y="399345"/>
                            <a:pt x="69447" y="268006"/>
                            <a:pt x="26297" y="111241"/>
                          </a:cubicBezTo>
                          <a:cubicBezTo>
                            <a:pt x="16417" y="75355"/>
                            <a:pt x="7555" y="38210"/>
                            <a:pt x="0" y="0"/>
                          </a:cubicBezTo>
                          <a:lnTo>
                            <a:pt x="258417" y="0"/>
                          </a:lnTo>
                          <a:lnTo>
                            <a:pt x="258708" y="97"/>
                          </a:lnTo>
                          <a:lnTo>
                            <a:pt x="259434" y="339"/>
                          </a:lnTo>
                          <a:lnTo>
                            <a:pt x="260693" y="775"/>
                          </a:lnTo>
                          <a:lnTo>
                            <a:pt x="262049" y="1259"/>
                          </a:lnTo>
                          <a:cubicBezTo>
                            <a:pt x="265681" y="2518"/>
                            <a:pt x="271880" y="4649"/>
                            <a:pt x="280307" y="7555"/>
                          </a:cubicBezTo>
                          <a:cubicBezTo>
                            <a:pt x="293819" y="12301"/>
                            <a:pt x="313142" y="18984"/>
                            <a:pt x="336581" y="27120"/>
                          </a:cubicBezTo>
                          <a:cubicBezTo>
                            <a:pt x="451213" y="67074"/>
                            <a:pt x="665366" y="142042"/>
                            <a:pt x="794574" y="189938"/>
                          </a:cubicBezTo>
                          <a:cubicBezTo>
                            <a:pt x="916712" y="235219"/>
                            <a:pt x="1499265" y="442544"/>
                            <a:pt x="1872701" y="575191"/>
                          </a:cubicBezTo>
                          <a:close/>
                        </a:path>
                      </a:pathLst>
                    </a:custGeom>
                    <a:solidFill>
                      <a:srgbClr val="D39250"/>
                    </a:solidFill>
                    <a:ln w="4839" cap="flat">
                      <a:noFill/>
                      <a:prstDash val="solid"/>
                      <a:miter/>
                    </a:ln>
                  </p:spPr>
                  <p:txBody>
                    <a:bodyPr rtlCol="0" anchor="ctr"/>
                    <a:lstStyle/>
                    <a:p>
                      <a:endParaRPr lang="vi-VN"/>
                    </a:p>
                  </p:txBody>
                </p:sp>
                <p:sp>
                  <p:nvSpPr>
                    <p:cNvPr id="749" name="Freeform: Shape 748">
                      <a:extLst>
                        <a:ext uri="{FF2B5EF4-FFF2-40B4-BE49-F238E27FC236}">
                          <a16:creationId xmlns:a16="http://schemas.microsoft.com/office/drawing/2014/main" id="{984E0934-FC8F-2CFE-B507-F67099EA2684}"/>
                        </a:ext>
                      </a:extLst>
                    </p:cNvPr>
                    <p:cNvSpPr/>
                    <p:nvPr/>
                  </p:nvSpPr>
                  <p:spPr>
                    <a:xfrm>
                      <a:off x="1156779" y="5266109"/>
                      <a:ext cx="1840640" cy="670644"/>
                    </a:xfrm>
                    <a:custGeom>
                      <a:avLst/>
                      <a:gdLst>
                        <a:gd name="connsiteX0" fmla="*/ 1840641 w 1840640"/>
                        <a:gd name="connsiteY0" fmla="*/ 571026 h 670644"/>
                        <a:gd name="connsiteX1" fmla="*/ 1807225 w 1840640"/>
                        <a:gd name="connsiteY1" fmla="*/ 567103 h 670644"/>
                        <a:gd name="connsiteX2" fmla="*/ 1785480 w 1840640"/>
                        <a:gd name="connsiteY2" fmla="*/ 564779 h 670644"/>
                        <a:gd name="connsiteX3" fmla="*/ 1758989 w 1840640"/>
                        <a:gd name="connsiteY3" fmla="*/ 562261 h 670644"/>
                        <a:gd name="connsiteX4" fmla="*/ 1746979 w 1840640"/>
                        <a:gd name="connsiteY4" fmla="*/ 561195 h 670644"/>
                        <a:gd name="connsiteX5" fmla="*/ 1710221 w 1840640"/>
                        <a:gd name="connsiteY5" fmla="*/ 558386 h 670644"/>
                        <a:gd name="connsiteX6" fmla="*/ 1699180 w 1840640"/>
                        <a:gd name="connsiteY6" fmla="*/ 557660 h 670644"/>
                        <a:gd name="connsiteX7" fmla="*/ 1674578 w 1840640"/>
                        <a:gd name="connsiteY7" fmla="*/ 556255 h 670644"/>
                        <a:gd name="connsiteX8" fmla="*/ 1657531 w 1840640"/>
                        <a:gd name="connsiteY8" fmla="*/ 555480 h 670644"/>
                        <a:gd name="connsiteX9" fmla="*/ 1653317 w 1840640"/>
                        <a:gd name="connsiteY9" fmla="*/ 555287 h 670644"/>
                        <a:gd name="connsiteX10" fmla="*/ 1249758 w 1840640"/>
                        <a:gd name="connsiteY10" fmla="*/ 596306 h 670644"/>
                        <a:gd name="connsiteX11" fmla="*/ 860874 w 1840640"/>
                        <a:gd name="connsiteY11" fmla="*/ 670644 h 670644"/>
                        <a:gd name="connsiteX12" fmla="*/ 848960 w 1840640"/>
                        <a:gd name="connsiteY12" fmla="*/ 661104 h 670644"/>
                        <a:gd name="connsiteX13" fmla="*/ 150711 w 1840640"/>
                        <a:gd name="connsiteY13" fmla="*/ 101265 h 670644"/>
                        <a:gd name="connsiteX14" fmla="*/ 26297 w 1840640"/>
                        <a:gd name="connsiteY14" fmla="*/ 111241 h 670644"/>
                        <a:gd name="connsiteX15" fmla="*/ 0 w 1840640"/>
                        <a:gd name="connsiteY15" fmla="*/ 0 h 670644"/>
                        <a:gd name="connsiteX16" fmla="*/ 258417 w 1840640"/>
                        <a:gd name="connsiteY16" fmla="*/ 0 h 670644"/>
                        <a:gd name="connsiteX17" fmla="*/ 258708 w 1840640"/>
                        <a:gd name="connsiteY17" fmla="*/ 97 h 670644"/>
                        <a:gd name="connsiteX18" fmla="*/ 259434 w 1840640"/>
                        <a:gd name="connsiteY18" fmla="*/ 339 h 670644"/>
                        <a:gd name="connsiteX19" fmla="*/ 260693 w 1840640"/>
                        <a:gd name="connsiteY19" fmla="*/ 775 h 670644"/>
                        <a:gd name="connsiteX20" fmla="*/ 262049 w 1840640"/>
                        <a:gd name="connsiteY20" fmla="*/ 1259 h 670644"/>
                        <a:gd name="connsiteX21" fmla="*/ 1840641 w 1840640"/>
                        <a:gd name="connsiteY21" fmla="*/ 571026 h 670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0640" h="670644">
                          <a:moveTo>
                            <a:pt x="1840641" y="571026"/>
                          </a:moveTo>
                          <a:cubicBezTo>
                            <a:pt x="1829696" y="569670"/>
                            <a:pt x="1818508" y="568362"/>
                            <a:pt x="1807225" y="567103"/>
                          </a:cubicBezTo>
                          <a:cubicBezTo>
                            <a:pt x="1800057" y="566280"/>
                            <a:pt x="1792793" y="565505"/>
                            <a:pt x="1785480" y="564779"/>
                          </a:cubicBezTo>
                          <a:cubicBezTo>
                            <a:pt x="1776763" y="563859"/>
                            <a:pt x="1767900" y="563035"/>
                            <a:pt x="1758989" y="562261"/>
                          </a:cubicBezTo>
                          <a:cubicBezTo>
                            <a:pt x="1755018" y="561873"/>
                            <a:pt x="1750998" y="561534"/>
                            <a:pt x="1746979" y="561195"/>
                          </a:cubicBezTo>
                          <a:cubicBezTo>
                            <a:pt x="1734872" y="560130"/>
                            <a:pt x="1722619" y="559209"/>
                            <a:pt x="1710221" y="558386"/>
                          </a:cubicBezTo>
                          <a:cubicBezTo>
                            <a:pt x="1706589" y="558144"/>
                            <a:pt x="1702909" y="557902"/>
                            <a:pt x="1699180" y="557660"/>
                          </a:cubicBezTo>
                          <a:cubicBezTo>
                            <a:pt x="1691043" y="557127"/>
                            <a:pt x="1682859" y="556643"/>
                            <a:pt x="1674578" y="556255"/>
                          </a:cubicBezTo>
                          <a:cubicBezTo>
                            <a:pt x="1668911" y="555965"/>
                            <a:pt x="1663245" y="555674"/>
                            <a:pt x="1657531" y="555480"/>
                          </a:cubicBezTo>
                          <a:cubicBezTo>
                            <a:pt x="1656126" y="555384"/>
                            <a:pt x="1654722" y="555335"/>
                            <a:pt x="1653317" y="555287"/>
                          </a:cubicBezTo>
                          <a:cubicBezTo>
                            <a:pt x="1517571" y="549814"/>
                            <a:pt x="1373785" y="558289"/>
                            <a:pt x="1249758" y="596306"/>
                          </a:cubicBezTo>
                          <a:cubicBezTo>
                            <a:pt x="1138905" y="630303"/>
                            <a:pt x="1001899" y="659215"/>
                            <a:pt x="860874" y="670644"/>
                          </a:cubicBezTo>
                          <a:lnTo>
                            <a:pt x="848960" y="661104"/>
                          </a:lnTo>
                          <a:lnTo>
                            <a:pt x="150711" y="101265"/>
                          </a:lnTo>
                          <a:lnTo>
                            <a:pt x="26297" y="111241"/>
                          </a:lnTo>
                          <a:cubicBezTo>
                            <a:pt x="16417" y="75355"/>
                            <a:pt x="7555" y="38210"/>
                            <a:pt x="0" y="0"/>
                          </a:cubicBezTo>
                          <a:lnTo>
                            <a:pt x="258417" y="0"/>
                          </a:lnTo>
                          <a:lnTo>
                            <a:pt x="258708" y="97"/>
                          </a:lnTo>
                          <a:lnTo>
                            <a:pt x="259434" y="339"/>
                          </a:lnTo>
                          <a:lnTo>
                            <a:pt x="260693" y="775"/>
                          </a:lnTo>
                          <a:lnTo>
                            <a:pt x="262049" y="1259"/>
                          </a:lnTo>
                          <a:lnTo>
                            <a:pt x="1840641" y="571026"/>
                          </a:lnTo>
                          <a:close/>
                        </a:path>
                      </a:pathLst>
                    </a:custGeom>
                    <a:solidFill>
                      <a:srgbClr val="EAB071">
                        <a:alpha val="22000"/>
                      </a:srgbClr>
                    </a:solidFill>
                    <a:ln w="4839" cap="flat">
                      <a:noFill/>
                      <a:prstDash val="solid"/>
                      <a:miter/>
                    </a:ln>
                  </p:spPr>
                  <p:txBody>
                    <a:bodyPr rtlCol="0" anchor="ctr"/>
                    <a:lstStyle/>
                    <a:p>
                      <a:endParaRPr lang="vi-VN"/>
                    </a:p>
                  </p:txBody>
                </p:sp>
              </p:grpSp>
              <p:grpSp>
                <p:nvGrpSpPr>
                  <p:cNvPr id="678" name="Graphic 1991">
                    <a:extLst>
                      <a:ext uri="{FF2B5EF4-FFF2-40B4-BE49-F238E27FC236}">
                        <a16:creationId xmlns:a16="http://schemas.microsoft.com/office/drawing/2014/main" id="{9FB4E208-CF46-3BF7-8298-526A60A494AC}"/>
                      </a:ext>
                    </a:extLst>
                  </p:cNvPr>
                  <p:cNvGrpSpPr/>
                  <p:nvPr/>
                </p:nvGrpSpPr>
                <p:grpSpPr>
                  <a:xfrm>
                    <a:off x="1375903" y="4494378"/>
                    <a:ext cx="1385357" cy="1416865"/>
                    <a:chOff x="1375903" y="4494378"/>
                    <a:chExt cx="1385357" cy="1416865"/>
                  </a:xfrm>
                </p:grpSpPr>
                <p:grpSp>
                  <p:nvGrpSpPr>
                    <p:cNvPr id="679" name="Graphic 1991">
                      <a:extLst>
                        <a:ext uri="{FF2B5EF4-FFF2-40B4-BE49-F238E27FC236}">
                          <a16:creationId xmlns:a16="http://schemas.microsoft.com/office/drawing/2014/main" id="{B6F1145E-2458-E860-755A-7C9F56F408C0}"/>
                        </a:ext>
                      </a:extLst>
                    </p:cNvPr>
                    <p:cNvGrpSpPr/>
                    <p:nvPr/>
                  </p:nvGrpSpPr>
                  <p:grpSpPr>
                    <a:xfrm>
                      <a:off x="1375903" y="4969297"/>
                      <a:ext cx="187960" cy="463505"/>
                      <a:chOff x="1375903" y="4969297"/>
                      <a:chExt cx="187960" cy="463505"/>
                    </a:xfrm>
                  </p:grpSpPr>
                  <p:sp>
                    <p:nvSpPr>
                      <p:cNvPr id="737" name="Freeform: Shape 736">
                        <a:extLst>
                          <a:ext uri="{FF2B5EF4-FFF2-40B4-BE49-F238E27FC236}">
                            <a16:creationId xmlns:a16="http://schemas.microsoft.com/office/drawing/2014/main" id="{D491888D-FB8F-BBAE-7AAD-ED0B0F04A71A}"/>
                          </a:ext>
                        </a:extLst>
                      </p:cNvPr>
                      <p:cNvSpPr/>
                      <p:nvPr/>
                    </p:nvSpPr>
                    <p:spPr>
                      <a:xfrm>
                        <a:off x="1397200" y="5297004"/>
                        <a:ext cx="166663" cy="117595"/>
                      </a:xfrm>
                      <a:custGeom>
                        <a:avLst/>
                        <a:gdLst>
                          <a:gd name="connsiteX0" fmla="*/ 7855 w 166663"/>
                          <a:gd name="connsiteY0" fmla="*/ 72607 h 117595"/>
                          <a:gd name="connsiteX1" fmla="*/ 34021 w 166663"/>
                          <a:gd name="connsiteY1" fmla="*/ 58809 h 117595"/>
                          <a:gd name="connsiteX2" fmla="*/ 65103 w 166663"/>
                          <a:gd name="connsiteY2" fmla="*/ 8226 h 117595"/>
                          <a:gd name="connsiteX3" fmla="*/ 140536 w 166663"/>
                          <a:gd name="connsiteY3" fmla="*/ 12356 h 117595"/>
                          <a:gd name="connsiteX4" fmla="*/ 140536 w 166663"/>
                          <a:gd name="connsiteY4" fmla="*/ 23238 h 117595"/>
                          <a:gd name="connsiteX5" fmla="*/ 166663 w 166663"/>
                          <a:gd name="connsiteY5" fmla="*/ 108585 h 117595"/>
                          <a:gd name="connsiteX6" fmla="*/ 1210 w 166663"/>
                          <a:gd name="connsiteY6" fmla="*/ 112110 h 117595"/>
                          <a:gd name="connsiteX7" fmla="*/ 7855 w 166663"/>
                          <a:gd name="connsiteY7" fmla="*/ 72607 h 117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63" h="117595">
                            <a:moveTo>
                              <a:pt x="7855" y="72607"/>
                            </a:moveTo>
                            <a:cubicBezTo>
                              <a:pt x="8494" y="68825"/>
                              <a:pt x="34021" y="58809"/>
                              <a:pt x="34021" y="58809"/>
                            </a:cubicBezTo>
                            <a:cubicBezTo>
                              <a:pt x="34021" y="58809"/>
                              <a:pt x="28374" y="28895"/>
                              <a:pt x="65103" y="8226"/>
                            </a:cubicBezTo>
                            <a:cubicBezTo>
                              <a:pt x="101831" y="-12444"/>
                              <a:pt x="140536" y="12356"/>
                              <a:pt x="140536" y="12356"/>
                            </a:cubicBezTo>
                            <a:cubicBezTo>
                              <a:pt x="140536" y="12356"/>
                              <a:pt x="145432" y="9644"/>
                              <a:pt x="140536" y="23238"/>
                            </a:cubicBezTo>
                            <a:cubicBezTo>
                              <a:pt x="135640" y="36837"/>
                              <a:pt x="139030" y="90918"/>
                              <a:pt x="166663" y="108585"/>
                            </a:cubicBezTo>
                            <a:cubicBezTo>
                              <a:pt x="166663" y="108585"/>
                              <a:pt x="6106" y="126252"/>
                              <a:pt x="1210" y="112110"/>
                            </a:cubicBezTo>
                            <a:cubicBezTo>
                              <a:pt x="-3686" y="97969"/>
                              <a:pt x="7855" y="72607"/>
                              <a:pt x="7855" y="72607"/>
                            </a:cubicBezTo>
                            <a:close/>
                          </a:path>
                        </a:pathLst>
                      </a:custGeom>
                      <a:solidFill>
                        <a:srgbClr val="EAB071">
                          <a:alpha val="40000"/>
                        </a:srgbClr>
                      </a:solidFill>
                      <a:ln w="4839" cap="flat">
                        <a:noFill/>
                        <a:prstDash val="solid"/>
                        <a:miter/>
                      </a:ln>
                    </p:spPr>
                    <p:txBody>
                      <a:bodyPr rtlCol="0" anchor="ctr"/>
                      <a:lstStyle/>
                      <a:p>
                        <a:endParaRPr lang="vi-VN"/>
                      </a:p>
                    </p:txBody>
                  </p:sp>
                  <p:grpSp>
                    <p:nvGrpSpPr>
                      <p:cNvPr id="738" name="Graphic 1991">
                        <a:extLst>
                          <a:ext uri="{FF2B5EF4-FFF2-40B4-BE49-F238E27FC236}">
                            <a16:creationId xmlns:a16="http://schemas.microsoft.com/office/drawing/2014/main" id="{8C12F8E0-DC0F-A440-FEE0-1DCC708CB905}"/>
                          </a:ext>
                        </a:extLst>
                      </p:cNvPr>
                      <p:cNvGrpSpPr/>
                      <p:nvPr/>
                    </p:nvGrpSpPr>
                    <p:grpSpPr>
                      <a:xfrm>
                        <a:off x="1375903" y="4969297"/>
                        <a:ext cx="185357" cy="463505"/>
                        <a:chOff x="1375903" y="4969297"/>
                        <a:chExt cx="185357" cy="463505"/>
                      </a:xfrm>
                    </p:grpSpPr>
                    <p:grpSp>
                      <p:nvGrpSpPr>
                        <p:cNvPr id="739" name="Graphic 1991">
                          <a:extLst>
                            <a:ext uri="{FF2B5EF4-FFF2-40B4-BE49-F238E27FC236}">
                              <a16:creationId xmlns:a16="http://schemas.microsoft.com/office/drawing/2014/main" id="{2C0F9724-DC1F-2A01-EA09-C278D5AAF255}"/>
                            </a:ext>
                          </a:extLst>
                        </p:cNvPr>
                        <p:cNvGrpSpPr/>
                        <p:nvPr/>
                      </p:nvGrpSpPr>
                      <p:grpSpPr>
                        <a:xfrm>
                          <a:off x="1435550" y="4969297"/>
                          <a:ext cx="125710" cy="420809"/>
                          <a:chOff x="1435550" y="4969297"/>
                          <a:chExt cx="125710" cy="420809"/>
                        </a:xfrm>
                      </p:grpSpPr>
                      <p:sp>
                        <p:nvSpPr>
                          <p:cNvPr id="744" name="Freeform: Shape 743">
                            <a:extLst>
                              <a:ext uri="{FF2B5EF4-FFF2-40B4-BE49-F238E27FC236}">
                                <a16:creationId xmlns:a16="http://schemas.microsoft.com/office/drawing/2014/main" id="{FBC0EE2C-51D7-0F48-76D9-1D9D6BD6F7D6}"/>
                              </a:ext>
                            </a:extLst>
                          </p:cNvPr>
                          <p:cNvSpPr/>
                          <p:nvPr/>
                        </p:nvSpPr>
                        <p:spPr>
                          <a:xfrm>
                            <a:off x="1435550" y="4969297"/>
                            <a:ext cx="98622" cy="420807"/>
                          </a:xfrm>
                          <a:custGeom>
                            <a:avLst/>
                            <a:gdLst>
                              <a:gd name="connsiteX0" fmla="*/ 98622 w 98622"/>
                              <a:gd name="connsiteY0" fmla="*/ 0 h 420807"/>
                              <a:gd name="connsiteX1" fmla="*/ 92772 w 98622"/>
                              <a:gd name="connsiteY1" fmla="*/ 420775 h 420807"/>
                              <a:gd name="connsiteX2" fmla="*/ 3885 w 98622"/>
                              <a:gd name="connsiteY2" fmla="*/ 330470 h 420807"/>
                              <a:gd name="connsiteX3" fmla="*/ 2902 w 98622"/>
                              <a:gd name="connsiteY3" fmla="*/ 191091 h 420807"/>
                              <a:gd name="connsiteX4" fmla="*/ 15736 w 98622"/>
                              <a:gd name="connsiteY4" fmla="*/ 77632 h 420807"/>
                              <a:gd name="connsiteX5" fmla="*/ 98622 w 98622"/>
                              <a:gd name="connsiteY5" fmla="*/ 0 h 420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622" h="420807">
                                <a:moveTo>
                                  <a:pt x="98622" y="0"/>
                                </a:moveTo>
                                <a:cubicBezTo>
                                  <a:pt x="98622" y="0"/>
                                  <a:pt x="92409" y="418780"/>
                                  <a:pt x="92772" y="420775"/>
                                </a:cubicBezTo>
                                <a:cubicBezTo>
                                  <a:pt x="93135" y="422771"/>
                                  <a:pt x="3885" y="330470"/>
                                  <a:pt x="3885" y="330470"/>
                                </a:cubicBezTo>
                                <a:cubicBezTo>
                                  <a:pt x="3885" y="330470"/>
                                  <a:pt x="-4159" y="277522"/>
                                  <a:pt x="2902" y="191091"/>
                                </a:cubicBezTo>
                                <a:cubicBezTo>
                                  <a:pt x="9963" y="104660"/>
                                  <a:pt x="15736" y="77632"/>
                                  <a:pt x="15736" y="77632"/>
                                </a:cubicBezTo>
                                <a:lnTo>
                                  <a:pt x="98622" y="0"/>
                                </a:lnTo>
                                <a:close/>
                              </a:path>
                            </a:pathLst>
                          </a:custGeom>
                          <a:solidFill>
                            <a:srgbClr val="D8D6D6"/>
                          </a:solidFill>
                          <a:ln w="4839" cap="flat">
                            <a:noFill/>
                            <a:prstDash val="solid"/>
                            <a:miter/>
                          </a:ln>
                        </p:spPr>
                        <p:txBody>
                          <a:bodyPr rtlCol="0" anchor="ctr"/>
                          <a:lstStyle/>
                          <a:p>
                            <a:endParaRPr lang="vi-VN"/>
                          </a:p>
                        </p:txBody>
                      </p:sp>
                      <p:sp>
                        <p:nvSpPr>
                          <p:cNvPr id="745" name="Freeform: Shape 744">
                            <a:extLst>
                              <a:ext uri="{FF2B5EF4-FFF2-40B4-BE49-F238E27FC236}">
                                <a16:creationId xmlns:a16="http://schemas.microsoft.com/office/drawing/2014/main" id="{8A8FE7A1-9682-817D-79E7-EEC6B2283DF6}"/>
                              </a:ext>
                            </a:extLst>
                          </p:cNvPr>
                          <p:cNvSpPr/>
                          <p:nvPr/>
                        </p:nvSpPr>
                        <p:spPr>
                          <a:xfrm>
                            <a:off x="1528321" y="4969297"/>
                            <a:ext cx="32938" cy="420809"/>
                          </a:xfrm>
                          <a:custGeom>
                            <a:avLst/>
                            <a:gdLst>
                              <a:gd name="connsiteX0" fmla="*/ 5850 w 32938"/>
                              <a:gd name="connsiteY0" fmla="*/ 0 h 420809"/>
                              <a:gd name="connsiteX1" fmla="*/ 20931 w 32938"/>
                              <a:gd name="connsiteY1" fmla="*/ 2136 h 420809"/>
                              <a:gd name="connsiteX2" fmla="*/ 32937 w 32938"/>
                              <a:gd name="connsiteY2" fmla="*/ 16209 h 420809"/>
                              <a:gd name="connsiteX3" fmla="*/ 26176 w 32938"/>
                              <a:gd name="connsiteY3" fmla="*/ 406644 h 420809"/>
                              <a:gd name="connsiteX4" fmla="*/ 12243 w 32938"/>
                              <a:gd name="connsiteY4" fmla="*/ 420809 h 420809"/>
                              <a:gd name="connsiteX5" fmla="*/ 0 w 32938"/>
                              <a:gd name="connsiteY5" fmla="*/ 420775 h 420809"/>
                              <a:gd name="connsiteX6" fmla="*/ 5850 w 32938"/>
                              <a:gd name="connsiteY6" fmla="*/ 0 h 420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38" h="420809">
                                <a:moveTo>
                                  <a:pt x="5850" y="0"/>
                                </a:moveTo>
                                <a:lnTo>
                                  <a:pt x="20931" y="2136"/>
                                </a:lnTo>
                                <a:cubicBezTo>
                                  <a:pt x="27910" y="3124"/>
                                  <a:pt x="33058" y="9158"/>
                                  <a:pt x="32937" y="16209"/>
                                </a:cubicBezTo>
                                <a:lnTo>
                                  <a:pt x="26176" y="406644"/>
                                </a:lnTo>
                                <a:cubicBezTo>
                                  <a:pt x="26045" y="414039"/>
                                  <a:pt x="19977" y="420431"/>
                                  <a:pt x="12243" y="420809"/>
                                </a:cubicBezTo>
                                <a:lnTo>
                                  <a:pt x="0" y="420775"/>
                                </a:lnTo>
                                <a:lnTo>
                                  <a:pt x="5850" y="0"/>
                                </a:lnTo>
                                <a:close/>
                              </a:path>
                            </a:pathLst>
                          </a:custGeom>
                          <a:solidFill>
                            <a:srgbClr val="EAEAEA"/>
                          </a:solidFill>
                          <a:ln w="4839" cap="flat">
                            <a:noFill/>
                            <a:prstDash val="solid"/>
                            <a:miter/>
                          </a:ln>
                        </p:spPr>
                        <p:txBody>
                          <a:bodyPr rtlCol="0" anchor="ctr"/>
                          <a:lstStyle/>
                          <a:p>
                            <a:endParaRPr lang="vi-VN"/>
                          </a:p>
                        </p:txBody>
                      </p:sp>
                      <p:sp>
                        <p:nvSpPr>
                          <p:cNvPr id="746" name="Freeform: Shape 745">
                            <a:extLst>
                              <a:ext uri="{FF2B5EF4-FFF2-40B4-BE49-F238E27FC236}">
                                <a16:creationId xmlns:a16="http://schemas.microsoft.com/office/drawing/2014/main" id="{A1CE3323-F8BD-058C-A7C6-B911065D4546}"/>
                              </a:ext>
                            </a:extLst>
                          </p:cNvPr>
                          <p:cNvSpPr/>
                          <p:nvPr/>
                        </p:nvSpPr>
                        <p:spPr>
                          <a:xfrm>
                            <a:off x="1461635" y="5018036"/>
                            <a:ext cx="35629" cy="35106"/>
                          </a:xfrm>
                          <a:custGeom>
                            <a:avLst/>
                            <a:gdLst>
                              <a:gd name="connsiteX0" fmla="*/ 35629 w 35629"/>
                              <a:gd name="connsiteY0" fmla="*/ 0 h 35106"/>
                              <a:gd name="connsiteX1" fmla="*/ 34428 w 35629"/>
                              <a:gd name="connsiteY1" fmla="*/ 8465 h 35106"/>
                              <a:gd name="connsiteX2" fmla="*/ 0 w 35629"/>
                              <a:gd name="connsiteY2" fmla="*/ 35106 h 35106"/>
                              <a:gd name="connsiteX3" fmla="*/ 717 w 35629"/>
                              <a:gd name="connsiteY3" fmla="*/ 30031 h 35106"/>
                            </a:gdLst>
                            <a:ahLst/>
                            <a:cxnLst>
                              <a:cxn ang="0">
                                <a:pos x="connsiteX0" y="connsiteY0"/>
                              </a:cxn>
                              <a:cxn ang="0">
                                <a:pos x="connsiteX1" y="connsiteY1"/>
                              </a:cxn>
                              <a:cxn ang="0">
                                <a:pos x="connsiteX2" y="connsiteY2"/>
                              </a:cxn>
                              <a:cxn ang="0">
                                <a:pos x="connsiteX3" y="connsiteY3"/>
                              </a:cxn>
                            </a:cxnLst>
                            <a:rect l="l" t="t" r="r" b="b"/>
                            <a:pathLst>
                              <a:path w="35629" h="35106">
                                <a:moveTo>
                                  <a:pt x="35629" y="0"/>
                                </a:moveTo>
                                <a:lnTo>
                                  <a:pt x="34428" y="8465"/>
                                </a:lnTo>
                                <a:lnTo>
                                  <a:pt x="0" y="35106"/>
                                </a:lnTo>
                                <a:lnTo>
                                  <a:pt x="717" y="30031"/>
                                </a:lnTo>
                                <a:close/>
                              </a:path>
                            </a:pathLst>
                          </a:custGeom>
                          <a:solidFill>
                            <a:srgbClr val="7F7A7A"/>
                          </a:solidFill>
                          <a:ln w="4839" cap="flat">
                            <a:noFill/>
                            <a:prstDash val="solid"/>
                            <a:miter/>
                          </a:ln>
                        </p:spPr>
                        <p:txBody>
                          <a:bodyPr rtlCol="0" anchor="ctr"/>
                          <a:lstStyle/>
                          <a:p>
                            <a:endParaRPr lang="vi-VN"/>
                          </a:p>
                        </p:txBody>
                      </p:sp>
                      <p:sp>
                        <p:nvSpPr>
                          <p:cNvPr id="747" name="Freeform: Shape 746">
                            <a:extLst>
                              <a:ext uri="{FF2B5EF4-FFF2-40B4-BE49-F238E27FC236}">
                                <a16:creationId xmlns:a16="http://schemas.microsoft.com/office/drawing/2014/main" id="{671FCCC9-60AA-467B-1F90-42DAB8E7E8CC}"/>
                              </a:ext>
                            </a:extLst>
                          </p:cNvPr>
                          <p:cNvSpPr/>
                          <p:nvPr/>
                        </p:nvSpPr>
                        <p:spPr>
                          <a:xfrm>
                            <a:off x="1435680" y="5046028"/>
                            <a:ext cx="92665" cy="344057"/>
                          </a:xfrm>
                          <a:custGeom>
                            <a:avLst/>
                            <a:gdLst>
                              <a:gd name="connsiteX0" fmla="*/ 2902 w 92665"/>
                              <a:gd name="connsiteY0" fmla="*/ 113459 h 344057"/>
                              <a:gd name="connsiteX1" fmla="*/ 3885 w 92665"/>
                              <a:gd name="connsiteY1" fmla="*/ 252838 h 344057"/>
                              <a:gd name="connsiteX2" fmla="*/ 86224 w 92665"/>
                              <a:gd name="connsiteY2" fmla="*/ 337056 h 344057"/>
                              <a:gd name="connsiteX3" fmla="*/ 92646 w 92665"/>
                              <a:gd name="connsiteY3" fmla="*/ 344044 h 344057"/>
                              <a:gd name="connsiteX4" fmla="*/ 92665 w 92665"/>
                              <a:gd name="connsiteY4" fmla="*/ 337642 h 344057"/>
                              <a:gd name="connsiteX5" fmla="*/ 15741 w 92665"/>
                              <a:gd name="connsiteY5" fmla="*/ 0 h 344057"/>
                              <a:gd name="connsiteX6" fmla="*/ 2902 w 92665"/>
                              <a:gd name="connsiteY6" fmla="*/ 113459 h 344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65" h="344057">
                                <a:moveTo>
                                  <a:pt x="2902" y="113459"/>
                                </a:moveTo>
                                <a:cubicBezTo>
                                  <a:pt x="-4159" y="199891"/>
                                  <a:pt x="3885" y="252838"/>
                                  <a:pt x="3885" y="252838"/>
                                </a:cubicBezTo>
                                <a:cubicBezTo>
                                  <a:pt x="3885" y="252838"/>
                                  <a:pt x="65690" y="316759"/>
                                  <a:pt x="86224" y="337056"/>
                                </a:cubicBezTo>
                                <a:cubicBezTo>
                                  <a:pt x="86224" y="337056"/>
                                  <a:pt x="92641" y="344417"/>
                                  <a:pt x="92646" y="344044"/>
                                </a:cubicBezTo>
                                <a:cubicBezTo>
                                  <a:pt x="92631" y="342901"/>
                                  <a:pt x="92665" y="337642"/>
                                  <a:pt x="92665" y="337642"/>
                                </a:cubicBezTo>
                                <a:lnTo>
                                  <a:pt x="15741" y="0"/>
                                </a:lnTo>
                                <a:cubicBezTo>
                                  <a:pt x="15736" y="0"/>
                                  <a:pt x="9963" y="27033"/>
                                  <a:pt x="2902" y="113459"/>
                                </a:cubicBezTo>
                                <a:close/>
                              </a:path>
                            </a:pathLst>
                          </a:custGeom>
                          <a:solidFill>
                            <a:srgbClr val="D8D6D6">
                              <a:alpha val="47000"/>
                            </a:srgbClr>
                          </a:solidFill>
                          <a:ln w="4839" cap="flat">
                            <a:noFill/>
                            <a:prstDash val="solid"/>
                            <a:miter/>
                          </a:ln>
                        </p:spPr>
                        <p:txBody>
                          <a:bodyPr rtlCol="0" anchor="ctr"/>
                          <a:lstStyle/>
                          <a:p>
                            <a:endParaRPr lang="vi-VN"/>
                          </a:p>
                        </p:txBody>
                      </p:sp>
                    </p:grpSp>
                    <p:grpSp>
                      <p:nvGrpSpPr>
                        <p:cNvPr id="740" name="Graphic 1991">
                          <a:extLst>
                            <a:ext uri="{FF2B5EF4-FFF2-40B4-BE49-F238E27FC236}">
                              <a16:creationId xmlns:a16="http://schemas.microsoft.com/office/drawing/2014/main" id="{60CAB5BF-D73C-460A-66E0-4CB998886204}"/>
                            </a:ext>
                          </a:extLst>
                        </p:cNvPr>
                        <p:cNvGrpSpPr/>
                        <p:nvPr/>
                      </p:nvGrpSpPr>
                      <p:grpSpPr>
                        <a:xfrm>
                          <a:off x="1375903" y="5189555"/>
                          <a:ext cx="167416" cy="243247"/>
                          <a:chOff x="1375903" y="5189555"/>
                          <a:chExt cx="167416" cy="243247"/>
                        </a:xfrm>
                      </p:grpSpPr>
                      <p:sp>
                        <p:nvSpPr>
                          <p:cNvPr id="741" name="Freeform: Shape 740">
                            <a:extLst>
                              <a:ext uri="{FF2B5EF4-FFF2-40B4-BE49-F238E27FC236}">
                                <a16:creationId xmlns:a16="http://schemas.microsoft.com/office/drawing/2014/main" id="{3DCACDC0-DB02-37D0-0A2F-DE8C1C3C2374}"/>
                              </a:ext>
                            </a:extLst>
                          </p:cNvPr>
                          <p:cNvSpPr/>
                          <p:nvPr/>
                        </p:nvSpPr>
                        <p:spPr>
                          <a:xfrm>
                            <a:off x="1394880" y="5384033"/>
                            <a:ext cx="146793" cy="45867"/>
                          </a:xfrm>
                          <a:custGeom>
                            <a:avLst/>
                            <a:gdLst>
                              <a:gd name="connsiteX0" fmla="*/ 104302 w 146793"/>
                              <a:gd name="connsiteY0" fmla="*/ 0 h 45867"/>
                              <a:gd name="connsiteX1" fmla="*/ 6878 w 146793"/>
                              <a:gd name="connsiteY1" fmla="*/ 11487 h 45867"/>
                              <a:gd name="connsiteX2" fmla="*/ 340 w 146793"/>
                              <a:gd name="connsiteY2" fmla="*/ 23909 h 45867"/>
                              <a:gd name="connsiteX3" fmla="*/ 12311 w 146793"/>
                              <a:gd name="connsiteY3" fmla="*/ 45712 h 45867"/>
                              <a:gd name="connsiteX4" fmla="*/ 123030 w 146793"/>
                              <a:gd name="connsiteY4" fmla="*/ 31605 h 45867"/>
                              <a:gd name="connsiteX5" fmla="*/ 146794 w 146793"/>
                              <a:gd name="connsiteY5" fmla="*/ 28345 h 45867"/>
                              <a:gd name="connsiteX6" fmla="*/ 104302 w 146793"/>
                              <a:gd name="connsiteY6" fmla="*/ 0 h 45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793" h="45867">
                                <a:moveTo>
                                  <a:pt x="104302" y="0"/>
                                </a:moveTo>
                                <a:cubicBezTo>
                                  <a:pt x="67506" y="7937"/>
                                  <a:pt x="6001" y="19977"/>
                                  <a:pt x="6878" y="11487"/>
                                </a:cubicBezTo>
                                <a:cubicBezTo>
                                  <a:pt x="6878" y="11487"/>
                                  <a:pt x="-1801" y="16214"/>
                                  <a:pt x="340" y="23909"/>
                                </a:cubicBezTo>
                                <a:cubicBezTo>
                                  <a:pt x="2475" y="31605"/>
                                  <a:pt x="4267" y="47611"/>
                                  <a:pt x="12311" y="45712"/>
                                </a:cubicBezTo>
                                <a:cubicBezTo>
                                  <a:pt x="20350" y="43809"/>
                                  <a:pt x="123030" y="33314"/>
                                  <a:pt x="123030" y="31605"/>
                                </a:cubicBezTo>
                                <a:cubicBezTo>
                                  <a:pt x="123030" y="30646"/>
                                  <a:pt x="135684" y="29319"/>
                                  <a:pt x="146794" y="28345"/>
                                </a:cubicBezTo>
                                <a:cubicBezTo>
                                  <a:pt x="132962" y="18442"/>
                                  <a:pt x="118647" y="9206"/>
                                  <a:pt x="104302" y="0"/>
                                </a:cubicBezTo>
                                <a:close/>
                              </a:path>
                            </a:pathLst>
                          </a:custGeom>
                          <a:solidFill>
                            <a:srgbClr val="D8D6D6"/>
                          </a:solidFill>
                          <a:ln w="4839" cap="flat">
                            <a:noFill/>
                            <a:prstDash val="solid"/>
                            <a:miter/>
                          </a:ln>
                        </p:spPr>
                        <p:txBody>
                          <a:bodyPr rtlCol="0" anchor="ctr"/>
                          <a:lstStyle/>
                          <a:p>
                            <a:endParaRPr lang="vi-VN"/>
                          </a:p>
                        </p:txBody>
                      </p:sp>
                      <p:sp>
                        <p:nvSpPr>
                          <p:cNvPr id="742" name="Freeform: Shape 741">
                            <a:extLst>
                              <a:ext uri="{FF2B5EF4-FFF2-40B4-BE49-F238E27FC236}">
                                <a16:creationId xmlns:a16="http://schemas.microsoft.com/office/drawing/2014/main" id="{7CC259C8-07D6-58CE-D1C9-99A7D688EFBD}"/>
                              </a:ext>
                            </a:extLst>
                          </p:cNvPr>
                          <p:cNvSpPr/>
                          <p:nvPr/>
                        </p:nvSpPr>
                        <p:spPr>
                          <a:xfrm>
                            <a:off x="1394880" y="5395525"/>
                            <a:ext cx="36341" cy="34379"/>
                          </a:xfrm>
                          <a:custGeom>
                            <a:avLst/>
                            <a:gdLst>
                              <a:gd name="connsiteX0" fmla="*/ 6878 w 36341"/>
                              <a:gd name="connsiteY0" fmla="*/ 0 h 34379"/>
                              <a:gd name="connsiteX1" fmla="*/ 340 w 36341"/>
                              <a:gd name="connsiteY1" fmla="*/ 12422 h 34379"/>
                              <a:gd name="connsiteX2" fmla="*/ 12311 w 36341"/>
                              <a:gd name="connsiteY2" fmla="*/ 34225 h 34379"/>
                              <a:gd name="connsiteX3" fmla="*/ 18234 w 36341"/>
                              <a:gd name="connsiteY3" fmla="*/ 33295 h 34379"/>
                              <a:gd name="connsiteX4" fmla="*/ 18292 w 36341"/>
                              <a:gd name="connsiteY4" fmla="*/ 32428 h 34379"/>
                              <a:gd name="connsiteX5" fmla="*/ 36342 w 36341"/>
                              <a:gd name="connsiteY5" fmla="*/ 1143 h 34379"/>
                              <a:gd name="connsiteX6" fmla="*/ 36342 w 36341"/>
                              <a:gd name="connsiteY6" fmla="*/ 1143 h 34379"/>
                              <a:gd name="connsiteX7" fmla="*/ 6878 w 36341"/>
                              <a:gd name="connsiteY7" fmla="*/ 0 h 34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41" h="34379">
                                <a:moveTo>
                                  <a:pt x="6878" y="0"/>
                                </a:moveTo>
                                <a:cubicBezTo>
                                  <a:pt x="6878" y="0"/>
                                  <a:pt x="-1801" y="4727"/>
                                  <a:pt x="340" y="12422"/>
                                </a:cubicBezTo>
                                <a:cubicBezTo>
                                  <a:pt x="2475" y="20117"/>
                                  <a:pt x="4267" y="36123"/>
                                  <a:pt x="12311" y="34225"/>
                                </a:cubicBezTo>
                                <a:cubicBezTo>
                                  <a:pt x="13207" y="34012"/>
                                  <a:pt x="15270" y="33697"/>
                                  <a:pt x="18234" y="33295"/>
                                </a:cubicBezTo>
                                <a:lnTo>
                                  <a:pt x="18292" y="32428"/>
                                </a:lnTo>
                                <a:cubicBezTo>
                                  <a:pt x="15730" y="32515"/>
                                  <a:pt x="9076" y="9952"/>
                                  <a:pt x="36342" y="1143"/>
                                </a:cubicBezTo>
                                <a:lnTo>
                                  <a:pt x="36342" y="1143"/>
                                </a:lnTo>
                                <a:cubicBezTo>
                                  <a:pt x="19057" y="3468"/>
                                  <a:pt x="6480" y="3870"/>
                                  <a:pt x="6878" y="0"/>
                                </a:cubicBezTo>
                                <a:close/>
                              </a:path>
                            </a:pathLst>
                          </a:custGeom>
                          <a:solidFill>
                            <a:srgbClr val="D8D6D6">
                              <a:alpha val="47000"/>
                            </a:srgbClr>
                          </a:solidFill>
                          <a:ln w="4839" cap="flat">
                            <a:noFill/>
                            <a:prstDash val="solid"/>
                            <a:miter/>
                          </a:ln>
                        </p:spPr>
                        <p:txBody>
                          <a:bodyPr rtlCol="0" anchor="ctr"/>
                          <a:lstStyle/>
                          <a:p>
                            <a:endParaRPr lang="vi-VN"/>
                          </a:p>
                        </p:txBody>
                      </p:sp>
                      <p:sp>
                        <p:nvSpPr>
                          <p:cNvPr id="743" name="Freeform: Shape 742">
                            <a:extLst>
                              <a:ext uri="{FF2B5EF4-FFF2-40B4-BE49-F238E27FC236}">
                                <a16:creationId xmlns:a16="http://schemas.microsoft.com/office/drawing/2014/main" id="{8582956A-CCF3-D44B-A74A-AFC55A439C4C}"/>
                              </a:ext>
                            </a:extLst>
                          </p:cNvPr>
                          <p:cNvSpPr/>
                          <p:nvPr/>
                        </p:nvSpPr>
                        <p:spPr>
                          <a:xfrm>
                            <a:off x="1375903" y="5189555"/>
                            <a:ext cx="167416" cy="243247"/>
                          </a:xfrm>
                          <a:custGeom>
                            <a:avLst/>
                            <a:gdLst>
                              <a:gd name="connsiteX0" fmla="*/ 162511 w 167416"/>
                              <a:gd name="connsiteY0" fmla="*/ 220528 h 243247"/>
                              <a:gd name="connsiteX1" fmla="*/ 34707 w 167416"/>
                              <a:gd name="connsiteY1" fmla="*/ 238481 h 243247"/>
                              <a:gd name="connsiteX2" fmla="*/ 73179 w 167416"/>
                              <a:gd name="connsiteY2" fmla="*/ 14477 h 243247"/>
                              <a:gd name="connsiteX3" fmla="*/ 88570 w 167416"/>
                              <a:gd name="connsiteY3" fmla="*/ 2506 h 243247"/>
                              <a:gd name="connsiteX4" fmla="*/ 57439 w 167416"/>
                              <a:gd name="connsiteY4" fmla="*/ 9562 h 243247"/>
                              <a:gd name="connsiteX5" fmla="*/ 85 w 167416"/>
                              <a:gd name="connsiteY5" fmla="*/ 213472 h 243247"/>
                              <a:gd name="connsiteX6" fmla="*/ 25350 w 167416"/>
                              <a:gd name="connsiteY6" fmla="*/ 242970 h 243247"/>
                              <a:gd name="connsiteX7" fmla="*/ 167417 w 167416"/>
                              <a:gd name="connsiteY7" fmla="*/ 223981 h 243247"/>
                              <a:gd name="connsiteX8" fmla="*/ 162511 w 167416"/>
                              <a:gd name="connsiteY8" fmla="*/ 220528 h 24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416" h="243247">
                                <a:moveTo>
                                  <a:pt x="162511" y="220528"/>
                                </a:moveTo>
                                <a:cubicBezTo>
                                  <a:pt x="125419" y="226945"/>
                                  <a:pt x="58340" y="238026"/>
                                  <a:pt x="34707" y="238481"/>
                                </a:cubicBezTo>
                                <a:cubicBezTo>
                                  <a:pt x="1364" y="239120"/>
                                  <a:pt x="68050" y="23456"/>
                                  <a:pt x="73179" y="14477"/>
                                </a:cubicBezTo>
                                <a:cubicBezTo>
                                  <a:pt x="78307" y="5499"/>
                                  <a:pt x="88570" y="2506"/>
                                  <a:pt x="88570" y="2506"/>
                                </a:cubicBezTo>
                                <a:cubicBezTo>
                                  <a:pt x="88570" y="2506"/>
                                  <a:pt x="71256" y="-6473"/>
                                  <a:pt x="57439" y="9562"/>
                                </a:cubicBezTo>
                                <a:cubicBezTo>
                                  <a:pt x="43623" y="25592"/>
                                  <a:pt x="1364" y="193592"/>
                                  <a:pt x="85" y="213472"/>
                                </a:cubicBezTo>
                                <a:cubicBezTo>
                                  <a:pt x="-1198" y="233347"/>
                                  <a:pt x="12270" y="239764"/>
                                  <a:pt x="25350" y="242970"/>
                                </a:cubicBezTo>
                                <a:cubicBezTo>
                                  <a:pt x="35404" y="245435"/>
                                  <a:pt x="125991" y="230863"/>
                                  <a:pt x="167417" y="223981"/>
                                </a:cubicBezTo>
                                <a:cubicBezTo>
                                  <a:pt x="165790" y="222814"/>
                                  <a:pt x="164143" y="221681"/>
                                  <a:pt x="162511" y="220528"/>
                                </a:cubicBezTo>
                                <a:close/>
                              </a:path>
                            </a:pathLst>
                          </a:custGeom>
                          <a:solidFill>
                            <a:srgbClr val="EAEAEA"/>
                          </a:solidFill>
                          <a:ln w="4839" cap="flat">
                            <a:noFill/>
                            <a:prstDash val="solid"/>
                            <a:miter/>
                          </a:ln>
                        </p:spPr>
                        <p:txBody>
                          <a:bodyPr rtlCol="0" anchor="ctr"/>
                          <a:lstStyle/>
                          <a:p>
                            <a:endParaRPr lang="vi-VN"/>
                          </a:p>
                        </p:txBody>
                      </p:sp>
                    </p:grpSp>
                  </p:grpSp>
                </p:grpSp>
                <p:grpSp>
                  <p:nvGrpSpPr>
                    <p:cNvPr id="680" name="Graphic 1991">
                      <a:extLst>
                        <a:ext uri="{FF2B5EF4-FFF2-40B4-BE49-F238E27FC236}">
                          <a16:creationId xmlns:a16="http://schemas.microsoft.com/office/drawing/2014/main" id="{A00E5588-B8B8-1DA5-32A7-C057D92909CF}"/>
                        </a:ext>
                      </a:extLst>
                    </p:cNvPr>
                    <p:cNvGrpSpPr/>
                    <p:nvPr/>
                  </p:nvGrpSpPr>
                  <p:grpSpPr>
                    <a:xfrm>
                      <a:off x="2112384" y="5615911"/>
                      <a:ext cx="648876" cy="295332"/>
                      <a:chOff x="2112384" y="5615911"/>
                      <a:chExt cx="648876" cy="295332"/>
                    </a:xfrm>
                  </p:grpSpPr>
                  <p:sp>
                    <p:nvSpPr>
                      <p:cNvPr id="693" name="Freeform: Shape 692">
                        <a:extLst>
                          <a:ext uri="{FF2B5EF4-FFF2-40B4-BE49-F238E27FC236}">
                            <a16:creationId xmlns:a16="http://schemas.microsoft.com/office/drawing/2014/main" id="{8C7A7FAE-570E-AE99-6A72-1EEAFE94E371}"/>
                          </a:ext>
                        </a:extLst>
                      </p:cNvPr>
                      <p:cNvSpPr/>
                      <p:nvPr/>
                    </p:nvSpPr>
                    <p:spPr>
                      <a:xfrm>
                        <a:off x="2112384" y="5615911"/>
                        <a:ext cx="648876" cy="295332"/>
                      </a:xfrm>
                      <a:custGeom>
                        <a:avLst/>
                        <a:gdLst>
                          <a:gd name="connsiteX0" fmla="*/ 648877 w 648876"/>
                          <a:gd name="connsiteY0" fmla="*/ 218855 h 295332"/>
                          <a:gd name="connsiteX1" fmla="*/ 200589 w 648876"/>
                          <a:gd name="connsiteY1" fmla="*/ 0 h 295332"/>
                          <a:gd name="connsiteX2" fmla="*/ 98 w 648876"/>
                          <a:gd name="connsiteY2" fmla="*/ 41930 h 295332"/>
                          <a:gd name="connsiteX3" fmla="*/ 336602 w 648876"/>
                          <a:gd name="connsiteY3" fmla="*/ 295315 h 295332"/>
                          <a:gd name="connsiteX4" fmla="*/ 648877 w 648876"/>
                          <a:gd name="connsiteY4" fmla="*/ 218855 h 295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876" h="295332">
                            <a:moveTo>
                              <a:pt x="648877" y="218855"/>
                            </a:moveTo>
                            <a:cubicBezTo>
                              <a:pt x="647099" y="219437"/>
                              <a:pt x="200589" y="0"/>
                              <a:pt x="200589" y="0"/>
                            </a:cubicBezTo>
                            <a:cubicBezTo>
                              <a:pt x="200589" y="0"/>
                              <a:pt x="6776" y="29338"/>
                              <a:pt x="98" y="41930"/>
                            </a:cubicBezTo>
                            <a:cubicBezTo>
                              <a:pt x="-6580" y="54526"/>
                              <a:pt x="330539" y="297708"/>
                              <a:pt x="336602" y="295315"/>
                            </a:cubicBezTo>
                            <a:cubicBezTo>
                              <a:pt x="342665" y="292923"/>
                              <a:pt x="648877" y="218855"/>
                              <a:pt x="648877" y="218855"/>
                            </a:cubicBezTo>
                            <a:close/>
                          </a:path>
                        </a:pathLst>
                      </a:custGeom>
                      <a:solidFill>
                        <a:srgbClr val="D8D6D6"/>
                      </a:solidFill>
                      <a:ln w="4839" cap="flat">
                        <a:noFill/>
                        <a:prstDash val="solid"/>
                        <a:miter/>
                      </a:ln>
                    </p:spPr>
                    <p:txBody>
                      <a:bodyPr rtlCol="0" anchor="ctr"/>
                      <a:lstStyle/>
                      <a:p>
                        <a:endParaRPr lang="vi-VN"/>
                      </a:p>
                    </p:txBody>
                  </p:sp>
                  <p:sp>
                    <p:nvSpPr>
                      <p:cNvPr id="694" name="Freeform: Shape 693">
                        <a:extLst>
                          <a:ext uri="{FF2B5EF4-FFF2-40B4-BE49-F238E27FC236}">
                            <a16:creationId xmlns:a16="http://schemas.microsoft.com/office/drawing/2014/main" id="{B6085013-1798-57D3-27A1-D1A1870C9079}"/>
                          </a:ext>
                        </a:extLst>
                      </p:cNvPr>
                      <p:cNvSpPr/>
                      <p:nvPr/>
                    </p:nvSpPr>
                    <p:spPr>
                      <a:xfrm>
                        <a:off x="2112388" y="5652334"/>
                        <a:ext cx="648871" cy="258909"/>
                      </a:xfrm>
                      <a:custGeom>
                        <a:avLst/>
                        <a:gdLst>
                          <a:gd name="connsiteX0" fmla="*/ 648872 w 648871"/>
                          <a:gd name="connsiteY0" fmla="*/ 182432 h 258909"/>
                          <a:gd name="connsiteX1" fmla="*/ 619834 w 648871"/>
                          <a:gd name="connsiteY1" fmla="*/ 168731 h 258909"/>
                          <a:gd name="connsiteX2" fmla="*/ 336587 w 648871"/>
                          <a:gd name="connsiteY2" fmla="*/ 228619 h 258909"/>
                          <a:gd name="connsiteX3" fmla="*/ 12394 w 648871"/>
                          <a:gd name="connsiteY3" fmla="*/ 1225 h 258909"/>
                          <a:gd name="connsiteX4" fmla="*/ 10902 w 648871"/>
                          <a:gd name="connsiteY4" fmla="*/ 0 h 258909"/>
                          <a:gd name="connsiteX5" fmla="*/ 98 w 648871"/>
                          <a:gd name="connsiteY5" fmla="*/ 5506 h 258909"/>
                          <a:gd name="connsiteX6" fmla="*/ 336602 w 648871"/>
                          <a:gd name="connsiteY6" fmla="*/ 258892 h 258909"/>
                          <a:gd name="connsiteX7" fmla="*/ 648872 w 648871"/>
                          <a:gd name="connsiteY7" fmla="*/ 182432 h 258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8871" h="258909">
                            <a:moveTo>
                              <a:pt x="648872" y="182432"/>
                            </a:moveTo>
                            <a:cubicBezTo>
                              <a:pt x="648601" y="182519"/>
                              <a:pt x="637825" y="177415"/>
                              <a:pt x="619834" y="168731"/>
                            </a:cubicBezTo>
                            <a:lnTo>
                              <a:pt x="336587" y="228619"/>
                            </a:lnTo>
                            <a:lnTo>
                              <a:pt x="12394" y="1225"/>
                            </a:lnTo>
                            <a:lnTo>
                              <a:pt x="10902" y="0"/>
                            </a:lnTo>
                            <a:cubicBezTo>
                              <a:pt x="4815" y="2044"/>
                              <a:pt x="945" y="3908"/>
                              <a:pt x="98" y="5506"/>
                            </a:cubicBezTo>
                            <a:cubicBezTo>
                              <a:pt x="-6580" y="18103"/>
                              <a:pt x="330539" y="261284"/>
                              <a:pt x="336602" y="258892"/>
                            </a:cubicBezTo>
                            <a:cubicBezTo>
                              <a:pt x="342665" y="256499"/>
                              <a:pt x="648872" y="182432"/>
                              <a:pt x="648872" y="182432"/>
                            </a:cubicBezTo>
                            <a:close/>
                          </a:path>
                        </a:pathLst>
                      </a:custGeom>
                      <a:solidFill>
                        <a:srgbClr val="EAEAEA"/>
                      </a:solidFill>
                      <a:ln w="4839" cap="flat">
                        <a:noFill/>
                        <a:prstDash val="solid"/>
                        <a:miter/>
                      </a:ln>
                    </p:spPr>
                    <p:txBody>
                      <a:bodyPr rtlCol="0" anchor="ctr"/>
                      <a:lstStyle/>
                      <a:p>
                        <a:endParaRPr lang="vi-VN"/>
                      </a:p>
                    </p:txBody>
                  </p:sp>
                  <p:sp>
                    <p:nvSpPr>
                      <p:cNvPr id="695" name="Freeform: Shape 694">
                        <a:extLst>
                          <a:ext uri="{FF2B5EF4-FFF2-40B4-BE49-F238E27FC236}">
                            <a16:creationId xmlns:a16="http://schemas.microsoft.com/office/drawing/2014/main" id="{10C41CBE-82F3-43F6-B5B3-8B996942DE1C}"/>
                          </a:ext>
                        </a:extLst>
                      </p:cNvPr>
                      <p:cNvSpPr/>
                      <p:nvPr/>
                    </p:nvSpPr>
                    <p:spPr>
                      <a:xfrm>
                        <a:off x="2174858" y="5643186"/>
                        <a:ext cx="467740" cy="207610"/>
                      </a:xfrm>
                      <a:custGeom>
                        <a:avLst/>
                        <a:gdLst>
                          <a:gd name="connsiteX0" fmla="*/ 467039 w 467740"/>
                          <a:gd name="connsiteY0" fmla="*/ 159845 h 207610"/>
                          <a:gd name="connsiteX1" fmla="*/ 373383 w 467740"/>
                          <a:gd name="connsiteY1" fmla="*/ 115024 h 207610"/>
                          <a:gd name="connsiteX2" fmla="*/ 377078 w 467740"/>
                          <a:gd name="connsiteY2" fmla="*/ 113372 h 207610"/>
                          <a:gd name="connsiteX3" fmla="*/ 376739 w 467740"/>
                          <a:gd name="connsiteY3" fmla="*/ 111517 h 207610"/>
                          <a:gd name="connsiteX4" fmla="*/ 368898 w 467740"/>
                          <a:gd name="connsiteY4" fmla="*/ 112878 h 207610"/>
                          <a:gd name="connsiteX5" fmla="*/ 343032 w 467740"/>
                          <a:gd name="connsiteY5" fmla="*/ 100500 h 207610"/>
                          <a:gd name="connsiteX6" fmla="*/ 325341 w 467740"/>
                          <a:gd name="connsiteY6" fmla="*/ 92083 h 207610"/>
                          <a:gd name="connsiteX7" fmla="*/ 325946 w 467740"/>
                          <a:gd name="connsiteY7" fmla="*/ 91889 h 207610"/>
                          <a:gd name="connsiteX8" fmla="*/ 325423 w 467740"/>
                          <a:gd name="connsiteY8" fmla="*/ 90097 h 207610"/>
                          <a:gd name="connsiteX9" fmla="*/ 322169 w 467740"/>
                          <a:gd name="connsiteY9" fmla="*/ 90577 h 207610"/>
                          <a:gd name="connsiteX10" fmla="*/ 275270 w 467740"/>
                          <a:gd name="connsiteY10" fmla="*/ 68261 h 207610"/>
                          <a:gd name="connsiteX11" fmla="*/ 277828 w 467740"/>
                          <a:gd name="connsiteY11" fmla="*/ 67626 h 207610"/>
                          <a:gd name="connsiteX12" fmla="*/ 296376 w 467740"/>
                          <a:gd name="connsiteY12" fmla="*/ 64043 h 207610"/>
                          <a:gd name="connsiteX13" fmla="*/ 296172 w 467740"/>
                          <a:gd name="connsiteY13" fmla="*/ 61979 h 207610"/>
                          <a:gd name="connsiteX14" fmla="*/ 279489 w 467740"/>
                          <a:gd name="connsiteY14" fmla="*/ 64609 h 207610"/>
                          <a:gd name="connsiteX15" fmla="*/ 271488 w 467740"/>
                          <a:gd name="connsiteY15" fmla="*/ 66464 h 207610"/>
                          <a:gd name="connsiteX16" fmla="*/ 223839 w 467740"/>
                          <a:gd name="connsiteY16" fmla="*/ 43789 h 207610"/>
                          <a:gd name="connsiteX17" fmla="*/ 240910 w 467740"/>
                          <a:gd name="connsiteY17" fmla="*/ 39005 h 207610"/>
                          <a:gd name="connsiteX18" fmla="*/ 240508 w 467740"/>
                          <a:gd name="connsiteY18" fmla="*/ 37324 h 207610"/>
                          <a:gd name="connsiteX19" fmla="*/ 219616 w 467740"/>
                          <a:gd name="connsiteY19" fmla="*/ 41780 h 207610"/>
                          <a:gd name="connsiteX20" fmla="*/ 219345 w 467740"/>
                          <a:gd name="connsiteY20" fmla="*/ 41649 h 207610"/>
                          <a:gd name="connsiteX21" fmla="*/ 183483 w 467740"/>
                          <a:gd name="connsiteY21" fmla="*/ 24505 h 207610"/>
                          <a:gd name="connsiteX22" fmla="*/ 185590 w 467740"/>
                          <a:gd name="connsiteY22" fmla="*/ 23754 h 207610"/>
                          <a:gd name="connsiteX23" fmla="*/ 185343 w 467740"/>
                          <a:gd name="connsiteY23" fmla="*/ 22253 h 207610"/>
                          <a:gd name="connsiteX24" fmla="*/ 180587 w 467740"/>
                          <a:gd name="connsiteY24" fmla="*/ 23110 h 207610"/>
                          <a:gd name="connsiteX25" fmla="*/ 150086 w 467740"/>
                          <a:gd name="connsiteY25" fmla="*/ 8432 h 207610"/>
                          <a:gd name="connsiteX26" fmla="*/ 152222 w 467740"/>
                          <a:gd name="connsiteY26" fmla="*/ 7671 h 207610"/>
                          <a:gd name="connsiteX27" fmla="*/ 151820 w 467740"/>
                          <a:gd name="connsiteY27" fmla="*/ 5991 h 207610"/>
                          <a:gd name="connsiteX28" fmla="*/ 123760 w 467740"/>
                          <a:gd name="connsiteY28" fmla="*/ 13541 h 207610"/>
                          <a:gd name="connsiteX29" fmla="*/ 110215 w 467740"/>
                          <a:gd name="connsiteY29" fmla="*/ 16756 h 207610"/>
                          <a:gd name="connsiteX30" fmla="*/ 90185 w 467740"/>
                          <a:gd name="connsiteY30" fmla="*/ 349 h 207610"/>
                          <a:gd name="connsiteX31" fmla="*/ 88654 w 467740"/>
                          <a:gd name="connsiteY31" fmla="*/ 1826 h 207610"/>
                          <a:gd name="connsiteX32" fmla="*/ 106660 w 467740"/>
                          <a:gd name="connsiteY32" fmla="*/ 17531 h 207610"/>
                          <a:gd name="connsiteX33" fmla="*/ 94325 w 467740"/>
                          <a:gd name="connsiteY33" fmla="*/ 20098 h 207610"/>
                          <a:gd name="connsiteX34" fmla="*/ 76978 w 467740"/>
                          <a:gd name="connsiteY34" fmla="*/ 23139 h 207610"/>
                          <a:gd name="connsiteX35" fmla="*/ 52308 w 467740"/>
                          <a:gd name="connsiteY35" fmla="*/ 5255 h 207610"/>
                          <a:gd name="connsiteX36" fmla="*/ 51277 w 467740"/>
                          <a:gd name="connsiteY36" fmla="*/ 6388 h 207610"/>
                          <a:gd name="connsiteX37" fmla="*/ 73612 w 467740"/>
                          <a:gd name="connsiteY37" fmla="*/ 23653 h 207610"/>
                          <a:gd name="connsiteX38" fmla="*/ 37102 w 467740"/>
                          <a:gd name="connsiteY38" fmla="*/ 28200 h 207610"/>
                          <a:gd name="connsiteX39" fmla="*/ 36995 w 467740"/>
                          <a:gd name="connsiteY39" fmla="*/ 28137 h 207610"/>
                          <a:gd name="connsiteX40" fmla="*/ 1090 w 467740"/>
                          <a:gd name="connsiteY40" fmla="*/ 4620 h 207610"/>
                          <a:gd name="connsiteX41" fmla="*/ 233 w 467740"/>
                          <a:gd name="connsiteY41" fmla="*/ 5792 h 207610"/>
                          <a:gd name="connsiteX42" fmla="*/ 31542 w 467740"/>
                          <a:gd name="connsiteY42" fmla="*/ 26936 h 207610"/>
                          <a:gd name="connsiteX43" fmla="*/ 34849 w 467740"/>
                          <a:gd name="connsiteY43" fmla="*/ 28888 h 207610"/>
                          <a:gd name="connsiteX44" fmla="*/ 35649 w 467740"/>
                          <a:gd name="connsiteY44" fmla="*/ 30370 h 207610"/>
                          <a:gd name="connsiteX45" fmla="*/ 37140 w 467740"/>
                          <a:gd name="connsiteY45" fmla="*/ 30239 h 207610"/>
                          <a:gd name="connsiteX46" fmla="*/ 62672 w 467740"/>
                          <a:gd name="connsiteY46" fmla="*/ 44981 h 207610"/>
                          <a:gd name="connsiteX47" fmla="*/ 74101 w 467740"/>
                          <a:gd name="connsiteY47" fmla="*/ 51519 h 207610"/>
                          <a:gd name="connsiteX48" fmla="*/ 60396 w 467740"/>
                          <a:gd name="connsiteY48" fmla="*/ 55272 h 207610"/>
                          <a:gd name="connsiteX49" fmla="*/ 60832 w 467740"/>
                          <a:gd name="connsiteY49" fmla="*/ 57282 h 207610"/>
                          <a:gd name="connsiteX50" fmla="*/ 76896 w 467740"/>
                          <a:gd name="connsiteY50" fmla="*/ 53117 h 207610"/>
                          <a:gd name="connsiteX51" fmla="*/ 95546 w 467740"/>
                          <a:gd name="connsiteY51" fmla="*/ 64207 h 207610"/>
                          <a:gd name="connsiteX52" fmla="*/ 111164 w 467740"/>
                          <a:gd name="connsiteY52" fmla="*/ 74227 h 207610"/>
                          <a:gd name="connsiteX53" fmla="*/ 93144 w 467740"/>
                          <a:gd name="connsiteY53" fmla="*/ 80755 h 207610"/>
                          <a:gd name="connsiteX54" fmla="*/ 94044 w 467740"/>
                          <a:gd name="connsiteY54" fmla="*/ 82567 h 207610"/>
                          <a:gd name="connsiteX55" fmla="*/ 113731 w 467740"/>
                          <a:gd name="connsiteY55" fmla="*/ 75917 h 207610"/>
                          <a:gd name="connsiteX56" fmla="*/ 128012 w 467740"/>
                          <a:gd name="connsiteY56" fmla="*/ 85390 h 207610"/>
                          <a:gd name="connsiteX57" fmla="*/ 151568 w 467740"/>
                          <a:gd name="connsiteY57" fmla="*/ 100640 h 207610"/>
                          <a:gd name="connsiteX58" fmla="*/ 128792 w 467740"/>
                          <a:gd name="connsiteY58" fmla="*/ 105125 h 207610"/>
                          <a:gd name="connsiteX59" fmla="*/ 129107 w 467740"/>
                          <a:gd name="connsiteY59" fmla="*/ 107013 h 207610"/>
                          <a:gd name="connsiteX60" fmla="*/ 154692 w 467740"/>
                          <a:gd name="connsiteY60" fmla="*/ 102543 h 207610"/>
                          <a:gd name="connsiteX61" fmla="*/ 161152 w 467740"/>
                          <a:gd name="connsiteY61" fmla="*/ 106403 h 207610"/>
                          <a:gd name="connsiteX62" fmla="*/ 196244 w 467740"/>
                          <a:gd name="connsiteY62" fmla="*/ 125998 h 207610"/>
                          <a:gd name="connsiteX63" fmla="*/ 200864 w 467740"/>
                          <a:gd name="connsiteY63" fmla="*/ 128550 h 207610"/>
                          <a:gd name="connsiteX64" fmla="*/ 184282 w 467740"/>
                          <a:gd name="connsiteY64" fmla="*/ 135528 h 207610"/>
                          <a:gd name="connsiteX65" fmla="*/ 185260 w 467740"/>
                          <a:gd name="connsiteY65" fmla="*/ 137379 h 207610"/>
                          <a:gd name="connsiteX66" fmla="*/ 203721 w 467740"/>
                          <a:gd name="connsiteY66" fmla="*/ 130134 h 207610"/>
                          <a:gd name="connsiteX67" fmla="*/ 243850 w 467740"/>
                          <a:gd name="connsiteY67" fmla="*/ 152304 h 207610"/>
                          <a:gd name="connsiteX68" fmla="*/ 233098 w 467740"/>
                          <a:gd name="connsiteY68" fmla="*/ 156062 h 207610"/>
                          <a:gd name="connsiteX69" fmla="*/ 234217 w 467740"/>
                          <a:gd name="connsiteY69" fmla="*/ 158503 h 207610"/>
                          <a:gd name="connsiteX70" fmla="*/ 247031 w 467740"/>
                          <a:gd name="connsiteY70" fmla="*/ 154062 h 207610"/>
                          <a:gd name="connsiteX71" fmla="*/ 267129 w 467740"/>
                          <a:gd name="connsiteY71" fmla="*/ 165167 h 207610"/>
                          <a:gd name="connsiteX72" fmla="*/ 299233 w 467740"/>
                          <a:gd name="connsiteY72" fmla="*/ 182882 h 207610"/>
                          <a:gd name="connsiteX73" fmla="*/ 273270 w 467740"/>
                          <a:gd name="connsiteY73" fmla="*/ 189633 h 207610"/>
                          <a:gd name="connsiteX74" fmla="*/ 273624 w 467740"/>
                          <a:gd name="connsiteY74" fmla="*/ 192186 h 207610"/>
                          <a:gd name="connsiteX75" fmla="*/ 302914 w 467740"/>
                          <a:gd name="connsiteY75" fmla="*/ 184912 h 207610"/>
                          <a:gd name="connsiteX76" fmla="*/ 306933 w 467740"/>
                          <a:gd name="connsiteY76" fmla="*/ 187130 h 207610"/>
                          <a:gd name="connsiteX77" fmla="*/ 344906 w 467740"/>
                          <a:gd name="connsiteY77" fmla="*/ 207518 h 207610"/>
                          <a:gd name="connsiteX78" fmla="*/ 345613 w 467740"/>
                          <a:gd name="connsiteY78" fmla="*/ 206080 h 207610"/>
                          <a:gd name="connsiteX79" fmla="*/ 309815 w 467740"/>
                          <a:gd name="connsiteY79" fmla="*/ 185774 h 207610"/>
                          <a:gd name="connsiteX80" fmla="*/ 306575 w 467740"/>
                          <a:gd name="connsiteY80" fmla="*/ 183987 h 207610"/>
                          <a:gd name="connsiteX81" fmla="*/ 340015 w 467740"/>
                          <a:gd name="connsiteY81" fmla="*/ 175240 h 207610"/>
                          <a:gd name="connsiteX82" fmla="*/ 361309 w 467740"/>
                          <a:gd name="connsiteY82" fmla="*/ 186611 h 207610"/>
                          <a:gd name="connsiteX83" fmla="*/ 362404 w 467740"/>
                          <a:gd name="connsiteY83" fmla="*/ 184912 h 207610"/>
                          <a:gd name="connsiteX84" fmla="*/ 343657 w 467740"/>
                          <a:gd name="connsiteY84" fmla="*/ 174252 h 207610"/>
                          <a:gd name="connsiteX85" fmla="*/ 393553 w 467740"/>
                          <a:gd name="connsiteY85" fmla="*/ 160343 h 207610"/>
                          <a:gd name="connsiteX86" fmla="*/ 415807 w 467740"/>
                          <a:gd name="connsiteY86" fmla="*/ 170276 h 207610"/>
                          <a:gd name="connsiteX87" fmla="*/ 416654 w 467740"/>
                          <a:gd name="connsiteY87" fmla="*/ 168421 h 207610"/>
                          <a:gd name="connsiteX88" fmla="*/ 397684 w 467740"/>
                          <a:gd name="connsiteY88" fmla="*/ 159167 h 207610"/>
                          <a:gd name="connsiteX89" fmla="*/ 398517 w 467740"/>
                          <a:gd name="connsiteY89" fmla="*/ 158929 h 207610"/>
                          <a:gd name="connsiteX90" fmla="*/ 415869 w 467740"/>
                          <a:gd name="connsiteY90" fmla="*/ 153835 h 207610"/>
                          <a:gd name="connsiteX91" fmla="*/ 433667 w 467740"/>
                          <a:gd name="connsiteY91" fmla="*/ 148169 h 207610"/>
                          <a:gd name="connsiteX92" fmla="*/ 434360 w 467740"/>
                          <a:gd name="connsiteY92" fmla="*/ 146967 h 207610"/>
                          <a:gd name="connsiteX93" fmla="*/ 466042 w 467740"/>
                          <a:gd name="connsiteY93" fmla="*/ 162145 h 207610"/>
                          <a:gd name="connsiteX94" fmla="*/ 467039 w 467740"/>
                          <a:gd name="connsiteY94" fmla="*/ 159845 h 207610"/>
                          <a:gd name="connsiteX95" fmla="*/ 322184 w 467740"/>
                          <a:gd name="connsiteY95" fmla="*/ 93090 h 207610"/>
                          <a:gd name="connsiteX96" fmla="*/ 365503 w 467740"/>
                          <a:gd name="connsiteY96" fmla="*/ 113900 h 207610"/>
                          <a:gd name="connsiteX97" fmla="*/ 362118 w 467740"/>
                          <a:gd name="connsiteY97" fmla="*/ 114922 h 207610"/>
                          <a:gd name="connsiteX98" fmla="*/ 347991 w 467740"/>
                          <a:gd name="connsiteY98" fmla="*/ 118893 h 207610"/>
                          <a:gd name="connsiteX99" fmla="*/ 326290 w 467740"/>
                          <a:gd name="connsiteY99" fmla="*/ 125295 h 207610"/>
                          <a:gd name="connsiteX100" fmla="*/ 283426 w 467740"/>
                          <a:gd name="connsiteY100" fmla="*/ 104660 h 207610"/>
                          <a:gd name="connsiteX101" fmla="*/ 281905 w 467740"/>
                          <a:gd name="connsiteY101" fmla="*/ 103909 h 207610"/>
                          <a:gd name="connsiteX102" fmla="*/ 294172 w 467740"/>
                          <a:gd name="connsiteY102" fmla="*/ 100388 h 207610"/>
                          <a:gd name="connsiteX103" fmla="*/ 322184 w 467740"/>
                          <a:gd name="connsiteY103" fmla="*/ 93090 h 207610"/>
                          <a:gd name="connsiteX104" fmla="*/ 178626 w 467740"/>
                          <a:gd name="connsiteY104" fmla="*/ 55713 h 207610"/>
                          <a:gd name="connsiteX105" fmla="*/ 208317 w 467740"/>
                          <a:gd name="connsiteY105" fmla="*/ 70653 h 207610"/>
                          <a:gd name="connsiteX106" fmla="*/ 227166 w 467740"/>
                          <a:gd name="connsiteY106" fmla="*/ 79976 h 207610"/>
                          <a:gd name="connsiteX107" fmla="*/ 190428 w 467740"/>
                          <a:gd name="connsiteY107" fmla="*/ 91168 h 207610"/>
                          <a:gd name="connsiteX108" fmla="*/ 144691 w 467740"/>
                          <a:gd name="connsiteY108" fmla="*/ 65897 h 207610"/>
                          <a:gd name="connsiteX109" fmla="*/ 178626 w 467740"/>
                          <a:gd name="connsiteY109" fmla="*/ 55713 h 207610"/>
                          <a:gd name="connsiteX110" fmla="*/ 141592 w 467740"/>
                          <a:gd name="connsiteY110" fmla="*/ 64101 h 207610"/>
                          <a:gd name="connsiteX111" fmla="*/ 114607 w 467740"/>
                          <a:gd name="connsiteY111" fmla="*/ 48172 h 207610"/>
                          <a:gd name="connsiteX112" fmla="*/ 109120 w 467740"/>
                          <a:gd name="connsiteY112" fmla="*/ 44666 h 207610"/>
                          <a:gd name="connsiteX113" fmla="*/ 123203 w 467740"/>
                          <a:gd name="connsiteY113" fmla="*/ 40947 h 207610"/>
                          <a:gd name="connsiteX114" fmla="*/ 140638 w 467740"/>
                          <a:gd name="connsiteY114" fmla="*/ 36331 h 207610"/>
                          <a:gd name="connsiteX115" fmla="*/ 142420 w 467740"/>
                          <a:gd name="connsiteY115" fmla="*/ 37242 h 207610"/>
                          <a:gd name="connsiteX116" fmla="*/ 175022 w 467740"/>
                          <a:gd name="connsiteY116" fmla="*/ 53902 h 207610"/>
                          <a:gd name="connsiteX117" fmla="*/ 141592 w 467740"/>
                          <a:gd name="connsiteY117" fmla="*/ 64101 h 207610"/>
                          <a:gd name="connsiteX118" fmla="*/ 196365 w 467740"/>
                          <a:gd name="connsiteY118" fmla="*/ 92548 h 207610"/>
                          <a:gd name="connsiteX119" fmla="*/ 230648 w 467740"/>
                          <a:gd name="connsiteY119" fmla="*/ 81695 h 207610"/>
                          <a:gd name="connsiteX120" fmla="*/ 273972 w 467740"/>
                          <a:gd name="connsiteY120" fmla="*/ 103028 h 207610"/>
                          <a:gd name="connsiteX121" fmla="*/ 269919 w 467740"/>
                          <a:gd name="connsiteY121" fmla="*/ 104171 h 207610"/>
                          <a:gd name="connsiteX122" fmla="*/ 235413 w 467740"/>
                          <a:gd name="connsiteY122" fmla="*/ 115460 h 207610"/>
                          <a:gd name="connsiteX123" fmla="*/ 194103 w 467740"/>
                          <a:gd name="connsiteY123" fmla="*/ 93148 h 207610"/>
                          <a:gd name="connsiteX124" fmla="*/ 196365 w 467740"/>
                          <a:gd name="connsiteY124" fmla="*/ 92548 h 207610"/>
                          <a:gd name="connsiteX125" fmla="*/ 278031 w 467740"/>
                          <a:gd name="connsiteY125" fmla="*/ 105023 h 207610"/>
                          <a:gd name="connsiteX126" fmla="*/ 322353 w 467740"/>
                          <a:gd name="connsiteY126" fmla="*/ 126458 h 207610"/>
                          <a:gd name="connsiteX127" fmla="*/ 319864 w 467740"/>
                          <a:gd name="connsiteY127" fmla="*/ 127189 h 207610"/>
                          <a:gd name="connsiteX128" fmla="*/ 280181 w 467740"/>
                          <a:gd name="connsiteY128" fmla="*/ 139858 h 207610"/>
                          <a:gd name="connsiteX129" fmla="*/ 238789 w 467740"/>
                          <a:gd name="connsiteY129" fmla="*/ 117280 h 207610"/>
                          <a:gd name="connsiteX130" fmla="*/ 278031 w 467740"/>
                          <a:gd name="connsiteY130" fmla="*/ 105023 h 207610"/>
                          <a:gd name="connsiteX131" fmla="*/ 272103 w 467740"/>
                          <a:gd name="connsiteY131" fmla="*/ 69036 h 207610"/>
                          <a:gd name="connsiteX132" fmla="*/ 272684 w 467740"/>
                          <a:gd name="connsiteY132" fmla="*/ 69312 h 207610"/>
                          <a:gd name="connsiteX133" fmla="*/ 318193 w 467740"/>
                          <a:gd name="connsiteY133" fmla="*/ 91172 h 207610"/>
                          <a:gd name="connsiteX134" fmla="*/ 297906 w 467740"/>
                          <a:gd name="connsiteY134" fmla="*/ 96267 h 207610"/>
                          <a:gd name="connsiteX135" fmla="*/ 277871 w 467740"/>
                          <a:gd name="connsiteY135" fmla="*/ 101924 h 207610"/>
                          <a:gd name="connsiteX136" fmla="*/ 234358 w 467740"/>
                          <a:gd name="connsiteY136" fmla="*/ 80470 h 207610"/>
                          <a:gd name="connsiteX137" fmla="*/ 259662 w 467740"/>
                          <a:gd name="connsiteY137" fmla="*/ 72411 h 207610"/>
                          <a:gd name="connsiteX138" fmla="*/ 272103 w 467740"/>
                          <a:gd name="connsiteY138" fmla="*/ 69036 h 207610"/>
                          <a:gd name="connsiteX139" fmla="*/ 220943 w 467740"/>
                          <a:gd name="connsiteY139" fmla="*/ 44477 h 207610"/>
                          <a:gd name="connsiteX140" fmla="*/ 268418 w 467740"/>
                          <a:gd name="connsiteY140" fmla="*/ 67263 h 207610"/>
                          <a:gd name="connsiteX141" fmla="*/ 263754 w 467740"/>
                          <a:gd name="connsiteY141" fmla="*/ 68488 h 207610"/>
                          <a:gd name="connsiteX142" fmla="*/ 232183 w 467740"/>
                          <a:gd name="connsiteY142" fmla="*/ 78344 h 207610"/>
                          <a:gd name="connsiteX143" fmla="*/ 230929 w 467740"/>
                          <a:gd name="connsiteY143" fmla="*/ 78750 h 207610"/>
                          <a:gd name="connsiteX144" fmla="*/ 182776 w 467740"/>
                          <a:gd name="connsiteY144" fmla="*/ 54560 h 207610"/>
                          <a:gd name="connsiteX145" fmla="*/ 207848 w 467740"/>
                          <a:gd name="connsiteY145" fmla="*/ 47693 h 207610"/>
                          <a:gd name="connsiteX146" fmla="*/ 220943 w 467740"/>
                          <a:gd name="connsiteY146" fmla="*/ 44477 h 207610"/>
                          <a:gd name="connsiteX147" fmla="*/ 181091 w 467740"/>
                          <a:gd name="connsiteY147" fmla="*/ 25353 h 207610"/>
                          <a:gd name="connsiteX148" fmla="*/ 216821 w 467740"/>
                          <a:gd name="connsiteY148" fmla="*/ 42501 h 207610"/>
                          <a:gd name="connsiteX149" fmla="*/ 210439 w 467740"/>
                          <a:gd name="connsiteY149" fmla="*/ 44182 h 207610"/>
                          <a:gd name="connsiteX150" fmla="*/ 181740 w 467740"/>
                          <a:gd name="connsiteY150" fmla="*/ 51911 h 207610"/>
                          <a:gd name="connsiteX151" fmla="*/ 179086 w 467740"/>
                          <a:gd name="connsiteY151" fmla="*/ 52700 h 207610"/>
                          <a:gd name="connsiteX152" fmla="*/ 151738 w 467740"/>
                          <a:gd name="connsiteY152" fmla="*/ 38869 h 207610"/>
                          <a:gd name="connsiteX153" fmla="*/ 144643 w 467740"/>
                          <a:gd name="connsiteY153" fmla="*/ 35276 h 207610"/>
                          <a:gd name="connsiteX154" fmla="*/ 154455 w 467740"/>
                          <a:gd name="connsiteY154" fmla="*/ 32680 h 207610"/>
                          <a:gd name="connsiteX155" fmla="*/ 181091 w 467740"/>
                          <a:gd name="connsiteY155" fmla="*/ 25353 h 207610"/>
                          <a:gd name="connsiteX156" fmla="*/ 124012 w 467740"/>
                          <a:gd name="connsiteY156" fmla="*/ 15928 h 207610"/>
                          <a:gd name="connsiteX157" fmla="*/ 148391 w 467740"/>
                          <a:gd name="connsiteY157" fmla="*/ 9032 h 207610"/>
                          <a:gd name="connsiteX158" fmla="*/ 148876 w 467740"/>
                          <a:gd name="connsiteY158" fmla="*/ 9889 h 207610"/>
                          <a:gd name="connsiteX159" fmla="*/ 177555 w 467740"/>
                          <a:gd name="connsiteY159" fmla="*/ 23653 h 207610"/>
                          <a:gd name="connsiteX160" fmla="*/ 153917 w 467740"/>
                          <a:gd name="connsiteY160" fmla="*/ 29978 h 207610"/>
                          <a:gd name="connsiteX161" fmla="*/ 141016 w 467740"/>
                          <a:gd name="connsiteY161" fmla="*/ 33440 h 207610"/>
                          <a:gd name="connsiteX162" fmla="*/ 117847 w 467740"/>
                          <a:gd name="connsiteY162" fmla="*/ 21294 h 207610"/>
                          <a:gd name="connsiteX163" fmla="*/ 113154 w 467740"/>
                          <a:gd name="connsiteY163" fmla="*/ 18510 h 207610"/>
                          <a:gd name="connsiteX164" fmla="*/ 124012 w 467740"/>
                          <a:gd name="connsiteY164" fmla="*/ 15928 h 207610"/>
                          <a:gd name="connsiteX165" fmla="*/ 95570 w 467740"/>
                          <a:gd name="connsiteY165" fmla="*/ 22292 h 207610"/>
                          <a:gd name="connsiteX166" fmla="*/ 109522 w 467740"/>
                          <a:gd name="connsiteY166" fmla="*/ 19367 h 207610"/>
                          <a:gd name="connsiteX167" fmla="*/ 137054 w 467740"/>
                          <a:gd name="connsiteY167" fmla="*/ 34501 h 207610"/>
                          <a:gd name="connsiteX168" fmla="*/ 122777 w 467740"/>
                          <a:gd name="connsiteY168" fmla="*/ 38331 h 207610"/>
                          <a:gd name="connsiteX169" fmla="*/ 106185 w 467740"/>
                          <a:gd name="connsiteY169" fmla="*/ 42792 h 207610"/>
                          <a:gd name="connsiteX170" fmla="*/ 79777 w 467740"/>
                          <a:gd name="connsiteY170" fmla="*/ 25125 h 207610"/>
                          <a:gd name="connsiteX171" fmla="*/ 95570 w 467740"/>
                          <a:gd name="connsiteY171" fmla="*/ 22292 h 207610"/>
                          <a:gd name="connsiteX172" fmla="*/ 76474 w 467740"/>
                          <a:gd name="connsiteY172" fmla="*/ 50855 h 207610"/>
                          <a:gd name="connsiteX173" fmla="*/ 72440 w 467740"/>
                          <a:gd name="connsiteY173" fmla="*/ 48468 h 207610"/>
                          <a:gd name="connsiteX174" fmla="*/ 40152 w 467740"/>
                          <a:gd name="connsiteY174" fmla="*/ 29958 h 207610"/>
                          <a:gd name="connsiteX175" fmla="*/ 76334 w 467740"/>
                          <a:gd name="connsiteY175" fmla="*/ 25638 h 207610"/>
                          <a:gd name="connsiteX176" fmla="*/ 103294 w 467740"/>
                          <a:gd name="connsiteY176" fmla="*/ 43567 h 207610"/>
                          <a:gd name="connsiteX177" fmla="*/ 76474 w 467740"/>
                          <a:gd name="connsiteY177" fmla="*/ 50855 h 207610"/>
                          <a:gd name="connsiteX178" fmla="*/ 113106 w 467740"/>
                          <a:gd name="connsiteY178" fmla="*/ 73539 h 207610"/>
                          <a:gd name="connsiteX179" fmla="*/ 79240 w 467740"/>
                          <a:gd name="connsiteY179" fmla="*/ 52492 h 207610"/>
                          <a:gd name="connsiteX180" fmla="*/ 106248 w 467740"/>
                          <a:gd name="connsiteY180" fmla="*/ 45422 h 207610"/>
                          <a:gd name="connsiteX181" fmla="*/ 139267 w 467740"/>
                          <a:gd name="connsiteY181" fmla="*/ 64846 h 207610"/>
                          <a:gd name="connsiteX182" fmla="*/ 124743 w 467740"/>
                          <a:gd name="connsiteY182" fmla="*/ 69510 h 207610"/>
                          <a:gd name="connsiteX183" fmla="*/ 113106 w 467740"/>
                          <a:gd name="connsiteY183" fmla="*/ 73539 h 207610"/>
                          <a:gd name="connsiteX184" fmla="*/ 154687 w 467740"/>
                          <a:gd name="connsiteY184" fmla="*/ 99928 h 207610"/>
                          <a:gd name="connsiteX185" fmla="*/ 136652 w 467740"/>
                          <a:gd name="connsiteY185" fmla="*/ 88809 h 207610"/>
                          <a:gd name="connsiteX186" fmla="*/ 115721 w 467740"/>
                          <a:gd name="connsiteY186" fmla="*/ 75225 h 207610"/>
                          <a:gd name="connsiteX187" fmla="*/ 142420 w 467740"/>
                          <a:gd name="connsiteY187" fmla="*/ 66614 h 207610"/>
                          <a:gd name="connsiteX188" fmla="*/ 165545 w 467740"/>
                          <a:gd name="connsiteY188" fmla="*/ 79419 h 207610"/>
                          <a:gd name="connsiteX189" fmla="*/ 188142 w 467740"/>
                          <a:gd name="connsiteY189" fmla="*/ 91807 h 207610"/>
                          <a:gd name="connsiteX190" fmla="*/ 167705 w 467740"/>
                          <a:gd name="connsiteY190" fmla="*/ 97061 h 207610"/>
                          <a:gd name="connsiteX191" fmla="*/ 154687 w 467740"/>
                          <a:gd name="connsiteY191" fmla="*/ 99928 h 207610"/>
                          <a:gd name="connsiteX192" fmla="*/ 158038 w 467740"/>
                          <a:gd name="connsiteY192" fmla="*/ 101861 h 207610"/>
                          <a:gd name="connsiteX193" fmla="*/ 191745 w 467740"/>
                          <a:gd name="connsiteY193" fmla="*/ 93778 h 207610"/>
                          <a:gd name="connsiteX194" fmla="*/ 232905 w 467740"/>
                          <a:gd name="connsiteY194" fmla="*/ 116341 h 207610"/>
                          <a:gd name="connsiteX195" fmla="*/ 214666 w 467740"/>
                          <a:gd name="connsiteY195" fmla="*/ 123039 h 207610"/>
                          <a:gd name="connsiteX196" fmla="*/ 203847 w 467740"/>
                          <a:gd name="connsiteY196" fmla="*/ 127344 h 207610"/>
                          <a:gd name="connsiteX197" fmla="*/ 158038 w 467740"/>
                          <a:gd name="connsiteY197" fmla="*/ 101861 h 207610"/>
                          <a:gd name="connsiteX198" fmla="*/ 206729 w 467740"/>
                          <a:gd name="connsiteY198" fmla="*/ 128928 h 207610"/>
                          <a:gd name="connsiteX199" fmla="*/ 236266 w 467740"/>
                          <a:gd name="connsiteY199" fmla="*/ 118181 h 207610"/>
                          <a:gd name="connsiteX200" fmla="*/ 277454 w 467740"/>
                          <a:gd name="connsiteY200" fmla="*/ 140764 h 207610"/>
                          <a:gd name="connsiteX201" fmla="*/ 264660 w 467740"/>
                          <a:gd name="connsiteY201" fmla="*/ 145006 h 207610"/>
                          <a:gd name="connsiteX202" fmla="*/ 247075 w 467740"/>
                          <a:gd name="connsiteY202" fmla="*/ 151157 h 207610"/>
                          <a:gd name="connsiteX203" fmla="*/ 206729 w 467740"/>
                          <a:gd name="connsiteY203" fmla="*/ 128928 h 207610"/>
                          <a:gd name="connsiteX204" fmla="*/ 308691 w 467740"/>
                          <a:gd name="connsiteY204" fmla="*/ 180393 h 207610"/>
                          <a:gd name="connsiteX205" fmla="*/ 302870 w 467740"/>
                          <a:gd name="connsiteY205" fmla="*/ 181909 h 207610"/>
                          <a:gd name="connsiteX206" fmla="*/ 274878 w 467740"/>
                          <a:gd name="connsiteY206" fmla="*/ 166475 h 207610"/>
                          <a:gd name="connsiteX207" fmla="*/ 250271 w 467740"/>
                          <a:gd name="connsiteY207" fmla="*/ 152919 h 207610"/>
                          <a:gd name="connsiteX208" fmla="*/ 280874 w 467740"/>
                          <a:gd name="connsiteY208" fmla="*/ 142643 h 207610"/>
                          <a:gd name="connsiteX209" fmla="*/ 291581 w 467740"/>
                          <a:gd name="connsiteY209" fmla="*/ 148512 h 207610"/>
                          <a:gd name="connsiteX210" fmla="*/ 326223 w 467740"/>
                          <a:gd name="connsiteY210" fmla="*/ 167540 h 207610"/>
                          <a:gd name="connsiteX211" fmla="*/ 336126 w 467740"/>
                          <a:gd name="connsiteY211" fmla="*/ 173046 h 207610"/>
                          <a:gd name="connsiteX212" fmla="*/ 308691 w 467740"/>
                          <a:gd name="connsiteY212" fmla="*/ 180393 h 207610"/>
                          <a:gd name="connsiteX213" fmla="*/ 370540 w 467740"/>
                          <a:gd name="connsiteY213" fmla="*/ 163574 h 207610"/>
                          <a:gd name="connsiteX214" fmla="*/ 339744 w 467740"/>
                          <a:gd name="connsiteY214" fmla="*/ 172073 h 207610"/>
                          <a:gd name="connsiteX215" fmla="*/ 299984 w 467740"/>
                          <a:gd name="connsiteY215" fmla="*/ 150658 h 207610"/>
                          <a:gd name="connsiteX216" fmla="*/ 283624 w 467740"/>
                          <a:gd name="connsiteY216" fmla="*/ 141737 h 207610"/>
                          <a:gd name="connsiteX217" fmla="*/ 326387 w 467740"/>
                          <a:gd name="connsiteY217" fmla="*/ 128409 h 207610"/>
                          <a:gd name="connsiteX218" fmla="*/ 340412 w 467740"/>
                          <a:gd name="connsiteY218" fmla="*/ 135189 h 207610"/>
                          <a:gd name="connsiteX219" fmla="*/ 377998 w 467740"/>
                          <a:gd name="connsiteY219" fmla="*/ 152977 h 207610"/>
                          <a:gd name="connsiteX220" fmla="*/ 389190 w 467740"/>
                          <a:gd name="connsiteY220" fmla="*/ 158256 h 207610"/>
                          <a:gd name="connsiteX221" fmla="*/ 370540 w 467740"/>
                          <a:gd name="connsiteY221" fmla="*/ 163574 h 207610"/>
                          <a:gd name="connsiteX222" fmla="*/ 416988 w 467740"/>
                          <a:gd name="connsiteY222" fmla="*/ 150217 h 207610"/>
                          <a:gd name="connsiteX223" fmla="*/ 401689 w 467740"/>
                          <a:gd name="connsiteY223" fmla="*/ 154687 h 207610"/>
                          <a:gd name="connsiteX224" fmla="*/ 393292 w 467740"/>
                          <a:gd name="connsiteY224" fmla="*/ 157084 h 207610"/>
                          <a:gd name="connsiteX225" fmla="*/ 382822 w 467740"/>
                          <a:gd name="connsiteY225" fmla="*/ 152217 h 207610"/>
                          <a:gd name="connsiteX226" fmla="*/ 350161 w 467740"/>
                          <a:gd name="connsiteY226" fmla="*/ 136788 h 207610"/>
                          <a:gd name="connsiteX227" fmla="*/ 330329 w 467740"/>
                          <a:gd name="connsiteY227" fmla="*/ 127242 h 207610"/>
                          <a:gd name="connsiteX228" fmla="*/ 346747 w 467740"/>
                          <a:gd name="connsiteY228" fmla="*/ 122380 h 207610"/>
                          <a:gd name="connsiteX229" fmla="*/ 362927 w 467740"/>
                          <a:gd name="connsiteY229" fmla="*/ 117789 h 207610"/>
                          <a:gd name="connsiteX230" fmla="*/ 369988 w 467740"/>
                          <a:gd name="connsiteY230" fmla="*/ 116055 h 207610"/>
                          <a:gd name="connsiteX231" fmla="*/ 396246 w 467740"/>
                          <a:gd name="connsiteY231" fmla="*/ 128671 h 207610"/>
                          <a:gd name="connsiteX232" fmla="*/ 432297 w 467740"/>
                          <a:gd name="connsiteY232" fmla="*/ 145946 h 207610"/>
                          <a:gd name="connsiteX233" fmla="*/ 416988 w 467740"/>
                          <a:gd name="connsiteY233" fmla="*/ 150217 h 20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Lst>
                        <a:rect l="l" t="t" r="r" b="b"/>
                        <a:pathLst>
                          <a:path w="467740" h="207610">
                            <a:moveTo>
                              <a:pt x="467039" y="159845"/>
                            </a:moveTo>
                            <a:lnTo>
                              <a:pt x="373383" y="115024"/>
                            </a:lnTo>
                            <a:cubicBezTo>
                              <a:pt x="374681" y="114564"/>
                              <a:pt x="375935" y="114041"/>
                              <a:pt x="377078" y="113372"/>
                            </a:cubicBezTo>
                            <a:cubicBezTo>
                              <a:pt x="377833" y="112927"/>
                              <a:pt x="377809" y="111517"/>
                              <a:pt x="376739" y="111517"/>
                            </a:cubicBezTo>
                            <a:cubicBezTo>
                              <a:pt x="374177" y="111513"/>
                              <a:pt x="371523" y="112123"/>
                              <a:pt x="368898" y="112878"/>
                            </a:cubicBezTo>
                            <a:lnTo>
                              <a:pt x="343032" y="100500"/>
                            </a:lnTo>
                            <a:cubicBezTo>
                              <a:pt x="337138" y="97681"/>
                              <a:pt x="331235" y="94892"/>
                              <a:pt x="325341" y="92083"/>
                            </a:cubicBezTo>
                            <a:cubicBezTo>
                              <a:pt x="325540" y="92010"/>
                              <a:pt x="325748" y="91962"/>
                              <a:pt x="325946" y="91889"/>
                            </a:cubicBezTo>
                            <a:cubicBezTo>
                              <a:pt x="326988" y="91507"/>
                              <a:pt x="326441" y="89996"/>
                              <a:pt x="325423" y="90097"/>
                            </a:cubicBezTo>
                            <a:cubicBezTo>
                              <a:pt x="324339" y="90209"/>
                              <a:pt x="323254" y="90417"/>
                              <a:pt x="322169" y="90577"/>
                            </a:cubicBezTo>
                            <a:cubicBezTo>
                              <a:pt x="306536" y="83133"/>
                              <a:pt x="290908" y="75690"/>
                              <a:pt x="275270" y="68261"/>
                            </a:cubicBezTo>
                            <a:cubicBezTo>
                              <a:pt x="276123" y="68057"/>
                              <a:pt x="276975" y="67825"/>
                              <a:pt x="277828" y="67626"/>
                            </a:cubicBezTo>
                            <a:cubicBezTo>
                              <a:pt x="283959" y="66231"/>
                              <a:pt x="290303" y="65597"/>
                              <a:pt x="296376" y="64043"/>
                            </a:cubicBezTo>
                            <a:cubicBezTo>
                              <a:pt x="297494" y="63757"/>
                              <a:pt x="297398" y="61965"/>
                              <a:pt x="296172" y="61979"/>
                            </a:cubicBezTo>
                            <a:cubicBezTo>
                              <a:pt x="290613" y="62038"/>
                              <a:pt x="284913" y="63447"/>
                              <a:pt x="279489" y="64609"/>
                            </a:cubicBezTo>
                            <a:cubicBezTo>
                              <a:pt x="276810" y="65181"/>
                              <a:pt x="274142" y="65805"/>
                              <a:pt x="271488" y="66464"/>
                            </a:cubicBezTo>
                            <a:cubicBezTo>
                              <a:pt x="255598" y="58914"/>
                              <a:pt x="239733" y="51325"/>
                              <a:pt x="223839" y="43789"/>
                            </a:cubicBezTo>
                            <a:cubicBezTo>
                              <a:pt x="229597" y="42385"/>
                              <a:pt x="235326" y="40893"/>
                              <a:pt x="240910" y="39005"/>
                            </a:cubicBezTo>
                            <a:cubicBezTo>
                              <a:pt x="241845" y="38690"/>
                              <a:pt x="241482" y="37198"/>
                              <a:pt x="240508" y="37324"/>
                            </a:cubicBezTo>
                            <a:cubicBezTo>
                              <a:pt x="233481" y="38230"/>
                              <a:pt x="226522" y="39964"/>
                              <a:pt x="219616" y="41780"/>
                            </a:cubicBezTo>
                            <a:cubicBezTo>
                              <a:pt x="219524" y="41736"/>
                              <a:pt x="219437" y="41692"/>
                              <a:pt x="219345" y="41649"/>
                            </a:cubicBezTo>
                            <a:cubicBezTo>
                              <a:pt x="207373" y="35973"/>
                              <a:pt x="195426" y="30244"/>
                              <a:pt x="183483" y="24505"/>
                            </a:cubicBezTo>
                            <a:cubicBezTo>
                              <a:pt x="184180" y="24244"/>
                              <a:pt x="184902" y="24035"/>
                              <a:pt x="185590" y="23754"/>
                            </a:cubicBezTo>
                            <a:cubicBezTo>
                              <a:pt x="186331" y="23454"/>
                              <a:pt x="186268" y="22127"/>
                              <a:pt x="185343" y="22253"/>
                            </a:cubicBezTo>
                            <a:cubicBezTo>
                              <a:pt x="183754" y="22471"/>
                              <a:pt x="182171" y="22810"/>
                              <a:pt x="180587" y="23110"/>
                            </a:cubicBezTo>
                            <a:cubicBezTo>
                              <a:pt x="170422" y="18219"/>
                              <a:pt x="160256" y="13323"/>
                              <a:pt x="150086" y="8432"/>
                            </a:cubicBezTo>
                            <a:cubicBezTo>
                              <a:pt x="150793" y="8170"/>
                              <a:pt x="151520" y="7947"/>
                              <a:pt x="152222" y="7671"/>
                            </a:cubicBezTo>
                            <a:cubicBezTo>
                              <a:pt x="153108" y="7327"/>
                              <a:pt x="152808" y="5768"/>
                              <a:pt x="151820" y="5991"/>
                            </a:cubicBezTo>
                            <a:cubicBezTo>
                              <a:pt x="142386" y="8126"/>
                              <a:pt x="133146" y="11173"/>
                              <a:pt x="123760" y="13541"/>
                            </a:cubicBezTo>
                            <a:cubicBezTo>
                              <a:pt x="119261" y="14674"/>
                              <a:pt x="114743" y="15739"/>
                              <a:pt x="110215" y="16756"/>
                            </a:cubicBezTo>
                            <a:cubicBezTo>
                              <a:pt x="102883" y="12132"/>
                              <a:pt x="95986" y="6853"/>
                              <a:pt x="90185" y="349"/>
                            </a:cubicBezTo>
                            <a:cubicBezTo>
                              <a:pt x="89269" y="-678"/>
                              <a:pt x="87768" y="789"/>
                              <a:pt x="88654" y="1826"/>
                            </a:cubicBezTo>
                            <a:cubicBezTo>
                              <a:pt x="93914" y="7942"/>
                              <a:pt x="100059" y="13037"/>
                              <a:pt x="106660" y="17531"/>
                            </a:cubicBezTo>
                            <a:cubicBezTo>
                              <a:pt x="102558" y="18427"/>
                              <a:pt x="98447" y="19299"/>
                              <a:pt x="94325" y="20098"/>
                            </a:cubicBezTo>
                            <a:cubicBezTo>
                              <a:pt x="88562" y="21212"/>
                              <a:pt x="82775" y="22205"/>
                              <a:pt x="76978" y="23139"/>
                            </a:cubicBezTo>
                            <a:cubicBezTo>
                              <a:pt x="68697" y="17270"/>
                              <a:pt x="60478" y="11303"/>
                              <a:pt x="52308" y="5255"/>
                            </a:cubicBezTo>
                            <a:cubicBezTo>
                              <a:pt x="51533" y="4683"/>
                              <a:pt x="50507" y="5744"/>
                              <a:pt x="51277" y="6388"/>
                            </a:cubicBezTo>
                            <a:cubicBezTo>
                              <a:pt x="58497" y="12437"/>
                              <a:pt x="65989" y="18137"/>
                              <a:pt x="73612" y="23653"/>
                            </a:cubicBezTo>
                            <a:cubicBezTo>
                              <a:pt x="61490" y="25532"/>
                              <a:pt x="49310" y="27057"/>
                              <a:pt x="37102" y="28200"/>
                            </a:cubicBezTo>
                            <a:cubicBezTo>
                              <a:pt x="37068" y="28181"/>
                              <a:pt x="37029" y="28157"/>
                              <a:pt x="36995" y="28137"/>
                            </a:cubicBezTo>
                            <a:cubicBezTo>
                              <a:pt x="24665" y="20795"/>
                              <a:pt x="12868" y="12795"/>
                              <a:pt x="1090" y="4620"/>
                            </a:cubicBezTo>
                            <a:cubicBezTo>
                              <a:pt x="417" y="4150"/>
                              <a:pt x="-412" y="5264"/>
                              <a:pt x="233" y="5792"/>
                            </a:cubicBezTo>
                            <a:cubicBezTo>
                              <a:pt x="9967" y="13730"/>
                              <a:pt x="20815" y="20427"/>
                              <a:pt x="31542" y="26936"/>
                            </a:cubicBezTo>
                            <a:cubicBezTo>
                              <a:pt x="32636" y="27600"/>
                              <a:pt x="33750" y="28229"/>
                              <a:pt x="34849" y="28888"/>
                            </a:cubicBezTo>
                            <a:cubicBezTo>
                              <a:pt x="34578" y="29498"/>
                              <a:pt x="34849" y="30428"/>
                              <a:pt x="35649" y="30370"/>
                            </a:cubicBezTo>
                            <a:cubicBezTo>
                              <a:pt x="36147" y="30331"/>
                              <a:pt x="36641" y="30278"/>
                              <a:pt x="37140" y="30239"/>
                            </a:cubicBezTo>
                            <a:cubicBezTo>
                              <a:pt x="45591" y="35251"/>
                              <a:pt x="54124" y="40133"/>
                              <a:pt x="62672" y="44981"/>
                            </a:cubicBezTo>
                            <a:cubicBezTo>
                              <a:pt x="66488" y="47146"/>
                              <a:pt x="70295" y="49335"/>
                              <a:pt x="74101" y="51519"/>
                            </a:cubicBezTo>
                            <a:cubicBezTo>
                              <a:pt x="69534" y="52768"/>
                              <a:pt x="64958" y="54003"/>
                              <a:pt x="60396" y="55272"/>
                            </a:cubicBezTo>
                            <a:cubicBezTo>
                              <a:pt x="59127" y="55626"/>
                              <a:pt x="59543" y="57611"/>
                              <a:pt x="60832" y="57282"/>
                            </a:cubicBezTo>
                            <a:cubicBezTo>
                              <a:pt x="66193" y="55911"/>
                              <a:pt x="71539" y="54507"/>
                              <a:pt x="76896" y="53117"/>
                            </a:cubicBezTo>
                            <a:cubicBezTo>
                              <a:pt x="83157" y="56735"/>
                              <a:pt x="89395" y="60401"/>
                              <a:pt x="95546" y="64207"/>
                            </a:cubicBezTo>
                            <a:cubicBezTo>
                              <a:pt x="100805" y="67466"/>
                              <a:pt x="105997" y="70827"/>
                              <a:pt x="111164" y="74227"/>
                            </a:cubicBezTo>
                            <a:cubicBezTo>
                              <a:pt x="105144" y="76358"/>
                              <a:pt x="99134" y="78537"/>
                              <a:pt x="93144" y="80755"/>
                            </a:cubicBezTo>
                            <a:cubicBezTo>
                              <a:pt x="91913" y="81211"/>
                              <a:pt x="92838" y="82983"/>
                              <a:pt x="94044" y="82567"/>
                            </a:cubicBezTo>
                            <a:cubicBezTo>
                              <a:pt x="100587" y="80290"/>
                              <a:pt x="107164" y="78111"/>
                              <a:pt x="113731" y="75917"/>
                            </a:cubicBezTo>
                            <a:cubicBezTo>
                              <a:pt x="118496" y="79065"/>
                              <a:pt x="123252" y="82232"/>
                              <a:pt x="128012" y="85390"/>
                            </a:cubicBezTo>
                            <a:cubicBezTo>
                              <a:pt x="135809" y="90553"/>
                              <a:pt x="143616" y="95715"/>
                              <a:pt x="151568" y="100640"/>
                            </a:cubicBezTo>
                            <a:cubicBezTo>
                              <a:pt x="143994" y="102238"/>
                              <a:pt x="136405" y="103759"/>
                              <a:pt x="128792" y="105125"/>
                            </a:cubicBezTo>
                            <a:cubicBezTo>
                              <a:pt x="127576" y="105343"/>
                              <a:pt x="127887" y="107193"/>
                              <a:pt x="129107" y="107013"/>
                            </a:cubicBezTo>
                            <a:cubicBezTo>
                              <a:pt x="137684" y="105769"/>
                              <a:pt x="146202" y="104229"/>
                              <a:pt x="154692" y="102543"/>
                            </a:cubicBezTo>
                            <a:cubicBezTo>
                              <a:pt x="156837" y="103846"/>
                              <a:pt x="158983" y="105149"/>
                              <a:pt x="161152" y="106403"/>
                            </a:cubicBezTo>
                            <a:cubicBezTo>
                              <a:pt x="172746" y="113111"/>
                              <a:pt x="184524" y="119508"/>
                              <a:pt x="196244" y="125998"/>
                            </a:cubicBezTo>
                            <a:cubicBezTo>
                              <a:pt x="197784" y="126850"/>
                              <a:pt x="199324" y="127697"/>
                              <a:pt x="200864" y="128550"/>
                            </a:cubicBezTo>
                            <a:cubicBezTo>
                              <a:pt x="195314" y="130821"/>
                              <a:pt x="189788" y="133146"/>
                              <a:pt x="184282" y="135528"/>
                            </a:cubicBezTo>
                            <a:cubicBezTo>
                              <a:pt x="183037" y="136066"/>
                              <a:pt x="184030" y="137882"/>
                              <a:pt x="185260" y="137379"/>
                            </a:cubicBezTo>
                            <a:cubicBezTo>
                              <a:pt x="191372" y="134870"/>
                              <a:pt x="197552" y="132511"/>
                              <a:pt x="203721" y="130134"/>
                            </a:cubicBezTo>
                            <a:cubicBezTo>
                              <a:pt x="217093" y="137529"/>
                              <a:pt x="230474" y="144919"/>
                              <a:pt x="243850" y="152304"/>
                            </a:cubicBezTo>
                            <a:cubicBezTo>
                              <a:pt x="240271" y="153568"/>
                              <a:pt x="236672" y="154779"/>
                              <a:pt x="233098" y="156062"/>
                            </a:cubicBezTo>
                            <a:cubicBezTo>
                              <a:pt x="231466" y="156648"/>
                              <a:pt x="232604" y="159075"/>
                              <a:pt x="234217" y="158503"/>
                            </a:cubicBezTo>
                            <a:cubicBezTo>
                              <a:pt x="238474" y="156987"/>
                              <a:pt x="242760" y="155544"/>
                              <a:pt x="247031" y="154062"/>
                            </a:cubicBezTo>
                            <a:cubicBezTo>
                              <a:pt x="253729" y="157762"/>
                              <a:pt x="260427" y="161467"/>
                              <a:pt x="267129" y="165167"/>
                            </a:cubicBezTo>
                            <a:lnTo>
                              <a:pt x="299233" y="182882"/>
                            </a:lnTo>
                            <a:cubicBezTo>
                              <a:pt x="290584" y="185154"/>
                              <a:pt x="281934" y="187425"/>
                              <a:pt x="273270" y="189633"/>
                            </a:cubicBezTo>
                            <a:cubicBezTo>
                              <a:pt x="271682" y="190035"/>
                              <a:pt x="272002" y="192583"/>
                              <a:pt x="273624" y="192186"/>
                            </a:cubicBezTo>
                            <a:cubicBezTo>
                              <a:pt x="283402" y="189813"/>
                              <a:pt x="293160" y="187381"/>
                              <a:pt x="302914" y="184912"/>
                            </a:cubicBezTo>
                            <a:lnTo>
                              <a:pt x="306933" y="187130"/>
                            </a:lnTo>
                            <a:cubicBezTo>
                              <a:pt x="319501" y="194065"/>
                              <a:pt x="331966" y="201300"/>
                              <a:pt x="344906" y="207518"/>
                            </a:cubicBezTo>
                            <a:cubicBezTo>
                              <a:pt x="345856" y="207973"/>
                              <a:pt x="346471" y="206617"/>
                              <a:pt x="345613" y="206080"/>
                            </a:cubicBezTo>
                            <a:cubicBezTo>
                              <a:pt x="334000" y="198796"/>
                              <a:pt x="321815" y="192389"/>
                              <a:pt x="309815" y="185774"/>
                            </a:cubicBezTo>
                            <a:cubicBezTo>
                              <a:pt x="308735" y="185178"/>
                              <a:pt x="307655" y="184582"/>
                              <a:pt x="306575" y="183987"/>
                            </a:cubicBezTo>
                            <a:cubicBezTo>
                              <a:pt x="317738" y="181139"/>
                              <a:pt x="328886" y="178219"/>
                              <a:pt x="340015" y="175240"/>
                            </a:cubicBezTo>
                            <a:cubicBezTo>
                              <a:pt x="347052" y="179149"/>
                              <a:pt x="354118" y="183008"/>
                              <a:pt x="361309" y="186611"/>
                            </a:cubicBezTo>
                            <a:cubicBezTo>
                              <a:pt x="362443" y="187178"/>
                              <a:pt x="363547" y="185590"/>
                              <a:pt x="362404" y="184912"/>
                            </a:cubicBezTo>
                            <a:cubicBezTo>
                              <a:pt x="356224" y="181250"/>
                              <a:pt x="349953" y="177725"/>
                              <a:pt x="343657" y="174252"/>
                            </a:cubicBezTo>
                            <a:cubicBezTo>
                              <a:pt x="360331" y="169763"/>
                              <a:pt x="376966" y="165133"/>
                              <a:pt x="393553" y="160343"/>
                            </a:cubicBezTo>
                            <a:cubicBezTo>
                              <a:pt x="400915" y="163787"/>
                              <a:pt x="408300" y="167167"/>
                              <a:pt x="415807" y="170276"/>
                            </a:cubicBezTo>
                            <a:cubicBezTo>
                              <a:pt x="416872" y="170717"/>
                              <a:pt x="417690" y="168959"/>
                              <a:pt x="416654" y="168421"/>
                            </a:cubicBezTo>
                            <a:cubicBezTo>
                              <a:pt x="410416" y="165167"/>
                              <a:pt x="404062" y="162140"/>
                              <a:pt x="397684" y="159167"/>
                            </a:cubicBezTo>
                            <a:cubicBezTo>
                              <a:pt x="397960" y="159084"/>
                              <a:pt x="398241" y="159012"/>
                              <a:pt x="398517" y="158929"/>
                            </a:cubicBezTo>
                            <a:cubicBezTo>
                              <a:pt x="404305" y="157244"/>
                              <a:pt x="410087" y="155549"/>
                              <a:pt x="415869" y="153835"/>
                            </a:cubicBezTo>
                            <a:cubicBezTo>
                              <a:pt x="421734" y="152096"/>
                              <a:pt x="428112" y="150745"/>
                              <a:pt x="433667" y="148169"/>
                            </a:cubicBezTo>
                            <a:cubicBezTo>
                              <a:pt x="434156" y="147941"/>
                              <a:pt x="434350" y="147447"/>
                              <a:pt x="434360" y="146967"/>
                            </a:cubicBezTo>
                            <a:cubicBezTo>
                              <a:pt x="444922" y="152028"/>
                              <a:pt x="455479" y="157089"/>
                              <a:pt x="466042" y="162145"/>
                            </a:cubicBezTo>
                            <a:cubicBezTo>
                              <a:pt x="467480" y="162799"/>
                              <a:pt x="468478" y="160532"/>
                              <a:pt x="467039" y="159845"/>
                            </a:cubicBezTo>
                            <a:close/>
                            <a:moveTo>
                              <a:pt x="322184" y="93090"/>
                            </a:moveTo>
                            <a:cubicBezTo>
                              <a:pt x="336620" y="100030"/>
                              <a:pt x="351062" y="106965"/>
                              <a:pt x="365503" y="113900"/>
                            </a:cubicBezTo>
                            <a:cubicBezTo>
                              <a:pt x="364351" y="114263"/>
                              <a:pt x="363217" y="114617"/>
                              <a:pt x="362118" y="114922"/>
                            </a:cubicBezTo>
                            <a:cubicBezTo>
                              <a:pt x="357401" y="116230"/>
                              <a:pt x="352694" y="117552"/>
                              <a:pt x="347991" y="118893"/>
                            </a:cubicBezTo>
                            <a:cubicBezTo>
                              <a:pt x="340742" y="120961"/>
                              <a:pt x="333516" y="123126"/>
                              <a:pt x="326290" y="125295"/>
                            </a:cubicBezTo>
                            <a:cubicBezTo>
                              <a:pt x="311994" y="118438"/>
                              <a:pt x="297679" y="111609"/>
                              <a:pt x="283426" y="104660"/>
                            </a:cubicBezTo>
                            <a:cubicBezTo>
                              <a:pt x="282917" y="104413"/>
                              <a:pt x="282414" y="104156"/>
                              <a:pt x="281905" y="103909"/>
                            </a:cubicBezTo>
                            <a:cubicBezTo>
                              <a:pt x="285997" y="102742"/>
                              <a:pt x="290065" y="101493"/>
                              <a:pt x="294172" y="100388"/>
                            </a:cubicBezTo>
                            <a:cubicBezTo>
                              <a:pt x="303437" y="97894"/>
                              <a:pt x="313040" y="96035"/>
                              <a:pt x="322184" y="93090"/>
                            </a:cubicBezTo>
                            <a:close/>
                            <a:moveTo>
                              <a:pt x="178626" y="55713"/>
                            </a:moveTo>
                            <a:cubicBezTo>
                              <a:pt x="188515" y="60711"/>
                              <a:pt x="198409" y="65689"/>
                              <a:pt x="208317" y="70653"/>
                            </a:cubicBezTo>
                            <a:cubicBezTo>
                              <a:pt x="214584" y="73791"/>
                              <a:pt x="220889" y="76852"/>
                              <a:pt x="227166" y="79976"/>
                            </a:cubicBezTo>
                            <a:cubicBezTo>
                              <a:pt x="214986" y="83961"/>
                              <a:pt x="202758" y="87729"/>
                              <a:pt x="190428" y="91168"/>
                            </a:cubicBezTo>
                            <a:cubicBezTo>
                              <a:pt x="175105" y="82881"/>
                              <a:pt x="159816" y="74527"/>
                              <a:pt x="144691" y="65897"/>
                            </a:cubicBezTo>
                            <a:cubicBezTo>
                              <a:pt x="155966" y="62381"/>
                              <a:pt x="167269" y="58957"/>
                              <a:pt x="178626" y="55713"/>
                            </a:cubicBezTo>
                            <a:close/>
                            <a:moveTo>
                              <a:pt x="141592" y="64101"/>
                            </a:moveTo>
                            <a:cubicBezTo>
                              <a:pt x="132531" y="58899"/>
                              <a:pt x="123518" y="53616"/>
                              <a:pt x="114607" y="48172"/>
                            </a:cubicBezTo>
                            <a:cubicBezTo>
                              <a:pt x="112752" y="47039"/>
                              <a:pt x="110956" y="45824"/>
                              <a:pt x="109120" y="44666"/>
                            </a:cubicBezTo>
                            <a:cubicBezTo>
                              <a:pt x="113813" y="43426"/>
                              <a:pt x="118511" y="42191"/>
                              <a:pt x="123203" y="40947"/>
                            </a:cubicBezTo>
                            <a:cubicBezTo>
                              <a:pt x="129015" y="39407"/>
                              <a:pt x="134826" y="37867"/>
                              <a:pt x="140638" y="36331"/>
                            </a:cubicBezTo>
                            <a:cubicBezTo>
                              <a:pt x="141229" y="36637"/>
                              <a:pt x="141834" y="36937"/>
                              <a:pt x="142420" y="37242"/>
                            </a:cubicBezTo>
                            <a:cubicBezTo>
                              <a:pt x="153263" y="42840"/>
                              <a:pt x="164136" y="48385"/>
                              <a:pt x="175022" y="53902"/>
                            </a:cubicBezTo>
                            <a:cubicBezTo>
                              <a:pt x="163835" y="57146"/>
                              <a:pt x="152692" y="60561"/>
                              <a:pt x="141592" y="64101"/>
                            </a:cubicBezTo>
                            <a:close/>
                            <a:moveTo>
                              <a:pt x="196365" y="92548"/>
                            </a:moveTo>
                            <a:cubicBezTo>
                              <a:pt x="207901" y="89269"/>
                              <a:pt x="219272" y="85482"/>
                              <a:pt x="230648" y="81695"/>
                            </a:cubicBezTo>
                            <a:cubicBezTo>
                              <a:pt x="245065" y="88853"/>
                              <a:pt x="259516" y="95947"/>
                              <a:pt x="273972" y="103028"/>
                            </a:cubicBezTo>
                            <a:cubicBezTo>
                              <a:pt x="272626" y="103425"/>
                              <a:pt x="271265" y="103769"/>
                              <a:pt x="269919" y="104171"/>
                            </a:cubicBezTo>
                            <a:cubicBezTo>
                              <a:pt x="258325" y="107658"/>
                              <a:pt x="246833" y="111445"/>
                              <a:pt x="235413" y="115460"/>
                            </a:cubicBezTo>
                            <a:cubicBezTo>
                              <a:pt x="221679" y="107987"/>
                              <a:pt x="207881" y="100587"/>
                              <a:pt x="194103" y="93148"/>
                            </a:cubicBezTo>
                            <a:cubicBezTo>
                              <a:pt x="194854" y="92940"/>
                              <a:pt x="195614" y="92761"/>
                              <a:pt x="196365" y="92548"/>
                            </a:cubicBezTo>
                            <a:close/>
                            <a:moveTo>
                              <a:pt x="278031" y="105023"/>
                            </a:moveTo>
                            <a:cubicBezTo>
                              <a:pt x="292773" y="112234"/>
                              <a:pt x="307563" y="119344"/>
                              <a:pt x="322353" y="126458"/>
                            </a:cubicBezTo>
                            <a:cubicBezTo>
                              <a:pt x="321525" y="126710"/>
                              <a:pt x="320692" y="126937"/>
                              <a:pt x="319864" y="127189"/>
                            </a:cubicBezTo>
                            <a:cubicBezTo>
                              <a:pt x="306585" y="131247"/>
                              <a:pt x="293368" y="135504"/>
                              <a:pt x="280181" y="139858"/>
                            </a:cubicBezTo>
                            <a:cubicBezTo>
                              <a:pt x="266384" y="132332"/>
                              <a:pt x="252586" y="124806"/>
                              <a:pt x="238789" y="117280"/>
                            </a:cubicBezTo>
                            <a:cubicBezTo>
                              <a:pt x="251768" y="112864"/>
                              <a:pt x="264873" y="108844"/>
                              <a:pt x="278031" y="105023"/>
                            </a:cubicBezTo>
                            <a:close/>
                            <a:moveTo>
                              <a:pt x="272103" y="69036"/>
                            </a:moveTo>
                            <a:cubicBezTo>
                              <a:pt x="272297" y="69128"/>
                              <a:pt x="272491" y="69220"/>
                              <a:pt x="272684" y="69312"/>
                            </a:cubicBezTo>
                            <a:cubicBezTo>
                              <a:pt x="287852" y="76605"/>
                              <a:pt x="303025" y="83884"/>
                              <a:pt x="318193" y="91172"/>
                            </a:cubicBezTo>
                            <a:cubicBezTo>
                              <a:pt x="311360" y="92485"/>
                              <a:pt x="304589" y="94504"/>
                              <a:pt x="297906" y="96267"/>
                            </a:cubicBezTo>
                            <a:cubicBezTo>
                              <a:pt x="291194" y="98040"/>
                              <a:pt x="284535" y="99987"/>
                              <a:pt x="277871" y="101924"/>
                            </a:cubicBezTo>
                            <a:cubicBezTo>
                              <a:pt x="263342" y="94819"/>
                              <a:pt x="248833" y="87676"/>
                              <a:pt x="234358" y="80470"/>
                            </a:cubicBezTo>
                            <a:cubicBezTo>
                              <a:pt x="242760" y="77680"/>
                              <a:pt x="251167" y="74915"/>
                              <a:pt x="259662" y="72411"/>
                            </a:cubicBezTo>
                            <a:cubicBezTo>
                              <a:pt x="263788" y="71195"/>
                              <a:pt x="267938" y="70086"/>
                              <a:pt x="272103" y="69036"/>
                            </a:cubicBezTo>
                            <a:close/>
                            <a:moveTo>
                              <a:pt x="220943" y="44477"/>
                            </a:moveTo>
                            <a:cubicBezTo>
                              <a:pt x="236769" y="52071"/>
                              <a:pt x="252596" y="59660"/>
                              <a:pt x="268418" y="67263"/>
                            </a:cubicBezTo>
                            <a:cubicBezTo>
                              <a:pt x="266863" y="67670"/>
                              <a:pt x="265304" y="68062"/>
                              <a:pt x="263754" y="68488"/>
                            </a:cubicBezTo>
                            <a:cubicBezTo>
                              <a:pt x="253124" y="71428"/>
                              <a:pt x="242649" y="74876"/>
                              <a:pt x="232183" y="78344"/>
                            </a:cubicBezTo>
                            <a:cubicBezTo>
                              <a:pt x="231767" y="78484"/>
                              <a:pt x="231345" y="78615"/>
                              <a:pt x="230929" y="78750"/>
                            </a:cubicBezTo>
                            <a:cubicBezTo>
                              <a:pt x="214855" y="70735"/>
                              <a:pt x="198801" y="62672"/>
                              <a:pt x="182776" y="54560"/>
                            </a:cubicBezTo>
                            <a:cubicBezTo>
                              <a:pt x="191115" y="52206"/>
                              <a:pt x="199465" y="49892"/>
                              <a:pt x="207848" y="47693"/>
                            </a:cubicBezTo>
                            <a:cubicBezTo>
                              <a:pt x="212182" y="46560"/>
                              <a:pt x="216565" y="45528"/>
                              <a:pt x="220943" y="44477"/>
                            </a:cubicBezTo>
                            <a:close/>
                            <a:moveTo>
                              <a:pt x="181091" y="25353"/>
                            </a:moveTo>
                            <a:cubicBezTo>
                              <a:pt x="193004" y="31062"/>
                              <a:pt x="204908" y="36787"/>
                              <a:pt x="216821" y="42501"/>
                            </a:cubicBezTo>
                            <a:cubicBezTo>
                              <a:pt x="214691" y="43068"/>
                              <a:pt x="212560" y="43634"/>
                              <a:pt x="210439" y="44182"/>
                            </a:cubicBezTo>
                            <a:cubicBezTo>
                              <a:pt x="200840" y="46642"/>
                              <a:pt x="191270" y="49199"/>
                              <a:pt x="181740" y="51911"/>
                            </a:cubicBezTo>
                            <a:cubicBezTo>
                              <a:pt x="180848" y="52163"/>
                              <a:pt x="179972" y="52444"/>
                              <a:pt x="179086" y="52700"/>
                            </a:cubicBezTo>
                            <a:cubicBezTo>
                              <a:pt x="169971" y="48080"/>
                              <a:pt x="160828" y="43523"/>
                              <a:pt x="151738" y="38869"/>
                            </a:cubicBezTo>
                            <a:cubicBezTo>
                              <a:pt x="149379" y="37663"/>
                              <a:pt x="147011" y="36467"/>
                              <a:pt x="144643" y="35276"/>
                            </a:cubicBezTo>
                            <a:cubicBezTo>
                              <a:pt x="147912" y="34409"/>
                              <a:pt x="151186" y="33552"/>
                              <a:pt x="154455" y="32680"/>
                            </a:cubicBezTo>
                            <a:cubicBezTo>
                              <a:pt x="163259" y="30316"/>
                              <a:pt x="172417" y="28350"/>
                              <a:pt x="181091" y="25353"/>
                            </a:cubicBezTo>
                            <a:close/>
                            <a:moveTo>
                              <a:pt x="124012" y="15928"/>
                            </a:moveTo>
                            <a:cubicBezTo>
                              <a:pt x="132158" y="13875"/>
                              <a:pt x="140434" y="11817"/>
                              <a:pt x="148391" y="9032"/>
                            </a:cubicBezTo>
                            <a:cubicBezTo>
                              <a:pt x="148391" y="9366"/>
                              <a:pt x="148493" y="9705"/>
                              <a:pt x="148876" y="9889"/>
                            </a:cubicBezTo>
                            <a:cubicBezTo>
                              <a:pt x="158445" y="14456"/>
                              <a:pt x="167990" y="19071"/>
                              <a:pt x="177555" y="23653"/>
                            </a:cubicBezTo>
                            <a:cubicBezTo>
                              <a:pt x="169598" y="25387"/>
                              <a:pt x="161724" y="27905"/>
                              <a:pt x="153917" y="29978"/>
                            </a:cubicBezTo>
                            <a:cubicBezTo>
                              <a:pt x="149617" y="31120"/>
                              <a:pt x="145316" y="32283"/>
                              <a:pt x="141016" y="33440"/>
                            </a:cubicBezTo>
                            <a:cubicBezTo>
                              <a:pt x="133228" y="29513"/>
                              <a:pt x="125446" y="25571"/>
                              <a:pt x="117847" y="21294"/>
                            </a:cubicBezTo>
                            <a:cubicBezTo>
                              <a:pt x="116263" y="20403"/>
                              <a:pt x="114714" y="19449"/>
                              <a:pt x="113154" y="18510"/>
                            </a:cubicBezTo>
                            <a:cubicBezTo>
                              <a:pt x="116782" y="17677"/>
                              <a:pt x="120404" y="16839"/>
                              <a:pt x="124012" y="15928"/>
                            </a:cubicBezTo>
                            <a:close/>
                            <a:moveTo>
                              <a:pt x="95570" y="22292"/>
                            </a:moveTo>
                            <a:cubicBezTo>
                              <a:pt x="100233" y="21377"/>
                              <a:pt x="104883" y="20398"/>
                              <a:pt x="109522" y="19367"/>
                            </a:cubicBezTo>
                            <a:cubicBezTo>
                              <a:pt x="118312" y="25023"/>
                              <a:pt x="127770" y="29779"/>
                              <a:pt x="137054" y="34501"/>
                            </a:cubicBezTo>
                            <a:cubicBezTo>
                              <a:pt x="132298" y="35779"/>
                              <a:pt x="127538" y="37053"/>
                              <a:pt x="122777" y="38331"/>
                            </a:cubicBezTo>
                            <a:cubicBezTo>
                              <a:pt x="117247" y="39813"/>
                              <a:pt x="111716" y="41305"/>
                              <a:pt x="106185" y="42792"/>
                            </a:cubicBezTo>
                            <a:cubicBezTo>
                              <a:pt x="97250" y="37092"/>
                              <a:pt x="88441" y="31212"/>
                              <a:pt x="79777" y="25125"/>
                            </a:cubicBezTo>
                            <a:cubicBezTo>
                              <a:pt x="85056" y="24258"/>
                              <a:pt x="90320" y="23323"/>
                              <a:pt x="95570" y="22292"/>
                            </a:cubicBezTo>
                            <a:close/>
                            <a:moveTo>
                              <a:pt x="76474" y="50855"/>
                            </a:moveTo>
                            <a:cubicBezTo>
                              <a:pt x="75123" y="50071"/>
                              <a:pt x="73801" y="49243"/>
                              <a:pt x="72440" y="48468"/>
                            </a:cubicBezTo>
                            <a:cubicBezTo>
                              <a:pt x="61665" y="42317"/>
                              <a:pt x="50846" y="36254"/>
                              <a:pt x="40152" y="29958"/>
                            </a:cubicBezTo>
                            <a:cubicBezTo>
                              <a:pt x="52269" y="28965"/>
                              <a:pt x="64333" y="27522"/>
                              <a:pt x="76334" y="25638"/>
                            </a:cubicBezTo>
                            <a:cubicBezTo>
                              <a:pt x="85119" y="31895"/>
                              <a:pt x="94141" y="37828"/>
                              <a:pt x="103294" y="43567"/>
                            </a:cubicBezTo>
                            <a:cubicBezTo>
                              <a:pt x="94349" y="45974"/>
                              <a:pt x="85409" y="48410"/>
                              <a:pt x="76474" y="50855"/>
                            </a:cubicBezTo>
                            <a:close/>
                            <a:moveTo>
                              <a:pt x="113106" y="73539"/>
                            </a:moveTo>
                            <a:cubicBezTo>
                              <a:pt x="101933" y="66343"/>
                              <a:pt x="90708" y="59248"/>
                              <a:pt x="79240" y="52492"/>
                            </a:cubicBezTo>
                            <a:cubicBezTo>
                              <a:pt x="88247" y="50148"/>
                              <a:pt x="97250" y="47799"/>
                              <a:pt x="106248" y="45422"/>
                            </a:cubicBezTo>
                            <a:cubicBezTo>
                              <a:pt x="117101" y="52148"/>
                              <a:pt x="128153" y="58570"/>
                              <a:pt x="139267" y="64846"/>
                            </a:cubicBezTo>
                            <a:cubicBezTo>
                              <a:pt x="134424" y="66401"/>
                              <a:pt x="129567" y="67902"/>
                              <a:pt x="124743" y="69510"/>
                            </a:cubicBezTo>
                            <a:cubicBezTo>
                              <a:pt x="120850" y="70808"/>
                              <a:pt x="116980" y="72174"/>
                              <a:pt x="113106" y="73539"/>
                            </a:cubicBezTo>
                            <a:close/>
                            <a:moveTo>
                              <a:pt x="154687" y="99928"/>
                            </a:moveTo>
                            <a:cubicBezTo>
                              <a:pt x="148604" y="96335"/>
                              <a:pt x="142575" y="92654"/>
                              <a:pt x="136652" y="88809"/>
                            </a:cubicBezTo>
                            <a:cubicBezTo>
                              <a:pt x="129669" y="84271"/>
                              <a:pt x="122700" y="79738"/>
                              <a:pt x="115721" y="75225"/>
                            </a:cubicBezTo>
                            <a:cubicBezTo>
                              <a:pt x="124593" y="72275"/>
                              <a:pt x="133499" y="69408"/>
                              <a:pt x="142420" y="66614"/>
                            </a:cubicBezTo>
                            <a:cubicBezTo>
                              <a:pt x="150115" y="70934"/>
                              <a:pt x="157830" y="75200"/>
                              <a:pt x="165545" y="79419"/>
                            </a:cubicBezTo>
                            <a:cubicBezTo>
                              <a:pt x="173080" y="83540"/>
                              <a:pt x="180606" y="87681"/>
                              <a:pt x="188142" y="91807"/>
                            </a:cubicBezTo>
                            <a:cubicBezTo>
                              <a:pt x="181362" y="93667"/>
                              <a:pt x="174567" y="95458"/>
                              <a:pt x="167705" y="97061"/>
                            </a:cubicBezTo>
                            <a:cubicBezTo>
                              <a:pt x="163385" y="98074"/>
                              <a:pt x="159031" y="98994"/>
                              <a:pt x="154687" y="99928"/>
                            </a:cubicBezTo>
                            <a:close/>
                            <a:moveTo>
                              <a:pt x="158038" y="101861"/>
                            </a:moveTo>
                            <a:cubicBezTo>
                              <a:pt x="169356" y="99541"/>
                              <a:pt x="180592" y="96839"/>
                              <a:pt x="191745" y="93778"/>
                            </a:cubicBezTo>
                            <a:cubicBezTo>
                              <a:pt x="205465" y="101294"/>
                              <a:pt x="219185" y="108820"/>
                              <a:pt x="232905" y="116341"/>
                            </a:cubicBezTo>
                            <a:cubicBezTo>
                              <a:pt x="226803" y="118510"/>
                              <a:pt x="220715" y="120724"/>
                              <a:pt x="214666" y="123039"/>
                            </a:cubicBezTo>
                            <a:cubicBezTo>
                              <a:pt x="211039" y="124429"/>
                              <a:pt x="207446" y="125891"/>
                              <a:pt x="203847" y="127344"/>
                            </a:cubicBezTo>
                            <a:cubicBezTo>
                              <a:pt x="188549" y="118937"/>
                              <a:pt x="173134" y="110665"/>
                              <a:pt x="158038" y="101861"/>
                            </a:cubicBezTo>
                            <a:close/>
                            <a:moveTo>
                              <a:pt x="206729" y="128928"/>
                            </a:moveTo>
                            <a:cubicBezTo>
                              <a:pt x="216516" y="125189"/>
                              <a:pt x="226352" y="121591"/>
                              <a:pt x="236266" y="118181"/>
                            </a:cubicBezTo>
                            <a:cubicBezTo>
                              <a:pt x="249995" y="125707"/>
                              <a:pt x="263725" y="133238"/>
                              <a:pt x="277454" y="140764"/>
                            </a:cubicBezTo>
                            <a:cubicBezTo>
                              <a:pt x="273188" y="142178"/>
                              <a:pt x="268912" y="143558"/>
                              <a:pt x="264660" y="145006"/>
                            </a:cubicBezTo>
                            <a:cubicBezTo>
                              <a:pt x="258780" y="147006"/>
                              <a:pt x="252935" y="149098"/>
                              <a:pt x="247075" y="151157"/>
                            </a:cubicBezTo>
                            <a:cubicBezTo>
                              <a:pt x="233626" y="143742"/>
                              <a:pt x="220182" y="136328"/>
                              <a:pt x="206729" y="128928"/>
                            </a:cubicBezTo>
                            <a:close/>
                            <a:moveTo>
                              <a:pt x="308691" y="180393"/>
                            </a:moveTo>
                            <a:cubicBezTo>
                              <a:pt x="306754" y="180906"/>
                              <a:pt x="304807" y="181396"/>
                              <a:pt x="302870" y="181909"/>
                            </a:cubicBezTo>
                            <a:cubicBezTo>
                              <a:pt x="293538" y="176766"/>
                              <a:pt x="284210" y="171618"/>
                              <a:pt x="274878" y="166475"/>
                            </a:cubicBezTo>
                            <a:cubicBezTo>
                              <a:pt x="266679" y="161951"/>
                              <a:pt x="258470" y="157438"/>
                              <a:pt x="250271" y="152919"/>
                            </a:cubicBezTo>
                            <a:cubicBezTo>
                              <a:pt x="260441" y="149408"/>
                              <a:pt x="270645" y="145980"/>
                              <a:pt x="280874" y="142643"/>
                            </a:cubicBezTo>
                            <a:cubicBezTo>
                              <a:pt x="284443" y="144599"/>
                              <a:pt x="288012" y="146556"/>
                              <a:pt x="291581" y="148512"/>
                            </a:cubicBezTo>
                            <a:cubicBezTo>
                              <a:pt x="303132" y="154847"/>
                              <a:pt x="314687" y="161172"/>
                              <a:pt x="326223" y="167540"/>
                            </a:cubicBezTo>
                            <a:cubicBezTo>
                              <a:pt x="329525" y="169366"/>
                              <a:pt x="332828" y="171206"/>
                              <a:pt x="336126" y="173046"/>
                            </a:cubicBezTo>
                            <a:cubicBezTo>
                              <a:pt x="326988" y="175512"/>
                              <a:pt x="317844" y="177962"/>
                              <a:pt x="308691" y="180393"/>
                            </a:cubicBezTo>
                            <a:close/>
                            <a:moveTo>
                              <a:pt x="370540" y="163574"/>
                            </a:moveTo>
                            <a:cubicBezTo>
                              <a:pt x="360287" y="166460"/>
                              <a:pt x="350021" y="169283"/>
                              <a:pt x="339744" y="172073"/>
                            </a:cubicBezTo>
                            <a:cubicBezTo>
                              <a:pt x="326528" y="164857"/>
                              <a:pt x="313181" y="157859"/>
                              <a:pt x="299984" y="150658"/>
                            </a:cubicBezTo>
                            <a:lnTo>
                              <a:pt x="283624" y="141737"/>
                            </a:lnTo>
                            <a:cubicBezTo>
                              <a:pt x="297829" y="137131"/>
                              <a:pt x="312086" y="132691"/>
                              <a:pt x="326387" y="128409"/>
                            </a:cubicBezTo>
                            <a:cubicBezTo>
                              <a:pt x="331065" y="130657"/>
                              <a:pt x="335724" y="132957"/>
                              <a:pt x="340412" y="135189"/>
                            </a:cubicBezTo>
                            <a:cubicBezTo>
                              <a:pt x="352926" y="141156"/>
                              <a:pt x="365455" y="147084"/>
                              <a:pt x="377998" y="152977"/>
                            </a:cubicBezTo>
                            <a:cubicBezTo>
                              <a:pt x="381732" y="154731"/>
                              <a:pt x="385456" y="156493"/>
                              <a:pt x="389190" y="158256"/>
                            </a:cubicBezTo>
                            <a:cubicBezTo>
                              <a:pt x="382972" y="160034"/>
                              <a:pt x="376758" y="161825"/>
                              <a:pt x="370540" y="163574"/>
                            </a:cubicBezTo>
                            <a:close/>
                            <a:moveTo>
                              <a:pt x="416988" y="150217"/>
                            </a:moveTo>
                            <a:cubicBezTo>
                              <a:pt x="411893" y="151718"/>
                              <a:pt x="406794" y="153210"/>
                              <a:pt x="401689" y="154687"/>
                            </a:cubicBezTo>
                            <a:cubicBezTo>
                              <a:pt x="398895" y="155496"/>
                              <a:pt x="396086" y="156280"/>
                              <a:pt x="393292" y="157084"/>
                            </a:cubicBezTo>
                            <a:cubicBezTo>
                              <a:pt x="389800" y="155467"/>
                              <a:pt x="386304" y="153849"/>
                              <a:pt x="382822" y="152217"/>
                            </a:cubicBezTo>
                            <a:cubicBezTo>
                              <a:pt x="371920" y="147098"/>
                              <a:pt x="361033" y="141955"/>
                              <a:pt x="350161" y="136788"/>
                            </a:cubicBezTo>
                            <a:cubicBezTo>
                              <a:pt x="343536" y="133640"/>
                              <a:pt x="336945" y="130410"/>
                              <a:pt x="330329" y="127242"/>
                            </a:cubicBezTo>
                            <a:cubicBezTo>
                              <a:pt x="335802" y="125615"/>
                              <a:pt x="341260" y="123964"/>
                              <a:pt x="346747" y="122380"/>
                            </a:cubicBezTo>
                            <a:cubicBezTo>
                              <a:pt x="352132" y="120826"/>
                              <a:pt x="357527" y="119295"/>
                              <a:pt x="362927" y="117789"/>
                            </a:cubicBezTo>
                            <a:cubicBezTo>
                              <a:pt x="365155" y="117169"/>
                              <a:pt x="367595" y="116675"/>
                              <a:pt x="369988" y="116055"/>
                            </a:cubicBezTo>
                            <a:cubicBezTo>
                              <a:pt x="378739" y="120259"/>
                              <a:pt x="387490" y="124472"/>
                              <a:pt x="396246" y="128671"/>
                            </a:cubicBezTo>
                            <a:cubicBezTo>
                              <a:pt x="408266" y="134429"/>
                              <a:pt x="420281" y="140187"/>
                              <a:pt x="432297" y="145946"/>
                            </a:cubicBezTo>
                            <a:cubicBezTo>
                              <a:pt x="427129" y="146861"/>
                              <a:pt x="422001" y="148740"/>
                              <a:pt x="416988" y="150217"/>
                            </a:cubicBezTo>
                            <a:close/>
                          </a:path>
                        </a:pathLst>
                      </a:custGeom>
                      <a:solidFill>
                        <a:srgbClr val="EAEAEA"/>
                      </a:solidFill>
                      <a:ln w="4839" cap="flat">
                        <a:noFill/>
                        <a:prstDash val="solid"/>
                        <a:miter/>
                      </a:ln>
                    </p:spPr>
                    <p:txBody>
                      <a:bodyPr rtlCol="0" anchor="ctr"/>
                      <a:lstStyle/>
                      <a:p>
                        <a:endParaRPr lang="vi-VN"/>
                      </a:p>
                    </p:txBody>
                  </p:sp>
                  <p:sp>
                    <p:nvSpPr>
                      <p:cNvPr id="696" name="Freeform: Shape 695">
                        <a:extLst>
                          <a:ext uri="{FF2B5EF4-FFF2-40B4-BE49-F238E27FC236}">
                            <a16:creationId xmlns:a16="http://schemas.microsoft.com/office/drawing/2014/main" id="{1BEAEE56-6DA9-A7AE-3ADE-1E4AEE6E1457}"/>
                          </a:ext>
                        </a:extLst>
                      </p:cNvPr>
                      <p:cNvSpPr/>
                      <p:nvPr/>
                    </p:nvSpPr>
                    <p:spPr>
                      <a:xfrm>
                        <a:off x="2267160" y="5642662"/>
                        <a:ext cx="44387" cy="16062"/>
                      </a:xfrm>
                      <a:custGeom>
                        <a:avLst/>
                        <a:gdLst>
                          <a:gd name="connsiteX0" fmla="*/ 44064 w 44387"/>
                          <a:gd name="connsiteY0" fmla="*/ 5430 h 16062"/>
                          <a:gd name="connsiteX1" fmla="*/ 37778 w 44387"/>
                          <a:gd name="connsiteY1" fmla="*/ 6645 h 16062"/>
                          <a:gd name="connsiteX2" fmla="*/ 31424 w 44387"/>
                          <a:gd name="connsiteY2" fmla="*/ 8844 h 16062"/>
                          <a:gd name="connsiteX3" fmla="*/ 19443 w 44387"/>
                          <a:gd name="connsiteY3" fmla="*/ 13595 h 16062"/>
                          <a:gd name="connsiteX4" fmla="*/ 19268 w 44387"/>
                          <a:gd name="connsiteY4" fmla="*/ 13483 h 16062"/>
                          <a:gd name="connsiteX5" fmla="*/ 10246 w 44387"/>
                          <a:gd name="connsiteY5" fmla="*/ 7512 h 16062"/>
                          <a:gd name="connsiteX6" fmla="*/ 5815 w 44387"/>
                          <a:gd name="connsiteY6" fmla="*/ 3739 h 16062"/>
                          <a:gd name="connsiteX7" fmla="*/ 3650 w 44387"/>
                          <a:gd name="connsiteY7" fmla="*/ 1928 h 16062"/>
                          <a:gd name="connsiteX8" fmla="*/ 1626 w 44387"/>
                          <a:gd name="connsiteY8" fmla="*/ 107 h 16062"/>
                          <a:gd name="connsiteX9" fmla="*/ 62 w 44387"/>
                          <a:gd name="connsiteY9" fmla="*/ 1236 h 16062"/>
                          <a:gd name="connsiteX10" fmla="*/ 4657 w 44387"/>
                          <a:gd name="connsiteY10" fmla="*/ 6263 h 16062"/>
                          <a:gd name="connsiteX11" fmla="*/ 9166 w 44387"/>
                          <a:gd name="connsiteY11" fmla="*/ 10084 h 16062"/>
                          <a:gd name="connsiteX12" fmla="*/ 18348 w 44387"/>
                          <a:gd name="connsiteY12" fmla="*/ 15968 h 16062"/>
                          <a:gd name="connsiteX13" fmla="*/ 19927 w 44387"/>
                          <a:gd name="connsiteY13" fmla="*/ 15319 h 16062"/>
                          <a:gd name="connsiteX14" fmla="*/ 32020 w 44387"/>
                          <a:gd name="connsiteY14" fmla="*/ 11222 h 16062"/>
                          <a:gd name="connsiteX15" fmla="*/ 38199 w 44387"/>
                          <a:gd name="connsiteY15" fmla="*/ 9125 h 16062"/>
                          <a:gd name="connsiteX16" fmla="*/ 41415 w 44387"/>
                          <a:gd name="connsiteY16" fmla="*/ 8074 h 16062"/>
                          <a:gd name="connsiteX17" fmla="*/ 44301 w 44387"/>
                          <a:gd name="connsiteY17" fmla="*/ 6364 h 16062"/>
                          <a:gd name="connsiteX18" fmla="*/ 44064 w 44387"/>
                          <a:gd name="connsiteY18" fmla="*/ 5430 h 1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4387" h="16062">
                            <a:moveTo>
                              <a:pt x="44064" y="5430"/>
                            </a:moveTo>
                            <a:cubicBezTo>
                              <a:pt x="42330" y="4553"/>
                              <a:pt x="39473" y="6074"/>
                              <a:pt x="37778" y="6645"/>
                            </a:cubicBezTo>
                            <a:cubicBezTo>
                              <a:pt x="35652" y="7362"/>
                              <a:pt x="33536" y="8093"/>
                              <a:pt x="31424" y="8844"/>
                            </a:cubicBezTo>
                            <a:cubicBezTo>
                              <a:pt x="27366" y="10282"/>
                              <a:pt x="23371" y="11832"/>
                              <a:pt x="19443" y="13595"/>
                            </a:cubicBezTo>
                            <a:cubicBezTo>
                              <a:pt x="19380" y="13561"/>
                              <a:pt x="19341" y="13512"/>
                              <a:pt x="19268" y="13483"/>
                            </a:cubicBezTo>
                            <a:cubicBezTo>
                              <a:pt x="15864" y="12161"/>
                              <a:pt x="13007" y="9851"/>
                              <a:pt x="10246" y="7512"/>
                            </a:cubicBezTo>
                            <a:cubicBezTo>
                              <a:pt x="8764" y="6258"/>
                              <a:pt x="7297" y="4994"/>
                              <a:pt x="5815" y="3739"/>
                            </a:cubicBezTo>
                            <a:cubicBezTo>
                              <a:pt x="5098" y="3134"/>
                              <a:pt x="4352" y="2553"/>
                              <a:pt x="3650" y="1928"/>
                            </a:cubicBezTo>
                            <a:cubicBezTo>
                              <a:pt x="2992" y="1342"/>
                              <a:pt x="2420" y="509"/>
                              <a:pt x="1626" y="107"/>
                            </a:cubicBezTo>
                            <a:cubicBezTo>
                              <a:pt x="928" y="-246"/>
                              <a:pt x="-287" y="311"/>
                              <a:pt x="62" y="1236"/>
                            </a:cubicBezTo>
                            <a:cubicBezTo>
                              <a:pt x="846" y="3313"/>
                              <a:pt x="2996" y="4853"/>
                              <a:pt x="4657" y="6263"/>
                            </a:cubicBezTo>
                            <a:cubicBezTo>
                              <a:pt x="6159" y="7536"/>
                              <a:pt x="7655" y="8815"/>
                              <a:pt x="9166" y="10084"/>
                            </a:cubicBezTo>
                            <a:cubicBezTo>
                              <a:pt x="11965" y="12428"/>
                              <a:pt x="14910" y="14641"/>
                              <a:pt x="18348" y="15968"/>
                            </a:cubicBezTo>
                            <a:cubicBezTo>
                              <a:pt x="19080" y="16249"/>
                              <a:pt x="19656" y="15866"/>
                              <a:pt x="19927" y="15319"/>
                            </a:cubicBezTo>
                            <a:cubicBezTo>
                              <a:pt x="23976" y="14006"/>
                              <a:pt x="27995" y="12616"/>
                              <a:pt x="32020" y="11222"/>
                            </a:cubicBezTo>
                            <a:cubicBezTo>
                              <a:pt x="34073" y="10510"/>
                              <a:pt x="36131" y="9808"/>
                              <a:pt x="38199" y="9125"/>
                            </a:cubicBezTo>
                            <a:cubicBezTo>
                              <a:pt x="39270" y="8771"/>
                              <a:pt x="40345" y="8427"/>
                              <a:pt x="41415" y="8074"/>
                            </a:cubicBezTo>
                            <a:cubicBezTo>
                              <a:pt x="42471" y="7725"/>
                              <a:pt x="43759" y="7406"/>
                              <a:pt x="44301" y="6364"/>
                            </a:cubicBezTo>
                            <a:cubicBezTo>
                              <a:pt x="44461" y="6054"/>
                              <a:pt x="44408" y="5604"/>
                              <a:pt x="44064" y="5430"/>
                            </a:cubicBezTo>
                            <a:close/>
                          </a:path>
                        </a:pathLst>
                      </a:custGeom>
                      <a:solidFill>
                        <a:srgbClr val="B7ABAB"/>
                      </a:solidFill>
                      <a:ln w="4839" cap="flat">
                        <a:noFill/>
                        <a:prstDash val="solid"/>
                        <a:miter/>
                      </a:ln>
                    </p:spPr>
                    <p:txBody>
                      <a:bodyPr rtlCol="0" anchor="ctr"/>
                      <a:lstStyle/>
                      <a:p>
                        <a:endParaRPr lang="vi-VN"/>
                      </a:p>
                    </p:txBody>
                  </p:sp>
                  <p:sp>
                    <p:nvSpPr>
                      <p:cNvPr id="697" name="Freeform: Shape 696">
                        <a:extLst>
                          <a:ext uri="{FF2B5EF4-FFF2-40B4-BE49-F238E27FC236}">
                            <a16:creationId xmlns:a16="http://schemas.microsoft.com/office/drawing/2014/main" id="{24817851-2697-3B48-1710-1930E29509CB}"/>
                          </a:ext>
                        </a:extLst>
                      </p:cNvPr>
                      <p:cNvSpPr/>
                      <p:nvPr/>
                    </p:nvSpPr>
                    <p:spPr>
                      <a:xfrm>
                        <a:off x="2230516" y="5648329"/>
                        <a:ext cx="41064" cy="16264"/>
                      </a:xfrm>
                      <a:custGeom>
                        <a:avLst/>
                        <a:gdLst>
                          <a:gd name="connsiteX0" fmla="*/ 40062 w 41064"/>
                          <a:gd name="connsiteY0" fmla="*/ 10098 h 16264"/>
                          <a:gd name="connsiteX1" fmla="*/ 30105 w 41064"/>
                          <a:gd name="connsiteY1" fmla="*/ 13052 h 16264"/>
                          <a:gd name="connsiteX2" fmla="*/ 24458 w 41064"/>
                          <a:gd name="connsiteY2" fmla="*/ 13802 h 16264"/>
                          <a:gd name="connsiteX3" fmla="*/ 23364 w 41064"/>
                          <a:gd name="connsiteY3" fmla="*/ 13066 h 16264"/>
                          <a:gd name="connsiteX4" fmla="*/ 21364 w 41064"/>
                          <a:gd name="connsiteY4" fmla="*/ 11933 h 16264"/>
                          <a:gd name="connsiteX5" fmla="*/ 12012 w 41064"/>
                          <a:gd name="connsiteY5" fmla="*/ 6223 h 16264"/>
                          <a:gd name="connsiteX6" fmla="*/ 1203 w 41064"/>
                          <a:gd name="connsiteY6" fmla="*/ 68 h 16264"/>
                          <a:gd name="connsiteX7" fmla="*/ 321 w 41064"/>
                          <a:gd name="connsiteY7" fmla="*/ 1632 h 16264"/>
                          <a:gd name="connsiteX8" fmla="*/ 9809 w 41064"/>
                          <a:gd name="connsiteY8" fmla="*/ 7894 h 16264"/>
                          <a:gd name="connsiteX9" fmla="*/ 20371 w 41064"/>
                          <a:gd name="connsiteY9" fmla="*/ 14369 h 16264"/>
                          <a:gd name="connsiteX10" fmla="*/ 24182 w 41064"/>
                          <a:gd name="connsiteY10" fmla="*/ 15832 h 16264"/>
                          <a:gd name="connsiteX11" fmla="*/ 29069 w 41064"/>
                          <a:gd name="connsiteY11" fmla="*/ 16016 h 16264"/>
                          <a:gd name="connsiteX12" fmla="*/ 40702 w 41064"/>
                          <a:gd name="connsiteY12" fmla="*/ 11696 h 16264"/>
                          <a:gd name="connsiteX13" fmla="*/ 40062 w 41064"/>
                          <a:gd name="connsiteY13" fmla="*/ 10098 h 16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064" h="16264">
                            <a:moveTo>
                              <a:pt x="40062" y="10098"/>
                            </a:moveTo>
                            <a:cubicBezTo>
                              <a:pt x="36609" y="10635"/>
                              <a:pt x="33427" y="12006"/>
                              <a:pt x="30105" y="13052"/>
                            </a:cubicBezTo>
                            <a:cubicBezTo>
                              <a:pt x="28401" y="13589"/>
                              <a:pt x="26289" y="14190"/>
                              <a:pt x="24458" y="13802"/>
                            </a:cubicBezTo>
                            <a:cubicBezTo>
                              <a:pt x="23829" y="13672"/>
                              <a:pt x="23848" y="13405"/>
                              <a:pt x="23364" y="13066"/>
                            </a:cubicBezTo>
                            <a:cubicBezTo>
                              <a:pt x="22749" y="12630"/>
                              <a:pt x="22013" y="12325"/>
                              <a:pt x="21364" y="11933"/>
                            </a:cubicBezTo>
                            <a:cubicBezTo>
                              <a:pt x="18235" y="10049"/>
                              <a:pt x="15131" y="8126"/>
                              <a:pt x="12012" y="6223"/>
                            </a:cubicBezTo>
                            <a:cubicBezTo>
                              <a:pt x="8545" y="4107"/>
                              <a:pt x="5024" y="1472"/>
                              <a:pt x="1203" y="68"/>
                            </a:cubicBezTo>
                            <a:cubicBezTo>
                              <a:pt x="191" y="-305"/>
                              <a:pt x="-405" y="949"/>
                              <a:pt x="321" y="1632"/>
                            </a:cubicBezTo>
                            <a:cubicBezTo>
                              <a:pt x="3014" y="4165"/>
                              <a:pt x="6670" y="5967"/>
                              <a:pt x="9809" y="7894"/>
                            </a:cubicBezTo>
                            <a:cubicBezTo>
                              <a:pt x="13329" y="10054"/>
                              <a:pt x="16816" y="12277"/>
                              <a:pt x="20371" y="14369"/>
                            </a:cubicBezTo>
                            <a:cubicBezTo>
                              <a:pt x="21669" y="15134"/>
                              <a:pt x="22855" y="15342"/>
                              <a:pt x="24182" y="15832"/>
                            </a:cubicBezTo>
                            <a:cubicBezTo>
                              <a:pt x="25766" y="16413"/>
                              <a:pt x="27413" y="16340"/>
                              <a:pt x="29069" y="16016"/>
                            </a:cubicBezTo>
                            <a:cubicBezTo>
                              <a:pt x="32982" y="15241"/>
                              <a:pt x="37258" y="13672"/>
                              <a:pt x="40702" y="11696"/>
                            </a:cubicBezTo>
                            <a:cubicBezTo>
                              <a:pt x="41481" y="11240"/>
                              <a:pt x="40881" y="9972"/>
                              <a:pt x="40062" y="10098"/>
                            </a:cubicBezTo>
                            <a:close/>
                          </a:path>
                        </a:pathLst>
                      </a:custGeom>
                      <a:solidFill>
                        <a:srgbClr val="B7ABAB"/>
                      </a:solidFill>
                      <a:ln w="4839" cap="flat">
                        <a:noFill/>
                        <a:prstDash val="solid"/>
                        <a:miter/>
                      </a:ln>
                    </p:spPr>
                    <p:txBody>
                      <a:bodyPr rtlCol="0" anchor="ctr"/>
                      <a:lstStyle/>
                      <a:p>
                        <a:endParaRPr lang="vi-VN"/>
                      </a:p>
                    </p:txBody>
                  </p:sp>
                  <p:sp>
                    <p:nvSpPr>
                      <p:cNvPr id="698" name="Freeform: Shape 697">
                        <a:extLst>
                          <a:ext uri="{FF2B5EF4-FFF2-40B4-BE49-F238E27FC236}">
                            <a16:creationId xmlns:a16="http://schemas.microsoft.com/office/drawing/2014/main" id="{16BCF8E5-9CFB-5A6B-A708-6A2C8BD93AAD}"/>
                          </a:ext>
                        </a:extLst>
                      </p:cNvPr>
                      <p:cNvSpPr/>
                      <p:nvPr/>
                    </p:nvSpPr>
                    <p:spPr>
                      <a:xfrm>
                        <a:off x="2260779" y="5669711"/>
                        <a:ext cx="41639" cy="14399"/>
                      </a:xfrm>
                      <a:custGeom>
                        <a:avLst/>
                        <a:gdLst>
                          <a:gd name="connsiteX0" fmla="*/ 41001 w 41639"/>
                          <a:gd name="connsiteY0" fmla="*/ 5312 h 14399"/>
                          <a:gd name="connsiteX1" fmla="*/ 41074 w 41639"/>
                          <a:gd name="connsiteY1" fmla="*/ 5317 h 14399"/>
                          <a:gd name="connsiteX2" fmla="*/ 40938 w 41639"/>
                          <a:gd name="connsiteY2" fmla="*/ 5269 h 14399"/>
                          <a:gd name="connsiteX3" fmla="*/ 40503 w 41639"/>
                          <a:gd name="connsiteY3" fmla="*/ 5118 h 14399"/>
                          <a:gd name="connsiteX4" fmla="*/ 40357 w 41639"/>
                          <a:gd name="connsiteY4" fmla="*/ 5094 h 14399"/>
                          <a:gd name="connsiteX5" fmla="*/ 39704 w 41639"/>
                          <a:gd name="connsiteY5" fmla="*/ 5225 h 14399"/>
                          <a:gd name="connsiteX6" fmla="*/ 30797 w 41639"/>
                          <a:gd name="connsiteY6" fmla="*/ 9283 h 14399"/>
                          <a:gd name="connsiteX7" fmla="*/ 26449 w 41639"/>
                          <a:gd name="connsiteY7" fmla="*/ 10954 h 14399"/>
                          <a:gd name="connsiteX8" fmla="*/ 22661 w 41639"/>
                          <a:gd name="connsiteY8" fmla="*/ 12557 h 14399"/>
                          <a:gd name="connsiteX9" fmla="*/ 22337 w 41639"/>
                          <a:gd name="connsiteY9" fmla="*/ 12174 h 14399"/>
                          <a:gd name="connsiteX10" fmla="*/ 19727 w 41639"/>
                          <a:gd name="connsiteY10" fmla="*/ 10969 h 14399"/>
                          <a:gd name="connsiteX11" fmla="*/ 16874 w 41639"/>
                          <a:gd name="connsiteY11" fmla="*/ 9114 h 14399"/>
                          <a:gd name="connsiteX12" fmla="*/ 11992 w 41639"/>
                          <a:gd name="connsiteY12" fmla="*/ 5748 h 14399"/>
                          <a:gd name="connsiteX13" fmla="*/ 1353 w 41639"/>
                          <a:gd name="connsiteY13" fmla="*/ 183 h 14399"/>
                          <a:gd name="connsiteX14" fmla="*/ 292 w 41639"/>
                          <a:gd name="connsiteY14" fmla="*/ 1433 h 14399"/>
                          <a:gd name="connsiteX15" fmla="*/ 11503 w 41639"/>
                          <a:gd name="connsiteY15" fmla="*/ 7981 h 14399"/>
                          <a:gd name="connsiteX16" fmla="*/ 16375 w 41639"/>
                          <a:gd name="connsiteY16" fmla="*/ 11748 h 14399"/>
                          <a:gd name="connsiteX17" fmla="*/ 21848 w 41639"/>
                          <a:gd name="connsiteY17" fmla="*/ 14344 h 14399"/>
                          <a:gd name="connsiteX18" fmla="*/ 22017 w 41639"/>
                          <a:gd name="connsiteY18" fmla="*/ 14281 h 14399"/>
                          <a:gd name="connsiteX19" fmla="*/ 22487 w 41639"/>
                          <a:gd name="connsiteY19" fmla="*/ 14393 h 14399"/>
                          <a:gd name="connsiteX20" fmla="*/ 27437 w 41639"/>
                          <a:gd name="connsiteY20" fmla="*/ 13342 h 14399"/>
                          <a:gd name="connsiteX21" fmla="*/ 31974 w 41639"/>
                          <a:gd name="connsiteY21" fmla="*/ 11748 h 14399"/>
                          <a:gd name="connsiteX22" fmla="*/ 40909 w 41639"/>
                          <a:gd name="connsiteY22" fmla="*/ 7700 h 14399"/>
                          <a:gd name="connsiteX23" fmla="*/ 41001 w 41639"/>
                          <a:gd name="connsiteY23" fmla="*/ 5312 h 14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639" h="14399">
                            <a:moveTo>
                              <a:pt x="41001" y="5312"/>
                            </a:moveTo>
                            <a:cubicBezTo>
                              <a:pt x="41026" y="5312"/>
                              <a:pt x="41050" y="5317"/>
                              <a:pt x="41074" y="5317"/>
                            </a:cubicBezTo>
                            <a:cubicBezTo>
                              <a:pt x="41035" y="5283"/>
                              <a:pt x="40982" y="5293"/>
                              <a:pt x="40938" y="5269"/>
                            </a:cubicBezTo>
                            <a:cubicBezTo>
                              <a:pt x="40808" y="5191"/>
                              <a:pt x="40662" y="5143"/>
                              <a:pt x="40503" y="5118"/>
                            </a:cubicBezTo>
                            <a:cubicBezTo>
                              <a:pt x="40449" y="5114"/>
                              <a:pt x="40411" y="5094"/>
                              <a:pt x="40357" y="5094"/>
                            </a:cubicBezTo>
                            <a:cubicBezTo>
                              <a:pt x="40154" y="5089"/>
                              <a:pt x="39936" y="5118"/>
                              <a:pt x="39704" y="5225"/>
                            </a:cubicBezTo>
                            <a:cubicBezTo>
                              <a:pt x="36740" y="6605"/>
                              <a:pt x="33839" y="8072"/>
                              <a:pt x="30797" y="9283"/>
                            </a:cubicBezTo>
                            <a:cubicBezTo>
                              <a:pt x="29354" y="9855"/>
                              <a:pt x="27892" y="10383"/>
                              <a:pt x="26449" y="10954"/>
                            </a:cubicBezTo>
                            <a:cubicBezTo>
                              <a:pt x="25165" y="11458"/>
                              <a:pt x="23925" y="12015"/>
                              <a:pt x="22661" y="12557"/>
                            </a:cubicBezTo>
                            <a:cubicBezTo>
                              <a:pt x="22569" y="12417"/>
                              <a:pt x="22492" y="12266"/>
                              <a:pt x="22337" y="12174"/>
                            </a:cubicBezTo>
                            <a:cubicBezTo>
                              <a:pt x="21514" y="11680"/>
                              <a:pt x="20579" y="11414"/>
                              <a:pt x="19727" y="10969"/>
                            </a:cubicBezTo>
                            <a:cubicBezTo>
                              <a:pt x="18719" y="10441"/>
                              <a:pt x="17789" y="9782"/>
                              <a:pt x="16874" y="9114"/>
                            </a:cubicBezTo>
                            <a:cubicBezTo>
                              <a:pt x="15281" y="7947"/>
                              <a:pt x="13721" y="6716"/>
                              <a:pt x="11992" y="5748"/>
                            </a:cubicBezTo>
                            <a:cubicBezTo>
                              <a:pt x="8496" y="3791"/>
                              <a:pt x="4549" y="2668"/>
                              <a:pt x="1353" y="183"/>
                            </a:cubicBezTo>
                            <a:cubicBezTo>
                              <a:pt x="524" y="-461"/>
                              <a:pt x="-517" y="745"/>
                              <a:pt x="292" y="1433"/>
                            </a:cubicBezTo>
                            <a:cubicBezTo>
                              <a:pt x="3634" y="4271"/>
                              <a:pt x="7876" y="5598"/>
                              <a:pt x="11503" y="7981"/>
                            </a:cubicBezTo>
                            <a:cubicBezTo>
                              <a:pt x="13222" y="9109"/>
                              <a:pt x="14734" y="10513"/>
                              <a:pt x="16375" y="11748"/>
                            </a:cubicBezTo>
                            <a:cubicBezTo>
                              <a:pt x="17925" y="12915"/>
                              <a:pt x="19838" y="14330"/>
                              <a:pt x="21848" y="14344"/>
                            </a:cubicBezTo>
                            <a:cubicBezTo>
                              <a:pt x="21920" y="14344"/>
                              <a:pt x="21954" y="14296"/>
                              <a:pt x="22017" y="14281"/>
                            </a:cubicBezTo>
                            <a:cubicBezTo>
                              <a:pt x="22148" y="14354"/>
                              <a:pt x="22288" y="14422"/>
                              <a:pt x="22487" y="14393"/>
                            </a:cubicBezTo>
                            <a:cubicBezTo>
                              <a:pt x="24182" y="14121"/>
                              <a:pt x="25780" y="13821"/>
                              <a:pt x="27437" y="13342"/>
                            </a:cubicBezTo>
                            <a:cubicBezTo>
                              <a:pt x="28977" y="12891"/>
                              <a:pt x="30478" y="12334"/>
                              <a:pt x="31974" y="11748"/>
                            </a:cubicBezTo>
                            <a:cubicBezTo>
                              <a:pt x="34991" y="10567"/>
                              <a:pt x="38086" y="9307"/>
                              <a:pt x="40909" y="7700"/>
                            </a:cubicBezTo>
                            <a:cubicBezTo>
                              <a:pt x="41975" y="7104"/>
                              <a:pt x="41757" y="5825"/>
                              <a:pt x="41001" y="5312"/>
                            </a:cubicBezTo>
                            <a:close/>
                          </a:path>
                        </a:pathLst>
                      </a:custGeom>
                      <a:solidFill>
                        <a:srgbClr val="B7ABAB"/>
                      </a:solidFill>
                      <a:ln w="4839" cap="flat">
                        <a:noFill/>
                        <a:prstDash val="solid"/>
                        <a:miter/>
                      </a:ln>
                    </p:spPr>
                    <p:txBody>
                      <a:bodyPr rtlCol="0" anchor="ctr"/>
                      <a:lstStyle/>
                      <a:p>
                        <a:endParaRPr lang="vi-VN"/>
                      </a:p>
                    </p:txBody>
                  </p:sp>
                  <p:sp>
                    <p:nvSpPr>
                      <p:cNvPr id="699" name="Freeform: Shape 698">
                        <a:extLst>
                          <a:ext uri="{FF2B5EF4-FFF2-40B4-BE49-F238E27FC236}">
                            <a16:creationId xmlns:a16="http://schemas.microsoft.com/office/drawing/2014/main" id="{874A9C3F-D0FC-045B-B35D-A01BD428CF80}"/>
                          </a:ext>
                        </a:extLst>
                      </p:cNvPr>
                      <p:cNvSpPr/>
                      <p:nvPr/>
                    </p:nvSpPr>
                    <p:spPr>
                      <a:xfrm>
                        <a:off x="2346467" y="5687698"/>
                        <a:ext cx="10413" cy="4706"/>
                      </a:xfrm>
                      <a:custGeom>
                        <a:avLst/>
                        <a:gdLst>
                          <a:gd name="connsiteX0" fmla="*/ 10363 w 10413"/>
                          <a:gd name="connsiteY0" fmla="*/ 3864 h 4706"/>
                          <a:gd name="connsiteX1" fmla="*/ 8184 w 10413"/>
                          <a:gd name="connsiteY1" fmla="*/ 2765 h 4706"/>
                          <a:gd name="connsiteX2" fmla="*/ 7007 w 10413"/>
                          <a:gd name="connsiteY2" fmla="*/ 2324 h 4706"/>
                          <a:gd name="connsiteX3" fmla="*/ 5743 w 10413"/>
                          <a:gd name="connsiteY3" fmla="*/ 1675 h 4706"/>
                          <a:gd name="connsiteX4" fmla="*/ 1147 w 10413"/>
                          <a:gd name="connsiteY4" fmla="*/ 62 h 4706"/>
                          <a:gd name="connsiteX5" fmla="*/ 77 w 10413"/>
                          <a:gd name="connsiteY5" fmla="*/ 430 h 4706"/>
                          <a:gd name="connsiteX6" fmla="*/ 445 w 10413"/>
                          <a:gd name="connsiteY6" fmla="*/ 1501 h 4706"/>
                          <a:gd name="connsiteX7" fmla="*/ 5142 w 10413"/>
                          <a:gd name="connsiteY7" fmla="*/ 3297 h 4706"/>
                          <a:gd name="connsiteX8" fmla="*/ 6319 w 10413"/>
                          <a:gd name="connsiteY8" fmla="*/ 3602 h 4706"/>
                          <a:gd name="connsiteX9" fmla="*/ 7472 w 10413"/>
                          <a:gd name="connsiteY9" fmla="*/ 3946 h 4706"/>
                          <a:gd name="connsiteX10" fmla="*/ 8649 w 10413"/>
                          <a:gd name="connsiteY10" fmla="*/ 4426 h 4706"/>
                          <a:gd name="connsiteX11" fmla="*/ 10077 w 10413"/>
                          <a:gd name="connsiteY11" fmla="*/ 4614 h 4706"/>
                          <a:gd name="connsiteX12" fmla="*/ 10363 w 10413"/>
                          <a:gd name="connsiteY12" fmla="*/ 3864 h 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13" h="4706">
                            <a:moveTo>
                              <a:pt x="10363" y="3864"/>
                            </a:moveTo>
                            <a:cubicBezTo>
                              <a:pt x="10005" y="3133"/>
                              <a:pt x="8900" y="2997"/>
                              <a:pt x="8184" y="2765"/>
                            </a:cubicBezTo>
                            <a:cubicBezTo>
                              <a:pt x="7791" y="2639"/>
                              <a:pt x="7351" y="2547"/>
                              <a:pt x="7007" y="2324"/>
                            </a:cubicBezTo>
                            <a:cubicBezTo>
                              <a:pt x="6610" y="2067"/>
                              <a:pt x="6188" y="1849"/>
                              <a:pt x="5743" y="1675"/>
                            </a:cubicBezTo>
                            <a:cubicBezTo>
                              <a:pt x="4232" y="1089"/>
                              <a:pt x="2672" y="600"/>
                              <a:pt x="1147" y="62"/>
                            </a:cubicBezTo>
                            <a:cubicBezTo>
                              <a:pt x="740" y="-78"/>
                              <a:pt x="280" y="9"/>
                              <a:pt x="77" y="430"/>
                            </a:cubicBezTo>
                            <a:cubicBezTo>
                              <a:pt x="-103" y="793"/>
                              <a:pt x="38" y="1346"/>
                              <a:pt x="445" y="1501"/>
                            </a:cubicBezTo>
                            <a:cubicBezTo>
                              <a:pt x="2004" y="2096"/>
                              <a:pt x="3554" y="2779"/>
                              <a:pt x="5142" y="3297"/>
                            </a:cubicBezTo>
                            <a:cubicBezTo>
                              <a:pt x="5515" y="3418"/>
                              <a:pt x="5932" y="3549"/>
                              <a:pt x="6319" y="3602"/>
                            </a:cubicBezTo>
                            <a:cubicBezTo>
                              <a:pt x="6740" y="3660"/>
                              <a:pt x="7075" y="3782"/>
                              <a:pt x="7472" y="3946"/>
                            </a:cubicBezTo>
                            <a:cubicBezTo>
                              <a:pt x="7864" y="4106"/>
                              <a:pt x="8256" y="4266"/>
                              <a:pt x="8649" y="4426"/>
                            </a:cubicBezTo>
                            <a:cubicBezTo>
                              <a:pt x="9138" y="4629"/>
                              <a:pt x="9554" y="4828"/>
                              <a:pt x="10077" y="4614"/>
                            </a:cubicBezTo>
                            <a:cubicBezTo>
                              <a:pt x="10363" y="4513"/>
                              <a:pt x="10494" y="4130"/>
                              <a:pt x="10363" y="3864"/>
                            </a:cubicBezTo>
                            <a:close/>
                          </a:path>
                        </a:pathLst>
                      </a:custGeom>
                      <a:solidFill>
                        <a:srgbClr val="B7ABAB"/>
                      </a:solidFill>
                      <a:ln w="4839" cap="flat">
                        <a:noFill/>
                        <a:prstDash val="solid"/>
                        <a:miter/>
                      </a:ln>
                    </p:spPr>
                    <p:txBody>
                      <a:bodyPr rtlCol="0" anchor="ctr"/>
                      <a:lstStyle/>
                      <a:p>
                        <a:endParaRPr lang="vi-VN"/>
                      </a:p>
                    </p:txBody>
                  </p:sp>
                  <p:sp>
                    <p:nvSpPr>
                      <p:cNvPr id="700" name="Freeform: Shape 699">
                        <a:extLst>
                          <a:ext uri="{FF2B5EF4-FFF2-40B4-BE49-F238E27FC236}">
                            <a16:creationId xmlns:a16="http://schemas.microsoft.com/office/drawing/2014/main" id="{9DA6C699-DD07-A258-BB74-2D8A61CEACA9}"/>
                          </a:ext>
                        </a:extLst>
                      </p:cNvPr>
                      <p:cNvSpPr/>
                      <p:nvPr/>
                    </p:nvSpPr>
                    <p:spPr>
                      <a:xfrm>
                        <a:off x="2357782" y="5684249"/>
                        <a:ext cx="19879" cy="8841"/>
                      </a:xfrm>
                      <a:custGeom>
                        <a:avLst/>
                        <a:gdLst>
                          <a:gd name="connsiteX0" fmla="*/ 18966 w 19879"/>
                          <a:gd name="connsiteY0" fmla="*/ 1 h 8841"/>
                          <a:gd name="connsiteX1" fmla="*/ 14278 w 19879"/>
                          <a:gd name="connsiteY1" fmla="*/ 1405 h 8841"/>
                          <a:gd name="connsiteX2" fmla="*/ 9842 w 19879"/>
                          <a:gd name="connsiteY2" fmla="*/ 3270 h 8841"/>
                          <a:gd name="connsiteX3" fmla="*/ 534 w 19879"/>
                          <a:gd name="connsiteY3" fmla="*/ 7047 h 8841"/>
                          <a:gd name="connsiteX4" fmla="*/ 1028 w 19879"/>
                          <a:gd name="connsiteY4" fmla="*/ 8810 h 8841"/>
                          <a:gd name="connsiteX5" fmla="*/ 10598 w 19879"/>
                          <a:gd name="connsiteY5" fmla="*/ 5817 h 8841"/>
                          <a:gd name="connsiteX6" fmla="*/ 15194 w 19879"/>
                          <a:gd name="connsiteY6" fmla="*/ 4020 h 8841"/>
                          <a:gd name="connsiteX7" fmla="*/ 17397 w 19879"/>
                          <a:gd name="connsiteY7" fmla="*/ 3047 h 8841"/>
                          <a:gd name="connsiteX8" fmla="*/ 19673 w 19879"/>
                          <a:gd name="connsiteY8" fmla="*/ 1357 h 8841"/>
                          <a:gd name="connsiteX9" fmla="*/ 18966 w 19879"/>
                          <a:gd name="connsiteY9" fmla="*/ 1 h 8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79" h="8841">
                            <a:moveTo>
                              <a:pt x="18966" y="1"/>
                            </a:moveTo>
                            <a:cubicBezTo>
                              <a:pt x="17237" y="68"/>
                              <a:pt x="15857" y="756"/>
                              <a:pt x="14278" y="1405"/>
                            </a:cubicBezTo>
                            <a:cubicBezTo>
                              <a:pt x="12797" y="2015"/>
                              <a:pt x="11329" y="2664"/>
                              <a:pt x="9842" y="3270"/>
                            </a:cubicBezTo>
                            <a:cubicBezTo>
                              <a:pt x="6743" y="4538"/>
                              <a:pt x="3663" y="5841"/>
                              <a:pt x="534" y="7047"/>
                            </a:cubicBezTo>
                            <a:cubicBezTo>
                              <a:pt x="-420" y="7415"/>
                              <a:pt x="2" y="9091"/>
                              <a:pt x="1028" y="8810"/>
                            </a:cubicBezTo>
                            <a:cubicBezTo>
                              <a:pt x="4259" y="7938"/>
                              <a:pt x="7460" y="6984"/>
                              <a:pt x="10598" y="5817"/>
                            </a:cubicBezTo>
                            <a:cubicBezTo>
                              <a:pt x="12138" y="5245"/>
                              <a:pt x="13683" y="4669"/>
                              <a:pt x="15194" y="4020"/>
                            </a:cubicBezTo>
                            <a:cubicBezTo>
                              <a:pt x="15930" y="3705"/>
                              <a:pt x="16666" y="3376"/>
                              <a:pt x="17397" y="3047"/>
                            </a:cubicBezTo>
                            <a:cubicBezTo>
                              <a:pt x="18332" y="2626"/>
                              <a:pt x="18966" y="2112"/>
                              <a:pt x="19673" y="1357"/>
                            </a:cubicBezTo>
                            <a:cubicBezTo>
                              <a:pt x="20196" y="814"/>
                              <a:pt x="19640" y="-28"/>
                              <a:pt x="18966" y="1"/>
                            </a:cubicBezTo>
                            <a:close/>
                          </a:path>
                        </a:pathLst>
                      </a:custGeom>
                      <a:solidFill>
                        <a:srgbClr val="B7ABAB"/>
                      </a:solidFill>
                      <a:ln w="4839" cap="flat">
                        <a:noFill/>
                        <a:prstDash val="solid"/>
                        <a:miter/>
                      </a:ln>
                    </p:spPr>
                    <p:txBody>
                      <a:bodyPr rtlCol="0" anchor="ctr"/>
                      <a:lstStyle/>
                      <a:p>
                        <a:endParaRPr lang="vi-VN"/>
                      </a:p>
                    </p:txBody>
                  </p:sp>
                  <p:sp>
                    <p:nvSpPr>
                      <p:cNvPr id="701" name="Freeform: Shape 700">
                        <a:extLst>
                          <a:ext uri="{FF2B5EF4-FFF2-40B4-BE49-F238E27FC236}">
                            <a16:creationId xmlns:a16="http://schemas.microsoft.com/office/drawing/2014/main" id="{35649439-DE57-1BD8-3477-FB603EAFB881}"/>
                          </a:ext>
                        </a:extLst>
                      </p:cNvPr>
                      <p:cNvSpPr/>
                      <p:nvPr/>
                    </p:nvSpPr>
                    <p:spPr>
                      <a:xfrm>
                        <a:off x="2372074" y="5670263"/>
                        <a:ext cx="37910" cy="12315"/>
                      </a:xfrm>
                      <a:custGeom>
                        <a:avLst/>
                        <a:gdLst>
                          <a:gd name="connsiteX0" fmla="*/ 37335 w 37910"/>
                          <a:gd name="connsiteY0" fmla="*/ 5666 h 12315"/>
                          <a:gd name="connsiteX1" fmla="*/ 29121 w 37910"/>
                          <a:gd name="connsiteY1" fmla="*/ 7628 h 12315"/>
                          <a:gd name="connsiteX2" fmla="*/ 23475 w 37910"/>
                          <a:gd name="connsiteY2" fmla="*/ 9909 h 12315"/>
                          <a:gd name="connsiteX3" fmla="*/ 18525 w 37910"/>
                          <a:gd name="connsiteY3" fmla="*/ 8969 h 12315"/>
                          <a:gd name="connsiteX4" fmla="*/ 1173 w 37910"/>
                          <a:gd name="connsiteY4" fmla="*/ 102 h 12315"/>
                          <a:gd name="connsiteX5" fmla="*/ 480 w 37910"/>
                          <a:gd name="connsiteY5" fmla="*/ 1700 h 12315"/>
                          <a:gd name="connsiteX6" fmla="*/ 10525 w 37910"/>
                          <a:gd name="connsiteY6" fmla="*/ 6882 h 12315"/>
                          <a:gd name="connsiteX7" fmla="*/ 15353 w 37910"/>
                          <a:gd name="connsiteY7" fmla="*/ 9526 h 12315"/>
                          <a:gd name="connsiteX8" fmla="*/ 20157 w 37910"/>
                          <a:gd name="connsiteY8" fmla="*/ 12112 h 12315"/>
                          <a:gd name="connsiteX9" fmla="*/ 23484 w 37910"/>
                          <a:gd name="connsiteY9" fmla="*/ 12025 h 12315"/>
                          <a:gd name="connsiteX10" fmla="*/ 28012 w 37910"/>
                          <a:gd name="connsiteY10" fmla="*/ 10935 h 12315"/>
                          <a:gd name="connsiteX11" fmla="*/ 33727 w 37910"/>
                          <a:gd name="connsiteY11" fmla="*/ 9255 h 12315"/>
                          <a:gd name="connsiteX12" fmla="*/ 37742 w 37910"/>
                          <a:gd name="connsiteY12" fmla="*/ 7071 h 12315"/>
                          <a:gd name="connsiteX13" fmla="*/ 37335 w 37910"/>
                          <a:gd name="connsiteY13" fmla="*/ 5666 h 12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10" h="12315">
                            <a:moveTo>
                              <a:pt x="37335" y="5666"/>
                            </a:moveTo>
                            <a:cubicBezTo>
                              <a:pt x="34792" y="4814"/>
                              <a:pt x="31470" y="6727"/>
                              <a:pt x="29121" y="7628"/>
                            </a:cubicBezTo>
                            <a:cubicBezTo>
                              <a:pt x="27262" y="8340"/>
                              <a:pt x="25358" y="9318"/>
                              <a:pt x="23475" y="9909"/>
                            </a:cubicBezTo>
                            <a:cubicBezTo>
                              <a:pt x="21518" y="10524"/>
                              <a:pt x="20249" y="9768"/>
                              <a:pt x="18525" y="8969"/>
                            </a:cubicBezTo>
                            <a:cubicBezTo>
                              <a:pt x="12631" y="6233"/>
                              <a:pt x="6931" y="3104"/>
                              <a:pt x="1173" y="102"/>
                            </a:cubicBezTo>
                            <a:cubicBezTo>
                              <a:pt x="180" y="-416"/>
                              <a:pt x="-507" y="1187"/>
                              <a:pt x="480" y="1700"/>
                            </a:cubicBezTo>
                            <a:cubicBezTo>
                              <a:pt x="3822" y="3443"/>
                              <a:pt x="7159" y="5187"/>
                              <a:pt x="10525" y="6882"/>
                            </a:cubicBezTo>
                            <a:cubicBezTo>
                              <a:pt x="12162" y="7710"/>
                              <a:pt x="13755" y="8630"/>
                              <a:pt x="15353" y="9526"/>
                            </a:cubicBezTo>
                            <a:cubicBezTo>
                              <a:pt x="16917" y="10403"/>
                              <a:pt x="18452" y="11521"/>
                              <a:pt x="20157" y="12112"/>
                            </a:cubicBezTo>
                            <a:cubicBezTo>
                              <a:pt x="21329" y="12519"/>
                              <a:pt x="22303" y="12224"/>
                              <a:pt x="23484" y="12025"/>
                            </a:cubicBezTo>
                            <a:cubicBezTo>
                              <a:pt x="25019" y="11768"/>
                              <a:pt x="26516" y="11352"/>
                              <a:pt x="28012" y="10935"/>
                            </a:cubicBezTo>
                            <a:cubicBezTo>
                              <a:pt x="29925" y="10398"/>
                              <a:pt x="31833" y="9855"/>
                              <a:pt x="33727" y="9255"/>
                            </a:cubicBezTo>
                            <a:cubicBezTo>
                              <a:pt x="35199" y="8790"/>
                              <a:pt x="36822" y="8393"/>
                              <a:pt x="37742" y="7071"/>
                            </a:cubicBezTo>
                            <a:cubicBezTo>
                              <a:pt x="38071" y="6601"/>
                              <a:pt x="37911" y="5860"/>
                              <a:pt x="37335" y="5666"/>
                            </a:cubicBezTo>
                            <a:close/>
                          </a:path>
                        </a:pathLst>
                      </a:custGeom>
                      <a:solidFill>
                        <a:srgbClr val="B7ABAB"/>
                      </a:solidFill>
                      <a:ln w="4839" cap="flat">
                        <a:noFill/>
                        <a:prstDash val="solid"/>
                        <a:miter/>
                      </a:ln>
                    </p:spPr>
                    <p:txBody>
                      <a:bodyPr rtlCol="0" anchor="ctr"/>
                      <a:lstStyle/>
                      <a:p>
                        <a:endParaRPr lang="vi-VN"/>
                      </a:p>
                    </p:txBody>
                  </p:sp>
                  <p:sp>
                    <p:nvSpPr>
                      <p:cNvPr id="702" name="Freeform: Shape 701">
                        <a:extLst>
                          <a:ext uri="{FF2B5EF4-FFF2-40B4-BE49-F238E27FC236}">
                            <a16:creationId xmlns:a16="http://schemas.microsoft.com/office/drawing/2014/main" id="{2354F6B6-C97E-8F5C-5EF8-42F9B072DC6F}"/>
                          </a:ext>
                        </a:extLst>
                      </p:cNvPr>
                      <p:cNvSpPr/>
                      <p:nvPr/>
                    </p:nvSpPr>
                    <p:spPr>
                      <a:xfrm>
                        <a:off x="2367594" y="5698032"/>
                        <a:ext cx="39022" cy="20076"/>
                      </a:xfrm>
                      <a:custGeom>
                        <a:avLst/>
                        <a:gdLst>
                          <a:gd name="connsiteX0" fmla="*/ 38231 w 39022"/>
                          <a:gd name="connsiteY0" fmla="*/ 18481 h 20076"/>
                          <a:gd name="connsiteX1" fmla="*/ 28996 w 39022"/>
                          <a:gd name="connsiteY1" fmla="*/ 14243 h 20076"/>
                          <a:gd name="connsiteX2" fmla="*/ 19775 w 39022"/>
                          <a:gd name="connsiteY2" fmla="*/ 9013 h 20076"/>
                          <a:gd name="connsiteX3" fmla="*/ 1173 w 39022"/>
                          <a:gd name="connsiteY3" fmla="*/ 73 h 20076"/>
                          <a:gd name="connsiteX4" fmla="*/ 476 w 39022"/>
                          <a:gd name="connsiteY4" fmla="*/ 1594 h 20076"/>
                          <a:gd name="connsiteX5" fmla="*/ 20235 w 39022"/>
                          <a:gd name="connsiteY5" fmla="*/ 11507 h 20076"/>
                          <a:gd name="connsiteX6" fmla="*/ 29717 w 39022"/>
                          <a:gd name="connsiteY6" fmla="*/ 16970 h 20076"/>
                          <a:gd name="connsiteX7" fmla="*/ 38299 w 39022"/>
                          <a:gd name="connsiteY7" fmla="*/ 20050 h 20076"/>
                          <a:gd name="connsiteX8" fmla="*/ 38231 w 39022"/>
                          <a:gd name="connsiteY8" fmla="*/ 18481 h 20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22" h="20076">
                            <a:moveTo>
                              <a:pt x="38231" y="18481"/>
                            </a:moveTo>
                            <a:cubicBezTo>
                              <a:pt x="34802" y="18219"/>
                              <a:pt x="31863" y="15948"/>
                              <a:pt x="28996" y="14243"/>
                            </a:cubicBezTo>
                            <a:cubicBezTo>
                              <a:pt x="25964" y="12432"/>
                              <a:pt x="22899" y="10664"/>
                              <a:pt x="19775" y="9013"/>
                            </a:cubicBezTo>
                            <a:cubicBezTo>
                              <a:pt x="13702" y="5792"/>
                              <a:pt x="7508" y="2741"/>
                              <a:pt x="1173" y="73"/>
                            </a:cubicBezTo>
                            <a:cubicBezTo>
                              <a:pt x="185" y="-344"/>
                              <a:pt x="-507" y="1138"/>
                              <a:pt x="476" y="1594"/>
                            </a:cubicBezTo>
                            <a:cubicBezTo>
                              <a:pt x="7178" y="4693"/>
                              <a:pt x="13760" y="7952"/>
                              <a:pt x="20235" y="11507"/>
                            </a:cubicBezTo>
                            <a:cubicBezTo>
                              <a:pt x="23431" y="13265"/>
                              <a:pt x="26599" y="15081"/>
                              <a:pt x="29717" y="16970"/>
                            </a:cubicBezTo>
                            <a:cubicBezTo>
                              <a:pt x="32405" y="18592"/>
                              <a:pt x="35030" y="20311"/>
                              <a:pt x="38299" y="20050"/>
                            </a:cubicBezTo>
                            <a:cubicBezTo>
                              <a:pt x="39335" y="19968"/>
                              <a:pt x="39209" y="18558"/>
                              <a:pt x="38231" y="18481"/>
                            </a:cubicBezTo>
                            <a:close/>
                          </a:path>
                        </a:pathLst>
                      </a:custGeom>
                      <a:solidFill>
                        <a:srgbClr val="B7ABAB"/>
                      </a:solidFill>
                      <a:ln w="4839" cap="flat">
                        <a:noFill/>
                        <a:prstDash val="solid"/>
                        <a:miter/>
                      </a:ln>
                    </p:spPr>
                    <p:txBody>
                      <a:bodyPr rtlCol="0" anchor="ctr"/>
                      <a:lstStyle/>
                      <a:p>
                        <a:endParaRPr lang="vi-VN"/>
                      </a:p>
                    </p:txBody>
                  </p:sp>
                  <p:sp>
                    <p:nvSpPr>
                      <p:cNvPr id="703" name="Freeform: Shape 702">
                        <a:extLst>
                          <a:ext uri="{FF2B5EF4-FFF2-40B4-BE49-F238E27FC236}">
                            <a16:creationId xmlns:a16="http://schemas.microsoft.com/office/drawing/2014/main" id="{39652E12-18FB-792A-94CB-75257D31E2FA}"/>
                          </a:ext>
                        </a:extLst>
                      </p:cNvPr>
                      <p:cNvSpPr/>
                      <p:nvPr/>
                    </p:nvSpPr>
                    <p:spPr>
                      <a:xfrm>
                        <a:off x="2412068" y="5709518"/>
                        <a:ext cx="14778" cy="6788"/>
                      </a:xfrm>
                      <a:custGeom>
                        <a:avLst/>
                        <a:gdLst>
                          <a:gd name="connsiteX0" fmla="*/ 13690 w 14778"/>
                          <a:gd name="connsiteY0" fmla="*/ 21 h 6788"/>
                          <a:gd name="connsiteX1" fmla="*/ 10141 w 14778"/>
                          <a:gd name="connsiteY1" fmla="*/ 1275 h 6788"/>
                          <a:gd name="connsiteX2" fmla="*/ 6949 w 14778"/>
                          <a:gd name="connsiteY2" fmla="*/ 2655 h 6788"/>
                          <a:gd name="connsiteX3" fmla="*/ 503 w 14778"/>
                          <a:gd name="connsiteY3" fmla="*/ 5270 h 6788"/>
                          <a:gd name="connsiteX4" fmla="*/ 949 w 14778"/>
                          <a:gd name="connsiteY4" fmla="*/ 6738 h 6788"/>
                          <a:gd name="connsiteX5" fmla="*/ 7511 w 14778"/>
                          <a:gd name="connsiteY5" fmla="*/ 4374 h 6788"/>
                          <a:gd name="connsiteX6" fmla="*/ 11143 w 14778"/>
                          <a:gd name="connsiteY6" fmla="*/ 3144 h 6788"/>
                          <a:gd name="connsiteX7" fmla="*/ 14272 w 14778"/>
                          <a:gd name="connsiteY7" fmla="*/ 1861 h 6788"/>
                          <a:gd name="connsiteX8" fmla="*/ 13690 w 14778"/>
                          <a:gd name="connsiteY8" fmla="*/ 21 h 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78" h="6788">
                            <a:moveTo>
                              <a:pt x="13690" y="21"/>
                            </a:moveTo>
                            <a:cubicBezTo>
                              <a:pt x="12485" y="234"/>
                              <a:pt x="11288" y="844"/>
                              <a:pt x="10141" y="1275"/>
                            </a:cubicBezTo>
                            <a:cubicBezTo>
                              <a:pt x="9056" y="1687"/>
                              <a:pt x="8019" y="2205"/>
                              <a:pt x="6949" y="2655"/>
                            </a:cubicBezTo>
                            <a:cubicBezTo>
                              <a:pt x="4813" y="3556"/>
                              <a:pt x="2649" y="4399"/>
                              <a:pt x="503" y="5270"/>
                            </a:cubicBezTo>
                            <a:cubicBezTo>
                              <a:pt x="-398" y="5638"/>
                              <a:pt x="9" y="7077"/>
                              <a:pt x="949" y="6738"/>
                            </a:cubicBezTo>
                            <a:cubicBezTo>
                              <a:pt x="3138" y="5948"/>
                              <a:pt x="5322" y="5164"/>
                              <a:pt x="7511" y="4374"/>
                            </a:cubicBezTo>
                            <a:cubicBezTo>
                              <a:pt x="8717" y="3938"/>
                              <a:pt x="9947" y="3609"/>
                              <a:pt x="11143" y="3144"/>
                            </a:cubicBezTo>
                            <a:cubicBezTo>
                              <a:pt x="12160" y="2752"/>
                              <a:pt x="13356" y="2452"/>
                              <a:pt x="14272" y="1861"/>
                            </a:cubicBezTo>
                            <a:cubicBezTo>
                              <a:pt x="15134" y="1304"/>
                              <a:pt x="14867" y="-193"/>
                              <a:pt x="13690" y="21"/>
                            </a:cubicBezTo>
                            <a:close/>
                          </a:path>
                        </a:pathLst>
                      </a:custGeom>
                      <a:solidFill>
                        <a:srgbClr val="B7ABAB"/>
                      </a:solidFill>
                      <a:ln w="4839" cap="flat">
                        <a:noFill/>
                        <a:prstDash val="solid"/>
                        <a:miter/>
                      </a:ln>
                    </p:spPr>
                    <p:txBody>
                      <a:bodyPr rtlCol="0" anchor="ctr"/>
                      <a:lstStyle/>
                      <a:p>
                        <a:endParaRPr lang="vi-VN"/>
                      </a:p>
                    </p:txBody>
                  </p:sp>
                  <p:sp>
                    <p:nvSpPr>
                      <p:cNvPr id="704" name="Freeform: Shape 703">
                        <a:extLst>
                          <a:ext uri="{FF2B5EF4-FFF2-40B4-BE49-F238E27FC236}">
                            <a16:creationId xmlns:a16="http://schemas.microsoft.com/office/drawing/2014/main" id="{766F513D-00DF-AE91-91E5-4CA57D198939}"/>
                          </a:ext>
                        </a:extLst>
                      </p:cNvPr>
                      <p:cNvSpPr/>
                      <p:nvPr/>
                    </p:nvSpPr>
                    <p:spPr>
                      <a:xfrm>
                        <a:off x="2291365" y="5690184"/>
                        <a:ext cx="18523" cy="10718"/>
                      </a:xfrm>
                      <a:custGeom>
                        <a:avLst/>
                        <a:gdLst>
                          <a:gd name="connsiteX0" fmla="*/ 18169 w 18523"/>
                          <a:gd name="connsiteY0" fmla="*/ 8744 h 10718"/>
                          <a:gd name="connsiteX1" fmla="*/ 14135 w 18523"/>
                          <a:gd name="connsiteY1" fmla="*/ 6550 h 10718"/>
                          <a:gd name="connsiteX2" fmla="*/ 9926 w 18523"/>
                          <a:gd name="connsiteY2" fmla="*/ 4409 h 10718"/>
                          <a:gd name="connsiteX3" fmla="*/ 1156 w 18523"/>
                          <a:gd name="connsiteY3" fmla="*/ 94 h 10718"/>
                          <a:gd name="connsiteX4" fmla="*/ 463 w 18523"/>
                          <a:gd name="connsiteY4" fmla="*/ 1654 h 10718"/>
                          <a:gd name="connsiteX5" fmla="*/ 8711 w 18523"/>
                          <a:gd name="connsiteY5" fmla="*/ 6259 h 10718"/>
                          <a:gd name="connsiteX6" fmla="*/ 12793 w 18523"/>
                          <a:gd name="connsiteY6" fmla="*/ 8463 h 10718"/>
                          <a:gd name="connsiteX7" fmla="*/ 17138 w 18523"/>
                          <a:gd name="connsiteY7" fmla="*/ 10671 h 10718"/>
                          <a:gd name="connsiteX8" fmla="*/ 18169 w 18523"/>
                          <a:gd name="connsiteY8" fmla="*/ 8744 h 10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23" h="10718">
                            <a:moveTo>
                              <a:pt x="18169" y="8744"/>
                            </a:moveTo>
                            <a:cubicBezTo>
                              <a:pt x="17007" y="7809"/>
                              <a:pt x="15457" y="7223"/>
                              <a:pt x="14135" y="6550"/>
                            </a:cubicBezTo>
                            <a:cubicBezTo>
                              <a:pt x="12735" y="5838"/>
                              <a:pt x="11331" y="5121"/>
                              <a:pt x="9926" y="4409"/>
                            </a:cubicBezTo>
                            <a:cubicBezTo>
                              <a:pt x="7021" y="2932"/>
                              <a:pt x="4091" y="1513"/>
                              <a:pt x="1156" y="94"/>
                            </a:cubicBezTo>
                            <a:cubicBezTo>
                              <a:pt x="153" y="-390"/>
                              <a:pt x="-481" y="1121"/>
                              <a:pt x="463" y="1654"/>
                            </a:cubicBezTo>
                            <a:cubicBezTo>
                              <a:pt x="3204" y="3204"/>
                              <a:pt x="5941" y="4763"/>
                              <a:pt x="8711" y="6259"/>
                            </a:cubicBezTo>
                            <a:cubicBezTo>
                              <a:pt x="10072" y="6995"/>
                              <a:pt x="11433" y="7727"/>
                              <a:pt x="12793" y="8463"/>
                            </a:cubicBezTo>
                            <a:cubicBezTo>
                              <a:pt x="14193" y="9218"/>
                              <a:pt x="15622" y="10182"/>
                              <a:pt x="17138" y="10671"/>
                            </a:cubicBezTo>
                            <a:cubicBezTo>
                              <a:pt x="18188" y="11010"/>
                              <a:pt x="19026" y="9436"/>
                              <a:pt x="18169" y="8744"/>
                            </a:cubicBezTo>
                            <a:close/>
                          </a:path>
                        </a:pathLst>
                      </a:custGeom>
                      <a:solidFill>
                        <a:srgbClr val="B7ABAB"/>
                      </a:solidFill>
                      <a:ln w="4839" cap="flat">
                        <a:noFill/>
                        <a:prstDash val="solid"/>
                        <a:miter/>
                      </a:ln>
                    </p:spPr>
                    <p:txBody>
                      <a:bodyPr rtlCol="0" anchor="ctr"/>
                      <a:lstStyle/>
                      <a:p>
                        <a:endParaRPr lang="vi-VN"/>
                      </a:p>
                    </p:txBody>
                  </p:sp>
                  <p:sp>
                    <p:nvSpPr>
                      <p:cNvPr id="705" name="Freeform: Shape 704">
                        <a:extLst>
                          <a:ext uri="{FF2B5EF4-FFF2-40B4-BE49-F238E27FC236}">
                            <a16:creationId xmlns:a16="http://schemas.microsoft.com/office/drawing/2014/main" id="{8D23EC25-EA45-8E40-89F2-798D4A50149C}"/>
                          </a:ext>
                        </a:extLst>
                      </p:cNvPr>
                      <p:cNvSpPr/>
                      <p:nvPr/>
                    </p:nvSpPr>
                    <p:spPr>
                      <a:xfrm>
                        <a:off x="2329832" y="5708643"/>
                        <a:ext cx="33282" cy="20019"/>
                      </a:xfrm>
                      <a:custGeom>
                        <a:avLst/>
                        <a:gdLst>
                          <a:gd name="connsiteX0" fmla="*/ 33192 w 33282"/>
                          <a:gd name="connsiteY0" fmla="*/ 19265 h 20019"/>
                          <a:gd name="connsiteX1" fmla="*/ 29448 w 33282"/>
                          <a:gd name="connsiteY1" fmla="*/ 16959 h 20019"/>
                          <a:gd name="connsiteX2" fmla="*/ 25607 w 33282"/>
                          <a:gd name="connsiteY2" fmla="*/ 14799 h 20019"/>
                          <a:gd name="connsiteX3" fmla="*/ 17224 w 33282"/>
                          <a:gd name="connsiteY3" fmla="*/ 9685 h 20019"/>
                          <a:gd name="connsiteX4" fmla="*/ 9243 w 33282"/>
                          <a:gd name="connsiteY4" fmla="*/ 4489 h 20019"/>
                          <a:gd name="connsiteX5" fmla="*/ 1238 w 33282"/>
                          <a:gd name="connsiteY5" fmla="*/ 82 h 20019"/>
                          <a:gd name="connsiteX6" fmla="*/ 599 w 33282"/>
                          <a:gd name="connsiteY6" fmla="*/ 1927 h 20019"/>
                          <a:gd name="connsiteX7" fmla="*/ 8846 w 33282"/>
                          <a:gd name="connsiteY7" fmla="*/ 5951 h 20019"/>
                          <a:gd name="connsiteX8" fmla="*/ 17447 w 33282"/>
                          <a:gd name="connsiteY8" fmla="*/ 11453 h 20019"/>
                          <a:gd name="connsiteX9" fmla="*/ 24910 w 33282"/>
                          <a:gd name="connsiteY9" fmla="*/ 16364 h 20019"/>
                          <a:gd name="connsiteX10" fmla="*/ 28993 w 33282"/>
                          <a:gd name="connsiteY10" fmla="*/ 18640 h 20019"/>
                          <a:gd name="connsiteX11" fmla="*/ 32852 w 33282"/>
                          <a:gd name="connsiteY11" fmla="*/ 20015 h 20019"/>
                          <a:gd name="connsiteX12" fmla="*/ 33192 w 33282"/>
                          <a:gd name="connsiteY12" fmla="*/ 19265 h 2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282" h="20019">
                            <a:moveTo>
                              <a:pt x="33192" y="19265"/>
                            </a:moveTo>
                            <a:cubicBezTo>
                              <a:pt x="32276" y="18136"/>
                              <a:pt x="30702" y="17637"/>
                              <a:pt x="29448" y="16959"/>
                            </a:cubicBezTo>
                            <a:cubicBezTo>
                              <a:pt x="28155" y="16262"/>
                              <a:pt x="26872" y="15550"/>
                              <a:pt x="25607" y="14799"/>
                            </a:cubicBezTo>
                            <a:cubicBezTo>
                              <a:pt x="22794" y="13129"/>
                              <a:pt x="20019" y="11385"/>
                              <a:pt x="17224" y="9685"/>
                            </a:cubicBezTo>
                            <a:cubicBezTo>
                              <a:pt x="14493" y="8024"/>
                              <a:pt x="11757" y="6474"/>
                              <a:pt x="9243" y="4489"/>
                            </a:cubicBezTo>
                            <a:cubicBezTo>
                              <a:pt x="6832" y="2581"/>
                              <a:pt x="4071" y="1244"/>
                              <a:pt x="1238" y="82"/>
                            </a:cubicBezTo>
                            <a:cubicBezTo>
                              <a:pt x="56" y="-402"/>
                              <a:pt x="-515" y="1399"/>
                              <a:pt x="599" y="1927"/>
                            </a:cubicBezTo>
                            <a:cubicBezTo>
                              <a:pt x="3369" y="3239"/>
                              <a:pt x="6033" y="4741"/>
                              <a:pt x="8846" y="5951"/>
                            </a:cubicBezTo>
                            <a:cubicBezTo>
                              <a:pt x="11984" y="7303"/>
                              <a:pt x="14672" y="9487"/>
                              <a:pt x="17447" y="11453"/>
                            </a:cubicBezTo>
                            <a:cubicBezTo>
                              <a:pt x="19883" y="13177"/>
                              <a:pt x="22339" y="14838"/>
                              <a:pt x="24910" y="16364"/>
                            </a:cubicBezTo>
                            <a:cubicBezTo>
                              <a:pt x="26247" y="17158"/>
                              <a:pt x="27603" y="17933"/>
                              <a:pt x="28993" y="18640"/>
                            </a:cubicBezTo>
                            <a:cubicBezTo>
                              <a:pt x="30199" y="19250"/>
                              <a:pt x="31467" y="20083"/>
                              <a:pt x="32852" y="20015"/>
                            </a:cubicBezTo>
                            <a:cubicBezTo>
                              <a:pt x="33201" y="19991"/>
                              <a:pt x="33414" y="19541"/>
                              <a:pt x="33192" y="19265"/>
                            </a:cubicBezTo>
                            <a:close/>
                          </a:path>
                        </a:pathLst>
                      </a:custGeom>
                      <a:solidFill>
                        <a:srgbClr val="B7ABAB"/>
                      </a:solidFill>
                      <a:ln w="4839" cap="flat">
                        <a:noFill/>
                        <a:prstDash val="solid"/>
                        <a:miter/>
                      </a:ln>
                    </p:spPr>
                    <p:txBody>
                      <a:bodyPr rtlCol="0" anchor="ctr"/>
                      <a:lstStyle/>
                      <a:p>
                        <a:endParaRPr lang="vi-VN"/>
                      </a:p>
                    </p:txBody>
                  </p:sp>
                  <p:sp>
                    <p:nvSpPr>
                      <p:cNvPr id="706" name="Freeform: Shape 705">
                        <a:extLst>
                          <a:ext uri="{FF2B5EF4-FFF2-40B4-BE49-F238E27FC236}">
                            <a16:creationId xmlns:a16="http://schemas.microsoft.com/office/drawing/2014/main" id="{F4CDA38C-BBEC-7A23-4969-89F872D87BA2}"/>
                          </a:ext>
                        </a:extLst>
                      </p:cNvPr>
                      <p:cNvSpPr/>
                      <p:nvPr/>
                    </p:nvSpPr>
                    <p:spPr>
                      <a:xfrm>
                        <a:off x="2366908" y="5721163"/>
                        <a:ext cx="24005" cy="7776"/>
                      </a:xfrm>
                      <a:custGeom>
                        <a:avLst/>
                        <a:gdLst>
                          <a:gd name="connsiteX0" fmla="*/ 23241 w 24005"/>
                          <a:gd name="connsiteY0" fmla="*/ 47 h 7776"/>
                          <a:gd name="connsiteX1" fmla="*/ 17711 w 24005"/>
                          <a:gd name="connsiteY1" fmla="*/ 1553 h 7776"/>
                          <a:gd name="connsiteX2" fmla="*/ 12088 w 24005"/>
                          <a:gd name="connsiteY2" fmla="*/ 3359 h 7776"/>
                          <a:gd name="connsiteX3" fmla="*/ 751 w 24005"/>
                          <a:gd name="connsiteY3" fmla="*/ 5999 h 7776"/>
                          <a:gd name="connsiteX4" fmla="*/ 959 w 24005"/>
                          <a:gd name="connsiteY4" fmla="*/ 7767 h 7776"/>
                          <a:gd name="connsiteX5" fmla="*/ 12848 w 24005"/>
                          <a:gd name="connsiteY5" fmla="*/ 5616 h 7776"/>
                          <a:gd name="connsiteX6" fmla="*/ 18592 w 24005"/>
                          <a:gd name="connsiteY6" fmla="*/ 4042 h 7776"/>
                          <a:gd name="connsiteX7" fmla="*/ 23721 w 24005"/>
                          <a:gd name="connsiteY7" fmla="*/ 1863 h 7776"/>
                          <a:gd name="connsiteX8" fmla="*/ 23241 w 24005"/>
                          <a:gd name="connsiteY8" fmla="*/ 47 h 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05" h="7776">
                            <a:moveTo>
                              <a:pt x="23241" y="47"/>
                            </a:moveTo>
                            <a:cubicBezTo>
                              <a:pt x="21435" y="-253"/>
                              <a:pt x="19386" y="962"/>
                              <a:pt x="17711" y="1553"/>
                            </a:cubicBezTo>
                            <a:cubicBezTo>
                              <a:pt x="15856" y="2207"/>
                              <a:pt x="13977" y="2812"/>
                              <a:pt x="12088" y="3359"/>
                            </a:cubicBezTo>
                            <a:cubicBezTo>
                              <a:pt x="8335" y="4449"/>
                              <a:pt x="4616" y="5394"/>
                              <a:pt x="751" y="5999"/>
                            </a:cubicBezTo>
                            <a:cubicBezTo>
                              <a:pt x="-377" y="6173"/>
                              <a:pt x="-174" y="7926"/>
                              <a:pt x="959" y="7767"/>
                            </a:cubicBezTo>
                            <a:cubicBezTo>
                              <a:pt x="4930" y="7200"/>
                              <a:pt x="8950" y="6566"/>
                              <a:pt x="12848" y="5616"/>
                            </a:cubicBezTo>
                            <a:cubicBezTo>
                              <a:pt x="14776" y="5147"/>
                              <a:pt x="16694" y="4624"/>
                              <a:pt x="18592" y="4042"/>
                            </a:cubicBezTo>
                            <a:cubicBezTo>
                              <a:pt x="20137" y="3573"/>
                              <a:pt x="22680" y="3180"/>
                              <a:pt x="23721" y="1863"/>
                            </a:cubicBezTo>
                            <a:cubicBezTo>
                              <a:pt x="24166" y="1292"/>
                              <a:pt x="24147" y="197"/>
                              <a:pt x="23241" y="47"/>
                            </a:cubicBezTo>
                            <a:close/>
                          </a:path>
                        </a:pathLst>
                      </a:custGeom>
                      <a:solidFill>
                        <a:srgbClr val="B7ABAB"/>
                      </a:solidFill>
                      <a:ln w="4839" cap="flat">
                        <a:noFill/>
                        <a:prstDash val="solid"/>
                        <a:miter/>
                      </a:ln>
                    </p:spPr>
                    <p:txBody>
                      <a:bodyPr rtlCol="0" anchor="ctr"/>
                      <a:lstStyle/>
                      <a:p>
                        <a:endParaRPr lang="vi-VN"/>
                      </a:p>
                    </p:txBody>
                  </p:sp>
                  <p:sp>
                    <p:nvSpPr>
                      <p:cNvPr id="707" name="Freeform: Shape 706">
                        <a:extLst>
                          <a:ext uri="{FF2B5EF4-FFF2-40B4-BE49-F238E27FC236}">
                            <a16:creationId xmlns:a16="http://schemas.microsoft.com/office/drawing/2014/main" id="{2EBE1E3B-FCC5-FFDC-E978-D8BCFF896CF9}"/>
                          </a:ext>
                        </a:extLst>
                      </p:cNvPr>
                      <p:cNvSpPr/>
                      <p:nvPr/>
                    </p:nvSpPr>
                    <p:spPr>
                      <a:xfrm>
                        <a:off x="2381055" y="5736928"/>
                        <a:ext cx="29520" cy="18549"/>
                      </a:xfrm>
                      <a:custGeom>
                        <a:avLst/>
                        <a:gdLst>
                          <a:gd name="connsiteX0" fmla="*/ 29303 w 29520"/>
                          <a:gd name="connsiteY0" fmla="*/ 17262 h 18549"/>
                          <a:gd name="connsiteX1" fmla="*/ 25603 w 29520"/>
                          <a:gd name="connsiteY1" fmla="*/ 15475 h 18549"/>
                          <a:gd name="connsiteX2" fmla="*/ 22102 w 29520"/>
                          <a:gd name="connsiteY2" fmla="*/ 13582 h 18549"/>
                          <a:gd name="connsiteX3" fmla="*/ 15196 w 29520"/>
                          <a:gd name="connsiteY3" fmla="*/ 9296 h 18549"/>
                          <a:gd name="connsiteX4" fmla="*/ 1447 w 29520"/>
                          <a:gd name="connsiteY4" fmla="*/ 172 h 18549"/>
                          <a:gd name="connsiteX5" fmla="*/ 362 w 29520"/>
                          <a:gd name="connsiteY5" fmla="*/ 1620 h 18549"/>
                          <a:gd name="connsiteX6" fmla="*/ 14576 w 29520"/>
                          <a:gd name="connsiteY6" fmla="*/ 11553 h 18549"/>
                          <a:gd name="connsiteX7" fmla="*/ 21685 w 29520"/>
                          <a:gd name="connsiteY7" fmla="*/ 15950 h 18549"/>
                          <a:gd name="connsiteX8" fmla="*/ 28984 w 29520"/>
                          <a:gd name="connsiteY8" fmla="*/ 18458 h 18549"/>
                          <a:gd name="connsiteX9" fmla="*/ 29303 w 29520"/>
                          <a:gd name="connsiteY9" fmla="*/ 17262 h 1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20" h="18549">
                            <a:moveTo>
                              <a:pt x="29303" y="17262"/>
                            </a:moveTo>
                            <a:cubicBezTo>
                              <a:pt x="28257" y="16415"/>
                              <a:pt x="26819" y="16052"/>
                              <a:pt x="25603" y="15475"/>
                            </a:cubicBezTo>
                            <a:cubicBezTo>
                              <a:pt x="24402" y="14904"/>
                              <a:pt x="23245" y="14260"/>
                              <a:pt x="22102" y="13582"/>
                            </a:cubicBezTo>
                            <a:cubicBezTo>
                              <a:pt x="19772" y="12197"/>
                              <a:pt x="17477" y="10758"/>
                              <a:pt x="15196" y="9296"/>
                            </a:cubicBezTo>
                            <a:cubicBezTo>
                              <a:pt x="10566" y="6332"/>
                              <a:pt x="5980" y="3281"/>
                              <a:pt x="1447" y="172"/>
                            </a:cubicBezTo>
                            <a:cubicBezTo>
                              <a:pt x="488" y="-487"/>
                              <a:pt x="-573" y="913"/>
                              <a:pt x="362" y="1620"/>
                            </a:cubicBezTo>
                            <a:cubicBezTo>
                              <a:pt x="4973" y="5126"/>
                              <a:pt x="9699" y="8434"/>
                              <a:pt x="14576" y="11553"/>
                            </a:cubicBezTo>
                            <a:cubicBezTo>
                              <a:pt x="16920" y="13054"/>
                              <a:pt x="19278" y="14545"/>
                              <a:pt x="21685" y="15950"/>
                            </a:cubicBezTo>
                            <a:cubicBezTo>
                              <a:pt x="23690" y="17122"/>
                              <a:pt x="26557" y="18982"/>
                              <a:pt x="28984" y="18458"/>
                            </a:cubicBezTo>
                            <a:cubicBezTo>
                              <a:pt x="29487" y="18357"/>
                              <a:pt x="29725" y="17606"/>
                              <a:pt x="29303" y="17262"/>
                            </a:cubicBezTo>
                            <a:close/>
                          </a:path>
                        </a:pathLst>
                      </a:custGeom>
                      <a:solidFill>
                        <a:srgbClr val="B7ABAB"/>
                      </a:solidFill>
                      <a:ln w="4839" cap="flat">
                        <a:noFill/>
                        <a:prstDash val="solid"/>
                        <a:miter/>
                      </a:ln>
                    </p:spPr>
                    <p:txBody>
                      <a:bodyPr rtlCol="0" anchor="ctr"/>
                      <a:lstStyle/>
                      <a:p>
                        <a:endParaRPr lang="vi-VN"/>
                      </a:p>
                    </p:txBody>
                  </p:sp>
                  <p:sp>
                    <p:nvSpPr>
                      <p:cNvPr id="708" name="Freeform: Shape 707">
                        <a:extLst>
                          <a:ext uri="{FF2B5EF4-FFF2-40B4-BE49-F238E27FC236}">
                            <a16:creationId xmlns:a16="http://schemas.microsoft.com/office/drawing/2014/main" id="{D9389F67-688E-7C39-5E3E-F588BEB9CA2F}"/>
                          </a:ext>
                        </a:extLst>
                      </p:cNvPr>
                      <p:cNvSpPr/>
                      <p:nvPr/>
                    </p:nvSpPr>
                    <p:spPr>
                      <a:xfrm>
                        <a:off x="2416411" y="5744722"/>
                        <a:ext cx="19961" cy="8899"/>
                      </a:xfrm>
                      <a:custGeom>
                        <a:avLst/>
                        <a:gdLst>
                          <a:gd name="connsiteX0" fmla="*/ 19450 w 19961"/>
                          <a:gd name="connsiteY0" fmla="*/ 64 h 8899"/>
                          <a:gd name="connsiteX1" fmla="*/ 19474 w 19961"/>
                          <a:gd name="connsiteY1" fmla="*/ 64 h 8899"/>
                          <a:gd name="connsiteX2" fmla="*/ 19445 w 19961"/>
                          <a:gd name="connsiteY2" fmla="*/ 59 h 8899"/>
                          <a:gd name="connsiteX3" fmla="*/ 19256 w 19961"/>
                          <a:gd name="connsiteY3" fmla="*/ 20 h 8899"/>
                          <a:gd name="connsiteX4" fmla="*/ 19155 w 19961"/>
                          <a:gd name="connsiteY4" fmla="*/ 1 h 8899"/>
                          <a:gd name="connsiteX5" fmla="*/ 19005 w 19961"/>
                          <a:gd name="connsiteY5" fmla="*/ 35 h 8899"/>
                          <a:gd name="connsiteX6" fmla="*/ 18830 w 19961"/>
                          <a:gd name="connsiteY6" fmla="*/ 44 h 8899"/>
                          <a:gd name="connsiteX7" fmla="*/ 18946 w 19961"/>
                          <a:gd name="connsiteY7" fmla="*/ 49 h 8899"/>
                          <a:gd name="connsiteX8" fmla="*/ 18690 w 19961"/>
                          <a:gd name="connsiteY8" fmla="*/ 112 h 8899"/>
                          <a:gd name="connsiteX9" fmla="*/ 17339 w 19961"/>
                          <a:gd name="connsiteY9" fmla="*/ 674 h 8899"/>
                          <a:gd name="connsiteX10" fmla="*/ 15135 w 19961"/>
                          <a:gd name="connsiteY10" fmla="*/ 1812 h 8899"/>
                          <a:gd name="connsiteX11" fmla="*/ 10273 w 19961"/>
                          <a:gd name="connsiteY11" fmla="*/ 3497 h 8899"/>
                          <a:gd name="connsiteX12" fmla="*/ 359 w 19961"/>
                          <a:gd name="connsiteY12" fmla="*/ 7275 h 8899"/>
                          <a:gd name="connsiteX13" fmla="*/ 1221 w 19961"/>
                          <a:gd name="connsiteY13" fmla="*/ 8810 h 8899"/>
                          <a:gd name="connsiteX14" fmla="*/ 11183 w 19961"/>
                          <a:gd name="connsiteY14" fmla="*/ 5725 h 8899"/>
                          <a:gd name="connsiteX15" fmla="*/ 15895 w 19961"/>
                          <a:gd name="connsiteY15" fmla="*/ 4195 h 8899"/>
                          <a:gd name="connsiteX16" fmla="*/ 18123 w 19961"/>
                          <a:gd name="connsiteY16" fmla="*/ 3037 h 8899"/>
                          <a:gd name="connsiteX17" fmla="*/ 19799 w 19961"/>
                          <a:gd name="connsiteY17" fmla="*/ 1386 h 8899"/>
                          <a:gd name="connsiteX18" fmla="*/ 19450 w 19961"/>
                          <a:gd name="connsiteY18" fmla="*/ 64 h 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961" h="8899">
                            <a:moveTo>
                              <a:pt x="19450" y="64"/>
                            </a:moveTo>
                            <a:lnTo>
                              <a:pt x="19474" y="64"/>
                            </a:lnTo>
                            <a:cubicBezTo>
                              <a:pt x="19465" y="59"/>
                              <a:pt x="19455" y="64"/>
                              <a:pt x="19445" y="59"/>
                            </a:cubicBezTo>
                            <a:cubicBezTo>
                              <a:pt x="19382" y="30"/>
                              <a:pt x="19324" y="30"/>
                              <a:pt x="19256" y="20"/>
                            </a:cubicBezTo>
                            <a:cubicBezTo>
                              <a:pt x="19222" y="15"/>
                              <a:pt x="19193" y="-4"/>
                              <a:pt x="19155" y="1"/>
                            </a:cubicBezTo>
                            <a:cubicBezTo>
                              <a:pt x="19097" y="10"/>
                              <a:pt x="19053" y="25"/>
                              <a:pt x="19005" y="35"/>
                            </a:cubicBezTo>
                            <a:cubicBezTo>
                              <a:pt x="18946" y="44"/>
                              <a:pt x="18893" y="15"/>
                              <a:pt x="18830" y="44"/>
                            </a:cubicBezTo>
                            <a:cubicBezTo>
                              <a:pt x="18869" y="44"/>
                              <a:pt x="18908" y="44"/>
                              <a:pt x="18946" y="49"/>
                            </a:cubicBezTo>
                            <a:cubicBezTo>
                              <a:pt x="18864" y="68"/>
                              <a:pt x="18782" y="78"/>
                              <a:pt x="18690" y="112"/>
                            </a:cubicBezTo>
                            <a:cubicBezTo>
                              <a:pt x="18235" y="272"/>
                              <a:pt x="17770" y="451"/>
                              <a:pt x="17339" y="674"/>
                            </a:cubicBezTo>
                            <a:cubicBezTo>
                              <a:pt x="16598" y="1052"/>
                              <a:pt x="15900" y="1483"/>
                              <a:pt x="15135" y="1812"/>
                            </a:cubicBezTo>
                            <a:cubicBezTo>
                              <a:pt x="13556" y="2490"/>
                              <a:pt x="11919" y="3023"/>
                              <a:pt x="10273" y="3497"/>
                            </a:cubicBezTo>
                            <a:cubicBezTo>
                              <a:pt x="6849" y="4485"/>
                              <a:pt x="3454" y="5449"/>
                              <a:pt x="359" y="7275"/>
                            </a:cubicBezTo>
                            <a:cubicBezTo>
                              <a:pt x="-498" y="7778"/>
                              <a:pt x="335" y="9280"/>
                              <a:pt x="1221" y="8810"/>
                            </a:cubicBezTo>
                            <a:cubicBezTo>
                              <a:pt x="4321" y="7173"/>
                              <a:pt x="7817" y="6592"/>
                              <a:pt x="11183" y="5725"/>
                            </a:cubicBezTo>
                            <a:cubicBezTo>
                              <a:pt x="12781" y="5313"/>
                              <a:pt x="14384" y="4868"/>
                              <a:pt x="15895" y="4195"/>
                            </a:cubicBezTo>
                            <a:cubicBezTo>
                              <a:pt x="16661" y="3856"/>
                              <a:pt x="17406" y="3468"/>
                              <a:pt x="18123" y="3037"/>
                            </a:cubicBezTo>
                            <a:cubicBezTo>
                              <a:pt x="18845" y="2601"/>
                              <a:pt x="19285" y="2035"/>
                              <a:pt x="19799" y="1386"/>
                            </a:cubicBezTo>
                            <a:cubicBezTo>
                              <a:pt x="20143" y="935"/>
                              <a:pt x="19901" y="286"/>
                              <a:pt x="19450" y="64"/>
                            </a:cubicBezTo>
                            <a:close/>
                          </a:path>
                        </a:pathLst>
                      </a:custGeom>
                      <a:solidFill>
                        <a:srgbClr val="B7ABAB"/>
                      </a:solidFill>
                      <a:ln w="4839" cap="flat">
                        <a:noFill/>
                        <a:prstDash val="solid"/>
                        <a:miter/>
                      </a:ln>
                    </p:spPr>
                    <p:txBody>
                      <a:bodyPr rtlCol="0" anchor="ctr"/>
                      <a:lstStyle/>
                      <a:p>
                        <a:endParaRPr lang="vi-VN"/>
                      </a:p>
                    </p:txBody>
                  </p:sp>
                  <p:sp>
                    <p:nvSpPr>
                      <p:cNvPr id="709" name="Freeform: Shape 708">
                        <a:extLst>
                          <a:ext uri="{FF2B5EF4-FFF2-40B4-BE49-F238E27FC236}">
                            <a16:creationId xmlns:a16="http://schemas.microsoft.com/office/drawing/2014/main" id="{E38DBC79-01A6-1773-6BF0-EE1CC4654982}"/>
                          </a:ext>
                        </a:extLst>
                      </p:cNvPr>
                      <p:cNvSpPr/>
                      <p:nvPr/>
                    </p:nvSpPr>
                    <p:spPr>
                      <a:xfrm>
                        <a:off x="2425397" y="5725756"/>
                        <a:ext cx="23327" cy="12174"/>
                      </a:xfrm>
                      <a:custGeom>
                        <a:avLst/>
                        <a:gdLst>
                          <a:gd name="connsiteX0" fmla="*/ 23099 w 23327"/>
                          <a:gd name="connsiteY0" fmla="*/ 11397 h 12174"/>
                          <a:gd name="connsiteX1" fmla="*/ 1045 w 23327"/>
                          <a:gd name="connsiteY1" fmla="*/ 84 h 12174"/>
                          <a:gd name="connsiteX2" fmla="*/ 343 w 23327"/>
                          <a:gd name="connsiteY2" fmla="*/ 1290 h 12174"/>
                          <a:gd name="connsiteX3" fmla="*/ 22726 w 23327"/>
                          <a:gd name="connsiteY3" fmla="*/ 12143 h 12174"/>
                          <a:gd name="connsiteX4" fmla="*/ 23099 w 23327"/>
                          <a:gd name="connsiteY4" fmla="*/ 11397 h 12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27" h="12174">
                            <a:moveTo>
                              <a:pt x="23099" y="11397"/>
                            </a:moveTo>
                            <a:cubicBezTo>
                              <a:pt x="15830" y="7479"/>
                              <a:pt x="8421" y="3813"/>
                              <a:pt x="1045" y="84"/>
                            </a:cubicBezTo>
                            <a:cubicBezTo>
                              <a:pt x="251" y="-318"/>
                              <a:pt x="-437" y="830"/>
                              <a:pt x="343" y="1290"/>
                            </a:cubicBezTo>
                            <a:cubicBezTo>
                              <a:pt x="7491" y="5493"/>
                              <a:pt x="14934" y="9271"/>
                              <a:pt x="22726" y="12143"/>
                            </a:cubicBezTo>
                            <a:cubicBezTo>
                              <a:pt x="23220" y="12327"/>
                              <a:pt x="23584" y="11659"/>
                              <a:pt x="23099" y="11397"/>
                            </a:cubicBezTo>
                            <a:close/>
                          </a:path>
                        </a:pathLst>
                      </a:custGeom>
                      <a:solidFill>
                        <a:srgbClr val="B7ABAB"/>
                      </a:solidFill>
                      <a:ln w="4839" cap="flat">
                        <a:noFill/>
                        <a:prstDash val="solid"/>
                        <a:miter/>
                      </a:ln>
                    </p:spPr>
                    <p:txBody>
                      <a:bodyPr rtlCol="0" anchor="ctr"/>
                      <a:lstStyle/>
                      <a:p>
                        <a:endParaRPr lang="vi-VN"/>
                      </a:p>
                    </p:txBody>
                  </p:sp>
                  <p:sp>
                    <p:nvSpPr>
                      <p:cNvPr id="710" name="Freeform: Shape 709">
                        <a:extLst>
                          <a:ext uri="{FF2B5EF4-FFF2-40B4-BE49-F238E27FC236}">
                            <a16:creationId xmlns:a16="http://schemas.microsoft.com/office/drawing/2014/main" id="{8A2C8D88-68DB-4E32-E3D2-3D085FED4CF2}"/>
                          </a:ext>
                        </a:extLst>
                      </p:cNvPr>
                      <p:cNvSpPr/>
                      <p:nvPr/>
                    </p:nvSpPr>
                    <p:spPr>
                      <a:xfrm>
                        <a:off x="2460933" y="5729774"/>
                        <a:ext cx="24685" cy="8858"/>
                      </a:xfrm>
                      <a:custGeom>
                        <a:avLst/>
                        <a:gdLst>
                          <a:gd name="connsiteX0" fmla="*/ 24171 w 24685"/>
                          <a:gd name="connsiteY0" fmla="*/ 352 h 8858"/>
                          <a:gd name="connsiteX1" fmla="*/ 13148 w 24685"/>
                          <a:gd name="connsiteY1" fmla="*/ 2890 h 8858"/>
                          <a:gd name="connsiteX2" fmla="*/ 779 w 24685"/>
                          <a:gd name="connsiteY2" fmla="*/ 6725 h 8858"/>
                          <a:gd name="connsiteX3" fmla="*/ 1041 w 24685"/>
                          <a:gd name="connsiteY3" fmla="*/ 8851 h 8858"/>
                          <a:gd name="connsiteX4" fmla="*/ 7545 w 24685"/>
                          <a:gd name="connsiteY4" fmla="*/ 7907 h 8858"/>
                          <a:gd name="connsiteX5" fmla="*/ 13453 w 24685"/>
                          <a:gd name="connsiteY5" fmla="*/ 5888 h 8858"/>
                          <a:gd name="connsiteX6" fmla="*/ 18950 w 24685"/>
                          <a:gd name="connsiteY6" fmla="*/ 3534 h 8858"/>
                          <a:gd name="connsiteX7" fmla="*/ 24142 w 24685"/>
                          <a:gd name="connsiteY7" fmla="*/ 1965 h 8858"/>
                          <a:gd name="connsiteX8" fmla="*/ 24171 w 24685"/>
                          <a:gd name="connsiteY8" fmla="*/ 352 h 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85" h="8858">
                            <a:moveTo>
                              <a:pt x="24171" y="352"/>
                            </a:moveTo>
                            <a:cubicBezTo>
                              <a:pt x="20567" y="-888"/>
                              <a:pt x="16393" y="1432"/>
                              <a:pt x="13148" y="2890"/>
                            </a:cubicBezTo>
                            <a:cubicBezTo>
                              <a:pt x="9177" y="4672"/>
                              <a:pt x="5007" y="5733"/>
                              <a:pt x="779" y="6725"/>
                            </a:cubicBezTo>
                            <a:cubicBezTo>
                              <a:pt x="-383" y="6997"/>
                              <a:pt x="-204" y="8992"/>
                              <a:pt x="1041" y="8851"/>
                            </a:cubicBezTo>
                            <a:cubicBezTo>
                              <a:pt x="3206" y="8609"/>
                              <a:pt x="5419" y="8416"/>
                              <a:pt x="7545" y="7907"/>
                            </a:cubicBezTo>
                            <a:cubicBezTo>
                              <a:pt x="9574" y="7418"/>
                              <a:pt x="11535" y="6706"/>
                              <a:pt x="13453" y="5888"/>
                            </a:cubicBezTo>
                            <a:cubicBezTo>
                              <a:pt x="15284" y="5103"/>
                              <a:pt x="17081" y="4222"/>
                              <a:pt x="18950" y="3534"/>
                            </a:cubicBezTo>
                            <a:cubicBezTo>
                              <a:pt x="20655" y="2909"/>
                              <a:pt x="22442" y="2590"/>
                              <a:pt x="24142" y="1965"/>
                            </a:cubicBezTo>
                            <a:cubicBezTo>
                              <a:pt x="24815" y="1718"/>
                              <a:pt x="24907" y="604"/>
                              <a:pt x="24171" y="352"/>
                            </a:cubicBezTo>
                            <a:close/>
                          </a:path>
                        </a:pathLst>
                      </a:custGeom>
                      <a:solidFill>
                        <a:srgbClr val="B7ABAB"/>
                      </a:solidFill>
                      <a:ln w="4839" cap="flat">
                        <a:noFill/>
                        <a:prstDash val="solid"/>
                        <a:miter/>
                      </a:ln>
                    </p:spPr>
                    <p:txBody>
                      <a:bodyPr rtlCol="0" anchor="ctr"/>
                      <a:lstStyle/>
                      <a:p>
                        <a:endParaRPr lang="vi-VN"/>
                      </a:p>
                    </p:txBody>
                  </p:sp>
                  <p:sp>
                    <p:nvSpPr>
                      <p:cNvPr id="711" name="Freeform: Shape 710">
                        <a:extLst>
                          <a:ext uri="{FF2B5EF4-FFF2-40B4-BE49-F238E27FC236}">
                            <a16:creationId xmlns:a16="http://schemas.microsoft.com/office/drawing/2014/main" id="{E4AC1EF3-5121-FA6A-B3D0-F43F0CBEDE83}"/>
                          </a:ext>
                        </a:extLst>
                      </p:cNvPr>
                      <p:cNvSpPr/>
                      <p:nvPr/>
                    </p:nvSpPr>
                    <p:spPr>
                      <a:xfrm>
                        <a:off x="2426440" y="5762870"/>
                        <a:ext cx="29960" cy="15820"/>
                      </a:xfrm>
                      <a:custGeom>
                        <a:avLst/>
                        <a:gdLst>
                          <a:gd name="connsiteX0" fmla="*/ 29180 w 29960"/>
                          <a:gd name="connsiteY0" fmla="*/ 13273 h 15820"/>
                          <a:gd name="connsiteX1" fmla="*/ 15199 w 29960"/>
                          <a:gd name="connsiteY1" fmla="*/ 6817 h 15820"/>
                          <a:gd name="connsiteX2" fmla="*/ 8555 w 29960"/>
                          <a:gd name="connsiteY2" fmla="*/ 3573 h 15820"/>
                          <a:gd name="connsiteX3" fmla="*/ 1285 w 29960"/>
                          <a:gd name="connsiteY3" fmla="*/ 66 h 15820"/>
                          <a:gd name="connsiteX4" fmla="*/ 438 w 29960"/>
                          <a:gd name="connsiteY4" fmla="*/ 1921 h 15820"/>
                          <a:gd name="connsiteX5" fmla="*/ 7567 w 29960"/>
                          <a:gd name="connsiteY5" fmla="*/ 5868 h 15820"/>
                          <a:gd name="connsiteX6" fmla="*/ 14255 w 29960"/>
                          <a:gd name="connsiteY6" fmla="*/ 9234 h 15820"/>
                          <a:gd name="connsiteX7" fmla="*/ 28246 w 29960"/>
                          <a:gd name="connsiteY7" fmla="*/ 15714 h 15820"/>
                          <a:gd name="connsiteX8" fmla="*/ 29180 w 29960"/>
                          <a:gd name="connsiteY8" fmla="*/ 13273 h 15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0" h="15820">
                            <a:moveTo>
                              <a:pt x="29180" y="13273"/>
                            </a:moveTo>
                            <a:cubicBezTo>
                              <a:pt x="24546" y="11065"/>
                              <a:pt x="19824" y="9050"/>
                              <a:pt x="15199" y="6817"/>
                            </a:cubicBezTo>
                            <a:cubicBezTo>
                              <a:pt x="12981" y="5747"/>
                              <a:pt x="10763" y="4662"/>
                              <a:pt x="8555" y="3573"/>
                            </a:cubicBezTo>
                            <a:cubicBezTo>
                              <a:pt x="6162" y="2396"/>
                              <a:pt x="3794" y="967"/>
                              <a:pt x="1285" y="66"/>
                            </a:cubicBezTo>
                            <a:cubicBezTo>
                              <a:pt x="138" y="-345"/>
                              <a:pt x="-468" y="1267"/>
                              <a:pt x="438" y="1921"/>
                            </a:cubicBezTo>
                            <a:cubicBezTo>
                              <a:pt x="2608" y="3495"/>
                              <a:pt x="5189" y="4633"/>
                              <a:pt x="7567" y="5868"/>
                            </a:cubicBezTo>
                            <a:cubicBezTo>
                              <a:pt x="9780" y="7021"/>
                              <a:pt x="12012" y="8139"/>
                              <a:pt x="14255" y="9234"/>
                            </a:cubicBezTo>
                            <a:cubicBezTo>
                              <a:pt x="18860" y="11476"/>
                              <a:pt x="23495" y="13796"/>
                              <a:pt x="28246" y="15714"/>
                            </a:cubicBezTo>
                            <a:cubicBezTo>
                              <a:pt x="29820" y="16348"/>
                              <a:pt x="30682" y="13990"/>
                              <a:pt x="29180" y="13273"/>
                            </a:cubicBezTo>
                            <a:close/>
                          </a:path>
                        </a:pathLst>
                      </a:custGeom>
                      <a:solidFill>
                        <a:srgbClr val="B7ABAB"/>
                      </a:solidFill>
                      <a:ln w="4839" cap="flat">
                        <a:noFill/>
                        <a:prstDash val="solid"/>
                        <a:miter/>
                      </a:ln>
                    </p:spPr>
                    <p:txBody>
                      <a:bodyPr rtlCol="0" anchor="ctr"/>
                      <a:lstStyle/>
                      <a:p>
                        <a:endParaRPr lang="vi-VN"/>
                      </a:p>
                    </p:txBody>
                  </p:sp>
                  <p:sp>
                    <p:nvSpPr>
                      <p:cNvPr id="712" name="Freeform: Shape 711">
                        <a:extLst>
                          <a:ext uri="{FF2B5EF4-FFF2-40B4-BE49-F238E27FC236}">
                            <a16:creationId xmlns:a16="http://schemas.microsoft.com/office/drawing/2014/main" id="{F3782685-7349-EB6E-0BF9-5759C3A2E937}"/>
                          </a:ext>
                        </a:extLst>
                      </p:cNvPr>
                      <p:cNvSpPr/>
                      <p:nvPr/>
                    </p:nvSpPr>
                    <p:spPr>
                      <a:xfrm>
                        <a:off x="2465548" y="5766650"/>
                        <a:ext cx="23512" cy="10343"/>
                      </a:xfrm>
                      <a:custGeom>
                        <a:avLst/>
                        <a:gdLst>
                          <a:gd name="connsiteX0" fmla="*/ 22810 w 23512"/>
                          <a:gd name="connsiteY0" fmla="*/ 6 h 10343"/>
                          <a:gd name="connsiteX1" fmla="*/ 17081 w 23512"/>
                          <a:gd name="connsiteY1" fmla="*/ 1629 h 10343"/>
                          <a:gd name="connsiteX2" fmla="*/ 11497 w 23512"/>
                          <a:gd name="connsiteY2" fmla="*/ 3701 h 10343"/>
                          <a:gd name="connsiteX3" fmla="*/ 567 w 23512"/>
                          <a:gd name="connsiteY3" fmla="*/ 8186 h 10343"/>
                          <a:gd name="connsiteX4" fmla="*/ 1593 w 23512"/>
                          <a:gd name="connsiteY4" fmla="*/ 10302 h 10343"/>
                          <a:gd name="connsiteX5" fmla="*/ 13667 w 23512"/>
                          <a:gd name="connsiteY5" fmla="*/ 6205 h 10343"/>
                          <a:gd name="connsiteX6" fmla="*/ 19212 w 23512"/>
                          <a:gd name="connsiteY6" fmla="*/ 4113 h 10343"/>
                          <a:gd name="connsiteX7" fmla="*/ 23493 w 23512"/>
                          <a:gd name="connsiteY7" fmla="*/ 975 h 10343"/>
                          <a:gd name="connsiteX8" fmla="*/ 22810 w 23512"/>
                          <a:gd name="connsiteY8" fmla="*/ 6 h 10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12" h="10343">
                            <a:moveTo>
                              <a:pt x="22810" y="6"/>
                            </a:moveTo>
                            <a:cubicBezTo>
                              <a:pt x="20868" y="-91"/>
                              <a:pt x="18888" y="970"/>
                              <a:pt x="17081" y="1629"/>
                            </a:cubicBezTo>
                            <a:cubicBezTo>
                              <a:pt x="15216" y="2307"/>
                              <a:pt x="13352" y="2994"/>
                              <a:pt x="11497" y="3701"/>
                            </a:cubicBezTo>
                            <a:cubicBezTo>
                              <a:pt x="7807" y="5111"/>
                              <a:pt x="4117" y="6452"/>
                              <a:pt x="567" y="8186"/>
                            </a:cubicBezTo>
                            <a:cubicBezTo>
                              <a:pt x="-692" y="8801"/>
                              <a:pt x="368" y="10641"/>
                              <a:pt x="1593" y="10302"/>
                            </a:cubicBezTo>
                            <a:cubicBezTo>
                              <a:pt x="5700" y="9164"/>
                              <a:pt x="9662" y="7658"/>
                              <a:pt x="13667" y="6205"/>
                            </a:cubicBezTo>
                            <a:cubicBezTo>
                              <a:pt x="15527" y="5532"/>
                              <a:pt x="17367" y="4815"/>
                              <a:pt x="19212" y="4113"/>
                            </a:cubicBezTo>
                            <a:cubicBezTo>
                              <a:pt x="20951" y="3449"/>
                              <a:pt x="22917" y="2970"/>
                              <a:pt x="23493" y="975"/>
                            </a:cubicBezTo>
                            <a:cubicBezTo>
                              <a:pt x="23604" y="578"/>
                              <a:pt x="23227" y="26"/>
                              <a:pt x="22810" y="6"/>
                            </a:cubicBezTo>
                            <a:close/>
                          </a:path>
                        </a:pathLst>
                      </a:custGeom>
                      <a:solidFill>
                        <a:srgbClr val="B7ABAB"/>
                      </a:solidFill>
                      <a:ln w="4839" cap="flat">
                        <a:noFill/>
                        <a:prstDash val="solid"/>
                        <a:miter/>
                      </a:ln>
                    </p:spPr>
                    <p:txBody>
                      <a:bodyPr rtlCol="0" anchor="ctr"/>
                      <a:lstStyle/>
                      <a:p>
                        <a:endParaRPr lang="vi-VN"/>
                      </a:p>
                    </p:txBody>
                  </p:sp>
                  <p:sp>
                    <p:nvSpPr>
                      <p:cNvPr id="713" name="Freeform: Shape 712">
                        <a:extLst>
                          <a:ext uri="{FF2B5EF4-FFF2-40B4-BE49-F238E27FC236}">
                            <a16:creationId xmlns:a16="http://schemas.microsoft.com/office/drawing/2014/main" id="{6FD63FDD-B6E0-030A-5A5B-1C02F7F8F4D5}"/>
                          </a:ext>
                        </a:extLst>
                      </p:cNvPr>
                      <p:cNvSpPr/>
                      <p:nvPr/>
                    </p:nvSpPr>
                    <p:spPr>
                      <a:xfrm>
                        <a:off x="2471357" y="5746082"/>
                        <a:ext cx="31034" cy="17530"/>
                      </a:xfrm>
                      <a:custGeom>
                        <a:avLst/>
                        <a:gdLst>
                          <a:gd name="connsiteX0" fmla="*/ 30692 w 31034"/>
                          <a:gd name="connsiteY0" fmla="*/ 15867 h 17530"/>
                          <a:gd name="connsiteX1" fmla="*/ 27147 w 31034"/>
                          <a:gd name="connsiteY1" fmla="*/ 13925 h 17530"/>
                          <a:gd name="connsiteX2" fmla="*/ 23709 w 31034"/>
                          <a:gd name="connsiteY2" fmla="*/ 12240 h 17530"/>
                          <a:gd name="connsiteX3" fmla="*/ 16246 w 31034"/>
                          <a:gd name="connsiteY3" fmla="*/ 8201 h 17530"/>
                          <a:gd name="connsiteX4" fmla="*/ 1533 w 31034"/>
                          <a:gd name="connsiteY4" fmla="*/ 128 h 17530"/>
                          <a:gd name="connsiteX5" fmla="*/ 439 w 31034"/>
                          <a:gd name="connsiteY5" fmla="*/ 1702 h 17530"/>
                          <a:gd name="connsiteX6" fmla="*/ 15476 w 31034"/>
                          <a:gd name="connsiteY6" fmla="*/ 10569 h 17530"/>
                          <a:gd name="connsiteX7" fmla="*/ 22706 w 31034"/>
                          <a:gd name="connsiteY7" fmla="*/ 14492 h 17530"/>
                          <a:gd name="connsiteX8" fmla="*/ 30043 w 31034"/>
                          <a:gd name="connsiteY8" fmla="*/ 17528 h 17530"/>
                          <a:gd name="connsiteX9" fmla="*/ 30692 w 31034"/>
                          <a:gd name="connsiteY9" fmla="*/ 15867 h 17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34" h="17530">
                            <a:moveTo>
                              <a:pt x="30692" y="15867"/>
                            </a:moveTo>
                            <a:cubicBezTo>
                              <a:pt x="29709" y="14927"/>
                              <a:pt x="28358" y="14496"/>
                              <a:pt x="27147" y="13925"/>
                            </a:cubicBezTo>
                            <a:cubicBezTo>
                              <a:pt x="25990" y="13383"/>
                              <a:pt x="24847" y="12821"/>
                              <a:pt x="23709" y="12240"/>
                            </a:cubicBezTo>
                            <a:cubicBezTo>
                              <a:pt x="21191" y="10956"/>
                              <a:pt x="18711" y="9591"/>
                              <a:pt x="16246" y="8201"/>
                            </a:cubicBezTo>
                            <a:cubicBezTo>
                              <a:pt x="11369" y="5455"/>
                              <a:pt x="6463" y="2777"/>
                              <a:pt x="1533" y="128"/>
                            </a:cubicBezTo>
                            <a:cubicBezTo>
                              <a:pt x="473" y="-444"/>
                              <a:pt x="-636" y="1053"/>
                              <a:pt x="439" y="1702"/>
                            </a:cubicBezTo>
                            <a:cubicBezTo>
                              <a:pt x="5422" y="4704"/>
                              <a:pt x="10405" y="7707"/>
                              <a:pt x="15476" y="10569"/>
                            </a:cubicBezTo>
                            <a:cubicBezTo>
                              <a:pt x="17863" y="11915"/>
                              <a:pt x="20266" y="13242"/>
                              <a:pt x="22706" y="14492"/>
                            </a:cubicBezTo>
                            <a:cubicBezTo>
                              <a:pt x="24900" y="15615"/>
                              <a:pt x="27530" y="17397"/>
                              <a:pt x="30043" y="17528"/>
                            </a:cubicBezTo>
                            <a:cubicBezTo>
                              <a:pt x="31027" y="17581"/>
                              <a:pt x="31346" y="16492"/>
                              <a:pt x="30692" y="15867"/>
                            </a:cubicBezTo>
                            <a:close/>
                          </a:path>
                        </a:pathLst>
                      </a:custGeom>
                      <a:solidFill>
                        <a:srgbClr val="B7ABAB"/>
                      </a:solidFill>
                      <a:ln w="4839" cap="flat">
                        <a:noFill/>
                        <a:prstDash val="solid"/>
                        <a:miter/>
                      </a:ln>
                    </p:spPr>
                    <p:txBody>
                      <a:bodyPr rtlCol="0" anchor="ctr"/>
                      <a:lstStyle/>
                      <a:p>
                        <a:endParaRPr lang="vi-VN"/>
                      </a:p>
                    </p:txBody>
                  </p:sp>
                  <p:sp>
                    <p:nvSpPr>
                      <p:cNvPr id="714" name="Freeform: Shape 713">
                        <a:extLst>
                          <a:ext uri="{FF2B5EF4-FFF2-40B4-BE49-F238E27FC236}">
                            <a16:creationId xmlns:a16="http://schemas.microsoft.com/office/drawing/2014/main" id="{C4988131-D766-B427-AFA7-2DA929995A1E}"/>
                          </a:ext>
                        </a:extLst>
                      </p:cNvPr>
                      <p:cNvSpPr/>
                      <p:nvPr/>
                    </p:nvSpPr>
                    <p:spPr>
                      <a:xfrm>
                        <a:off x="2506603" y="5759068"/>
                        <a:ext cx="8459" cy="4125"/>
                      </a:xfrm>
                      <a:custGeom>
                        <a:avLst/>
                        <a:gdLst>
                          <a:gd name="connsiteX0" fmla="*/ 8333 w 8459"/>
                          <a:gd name="connsiteY0" fmla="*/ 551 h 4125"/>
                          <a:gd name="connsiteX1" fmla="*/ 7151 w 8459"/>
                          <a:gd name="connsiteY1" fmla="*/ 23 h 4125"/>
                          <a:gd name="connsiteX2" fmla="*/ 5863 w 8459"/>
                          <a:gd name="connsiteY2" fmla="*/ 319 h 4125"/>
                          <a:gd name="connsiteX3" fmla="*/ 5151 w 8459"/>
                          <a:gd name="connsiteY3" fmla="*/ 600 h 4125"/>
                          <a:gd name="connsiteX4" fmla="*/ 3887 w 8459"/>
                          <a:gd name="connsiteY4" fmla="*/ 1098 h 4125"/>
                          <a:gd name="connsiteX5" fmla="*/ 1112 w 8459"/>
                          <a:gd name="connsiteY5" fmla="*/ 1728 h 4125"/>
                          <a:gd name="connsiteX6" fmla="*/ 8 w 8459"/>
                          <a:gd name="connsiteY6" fmla="*/ 3021 h 4125"/>
                          <a:gd name="connsiteX7" fmla="*/ 1301 w 8459"/>
                          <a:gd name="connsiteY7" fmla="*/ 4125 h 4125"/>
                          <a:gd name="connsiteX8" fmla="*/ 4483 w 8459"/>
                          <a:gd name="connsiteY8" fmla="*/ 3713 h 4125"/>
                          <a:gd name="connsiteX9" fmla="*/ 6420 w 8459"/>
                          <a:gd name="connsiteY9" fmla="*/ 3094 h 4125"/>
                          <a:gd name="connsiteX10" fmla="*/ 7088 w 8459"/>
                          <a:gd name="connsiteY10" fmla="*/ 2754 h 4125"/>
                          <a:gd name="connsiteX11" fmla="*/ 8134 w 8459"/>
                          <a:gd name="connsiteY11" fmla="*/ 1815 h 4125"/>
                          <a:gd name="connsiteX12" fmla="*/ 8333 w 8459"/>
                          <a:gd name="connsiteY12" fmla="*/ 551 h 4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59" h="4125">
                            <a:moveTo>
                              <a:pt x="8333" y="551"/>
                            </a:moveTo>
                            <a:cubicBezTo>
                              <a:pt x="8086" y="139"/>
                              <a:pt x="7631" y="-74"/>
                              <a:pt x="7151" y="23"/>
                            </a:cubicBezTo>
                            <a:cubicBezTo>
                              <a:pt x="6716" y="115"/>
                              <a:pt x="6285" y="154"/>
                              <a:pt x="5863" y="319"/>
                            </a:cubicBezTo>
                            <a:cubicBezTo>
                              <a:pt x="5626" y="411"/>
                              <a:pt x="5388" y="512"/>
                              <a:pt x="5151" y="600"/>
                            </a:cubicBezTo>
                            <a:cubicBezTo>
                              <a:pt x="4725" y="754"/>
                              <a:pt x="4313" y="948"/>
                              <a:pt x="3887" y="1098"/>
                            </a:cubicBezTo>
                            <a:cubicBezTo>
                              <a:pt x="2991" y="1413"/>
                              <a:pt x="2057" y="1616"/>
                              <a:pt x="1112" y="1728"/>
                            </a:cubicBezTo>
                            <a:cubicBezTo>
                              <a:pt x="487" y="1800"/>
                              <a:pt x="-74" y="2357"/>
                              <a:pt x="8" y="3021"/>
                            </a:cubicBezTo>
                            <a:cubicBezTo>
                              <a:pt x="90" y="3694"/>
                              <a:pt x="628" y="4144"/>
                              <a:pt x="1301" y="4125"/>
                            </a:cubicBezTo>
                            <a:cubicBezTo>
                              <a:pt x="2371" y="4096"/>
                              <a:pt x="3442" y="3960"/>
                              <a:pt x="4483" y="3713"/>
                            </a:cubicBezTo>
                            <a:cubicBezTo>
                              <a:pt x="5132" y="3558"/>
                              <a:pt x="5815" y="3379"/>
                              <a:pt x="6420" y="3094"/>
                            </a:cubicBezTo>
                            <a:cubicBezTo>
                              <a:pt x="6648" y="2987"/>
                              <a:pt x="6875" y="2876"/>
                              <a:pt x="7088" y="2754"/>
                            </a:cubicBezTo>
                            <a:cubicBezTo>
                              <a:pt x="7500" y="2517"/>
                              <a:pt x="7820" y="2173"/>
                              <a:pt x="8134" y="1815"/>
                            </a:cubicBezTo>
                            <a:cubicBezTo>
                              <a:pt x="8430" y="1481"/>
                              <a:pt x="8585" y="972"/>
                              <a:pt x="8333" y="551"/>
                            </a:cubicBezTo>
                            <a:close/>
                          </a:path>
                        </a:pathLst>
                      </a:custGeom>
                      <a:solidFill>
                        <a:srgbClr val="B7ABAB"/>
                      </a:solidFill>
                      <a:ln w="4839" cap="flat">
                        <a:noFill/>
                        <a:prstDash val="solid"/>
                        <a:miter/>
                      </a:ln>
                    </p:spPr>
                    <p:txBody>
                      <a:bodyPr rtlCol="0" anchor="ctr"/>
                      <a:lstStyle/>
                      <a:p>
                        <a:endParaRPr lang="vi-VN"/>
                      </a:p>
                    </p:txBody>
                  </p:sp>
                  <p:sp>
                    <p:nvSpPr>
                      <p:cNvPr id="715" name="Freeform: Shape 714">
                        <a:extLst>
                          <a:ext uri="{FF2B5EF4-FFF2-40B4-BE49-F238E27FC236}">
                            <a16:creationId xmlns:a16="http://schemas.microsoft.com/office/drawing/2014/main" id="{94FC8D1A-FB48-1E1F-BE40-F42B2D49D585}"/>
                          </a:ext>
                        </a:extLst>
                      </p:cNvPr>
                      <p:cNvSpPr/>
                      <p:nvPr/>
                    </p:nvSpPr>
                    <p:spPr>
                      <a:xfrm>
                        <a:off x="2466974" y="5786841"/>
                        <a:ext cx="49524" cy="25707"/>
                      </a:xfrm>
                      <a:custGeom>
                        <a:avLst/>
                        <a:gdLst>
                          <a:gd name="connsiteX0" fmla="*/ 49386 w 49524"/>
                          <a:gd name="connsiteY0" fmla="*/ 24462 h 25707"/>
                          <a:gd name="connsiteX1" fmla="*/ 44141 w 49524"/>
                          <a:gd name="connsiteY1" fmla="*/ 21295 h 25707"/>
                          <a:gd name="connsiteX2" fmla="*/ 38233 w 49524"/>
                          <a:gd name="connsiteY2" fmla="*/ 18403 h 25707"/>
                          <a:gd name="connsiteX3" fmla="*/ 26033 w 49524"/>
                          <a:gd name="connsiteY3" fmla="*/ 12335 h 25707"/>
                          <a:gd name="connsiteX4" fmla="*/ 1257 w 49524"/>
                          <a:gd name="connsiteY4" fmla="*/ 73 h 25707"/>
                          <a:gd name="connsiteX5" fmla="*/ 376 w 49524"/>
                          <a:gd name="connsiteY5" fmla="*/ 1637 h 25707"/>
                          <a:gd name="connsiteX6" fmla="*/ 25079 w 49524"/>
                          <a:gd name="connsiteY6" fmla="*/ 14728 h 25707"/>
                          <a:gd name="connsiteX7" fmla="*/ 37259 w 49524"/>
                          <a:gd name="connsiteY7" fmla="*/ 20747 h 25707"/>
                          <a:gd name="connsiteX8" fmla="*/ 43158 w 49524"/>
                          <a:gd name="connsiteY8" fmla="*/ 23619 h 25707"/>
                          <a:gd name="connsiteX9" fmla="*/ 48761 w 49524"/>
                          <a:gd name="connsiteY9" fmla="*/ 25706 h 25707"/>
                          <a:gd name="connsiteX10" fmla="*/ 49386 w 49524"/>
                          <a:gd name="connsiteY10" fmla="*/ 24462 h 25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524" h="25707">
                            <a:moveTo>
                              <a:pt x="49386" y="24462"/>
                            </a:moveTo>
                            <a:cubicBezTo>
                              <a:pt x="48122" y="22810"/>
                              <a:pt x="45972" y="22186"/>
                              <a:pt x="44141" y="21295"/>
                            </a:cubicBezTo>
                            <a:cubicBezTo>
                              <a:pt x="42170" y="20336"/>
                              <a:pt x="40199" y="19372"/>
                              <a:pt x="38233" y="18403"/>
                            </a:cubicBezTo>
                            <a:cubicBezTo>
                              <a:pt x="34160" y="16398"/>
                              <a:pt x="30092" y="14374"/>
                              <a:pt x="26033" y="12335"/>
                            </a:cubicBezTo>
                            <a:cubicBezTo>
                              <a:pt x="17800" y="8195"/>
                              <a:pt x="9659" y="3860"/>
                              <a:pt x="1257" y="73"/>
                            </a:cubicBezTo>
                            <a:cubicBezTo>
                              <a:pt x="342" y="-339"/>
                              <a:pt x="-515" y="1100"/>
                              <a:pt x="376" y="1637"/>
                            </a:cubicBezTo>
                            <a:cubicBezTo>
                              <a:pt x="8342" y="6466"/>
                              <a:pt x="16749" y="10568"/>
                              <a:pt x="25079" y="14728"/>
                            </a:cubicBezTo>
                            <a:cubicBezTo>
                              <a:pt x="29133" y="16752"/>
                              <a:pt x="33191" y="18762"/>
                              <a:pt x="37259" y="20747"/>
                            </a:cubicBezTo>
                            <a:cubicBezTo>
                              <a:pt x="39225" y="21706"/>
                              <a:pt x="41192" y="22665"/>
                              <a:pt x="43158" y="23619"/>
                            </a:cubicBezTo>
                            <a:cubicBezTo>
                              <a:pt x="44954" y="24491"/>
                              <a:pt x="46727" y="25740"/>
                              <a:pt x="48761" y="25706"/>
                            </a:cubicBezTo>
                            <a:cubicBezTo>
                              <a:pt x="49347" y="25697"/>
                              <a:pt x="49749" y="24941"/>
                              <a:pt x="49386" y="24462"/>
                            </a:cubicBezTo>
                            <a:close/>
                          </a:path>
                        </a:pathLst>
                      </a:custGeom>
                      <a:solidFill>
                        <a:srgbClr val="B7ABAB"/>
                      </a:solidFill>
                      <a:ln w="4839" cap="flat">
                        <a:noFill/>
                        <a:prstDash val="solid"/>
                        <a:miter/>
                      </a:ln>
                    </p:spPr>
                    <p:txBody>
                      <a:bodyPr rtlCol="0" anchor="ctr"/>
                      <a:lstStyle/>
                      <a:p>
                        <a:endParaRPr lang="vi-VN"/>
                      </a:p>
                    </p:txBody>
                  </p:sp>
                  <p:sp>
                    <p:nvSpPr>
                      <p:cNvPr id="716" name="Freeform: Shape 715">
                        <a:extLst>
                          <a:ext uri="{FF2B5EF4-FFF2-40B4-BE49-F238E27FC236}">
                            <a16:creationId xmlns:a16="http://schemas.microsoft.com/office/drawing/2014/main" id="{7D2B024A-FCC2-C2AA-CF40-D538F501557A}"/>
                          </a:ext>
                        </a:extLst>
                      </p:cNvPr>
                      <p:cNvSpPr/>
                      <p:nvPr/>
                    </p:nvSpPr>
                    <p:spPr>
                      <a:xfrm>
                        <a:off x="2524003" y="5800499"/>
                        <a:ext cx="29532" cy="9554"/>
                      </a:xfrm>
                      <a:custGeom>
                        <a:avLst/>
                        <a:gdLst>
                          <a:gd name="connsiteX0" fmla="*/ 28688 w 29532"/>
                          <a:gd name="connsiteY0" fmla="*/ 87 h 9554"/>
                          <a:gd name="connsiteX1" fmla="*/ 25826 w 29532"/>
                          <a:gd name="connsiteY1" fmla="*/ 610 h 9554"/>
                          <a:gd name="connsiteX2" fmla="*/ 22222 w 29532"/>
                          <a:gd name="connsiteY2" fmla="*/ 1878 h 9554"/>
                          <a:gd name="connsiteX3" fmla="*/ 15021 w 29532"/>
                          <a:gd name="connsiteY3" fmla="*/ 4213 h 9554"/>
                          <a:gd name="connsiteX4" fmla="*/ 754 w 29532"/>
                          <a:gd name="connsiteY4" fmla="*/ 7787 h 9554"/>
                          <a:gd name="connsiteX5" fmla="*/ 962 w 29532"/>
                          <a:gd name="connsiteY5" fmla="*/ 9554 h 9554"/>
                          <a:gd name="connsiteX6" fmla="*/ 15883 w 29532"/>
                          <a:gd name="connsiteY6" fmla="*/ 6891 h 9554"/>
                          <a:gd name="connsiteX7" fmla="*/ 22818 w 29532"/>
                          <a:gd name="connsiteY7" fmla="*/ 4619 h 9554"/>
                          <a:gd name="connsiteX8" fmla="*/ 26106 w 29532"/>
                          <a:gd name="connsiteY8" fmla="*/ 3457 h 9554"/>
                          <a:gd name="connsiteX9" fmla="*/ 29380 w 29532"/>
                          <a:gd name="connsiteY9" fmla="*/ 1690 h 9554"/>
                          <a:gd name="connsiteX10" fmla="*/ 28688 w 29532"/>
                          <a:gd name="connsiteY10" fmla="*/ 87 h 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532" h="9554">
                            <a:moveTo>
                              <a:pt x="28688" y="87"/>
                            </a:moveTo>
                            <a:cubicBezTo>
                              <a:pt x="27632" y="-189"/>
                              <a:pt x="26823" y="251"/>
                              <a:pt x="25826" y="610"/>
                            </a:cubicBezTo>
                            <a:cubicBezTo>
                              <a:pt x="24625" y="1036"/>
                              <a:pt x="23424" y="1462"/>
                              <a:pt x="22222" y="1878"/>
                            </a:cubicBezTo>
                            <a:cubicBezTo>
                              <a:pt x="19835" y="2702"/>
                              <a:pt x="17438" y="3496"/>
                              <a:pt x="15021" y="4213"/>
                            </a:cubicBezTo>
                            <a:cubicBezTo>
                              <a:pt x="10328" y="5607"/>
                              <a:pt x="5548" y="6789"/>
                              <a:pt x="754" y="7787"/>
                            </a:cubicBezTo>
                            <a:cubicBezTo>
                              <a:pt x="-370" y="8019"/>
                              <a:pt x="-186" y="9584"/>
                              <a:pt x="962" y="9554"/>
                            </a:cubicBezTo>
                            <a:cubicBezTo>
                              <a:pt x="6096" y="9404"/>
                              <a:pt x="10977" y="8373"/>
                              <a:pt x="15883" y="6891"/>
                            </a:cubicBezTo>
                            <a:cubicBezTo>
                              <a:pt x="18213" y="6189"/>
                              <a:pt x="20518" y="5419"/>
                              <a:pt x="22818" y="4619"/>
                            </a:cubicBezTo>
                            <a:cubicBezTo>
                              <a:pt x="23917" y="4237"/>
                              <a:pt x="25012" y="3849"/>
                              <a:pt x="26106" y="3457"/>
                            </a:cubicBezTo>
                            <a:cubicBezTo>
                              <a:pt x="27341" y="3017"/>
                              <a:pt x="28601" y="2808"/>
                              <a:pt x="29380" y="1690"/>
                            </a:cubicBezTo>
                            <a:cubicBezTo>
                              <a:pt x="29787" y="1094"/>
                              <a:pt x="29317" y="251"/>
                              <a:pt x="28688" y="87"/>
                            </a:cubicBezTo>
                            <a:close/>
                          </a:path>
                        </a:pathLst>
                      </a:custGeom>
                      <a:solidFill>
                        <a:srgbClr val="B7ABAB"/>
                      </a:solidFill>
                      <a:ln w="4839" cap="flat">
                        <a:noFill/>
                        <a:prstDash val="solid"/>
                        <a:miter/>
                      </a:ln>
                    </p:spPr>
                    <p:txBody>
                      <a:bodyPr rtlCol="0" anchor="ctr"/>
                      <a:lstStyle/>
                      <a:p>
                        <a:endParaRPr lang="vi-VN"/>
                      </a:p>
                    </p:txBody>
                  </p:sp>
                  <p:sp>
                    <p:nvSpPr>
                      <p:cNvPr id="717" name="Freeform: Shape 716">
                        <a:extLst>
                          <a:ext uri="{FF2B5EF4-FFF2-40B4-BE49-F238E27FC236}">
                            <a16:creationId xmlns:a16="http://schemas.microsoft.com/office/drawing/2014/main" id="{A546515F-7C5C-6FEF-C2F8-A2324AADD8CD}"/>
                          </a:ext>
                        </a:extLst>
                      </p:cNvPr>
                      <p:cNvSpPr/>
                      <p:nvPr/>
                    </p:nvSpPr>
                    <p:spPr>
                      <a:xfrm>
                        <a:off x="2517206" y="5770026"/>
                        <a:ext cx="47133" cy="25971"/>
                      </a:xfrm>
                      <a:custGeom>
                        <a:avLst/>
                        <a:gdLst>
                          <a:gd name="connsiteX0" fmla="*/ 46610 w 47133"/>
                          <a:gd name="connsiteY0" fmla="*/ 23891 h 25971"/>
                          <a:gd name="connsiteX1" fmla="*/ 35016 w 47133"/>
                          <a:gd name="connsiteY1" fmla="*/ 18394 h 25971"/>
                          <a:gd name="connsiteX2" fmla="*/ 23640 w 47133"/>
                          <a:gd name="connsiteY2" fmla="*/ 12636 h 25971"/>
                          <a:gd name="connsiteX3" fmla="*/ 1518 w 47133"/>
                          <a:gd name="connsiteY3" fmla="*/ 136 h 25971"/>
                          <a:gd name="connsiteX4" fmla="*/ 423 w 47133"/>
                          <a:gd name="connsiteY4" fmla="*/ 1710 h 25971"/>
                          <a:gd name="connsiteX5" fmla="*/ 22962 w 47133"/>
                          <a:gd name="connsiteY5" fmla="*/ 14878 h 25971"/>
                          <a:gd name="connsiteX6" fmla="*/ 34362 w 47133"/>
                          <a:gd name="connsiteY6" fmla="*/ 20695 h 25971"/>
                          <a:gd name="connsiteX7" fmla="*/ 45801 w 47133"/>
                          <a:gd name="connsiteY7" fmla="*/ 25920 h 25971"/>
                          <a:gd name="connsiteX8" fmla="*/ 46610 w 47133"/>
                          <a:gd name="connsiteY8" fmla="*/ 23891 h 2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33" h="25971">
                            <a:moveTo>
                              <a:pt x="46610" y="23891"/>
                            </a:moveTo>
                            <a:cubicBezTo>
                              <a:pt x="42978" y="21731"/>
                              <a:pt x="38827" y="20239"/>
                              <a:pt x="35016" y="18394"/>
                            </a:cubicBezTo>
                            <a:cubicBezTo>
                              <a:pt x="31190" y="16539"/>
                              <a:pt x="27398" y="14622"/>
                              <a:pt x="23640" y="12636"/>
                            </a:cubicBezTo>
                            <a:cubicBezTo>
                              <a:pt x="16138" y="8679"/>
                              <a:pt x="8927" y="4248"/>
                              <a:pt x="1518" y="136"/>
                            </a:cubicBezTo>
                            <a:cubicBezTo>
                              <a:pt x="462" y="-450"/>
                              <a:pt x="-618" y="999"/>
                              <a:pt x="423" y="1710"/>
                            </a:cubicBezTo>
                            <a:cubicBezTo>
                              <a:pt x="7586" y="6611"/>
                              <a:pt x="15305" y="10805"/>
                              <a:pt x="22962" y="14878"/>
                            </a:cubicBezTo>
                            <a:cubicBezTo>
                              <a:pt x="26730" y="16883"/>
                              <a:pt x="30526" y="18820"/>
                              <a:pt x="34362" y="20695"/>
                            </a:cubicBezTo>
                            <a:cubicBezTo>
                              <a:pt x="38072" y="22506"/>
                              <a:pt x="41864" y="24666"/>
                              <a:pt x="45801" y="25920"/>
                            </a:cubicBezTo>
                            <a:cubicBezTo>
                              <a:pt x="47012" y="26298"/>
                              <a:pt x="47651" y="24511"/>
                              <a:pt x="46610" y="23891"/>
                            </a:cubicBezTo>
                            <a:close/>
                          </a:path>
                        </a:pathLst>
                      </a:custGeom>
                      <a:solidFill>
                        <a:srgbClr val="B7ABAB"/>
                      </a:solidFill>
                      <a:ln w="4839" cap="flat">
                        <a:noFill/>
                        <a:prstDash val="solid"/>
                        <a:miter/>
                      </a:ln>
                    </p:spPr>
                    <p:txBody>
                      <a:bodyPr rtlCol="0" anchor="ctr"/>
                      <a:lstStyle/>
                      <a:p>
                        <a:endParaRPr lang="vi-VN"/>
                      </a:p>
                    </p:txBody>
                  </p:sp>
                  <p:sp>
                    <p:nvSpPr>
                      <p:cNvPr id="718" name="Freeform: Shape 717">
                        <a:extLst>
                          <a:ext uri="{FF2B5EF4-FFF2-40B4-BE49-F238E27FC236}">
                            <a16:creationId xmlns:a16="http://schemas.microsoft.com/office/drawing/2014/main" id="{99B68FCB-58E1-0BA0-B9E0-E573159A61A4}"/>
                          </a:ext>
                        </a:extLst>
                      </p:cNvPr>
                      <p:cNvSpPr/>
                      <p:nvPr/>
                    </p:nvSpPr>
                    <p:spPr>
                      <a:xfrm>
                        <a:off x="2341062" y="5746606"/>
                        <a:ext cx="36314" cy="19309"/>
                      </a:xfrm>
                      <a:custGeom>
                        <a:avLst/>
                        <a:gdLst>
                          <a:gd name="connsiteX0" fmla="*/ 35837 w 36314"/>
                          <a:gd name="connsiteY0" fmla="*/ 17367 h 19309"/>
                          <a:gd name="connsiteX1" fmla="*/ 26819 w 36314"/>
                          <a:gd name="connsiteY1" fmla="*/ 13444 h 19309"/>
                          <a:gd name="connsiteX2" fmla="*/ 17952 w 36314"/>
                          <a:gd name="connsiteY2" fmla="*/ 8969 h 19309"/>
                          <a:gd name="connsiteX3" fmla="*/ 9525 w 36314"/>
                          <a:gd name="connsiteY3" fmla="*/ 4247 h 19309"/>
                          <a:gd name="connsiteX4" fmla="*/ 5298 w 36314"/>
                          <a:gd name="connsiteY4" fmla="*/ 1918 h 19309"/>
                          <a:gd name="connsiteX5" fmla="*/ 1007 w 36314"/>
                          <a:gd name="connsiteY5" fmla="*/ 5 h 19309"/>
                          <a:gd name="connsiteX6" fmla="*/ 174 w 36314"/>
                          <a:gd name="connsiteY6" fmla="*/ 1419 h 19309"/>
                          <a:gd name="connsiteX7" fmla="*/ 4038 w 36314"/>
                          <a:gd name="connsiteY7" fmla="*/ 4136 h 19309"/>
                          <a:gd name="connsiteX8" fmla="*/ 8542 w 36314"/>
                          <a:gd name="connsiteY8" fmla="*/ 6756 h 19309"/>
                          <a:gd name="connsiteX9" fmla="*/ 16969 w 36314"/>
                          <a:gd name="connsiteY9" fmla="*/ 11444 h 19309"/>
                          <a:gd name="connsiteX10" fmla="*/ 25313 w 36314"/>
                          <a:gd name="connsiteY10" fmla="*/ 15662 h 19309"/>
                          <a:gd name="connsiteX11" fmla="*/ 35256 w 36314"/>
                          <a:gd name="connsiteY11" fmla="*/ 19299 h 19309"/>
                          <a:gd name="connsiteX12" fmla="*/ 35837 w 36314"/>
                          <a:gd name="connsiteY12" fmla="*/ 17367 h 19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14" h="19309">
                            <a:moveTo>
                              <a:pt x="35837" y="17367"/>
                            </a:moveTo>
                            <a:cubicBezTo>
                              <a:pt x="32999" y="15798"/>
                              <a:pt x="29774" y="14800"/>
                              <a:pt x="26819" y="13444"/>
                            </a:cubicBezTo>
                            <a:cubicBezTo>
                              <a:pt x="23812" y="12064"/>
                              <a:pt x="20863" y="10548"/>
                              <a:pt x="17952" y="8969"/>
                            </a:cubicBezTo>
                            <a:cubicBezTo>
                              <a:pt x="15124" y="7434"/>
                              <a:pt x="12325" y="5841"/>
                              <a:pt x="9525" y="4247"/>
                            </a:cubicBezTo>
                            <a:cubicBezTo>
                              <a:pt x="8126" y="3453"/>
                              <a:pt x="6716" y="2683"/>
                              <a:pt x="5298" y="1918"/>
                            </a:cubicBezTo>
                            <a:cubicBezTo>
                              <a:pt x="3946" y="1187"/>
                              <a:pt x="2561" y="155"/>
                              <a:pt x="1007" y="5"/>
                            </a:cubicBezTo>
                            <a:cubicBezTo>
                              <a:pt x="241" y="-73"/>
                              <a:pt x="-291" y="785"/>
                              <a:pt x="174" y="1419"/>
                            </a:cubicBezTo>
                            <a:cubicBezTo>
                              <a:pt x="1094" y="2683"/>
                              <a:pt x="2721" y="3351"/>
                              <a:pt x="4038" y="4136"/>
                            </a:cubicBezTo>
                            <a:cubicBezTo>
                              <a:pt x="5530" y="5027"/>
                              <a:pt x="7031" y="5899"/>
                              <a:pt x="8542" y="6756"/>
                            </a:cubicBezTo>
                            <a:cubicBezTo>
                              <a:pt x="11342" y="8340"/>
                              <a:pt x="14141" y="9923"/>
                              <a:pt x="16969" y="11444"/>
                            </a:cubicBezTo>
                            <a:cubicBezTo>
                              <a:pt x="19715" y="12921"/>
                              <a:pt x="22485" y="14350"/>
                              <a:pt x="25313" y="15662"/>
                            </a:cubicBezTo>
                            <a:cubicBezTo>
                              <a:pt x="28418" y="17105"/>
                              <a:pt x="31846" y="18810"/>
                              <a:pt x="35256" y="19299"/>
                            </a:cubicBezTo>
                            <a:cubicBezTo>
                              <a:pt x="36311" y="19454"/>
                              <a:pt x="36709" y="17846"/>
                              <a:pt x="35837" y="17367"/>
                            </a:cubicBezTo>
                            <a:close/>
                          </a:path>
                        </a:pathLst>
                      </a:custGeom>
                      <a:solidFill>
                        <a:srgbClr val="B7ABAB"/>
                      </a:solidFill>
                      <a:ln w="4839" cap="flat">
                        <a:noFill/>
                        <a:prstDash val="solid"/>
                        <a:miter/>
                      </a:ln>
                    </p:spPr>
                    <p:txBody>
                      <a:bodyPr rtlCol="0" anchor="ctr"/>
                      <a:lstStyle/>
                      <a:p>
                        <a:endParaRPr lang="vi-VN"/>
                      </a:p>
                    </p:txBody>
                  </p:sp>
                  <p:sp>
                    <p:nvSpPr>
                      <p:cNvPr id="719" name="Freeform: Shape 718">
                        <a:extLst>
                          <a:ext uri="{FF2B5EF4-FFF2-40B4-BE49-F238E27FC236}">
                            <a16:creationId xmlns:a16="http://schemas.microsoft.com/office/drawing/2014/main" id="{12A06161-58BF-4941-C0EE-C9E99AA48467}"/>
                          </a:ext>
                        </a:extLst>
                      </p:cNvPr>
                      <p:cNvSpPr/>
                      <p:nvPr/>
                    </p:nvSpPr>
                    <p:spPr>
                      <a:xfrm>
                        <a:off x="2383971" y="5757389"/>
                        <a:ext cx="16007" cy="8214"/>
                      </a:xfrm>
                      <a:custGeom>
                        <a:avLst/>
                        <a:gdLst>
                          <a:gd name="connsiteX0" fmla="*/ 15602 w 16007"/>
                          <a:gd name="connsiteY0" fmla="*/ 153 h 8214"/>
                          <a:gd name="connsiteX1" fmla="*/ 14004 w 16007"/>
                          <a:gd name="connsiteY1" fmla="*/ 66 h 8214"/>
                          <a:gd name="connsiteX2" fmla="*/ 13113 w 16007"/>
                          <a:gd name="connsiteY2" fmla="*/ 342 h 8214"/>
                          <a:gd name="connsiteX3" fmla="*/ 11239 w 16007"/>
                          <a:gd name="connsiteY3" fmla="*/ 1107 h 8214"/>
                          <a:gd name="connsiteX4" fmla="*/ 7742 w 16007"/>
                          <a:gd name="connsiteY4" fmla="*/ 2637 h 8214"/>
                          <a:gd name="connsiteX5" fmla="*/ 744 w 16007"/>
                          <a:gd name="connsiteY5" fmla="*/ 5814 h 8214"/>
                          <a:gd name="connsiteX6" fmla="*/ 1572 w 16007"/>
                          <a:gd name="connsiteY6" fmla="*/ 8110 h 8214"/>
                          <a:gd name="connsiteX7" fmla="*/ 8953 w 16007"/>
                          <a:gd name="connsiteY7" fmla="*/ 5001 h 8214"/>
                          <a:gd name="connsiteX8" fmla="*/ 12570 w 16007"/>
                          <a:gd name="connsiteY8" fmla="*/ 3412 h 8214"/>
                          <a:gd name="connsiteX9" fmla="*/ 14585 w 16007"/>
                          <a:gd name="connsiteY9" fmla="*/ 2424 h 8214"/>
                          <a:gd name="connsiteX10" fmla="*/ 15917 w 16007"/>
                          <a:gd name="connsiteY10" fmla="*/ 1068 h 8214"/>
                          <a:gd name="connsiteX11" fmla="*/ 15602 w 16007"/>
                          <a:gd name="connsiteY11" fmla="*/ 153 h 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7" h="8214">
                            <a:moveTo>
                              <a:pt x="15602" y="153"/>
                            </a:moveTo>
                            <a:cubicBezTo>
                              <a:pt x="15040" y="37"/>
                              <a:pt x="14600" y="-75"/>
                              <a:pt x="14004" y="66"/>
                            </a:cubicBezTo>
                            <a:cubicBezTo>
                              <a:pt x="13708" y="133"/>
                              <a:pt x="13394" y="235"/>
                              <a:pt x="13113" y="342"/>
                            </a:cubicBezTo>
                            <a:cubicBezTo>
                              <a:pt x="12483" y="574"/>
                              <a:pt x="11863" y="850"/>
                              <a:pt x="11239" y="1107"/>
                            </a:cubicBezTo>
                            <a:cubicBezTo>
                              <a:pt x="10057" y="1586"/>
                              <a:pt x="8899" y="2109"/>
                              <a:pt x="7742" y="2637"/>
                            </a:cubicBezTo>
                            <a:cubicBezTo>
                              <a:pt x="5408" y="3698"/>
                              <a:pt x="3073" y="4754"/>
                              <a:pt x="744" y="5814"/>
                            </a:cubicBezTo>
                            <a:cubicBezTo>
                              <a:pt x="-670" y="6458"/>
                              <a:pt x="114" y="8725"/>
                              <a:pt x="1572" y="8110"/>
                            </a:cubicBezTo>
                            <a:cubicBezTo>
                              <a:pt x="4032" y="7073"/>
                              <a:pt x="6492" y="6037"/>
                              <a:pt x="8953" y="5001"/>
                            </a:cubicBezTo>
                            <a:cubicBezTo>
                              <a:pt x="10168" y="4487"/>
                              <a:pt x="11374" y="3969"/>
                              <a:pt x="12570" y="3412"/>
                            </a:cubicBezTo>
                            <a:cubicBezTo>
                              <a:pt x="13248" y="3093"/>
                              <a:pt x="13936" y="2797"/>
                              <a:pt x="14585" y="2424"/>
                            </a:cubicBezTo>
                            <a:cubicBezTo>
                              <a:pt x="15200" y="2071"/>
                              <a:pt x="15534" y="1649"/>
                              <a:pt x="15917" y="1068"/>
                            </a:cubicBezTo>
                            <a:cubicBezTo>
                              <a:pt x="16106" y="773"/>
                              <a:pt x="15999" y="235"/>
                              <a:pt x="15602" y="153"/>
                            </a:cubicBezTo>
                            <a:close/>
                          </a:path>
                        </a:pathLst>
                      </a:custGeom>
                      <a:solidFill>
                        <a:srgbClr val="B7ABAB"/>
                      </a:solidFill>
                      <a:ln w="4839" cap="flat">
                        <a:noFill/>
                        <a:prstDash val="solid"/>
                        <a:miter/>
                      </a:ln>
                    </p:spPr>
                    <p:txBody>
                      <a:bodyPr rtlCol="0" anchor="ctr"/>
                      <a:lstStyle/>
                      <a:p>
                        <a:endParaRPr lang="vi-VN"/>
                      </a:p>
                    </p:txBody>
                  </p:sp>
                  <p:sp>
                    <p:nvSpPr>
                      <p:cNvPr id="720" name="Freeform: Shape 719">
                        <a:extLst>
                          <a:ext uri="{FF2B5EF4-FFF2-40B4-BE49-F238E27FC236}">
                            <a16:creationId xmlns:a16="http://schemas.microsoft.com/office/drawing/2014/main" id="{F202640A-1F5C-1139-CFF4-1CF6FD3BFAC2}"/>
                          </a:ext>
                        </a:extLst>
                      </p:cNvPr>
                      <p:cNvSpPr/>
                      <p:nvPr/>
                    </p:nvSpPr>
                    <p:spPr>
                      <a:xfrm>
                        <a:off x="2391931" y="5771498"/>
                        <a:ext cx="33303" cy="18715"/>
                      </a:xfrm>
                      <a:custGeom>
                        <a:avLst/>
                        <a:gdLst>
                          <a:gd name="connsiteX0" fmla="*/ 33004 w 33303"/>
                          <a:gd name="connsiteY0" fmla="*/ 17319 h 18715"/>
                          <a:gd name="connsiteX1" fmla="*/ 25517 w 33303"/>
                          <a:gd name="connsiteY1" fmla="*/ 13450 h 18715"/>
                          <a:gd name="connsiteX2" fmla="*/ 16645 w 33303"/>
                          <a:gd name="connsiteY2" fmla="*/ 8863 h 18715"/>
                          <a:gd name="connsiteX3" fmla="*/ 1559 w 33303"/>
                          <a:gd name="connsiteY3" fmla="*/ 151 h 18715"/>
                          <a:gd name="connsiteX4" fmla="*/ 470 w 33303"/>
                          <a:gd name="connsiteY4" fmla="*/ 1894 h 18715"/>
                          <a:gd name="connsiteX5" fmla="*/ 15856 w 33303"/>
                          <a:gd name="connsiteY5" fmla="*/ 11445 h 18715"/>
                          <a:gd name="connsiteX6" fmla="*/ 23595 w 33303"/>
                          <a:gd name="connsiteY6" fmla="*/ 15518 h 18715"/>
                          <a:gd name="connsiteX7" fmla="*/ 32326 w 33303"/>
                          <a:gd name="connsiteY7" fmla="*/ 18714 h 18715"/>
                          <a:gd name="connsiteX8" fmla="*/ 33004 w 33303"/>
                          <a:gd name="connsiteY8" fmla="*/ 17319 h 18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303" h="18715">
                            <a:moveTo>
                              <a:pt x="33004" y="17319"/>
                            </a:moveTo>
                            <a:cubicBezTo>
                              <a:pt x="30772" y="15600"/>
                              <a:pt x="28040" y="14655"/>
                              <a:pt x="25517" y="13450"/>
                            </a:cubicBezTo>
                            <a:cubicBezTo>
                              <a:pt x="22510" y="12016"/>
                              <a:pt x="19556" y="10481"/>
                              <a:pt x="16645" y="8863"/>
                            </a:cubicBezTo>
                            <a:cubicBezTo>
                              <a:pt x="11570" y="6045"/>
                              <a:pt x="6596" y="3042"/>
                              <a:pt x="1559" y="151"/>
                            </a:cubicBezTo>
                            <a:cubicBezTo>
                              <a:pt x="416" y="-508"/>
                              <a:pt x="-639" y="1158"/>
                              <a:pt x="470" y="1894"/>
                            </a:cubicBezTo>
                            <a:cubicBezTo>
                              <a:pt x="5501" y="5246"/>
                              <a:pt x="10577" y="8486"/>
                              <a:pt x="15856" y="11445"/>
                            </a:cubicBezTo>
                            <a:cubicBezTo>
                              <a:pt x="18398" y="12868"/>
                              <a:pt x="20970" y="14244"/>
                              <a:pt x="23595" y="15518"/>
                            </a:cubicBezTo>
                            <a:cubicBezTo>
                              <a:pt x="26316" y="16835"/>
                              <a:pt x="29256" y="18481"/>
                              <a:pt x="32326" y="18714"/>
                            </a:cubicBezTo>
                            <a:cubicBezTo>
                              <a:pt x="33033" y="18767"/>
                              <a:pt x="33711" y="17861"/>
                              <a:pt x="33004" y="17319"/>
                            </a:cubicBezTo>
                            <a:close/>
                          </a:path>
                        </a:pathLst>
                      </a:custGeom>
                      <a:solidFill>
                        <a:srgbClr val="B7ABAB"/>
                      </a:solidFill>
                      <a:ln w="4839" cap="flat">
                        <a:noFill/>
                        <a:prstDash val="solid"/>
                        <a:miter/>
                      </a:ln>
                    </p:spPr>
                    <p:txBody>
                      <a:bodyPr rtlCol="0" anchor="ctr"/>
                      <a:lstStyle/>
                      <a:p>
                        <a:endParaRPr lang="vi-VN"/>
                      </a:p>
                    </p:txBody>
                  </p:sp>
                  <p:sp>
                    <p:nvSpPr>
                      <p:cNvPr id="721" name="Freeform: Shape 720">
                        <a:extLst>
                          <a:ext uri="{FF2B5EF4-FFF2-40B4-BE49-F238E27FC236}">
                            <a16:creationId xmlns:a16="http://schemas.microsoft.com/office/drawing/2014/main" id="{EB59A18C-E174-2372-8D35-674657418777}"/>
                          </a:ext>
                        </a:extLst>
                      </p:cNvPr>
                      <p:cNvSpPr/>
                      <p:nvPr/>
                    </p:nvSpPr>
                    <p:spPr>
                      <a:xfrm>
                        <a:off x="2433162" y="5780944"/>
                        <a:ext cx="13758" cy="6677"/>
                      </a:xfrm>
                      <a:custGeom>
                        <a:avLst/>
                        <a:gdLst>
                          <a:gd name="connsiteX0" fmla="*/ 9291 w 13758"/>
                          <a:gd name="connsiteY0" fmla="*/ 875 h 6677"/>
                          <a:gd name="connsiteX1" fmla="*/ 6429 w 13758"/>
                          <a:gd name="connsiteY1" fmla="*/ 2043 h 6677"/>
                          <a:gd name="connsiteX2" fmla="*/ 777 w 13758"/>
                          <a:gd name="connsiteY2" fmla="*/ 4362 h 6677"/>
                          <a:gd name="connsiteX3" fmla="*/ 1566 w 13758"/>
                          <a:gd name="connsiteY3" fmla="*/ 6634 h 6677"/>
                          <a:gd name="connsiteX4" fmla="*/ 5179 w 13758"/>
                          <a:gd name="connsiteY4" fmla="*/ 5699 h 6677"/>
                          <a:gd name="connsiteX5" fmla="*/ 7959 w 13758"/>
                          <a:gd name="connsiteY5" fmla="*/ 4716 h 6677"/>
                          <a:gd name="connsiteX6" fmla="*/ 10807 w 13758"/>
                          <a:gd name="connsiteY6" fmla="*/ 3621 h 6677"/>
                          <a:gd name="connsiteX7" fmla="*/ 13741 w 13758"/>
                          <a:gd name="connsiteY7" fmla="*/ 977 h 6677"/>
                          <a:gd name="connsiteX8" fmla="*/ 9291 w 13758"/>
                          <a:gd name="connsiteY8" fmla="*/ 875 h 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58" h="6677">
                            <a:moveTo>
                              <a:pt x="9291" y="875"/>
                            </a:moveTo>
                            <a:cubicBezTo>
                              <a:pt x="8337" y="1263"/>
                              <a:pt x="7387" y="1665"/>
                              <a:pt x="6429" y="2043"/>
                            </a:cubicBezTo>
                            <a:cubicBezTo>
                              <a:pt x="4530" y="2793"/>
                              <a:pt x="2651" y="3558"/>
                              <a:pt x="777" y="4362"/>
                            </a:cubicBezTo>
                            <a:cubicBezTo>
                              <a:pt x="-661" y="4982"/>
                              <a:pt x="70" y="6997"/>
                              <a:pt x="1566" y="6634"/>
                            </a:cubicBezTo>
                            <a:cubicBezTo>
                              <a:pt x="2772" y="6343"/>
                              <a:pt x="4002" y="6101"/>
                              <a:pt x="5179" y="5699"/>
                            </a:cubicBezTo>
                            <a:cubicBezTo>
                              <a:pt x="6109" y="5384"/>
                              <a:pt x="7039" y="5055"/>
                              <a:pt x="7959" y="4716"/>
                            </a:cubicBezTo>
                            <a:cubicBezTo>
                              <a:pt x="8913" y="4367"/>
                              <a:pt x="9881" y="4038"/>
                              <a:pt x="10807" y="3621"/>
                            </a:cubicBezTo>
                            <a:cubicBezTo>
                              <a:pt x="11857" y="3151"/>
                              <a:pt x="13969" y="2498"/>
                              <a:pt x="13741" y="977"/>
                            </a:cubicBezTo>
                            <a:cubicBezTo>
                              <a:pt x="13460" y="-897"/>
                              <a:pt x="10414" y="420"/>
                              <a:pt x="9291" y="875"/>
                            </a:cubicBezTo>
                            <a:close/>
                          </a:path>
                        </a:pathLst>
                      </a:custGeom>
                      <a:solidFill>
                        <a:srgbClr val="B7ABAB"/>
                      </a:solidFill>
                      <a:ln w="4839" cap="flat">
                        <a:noFill/>
                        <a:prstDash val="solid"/>
                        <a:miter/>
                      </a:ln>
                    </p:spPr>
                    <p:txBody>
                      <a:bodyPr rtlCol="0" anchor="ctr"/>
                      <a:lstStyle/>
                      <a:p>
                        <a:endParaRPr lang="vi-VN"/>
                      </a:p>
                    </p:txBody>
                  </p:sp>
                  <p:sp>
                    <p:nvSpPr>
                      <p:cNvPr id="722" name="Freeform: Shape 721">
                        <a:extLst>
                          <a:ext uri="{FF2B5EF4-FFF2-40B4-BE49-F238E27FC236}">
                            <a16:creationId xmlns:a16="http://schemas.microsoft.com/office/drawing/2014/main" id="{1E3D68A5-5750-AC27-E14F-FE2B1DF5C8CE}"/>
                          </a:ext>
                        </a:extLst>
                      </p:cNvPr>
                      <p:cNvSpPr/>
                      <p:nvPr/>
                    </p:nvSpPr>
                    <p:spPr>
                      <a:xfrm>
                        <a:off x="2435830" y="5796081"/>
                        <a:ext cx="43078" cy="23363"/>
                      </a:xfrm>
                      <a:custGeom>
                        <a:avLst/>
                        <a:gdLst>
                          <a:gd name="connsiteX0" fmla="*/ 39123 w 43078"/>
                          <a:gd name="connsiteY0" fmla="*/ 19498 h 23363"/>
                          <a:gd name="connsiteX1" fmla="*/ 34067 w 43078"/>
                          <a:gd name="connsiteY1" fmla="*/ 16635 h 23363"/>
                          <a:gd name="connsiteX2" fmla="*/ 23243 w 43078"/>
                          <a:gd name="connsiteY2" fmla="*/ 10911 h 23363"/>
                          <a:gd name="connsiteX3" fmla="*/ 1654 w 43078"/>
                          <a:gd name="connsiteY3" fmla="*/ 112 h 23363"/>
                          <a:gd name="connsiteX4" fmla="*/ 613 w 43078"/>
                          <a:gd name="connsiteY4" fmla="*/ 2199 h 23363"/>
                          <a:gd name="connsiteX5" fmla="*/ 21413 w 43078"/>
                          <a:gd name="connsiteY5" fmla="*/ 13260 h 23363"/>
                          <a:gd name="connsiteX6" fmla="*/ 31869 w 43078"/>
                          <a:gd name="connsiteY6" fmla="*/ 18742 h 23363"/>
                          <a:gd name="connsiteX7" fmla="*/ 37201 w 43078"/>
                          <a:gd name="connsiteY7" fmla="*/ 21478 h 23363"/>
                          <a:gd name="connsiteX8" fmla="*/ 42673 w 43078"/>
                          <a:gd name="connsiteY8" fmla="*/ 23333 h 23363"/>
                          <a:gd name="connsiteX9" fmla="*/ 43046 w 43078"/>
                          <a:gd name="connsiteY9" fmla="*/ 22781 h 23363"/>
                          <a:gd name="connsiteX10" fmla="*/ 39123 w 43078"/>
                          <a:gd name="connsiteY10" fmla="*/ 19498 h 2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078" h="23363">
                            <a:moveTo>
                              <a:pt x="39123" y="19498"/>
                            </a:moveTo>
                            <a:cubicBezTo>
                              <a:pt x="37452" y="18505"/>
                              <a:pt x="35777" y="17551"/>
                              <a:pt x="34067" y="16635"/>
                            </a:cubicBezTo>
                            <a:cubicBezTo>
                              <a:pt x="30469" y="14708"/>
                              <a:pt x="26861" y="12805"/>
                              <a:pt x="23243" y="10911"/>
                            </a:cubicBezTo>
                            <a:cubicBezTo>
                              <a:pt x="16134" y="7192"/>
                              <a:pt x="9029" y="3269"/>
                              <a:pt x="1654" y="112"/>
                            </a:cubicBezTo>
                            <a:cubicBezTo>
                              <a:pt x="269" y="-479"/>
                              <a:pt x="-680" y="1434"/>
                              <a:pt x="613" y="2199"/>
                            </a:cubicBezTo>
                            <a:cubicBezTo>
                              <a:pt x="7349" y="6214"/>
                              <a:pt x="14454" y="9647"/>
                              <a:pt x="21413" y="13260"/>
                            </a:cubicBezTo>
                            <a:cubicBezTo>
                              <a:pt x="24904" y="15071"/>
                              <a:pt x="28391" y="16897"/>
                              <a:pt x="31869" y="18742"/>
                            </a:cubicBezTo>
                            <a:cubicBezTo>
                              <a:pt x="33636" y="19682"/>
                              <a:pt x="35404" y="20592"/>
                              <a:pt x="37201" y="21478"/>
                            </a:cubicBezTo>
                            <a:cubicBezTo>
                              <a:pt x="38920" y="22331"/>
                              <a:pt x="40683" y="23575"/>
                              <a:pt x="42673" y="23333"/>
                            </a:cubicBezTo>
                            <a:cubicBezTo>
                              <a:pt x="42910" y="23304"/>
                              <a:pt x="43172" y="23047"/>
                              <a:pt x="43046" y="22781"/>
                            </a:cubicBezTo>
                            <a:cubicBezTo>
                              <a:pt x="42247" y="21130"/>
                              <a:pt x="40639" y="20398"/>
                              <a:pt x="39123" y="19498"/>
                            </a:cubicBezTo>
                            <a:close/>
                          </a:path>
                        </a:pathLst>
                      </a:custGeom>
                      <a:solidFill>
                        <a:srgbClr val="B7ABAB"/>
                      </a:solidFill>
                      <a:ln w="4839" cap="flat">
                        <a:noFill/>
                        <a:prstDash val="solid"/>
                        <a:miter/>
                      </a:ln>
                    </p:spPr>
                    <p:txBody>
                      <a:bodyPr rtlCol="0" anchor="ctr"/>
                      <a:lstStyle/>
                      <a:p>
                        <a:endParaRPr lang="vi-VN"/>
                      </a:p>
                    </p:txBody>
                  </p:sp>
                  <p:sp>
                    <p:nvSpPr>
                      <p:cNvPr id="723" name="Freeform: Shape 722">
                        <a:extLst>
                          <a:ext uri="{FF2B5EF4-FFF2-40B4-BE49-F238E27FC236}">
                            <a16:creationId xmlns:a16="http://schemas.microsoft.com/office/drawing/2014/main" id="{5323FA28-CB23-1D0F-B159-7CCFDC80A9A6}"/>
                          </a:ext>
                        </a:extLst>
                      </p:cNvPr>
                      <p:cNvSpPr/>
                      <p:nvPr/>
                    </p:nvSpPr>
                    <p:spPr>
                      <a:xfrm>
                        <a:off x="2484493" y="5815775"/>
                        <a:ext cx="15576" cy="4294"/>
                      </a:xfrm>
                      <a:custGeom>
                        <a:avLst/>
                        <a:gdLst>
                          <a:gd name="connsiteX0" fmla="*/ 15129 w 15576"/>
                          <a:gd name="connsiteY0" fmla="*/ 191 h 4294"/>
                          <a:gd name="connsiteX1" fmla="*/ 11715 w 15576"/>
                          <a:gd name="connsiteY1" fmla="*/ 327 h 4294"/>
                          <a:gd name="connsiteX2" fmla="*/ 6533 w 15576"/>
                          <a:gd name="connsiteY2" fmla="*/ 1407 h 4294"/>
                          <a:gd name="connsiteX3" fmla="*/ 3749 w 15576"/>
                          <a:gd name="connsiteY3" fmla="*/ 2036 h 4294"/>
                          <a:gd name="connsiteX4" fmla="*/ 741 w 15576"/>
                          <a:gd name="connsiteY4" fmla="*/ 2589 h 4294"/>
                          <a:gd name="connsiteX5" fmla="*/ 901 w 15576"/>
                          <a:gd name="connsiteY5" fmla="*/ 4288 h 4294"/>
                          <a:gd name="connsiteX6" fmla="*/ 8180 w 15576"/>
                          <a:gd name="connsiteY6" fmla="*/ 3489 h 4294"/>
                          <a:gd name="connsiteX7" fmla="*/ 11706 w 15576"/>
                          <a:gd name="connsiteY7" fmla="*/ 2850 h 4294"/>
                          <a:gd name="connsiteX8" fmla="*/ 15381 w 15576"/>
                          <a:gd name="connsiteY8" fmla="*/ 1431 h 4294"/>
                          <a:gd name="connsiteX9" fmla="*/ 15129 w 15576"/>
                          <a:gd name="connsiteY9" fmla="*/ 191 h 4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576" h="4294">
                            <a:moveTo>
                              <a:pt x="15129" y="191"/>
                            </a:moveTo>
                            <a:cubicBezTo>
                              <a:pt x="14117" y="-201"/>
                              <a:pt x="12742" y="94"/>
                              <a:pt x="11715" y="327"/>
                            </a:cubicBezTo>
                            <a:cubicBezTo>
                              <a:pt x="9996" y="719"/>
                              <a:pt x="8267" y="1082"/>
                              <a:pt x="6533" y="1407"/>
                            </a:cubicBezTo>
                            <a:cubicBezTo>
                              <a:pt x="5589" y="1581"/>
                              <a:pt x="4674" y="1785"/>
                              <a:pt x="3749" y="2036"/>
                            </a:cubicBezTo>
                            <a:cubicBezTo>
                              <a:pt x="2761" y="2303"/>
                              <a:pt x="1749" y="2434"/>
                              <a:pt x="741" y="2589"/>
                            </a:cubicBezTo>
                            <a:cubicBezTo>
                              <a:pt x="-339" y="2753"/>
                              <a:pt x="-198" y="4405"/>
                              <a:pt x="901" y="4288"/>
                            </a:cubicBezTo>
                            <a:cubicBezTo>
                              <a:pt x="3337" y="4027"/>
                              <a:pt x="5763" y="3896"/>
                              <a:pt x="8180" y="3489"/>
                            </a:cubicBezTo>
                            <a:cubicBezTo>
                              <a:pt x="9357" y="3291"/>
                              <a:pt x="10534" y="3078"/>
                              <a:pt x="11706" y="2850"/>
                            </a:cubicBezTo>
                            <a:cubicBezTo>
                              <a:pt x="12916" y="2618"/>
                              <a:pt x="14490" y="2342"/>
                              <a:pt x="15381" y="1431"/>
                            </a:cubicBezTo>
                            <a:cubicBezTo>
                              <a:pt x="15725" y="1087"/>
                              <a:pt x="15599" y="371"/>
                              <a:pt x="15129" y="191"/>
                            </a:cubicBezTo>
                            <a:close/>
                          </a:path>
                        </a:pathLst>
                      </a:custGeom>
                      <a:solidFill>
                        <a:srgbClr val="B7ABAB"/>
                      </a:solidFill>
                      <a:ln w="4839" cap="flat">
                        <a:noFill/>
                        <a:prstDash val="solid"/>
                        <a:miter/>
                      </a:ln>
                    </p:spPr>
                    <p:txBody>
                      <a:bodyPr rtlCol="0" anchor="ctr"/>
                      <a:lstStyle/>
                      <a:p>
                        <a:endParaRPr lang="vi-VN"/>
                      </a:p>
                    </p:txBody>
                  </p:sp>
                  <p:sp>
                    <p:nvSpPr>
                      <p:cNvPr id="724" name="Freeform: Shape 723">
                        <a:extLst>
                          <a:ext uri="{FF2B5EF4-FFF2-40B4-BE49-F238E27FC236}">
                            <a16:creationId xmlns:a16="http://schemas.microsoft.com/office/drawing/2014/main" id="{D39A8944-ADE1-5598-5F07-93496E644C27}"/>
                          </a:ext>
                        </a:extLst>
                      </p:cNvPr>
                      <p:cNvSpPr/>
                      <p:nvPr/>
                    </p:nvSpPr>
                    <p:spPr>
                      <a:xfrm>
                        <a:off x="2496294" y="5829596"/>
                        <a:ext cx="26225" cy="11507"/>
                      </a:xfrm>
                      <a:custGeom>
                        <a:avLst/>
                        <a:gdLst>
                          <a:gd name="connsiteX0" fmla="*/ 26192 w 26225"/>
                          <a:gd name="connsiteY0" fmla="*/ 8546 h 11507"/>
                          <a:gd name="connsiteX1" fmla="*/ 24652 w 26225"/>
                          <a:gd name="connsiteY1" fmla="*/ 7863 h 11507"/>
                          <a:gd name="connsiteX2" fmla="*/ 23010 w 26225"/>
                          <a:gd name="connsiteY2" fmla="*/ 8502 h 11507"/>
                          <a:gd name="connsiteX3" fmla="*/ 21712 w 26225"/>
                          <a:gd name="connsiteY3" fmla="*/ 8241 h 11507"/>
                          <a:gd name="connsiteX4" fmla="*/ 18782 w 26225"/>
                          <a:gd name="connsiteY4" fmla="*/ 7408 h 11507"/>
                          <a:gd name="connsiteX5" fmla="*/ 13043 w 26225"/>
                          <a:gd name="connsiteY5" fmla="*/ 5412 h 11507"/>
                          <a:gd name="connsiteX6" fmla="*/ 7527 w 26225"/>
                          <a:gd name="connsiteY6" fmla="*/ 3020 h 11507"/>
                          <a:gd name="connsiteX7" fmla="*/ 1352 w 26225"/>
                          <a:gd name="connsiteY7" fmla="*/ 56 h 11507"/>
                          <a:gd name="connsiteX8" fmla="*/ 316 w 26225"/>
                          <a:gd name="connsiteY8" fmla="*/ 1940 h 11507"/>
                          <a:gd name="connsiteX9" fmla="*/ 7038 w 26225"/>
                          <a:gd name="connsiteY9" fmla="*/ 6057 h 11507"/>
                          <a:gd name="connsiteX10" fmla="*/ 14084 w 26225"/>
                          <a:gd name="connsiteY10" fmla="*/ 9112 h 11507"/>
                          <a:gd name="connsiteX11" fmla="*/ 26192 w 26225"/>
                          <a:gd name="connsiteY11" fmla="*/ 8546 h 11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225" h="11507">
                            <a:moveTo>
                              <a:pt x="26192" y="8546"/>
                            </a:moveTo>
                            <a:cubicBezTo>
                              <a:pt x="26104" y="7815"/>
                              <a:pt x="25204" y="7611"/>
                              <a:pt x="24652" y="7863"/>
                            </a:cubicBezTo>
                            <a:cubicBezTo>
                              <a:pt x="24051" y="8134"/>
                              <a:pt x="23664" y="8507"/>
                              <a:pt x="23010" y="8502"/>
                            </a:cubicBezTo>
                            <a:cubicBezTo>
                              <a:pt x="22588" y="8497"/>
                              <a:pt x="22114" y="8342"/>
                              <a:pt x="21712" y="8241"/>
                            </a:cubicBezTo>
                            <a:cubicBezTo>
                              <a:pt x="20729" y="7994"/>
                              <a:pt x="19751" y="7703"/>
                              <a:pt x="18782" y="7408"/>
                            </a:cubicBezTo>
                            <a:cubicBezTo>
                              <a:pt x="16845" y="6817"/>
                              <a:pt x="14932" y="6144"/>
                              <a:pt x="13043" y="5412"/>
                            </a:cubicBezTo>
                            <a:cubicBezTo>
                              <a:pt x="11174" y="4691"/>
                              <a:pt x="9329" y="3892"/>
                              <a:pt x="7527" y="3020"/>
                            </a:cubicBezTo>
                            <a:cubicBezTo>
                              <a:pt x="5479" y="2032"/>
                              <a:pt x="3512" y="792"/>
                              <a:pt x="1352" y="56"/>
                            </a:cubicBezTo>
                            <a:cubicBezTo>
                              <a:pt x="272" y="-312"/>
                              <a:pt x="-444" y="1219"/>
                              <a:pt x="316" y="1940"/>
                            </a:cubicBezTo>
                            <a:cubicBezTo>
                              <a:pt x="2200" y="3737"/>
                              <a:pt x="4718" y="4909"/>
                              <a:pt x="7038" y="6057"/>
                            </a:cubicBezTo>
                            <a:cubicBezTo>
                              <a:pt x="9333" y="7190"/>
                              <a:pt x="11682" y="8226"/>
                              <a:pt x="14084" y="9112"/>
                            </a:cubicBezTo>
                            <a:cubicBezTo>
                              <a:pt x="16452" y="9989"/>
                              <a:pt x="26889" y="14348"/>
                              <a:pt x="26192" y="8546"/>
                            </a:cubicBezTo>
                            <a:close/>
                          </a:path>
                        </a:pathLst>
                      </a:custGeom>
                      <a:solidFill>
                        <a:srgbClr val="B7ABAB"/>
                      </a:solidFill>
                      <a:ln w="4839" cap="flat">
                        <a:noFill/>
                        <a:prstDash val="solid"/>
                        <a:miter/>
                      </a:ln>
                    </p:spPr>
                    <p:txBody>
                      <a:bodyPr rtlCol="0" anchor="ctr"/>
                      <a:lstStyle/>
                      <a:p>
                        <a:endParaRPr lang="vi-VN"/>
                      </a:p>
                    </p:txBody>
                  </p:sp>
                  <p:sp>
                    <p:nvSpPr>
                      <p:cNvPr id="725" name="Freeform: Shape 724">
                        <a:extLst>
                          <a:ext uri="{FF2B5EF4-FFF2-40B4-BE49-F238E27FC236}">
                            <a16:creationId xmlns:a16="http://schemas.microsoft.com/office/drawing/2014/main" id="{3A49D7AF-AF91-3F12-93C4-12B8FB52F039}"/>
                          </a:ext>
                        </a:extLst>
                      </p:cNvPr>
                      <p:cNvSpPr/>
                      <p:nvPr/>
                    </p:nvSpPr>
                    <p:spPr>
                      <a:xfrm>
                        <a:off x="2405585" y="5686735"/>
                        <a:ext cx="18644" cy="8876"/>
                      </a:xfrm>
                      <a:custGeom>
                        <a:avLst/>
                        <a:gdLst>
                          <a:gd name="connsiteX0" fmla="*/ 17980 w 18644"/>
                          <a:gd name="connsiteY0" fmla="*/ 7457 h 8876"/>
                          <a:gd name="connsiteX1" fmla="*/ 13684 w 18644"/>
                          <a:gd name="connsiteY1" fmla="*/ 5771 h 8876"/>
                          <a:gd name="connsiteX2" fmla="*/ 9873 w 18644"/>
                          <a:gd name="connsiteY2" fmla="*/ 3515 h 8876"/>
                          <a:gd name="connsiteX3" fmla="*/ 5965 w 18644"/>
                          <a:gd name="connsiteY3" fmla="*/ 1524 h 8876"/>
                          <a:gd name="connsiteX4" fmla="*/ 3752 w 18644"/>
                          <a:gd name="connsiteY4" fmla="*/ 875 h 8876"/>
                          <a:gd name="connsiteX5" fmla="*/ 2154 w 18644"/>
                          <a:gd name="connsiteY5" fmla="*/ 536 h 8876"/>
                          <a:gd name="connsiteX6" fmla="*/ 37 w 18644"/>
                          <a:gd name="connsiteY6" fmla="*/ 1563 h 8876"/>
                          <a:gd name="connsiteX7" fmla="*/ 91 w 18644"/>
                          <a:gd name="connsiteY7" fmla="*/ 1834 h 8876"/>
                          <a:gd name="connsiteX8" fmla="*/ 396 w 18644"/>
                          <a:gd name="connsiteY8" fmla="*/ 2338 h 8876"/>
                          <a:gd name="connsiteX9" fmla="*/ 1447 w 18644"/>
                          <a:gd name="connsiteY9" fmla="*/ 3011 h 8876"/>
                          <a:gd name="connsiteX10" fmla="*/ 3824 w 18644"/>
                          <a:gd name="connsiteY10" fmla="*/ 3486 h 8876"/>
                          <a:gd name="connsiteX11" fmla="*/ 8323 w 18644"/>
                          <a:gd name="connsiteY11" fmla="*/ 5602 h 8876"/>
                          <a:gd name="connsiteX12" fmla="*/ 17961 w 18644"/>
                          <a:gd name="connsiteY12" fmla="*/ 8851 h 8876"/>
                          <a:gd name="connsiteX13" fmla="*/ 17980 w 18644"/>
                          <a:gd name="connsiteY13" fmla="*/ 7457 h 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44" h="8876">
                            <a:moveTo>
                              <a:pt x="17980" y="7457"/>
                            </a:moveTo>
                            <a:cubicBezTo>
                              <a:pt x="16377" y="7273"/>
                              <a:pt x="15060" y="6556"/>
                              <a:pt x="13684" y="5771"/>
                            </a:cubicBezTo>
                            <a:cubicBezTo>
                              <a:pt x="12401" y="5040"/>
                              <a:pt x="11152" y="4256"/>
                              <a:pt x="9873" y="3515"/>
                            </a:cubicBezTo>
                            <a:cubicBezTo>
                              <a:pt x="8609" y="2778"/>
                              <a:pt x="7331" y="2052"/>
                              <a:pt x="5965" y="1524"/>
                            </a:cubicBezTo>
                            <a:cubicBezTo>
                              <a:pt x="5248" y="1248"/>
                              <a:pt x="4502" y="1030"/>
                              <a:pt x="3752" y="875"/>
                            </a:cubicBezTo>
                            <a:cubicBezTo>
                              <a:pt x="3379" y="798"/>
                              <a:pt x="2367" y="861"/>
                              <a:pt x="2154" y="536"/>
                            </a:cubicBezTo>
                            <a:cubicBezTo>
                              <a:pt x="1379" y="-636"/>
                              <a:pt x="-268" y="299"/>
                              <a:pt x="37" y="1563"/>
                            </a:cubicBezTo>
                            <a:cubicBezTo>
                              <a:pt x="-40" y="1243"/>
                              <a:pt x="66" y="1766"/>
                              <a:pt x="91" y="1834"/>
                            </a:cubicBezTo>
                            <a:cubicBezTo>
                              <a:pt x="163" y="2028"/>
                              <a:pt x="265" y="2183"/>
                              <a:pt x="396" y="2338"/>
                            </a:cubicBezTo>
                            <a:cubicBezTo>
                              <a:pt x="667" y="2662"/>
                              <a:pt x="1049" y="2870"/>
                              <a:pt x="1447" y="3011"/>
                            </a:cubicBezTo>
                            <a:cubicBezTo>
                              <a:pt x="2212" y="3277"/>
                              <a:pt x="3040" y="3272"/>
                              <a:pt x="3824" y="3486"/>
                            </a:cubicBezTo>
                            <a:cubicBezTo>
                              <a:pt x="5427" y="3926"/>
                              <a:pt x="6909" y="4754"/>
                              <a:pt x="8323" y="5602"/>
                            </a:cubicBezTo>
                            <a:cubicBezTo>
                              <a:pt x="11302" y="7384"/>
                              <a:pt x="14363" y="9108"/>
                              <a:pt x="17961" y="8851"/>
                            </a:cubicBezTo>
                            <a:cubicBezTo>
                              <a:pt x="18866" y="8789"/>
                              <a:pt x="18871" y="7558"/>
                              <a:pt x="17980" y="7457"/>
                            </a:cubicBezTo>
                            <a:close/>
                          </a:path>
                        </a:pathLst>
                      </a:custGeom>
                      <a:solidFill>
                        <a:srgbClr val="B7ABAB"/>
                      </a:solidFill>
                      <a:ln w="4839" cap="flat">
                        <a:noFill/>
                        <a:prstDash val="solid"/>
                        <a:miter/>
                      </a:ln>
                    </p:spPr>
                    <p:txBody>
                      <a:bodyPr rtlCol="0" anchor="ctr"/>
                      <a:lstStyle/>
                      <a:p>
                        <a:endParaRPr lang="vi-VN"/>
                      </a:p>
                    </p:txBody>
                  </p:sp>
                  <p:sp>
                    <p:nvSpPr>
                      <p:cNvPr id="726" name="Freeform: Shape 725">
                        <a:extLst>
                          <a:ext uri="{FF2B5EF4-FFF2-40B4-BE49-F238E27FC236}">
                            <a16:creationId xmlns:a16="http://schemas.microsoft.com/office/drawing/2014/main" id="{8131BC13-85D9-E94E-95F0-D35E190DA010}"/>
                          </a:ext>
                        </a:extLst>
                      </p:cNvPr>
                      <p:cNvSpPr/>
                      <p:nvPr/>
                    </p:nvSpPr>
                    <p:spPr>
                      <a:xfrm>
                        <a:off x="2462023" y="5712309"/>
                        <a:ext cx="32101" cy="15845"/>
                      </a:xfrm>
                      <a:custGeom>
                        <a:avLst/>
                        <a:gdLst>
                          <a:gd name="connsiteX0" fmla="*/ 31624 w 32101"/>
                          <a:gd name="connsiteY0" fmla="*/ 14150 h 15845"/>
                          <a:gd name="connsiteX1" fmla="*/ 16335 w 32101"/>
                          <a:gd name="connsiteY1" fmla="*/ 7191 h 15845"/>
                          <a:gd name="connsiteX2" fmla="*/ 1123 w 32101"/>
                          <a:gd name="connsiteY2" fmla="*/ 87 h 15845"/>
                          <a:gd name="connsiteX3" fmla="*/ 416 w 32101"/>
                          <a:gd name="connsiteY3" fmla="*/ 1525 h 15845"/>
                          <a:gd name="connsiteX4" fmla="*/ 15323 w 32101"/>
                          <a:gd name="connsiteY4" fmla="*/ 9409 h 15845"/>
                          <a:gd name="connsiteX5" fmla="*/ 22708 w 32101"/>
                          <a:gd name="connsiteY5" fmla="*/ 12596 h 15845"/>
                          <a:gd name="connsiteX6" fmla="*/ 31149 w 32101"/>
                          <a:gd name="connsiteY6" fmla="*/ 15812 h 15845"/>
                          <a:gd name="connsiteX7" fmla="*/ 31624 w 32101"/>
                          <a:gd name="connsiteY7" fmla="*/ 14150 h 1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101" h="15845">
                            <a:moveTo>
                              <a:pt x="31624" y="14150"/>
                            </a:moveTo>
                            <a:cubicBezTo>
                              <a:pt x="26674" y="11593"/>
                              <a:pt x="21386" y="9555"/>
                              <a:pt x="16335" y="7191"/>
                            </a:cubicBezTo>
                            <a:cubicBezTo>
                              <a:pt x="11264" y="4818"/>
                              <a:pt x="6194" y="2455"/>
                              <a:pt x="1123" y="87"/>
                            </a:cubicBezTo>
                            <a:cubicBezTo>
                              <a:pt x="179" y="-354"/>
                              <a:pt x="-460" y="1002"/>
                              <a:pt x="416" y="1525"/>
                            </a:cubicBezTo>
                            <a:cubicBezTo>
                              <a:pt x="5264" y="4416"/>
                              <a:pt x="10184" y="7051"/>
                              <a:pt x="15323" y="9409"/>
                            </a:cubicBezTo>
                            <a:cubicBezTo>
                              <a:pt x="17759" y="10528"/>
                              <a:pt x="20233" y="11564"/>
                              <a:pt x="22708" y="12596"/>
                            </a:cubicBezTo>
                            <a:cubicBezTo>
                              <a:pt x="25464" y="13739"/>
                              <a:pt x="28273" y="15008"/>
                              <a:pt x="31149" y="15812"/>
                            </a:cubicBezTo>
                            <a:cubicBezTo>
                              <a:pt x="32152" y="16088"/>
                              <a:pt x="32447" y="14577"/>
                              <a:pt x="31624" y="14150"/>
                            </a:cubicBezTo>
                            <a:close/>
                          </a:path>
                        </a:pathLst>
                      </a:custGeom>
                      <a:solidFill>
                        <a:srgbClr val="B7ABAB"/>
                      </a:solidFill>
                      <a:ln w="4839" cap="flat">
                        <a:noFill/>
                        <a:prstDash val="solid"/>
                        <a:miter/>
                      </a:ln>
                    </p:spPr>
                    <p:txBody>
                      <a:bodyPr rtlCol="0" anchor="ctr"/>
                      <a:lstStyle/>
                      <a:p>
                        <a:endParaRPr lang="vi-VN"/>
                      </a:p>
                    </p:txBody>
                  </p:sp>
                  <p:sp>
                    <p:nvSpPr>
                      <p:cNvPr id="727" name="Freeform: Shape 726">
                        <a:extLst>
                          <a:ext uri="{FF2B5EF4-FFF2-40B4-BE49-F238E27FC236}">
                            <a16:creationId xmlns:a16="http://schemas.microsoft.com/office/drawing/2014/main" id="{8B336744-2C8A-315C-BC08-61C963D6ECD9}"/>
                          </a:ext>
                        </a:extLst>
                      </p:cNvPr>
                      <p:cNvSpPr/>
                      <p:nvPr/>
                    </p:nvSpPr>
                    <p:spPr>
                      <a:xfrm>
                        <a:off x="2505994" y="5732964"/>
                        <a:ext cx="22552" cy="9509"/>
                      </a:xfrm>
                      <a:custGeom>
                        <a:avLst/>
                        <a:gdLst>
                          <a:gd name="connsiteX0" fmla="*/ 22405 w 22552"/>
                          <a:gd name="connsiteY0" fmla="*/ 8146 h 9509"/>
                          <a:gd name="connsiteX1" fmla="*/ 17199 w 22552"/>
                          <a:gd name="connsiteY1" fmla="*/ 5627 h 9509"/>
                          <a:gd name="connsiteX2" fmla="*/ 11925 w 22552"/>
                          <a:gd name="connsiteY2" fmla="*/ 3792 h 9509"/>
                          <a:gd name="connsiteX3" fmla="*/ 1334 w 22552"/>
                          <a:gd name="connsiteY3" fmla="*/ 48 h 9509"/>
                          <a:gd name="connsiteX4" fmla="*/ 477 w 22552"/>
                          <a:gd name="connsiteY4" fmla="*/ 1860 h 9509"/>
                          <a:gd name="connsiteX5" fmla="*/ 11238 w 22552"/>
                          <a:gd name="connsiteY5" fmla="*/ 6456 h 9509"/>
                          <a:gd name="connsiteX6" fmla="*/ 16550 w 22552"/>
                          <a:gd name="connsiteY6" fmla="*/ 8368 h 9509"/>
                          <a:gd name="connsiteX7" fmla="*/ 21994 w 22552"/>
                          <a:gd name="connsiteY7" fmla="*/ 9385 h 9509"/>
                          <a:gd name="connsiteX8" fmla="*/ 22405 w 22552"/>
                          <a:gd name="connsiteY8" fmla="*/ 8146 h 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52" h="9509">
                            <a:moveTo>
                              <a:pt x="22405" y="8146"/>
                            </a:moveTo>
                            <a:cubicBezTo>
                              <a:pt x="21209" y="6703"/>
                              <a:pt x="18904" y="6204"/>
                              <a:pt x="17199" y="5627"/>
                            </a:cubicBezTo>
                            <a:cubicBezTo>
                              <a:pt x="15436" y="5032"/>
                              <a:pt x="13679" y="4421"/>
                              <a:pt x="11925" y="3792"/>
                            </a:cubicBezTo>
                            <a:cubicBezTo>
                              <a:pt x="8400" y="2523"/>
                              <a:pt x="4884" y="1225"/>
                              <a:pt x="1334" y="48"/>
                            </a:cubicBezTo>
                            <a:cubicBezTo>
                              <a:pt x="283" y="-300"/>
                              <a:pt x="-569" y="1332"/>
                              <a:pt x="477" y="1860"/>
                            </a:cubicBezTo>
                            <a:cubicBezTo>
                              <a:pt x="3954" y="3618"/>
                              <a:pt x="7586" y="5100"/>
                              <a:pt x="11238" y="6456"/>
                            </a:cubicBezTo>
                            <a:cubicBezTo>
                              <a:pt x="13000" y="7109"/>
                              <a:pt x="14773" y="7749"/>
                              <a:pt x="16550" y="8368"/>
                            </a:cubicBezTo>
                            <a:cubicBezTo>
                              <a:pt x="18182" y="8935"/>
                              <a:pt x="20250" y="9841"/>
                              <a:pt x="21994" y="9385"/>
                            </a:cubicBezTo>
                            <a:cubicBezTo>
                              <a:pt x="22483" y="9255"/>
                              <a:pt x="22730" y="8538"/>
                              <a:pt x="22405" y="8146"/>
                            </a:cubicBezTo>
                            <a:close/>
                          </a:path>
                        </a:pathLst>
                      </a:custGeom>
                      <a:solidFill>
                        <a:srgbClr val="B7ABAB"/>
                      </a:solidFill>
                      <a:ln w="4839" cap="flat">
                        <a:noFill/>
                        <a:prstDash val="solid"/>
                        <a:miter/>
                      </a:ln>
                    </p:spPr>
                    <p:txBody>
                      <a:bodyPr rtlCol="0" anchor="ctr"/>
                      <a:lstStyle/>
                      <a:p>
                        <a:endParaRPr lang="vi-VN"/>
                      </a:p>
                    </p:txBody>
                  </p:sp>
                  <p:sp>
                    <p:nvSpPr>
                      <p:cNvPr id="728" name="Freeform: Shape 727">
                        <a:extLst>
                          <a:ext uri="{FF2B5EF4-FFF2-40B4-BE49-F238E27FC236}">
                            <a16:creationId xmlns:a16="http://schemas.microsoft.com/office/drawing/2014/main" id="{388D70A2-CC2D-ECE0-DB58-75CD760DFD54}"/>
                          </a:ext>
                        </a:extLst>
                      </p:cNvPr>
                      <p:cNvSpPr/>
                      <p:nvPr/>
                    </p:nvSpPr>
                    <p:spPr>
                      <a:xfrm>
                        <a:off x="2188140" y="5650908"/>
                        <a:ext cx="24459" cy="16721"/>
                      </a:xfrm>
                      <a:custGeom>
                        <a:avLst/>
                        <a:gdLst>
                          <a:gd name="connsiteX0" fmla="*/ 24309 w 24459"/>
                          <a:gd name="connsiteY0" fmla="*/ 15118 h 16721"/>
                          <a:gd name="connsiteX1" fmla="*/ 21403 w 24459"/>
                          <a:gd name="connsiteY1" fmla="*/ 13970 h 16721"/>
                          <a:gd name="connsiteX2" fmla="*/ 18662 w 24459"/>
                          <a:gd name="connsiteY2" fmla="*/ 12508 h 16721"/>
                          <a:gd name="connsiteX3" fmla="*/ 13383 w 24459"/>
                          <a:gd name="connsiteY3" fmla="*/ 8628 h 16721"/>
                          <a:gd name="connsiteX4" fmla="*/ 1436 w 24459"/>
                          <a:gd name="connsiteY4" fmla="*/ 168 h 16721"/>
                          <a:gd name="connsiteX5" fmla="*/ 351 w 24459"/>
                          <a:gd name="connsiteY5" fmla="*/ 1616 h 16721"/>
                          <a:gd name="connsiteX6" fmla="*/ 12918 w 24459"/>
                          <a:gd name="connsiteY6" fmla="*/ 11423 h 16721"/>
                          <a:gd name="connsiteX7" fmla="*/ 18570 w 24459"/>
                          <a:gd name="connsiteY7" fmla="*/ 15457 h 16721"/>
                          <a:gd name="connsiteX8" fmla="*/ 24362 w 24459"/>
                          <a:gd name="connsiteY8" fmla="*/ 15859 h 16721"/>
                          <a:gd name="connsiteX9" fmla="*/ 24309 w 24459"/>
                          <a:gd name="connsiteY9" fmla="*/ 15118 h 16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59" h="16721">
                            <a:moveTo>
                              <a:pt x="24309" y="15118"/>
                            </a:moveTo>
                            <a:cubicBezTo>
                              <a:pt x="23553" y="14459"/>
                              <a:pt x="22333" y="14328"/>
                              <a:pt x="21403" y="13970"/>
                            </a:cubicBezTo>
                            <a:cubicBezTo>
                              <a:pt x="20420" y="13592"/>
                              <a:pt x="19529" y="13098"/>
                              <a:pt x="18662" y="12508"/>
                            </a:cubicBezTo>
                            <a:cubicBezTo>
                              <a:pt x="16861" y="11282"/>
                              <a:pt x="15136" y="9926"/>
                              <a:pt x="13383" y="8628"/>
                            </a:cubicBezTo>
                            <a:cubicBezTo>
                              <a:pt x="9456" y="5723"/>
                              <a:pt x="5514" y="2865"/>
                              <a:pt x="1436" y="168"/>
                            </a:cubicBezTo>
                            <a:cubicBezTo>
                              <a:pt x="467" y="-472"/>
                              <a:pt x="-555" y="870"/>
                              <a:pt x="351" y="1616"/>
                            </a:cubicBezTo>
                            <a:cubicBezTo>
                              <a:pt x="4448" y="5016"/>
                              <a:pt x="8662" y="8231"/>
                              <a:pt x="12918" y="11423"/>
                            </a:cubicBezTo>
                            <a:cubicBezTo>
                              <a:pt x="14763" y="12803"/>
                              <a:pt x="16565" y="14304"/>
                              <a:pt x="18570" y="15457"/>
                            </a:cubicBezTo>
                            <a:cubicBezTo>
                              <a:pt x="20052" y="16309"/>
                              <a:pt x="23021" y="17597"/>
                              <a:pt x="24362" y="15859"/>
                            </a:cubicBezTo>
                            <a:cubicBezTo>
                              <a:pt x="24503" y="15670"/>
                              <a:pt x="24498" y="15287"/>
                              <a:pt x="24309" y="15118"/>
                            </a:cubicBezTo>
                            <a:close/>
                          </a:path>
                        </a:pathLst>
                      </a:custGeom>
                      <a:solidFill>
                        <a:srgbClr val="B7ABAB"/>
                      </a:solidFill>
                      <a:ln w="4839" cap="flat">
                        <a:noFill/>
                        <a:prstDash val="solid"/>
                        <a:miter/>
                      </a:ln>
                    </p:spPr>
                    <p:txBody>
                      <a:bodyPr rtlCol="0" anchor="ctr"/>
                      <a:lstStyle/>
                      <a:p>
                        <a:endParaRPr lang="vi-VN"/>
                      </a:p>
                    </p:txBody>
                  </p:sp>
                  <p:sp>
                    <p:nvSpPr>
                      <p:cNvPr id="729" name="Freeform: Shape 728">
                        <a:extLst>
                          <a:ext uri="{FF2B5EF4-FFF2-40B4-BE49-F238E27FC236}">
                            <a16:creationId xmlns:a16="http://schemas.microsoft.com/office/drawing/2014/main" id="{0D8512F4-DBA7-3C3D-DFC2-EC094325AFA5}"/>
                          </a:ext>
                        </a:extLst>
                      </p:cNvPr>
                      <p:cNvSpPr/>
                      <p:nvPr/>
                    </p:nvSpPr>
                    <p:spPr>
                      <a:xfrm>
                        <a:off x="2218942" y="5660777"/>
                        <a:ext cx="20908" cy="6221"/>
                      </a:xfrm>
                      <a:custGeom>
                        <a:avLst/>
                        <a:gdLst>
                          <a:gd name="connsiteX0" fmla="*/ 20438 w 20908"/>
                          <a:gd name="connsiteY0" fmla="*/ 183 h 6221"/>
                          <a:gd name="connsiteX1" fmla="*/ 14951 w 20908"/>
                          <a:gd name="connsiteY1" fmla="*/ 696 h 6221"/>
                          <a:gd name="connsiteX2" fmla="*/ 10220 w 20908"/>
                          <a:gd name="connsiteY2" fmla="*/ 1742 h 6221"/>
                          <a:gd name="connsiteX3" fmla="*/ 534 w 20908"/>
                          <a:gd name="connsiteY3" fmla="*/ 4672 h 6221"/>
                          <a:gd name="connsiteX4" fmla="*/ 1033 w 20908"/>
                          <a:gd name="connsiteY4" fmla="*/ 6198 h 6221"/>
                          <a:gd name="connsiteX5" fmla="*/ 11058 w 20908"/>
                          <a:gd name="connsiteY5" fmla="*/ 3888 h 6221"/>
                          <a:gd name="connsiteX6" fmla="*/ 16022 w 20908"/>
                          <a:gd name="connsiteY6" fmla="*/ 2846 h 6221"/>
                          <a:gd name="connsiteX7" fmla="*/ 20710 w 20908"/>
                          <a:gd name="connsiteY7" fmla="*/ 1456 h 6221"/>
                          <a:gd name="connsiteX8" fmla="*/ 20438 w 20908"/>
                          <a:gd name="connsiteY8" fmla="*/ 183 h 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08" h="6221">
                            <a:moveTo>
                              <a:pt x="20438" y="183"/>
                            </a:moveTo>
                            <a:cubicBezTo>
                              <a:pt x="18777" y="-326"/>
                              <a:pt x="16617" y="352"/>
                              <a:pt x="14951" y="696"/>
                            </a:cubicBezTo>
                            <a:cubicBezTo>
                              <a:pt x="13368" y="1021"/>
                              <a:pt x="11794" y="1369"/>
                              <a:pt x="10220" y="1742"/>
                            </a:cubicBezTo>
                            <a:cubicBezTo>
                              <a:pt x="6912" y="2527"/>
                              <a:pt x="3716" y="3461"/>
                              <a:pt x="534" y="4672"/>
                            </a:cubicBezTo>
                            <a:cubicBezTo>
                              <a:pt x="-444" y="5045"/>
                              <a:pt x="40" y="6420"/>
                              <a:pt x="1033" y="6198"/>
                            </a:cubicBezTo>
                            <a:cubicBezTo>
                              <a:pt x="4379" y="5437"/>
                              <a:pt x="7711" y="4648"/>
                              <a:pt x="11058" y="3888"/>
                            </a:cubicBezTo>
                            <a:cubicBezTo>
                              <a:pt x="12709" y="3515"/>
                              <a:pt x="14365" y="3176"/>
                              <a:pt x="16022" y="2846"/>
                            </a:cubicBezTo>
                            <a:cubicBezTo>
                              <a:pt x="17499" y="2551"/>
                              <a:pt x="19562" y="2502"/>
                              <a:pt x="20710" y="1456"/>
                            </a:cubicBezTo>
                            <a:cubicBezTo>
                              <a:pt x="21073" y="1122"/>
                              <a:pt x="20913" y="323"/>
                              <a:pt x="20438" y="183"/>
                            </a:cubicBezTo>
                            <a:close/>
                          </a:path>
                        </a:pathLst>
                      </a:custGeom>
                      <a:solidFill>
                        <a:srgbClr val="B7ABAB"/>
                      </a:solidFill>
                      <a:ln w="4839" cap="flat">
                        <a:noFill/>
                        <a:prstDash val="solid"/>
                        <a:miter/>
                      </a:ln>
                    </p:spPr>
                    <p:txBody>
                      <a:bodyPr rtlCol="0" anchor="ctr"/>
                      <a:lstStyle/>
                      <a:p>
                        <a:endParaRPr lang="vi-VN"/>
                      </a:p>
                    </p:txBody>
                  </p:sp>
                  <p:sp>
                    <p:nvSpPr>
                      <p:cNvPr id="730" name="Freeform: Shape 729">
                        <a:extLst>
                          <a:ext uri="{FF2B5EF4-FFF2-40B4-BE49-F238E27FC236}">
                            <a16:creationId xmlns:a16="http://schemas.microsoft.com/office/drawing/2014/main" id="{A512E282-6591-8F07-54E3-1E173D0BF44A}"/>
                          </a:ext>
                        </a:extLst>
                      </p:cNvPr>
                      <p:cNvSpPr/>
                      <p:nvPr/>
                    </p:nvSpPr>
                    <p:spPr>
                      <a:xfrm>
                        <a:off x="2227704" y="5674173"/>
                        <a:ext cx="27553" cy="15046"/>
                      </a:xfrm>
                      <a:custGeom>
                        <a:avLst/>
                        <a:gdLst>
                          <a:gd name="connsiteX0" fmla="*/ 27037 w 27553"/>
                          <a:gd name="connsiteY0" fmla="*/ 13268 h 15046"/>
                          <a:gd name="connsiteX1" fmla="*/ 20441 w 27553"/>
                          <a:gd name="connsiteY1" fmla="*/ 11244 h 15046"/>
                          <a:gd name="connsiteX2" fmla="*/ 14334 w 27553"/>
                          <a:gd name="connsiteY2" fmla="*/ 8333 h 15046"/>
                          <a:gd name="connsiteX3" fmla="*/ 1559 w 27553"/>
                          <a:gd name="connsiteY3" fmla="*/ 178 h 15046"/>
                          <a:gd name="connsiteX4" fmla="*/ 479 w 27553"/>
                          <a:gd name="connsiteY4" fmla="*/ 2052 h 15046"/>
                          <a:gd name="connsiteX5" fmla="*/ 13366 w 27553"/>
                          <a:gd name="connsiteY5" fmla="*/ 10692 h 15046"/>
                          <a:gd name="connsiteX6" fmla="*/ 19889 w 27553"/>
                          <a:gd name="connsiteY6" fmla="*/ 13781 h 15046"/>
                          <a:gd name="connsiteX7" fmla="*/ 26780 w 27553"/>
                          <a:gd name="connsiteY7" fmla="*/ 14939 h 15046"/>
                          <a:gd name="connsiteX8" fmla="*/ 27037 w 27553"/>
                          <a:gd name="connsiteY8" fmla="*/ 13268 h 1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53" h="15046">
                            <a:moveTo>
                              <a:pt x="27037" y="13268"/>
                            </a:moveTo>
                            <a:cubicBezTo>
                              <a:pt x="24892" y="12406"/>
                              <a:pt x="22611" y="12052"/>
                              <a:pt x="20441" y="11244"/>
                            </a:cubicBezTo>
                            <a:cubicBezTo>
                              <a:pt x="18325" y="10454"/>
                              <a:pt x="16296" y="9447"/>
                              <a:pt x="14334" y="8333"/>
                            </a:cubicBezTo>
                            <a:cubicBezTo>
                              <a:pt x="9942" y="5839"/>
                              <a:pt x="5835" y="2856"/>
                              <a:pt x="1559" y="178"/>
                            </a:cubicBezTo>
                            <a:cubicBezTo>
                              <a:pt x="358" y="-573"/>
                              <a:pt x="-621" y="1248"/>
                              <a:pt x="479" y="2052"/>
                            </a:cubicBezTo>
                            <a:cubicBezTo>
                              <a:pt x="4658" y="5098"/>
                              <a:pt x="8867" y="8120"/>
                              <a:pt x="13366" y="10692"/>
                            </a:cubicBezTo>
                            <a:cubicBezTo>
                              <a:pt x="15458" y="11888"/>
                              <a:pt x="17623" y="12958"/>
                              <a:pt x="19889" y="13781"/>
                            </a:cubicBezTo>
                            <a:cubicBezTo>
                              <a:pt x="22097" y="14580"/>
                              <a:pt x="24422" y="15331"/>
                              <a:pt x="26780" y="14939"/>
                            </a:cubicBezTo>
                            <a:cubicBezTo>
                              <a:pt x="27604" y="14798"/>
                              <a:pt x="27890" y="13612"/>
                              <a:pt x="27037" y="13268"/>
                            </a:cubicBezTo>
                            <a:close/>
                          </a:path>
                        </a:pathLst>
                      </a:custGeom>
                      <a:solidFill>
                        <a:srgbClr val="B7ABAB"/>
                      </a:solidFill>
                      <a:ln w="4839" cap="flat">
                        <a:noFill/>
                        <a:prstDash val="solid"/>
                        <a:miter/>
                      </a:ln>
                    </p:spPr>
                    <p:txBody>
                      <a:bodyPr rtlCol="0" anchor="ctr"/>
                      <a:lstStyle/>
                      <a:p>
                        <a:endParaRPr lang="vi-VN"/>
                      </a:p>
                    </p:txBody>
                  </p:sp>
                  <p:sp>
                    <p:nvSpPr>
                      <p:cNvPr id="731" name="Freeform: Shape 730">
                        <a:extLst>
                          <a:ext uri="{FF2B5EF4-FFF2-40B4-BE49-F238E27FC236}">
                            <a16:creationId xmlns:a16="http://schemas.microsoft.com/office/drawing/2014/main" id="{61F8DD05-8CF1-ADEF-88F7-16139B258756}"/>
                          </a:ext>
                        </a:extLst>
                      </p:cNvPr>
                      <p:cNvSpPr/>
                      <p:nvPr/>
                    </p:nvSpPr>
                    <p:spPr>
                      <a:xfrm>
                        <a:off x="2259058" y="5683789"/>
                        <a:ext cx="11383" cy="4264"/>
                      </a:xfrm>
                      <a:custGeom>
                        <a:avLst/>
                        <a:gdLst>
                          <a:gd name="connsiteX0" fmla="*/ 10532 w 11383"/>
                          <a:gd name="connsiteY0" fmla="*/ 184 h 4264"/>
                          <a:gd name="connsiteX1" fmla="*/ 5534 w 11383"/>
                          <a:gd name="connsiteY1" fmla="*/ 586 h 4264"/>
                          <a:gd name="connsiteX2" fmla="*/ 541 w 11383"/>
                          <a:gd name="connsiteY2" fmla="*/ 2209 h 4264"/>
                          <a:gd name="connsiteX3" fmla="*/ 81 w 11383"/>
                          <a:gd name="connsiteY3" fmla="*/ 3574 h 4264"/>
                          <a:gd name="connsiteX4" fmla="*/ 1369 w 11383"/>
                          <a:gd name="connsiteY4" fmla="*/ 4218 h 4264"/>
                          <a:gd name="connsiteX5" fmla="*/ 5936 w 11383"/>
                          <a:gd name="connsiteY5" fmla="*/ 3090 h 4264"/>
                          <a:gd name="connsiteX6" fmla="*/ 10847 w 11383"/>
                          <a:gd name="connsiteY6" fmla="*/ 2238 h 4264"/>
                          <a:gd name="connsiteX7" fmla="*/ 11370 w 11383"/>
                          <a:gd name="connsiteY7" fmla="*/ 1104 h 4264"/>
                          <a:gd name="connsiteX8" fmla="*/ 10532 w 11383"/>
                          <a:gd name="connsiteY8" fmla="*/ 184 h 4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83" h="4264">
                            <a:moveTo>
                              <a:pt x="10532" y="184"/>
                            </a:moveTo>
                            <a:cubicBezTo>
                              <a:pt x="8924" y="-266"/>
                              <a:pt x="7122" y="204"/>
                              <a:pt x="5534" y="586"/>
                            </a:cubicBezTo>
                            <a:cubicBezTo>
                              <a:pt x="3820" y="1003"/>
                              <a:pt x="2173" y="1535"/>
                              <a:pt x="541" y="2209"/>
                            </a:cubicBezTo>
                            <a:cubicBezTo>
                              <a:pt x="42" y="2412"/>
                              <a:pt x="-113" y="3129"/>
                              <a:pt x="81" y="3574"/>
                            </a:cubicBezTo>
                            <a:cubicBezTo>
                              <a:pt x="289" y="4049"/>
                              <a:pt x="841" y="4393"/>
                              <a:pt x="1369" y="4218"/>
                            </a:cubicBezTo>
                            <a:cubicBezTo>
                              <a:pt x="2865" y="3729"/>
                              <a:pt x="4381" y="3342"/>
                              <a:pt x="5936" y="3090"/>
                            </a:cubicBezTo>
                            <a:cubicBezTo>
                              <a:pt x="7573" y="2828"/>
                              <a:pt x="9316" y="2911"/>
                              <a:pt x="10847" y="2238"/>
                            </a:cubicBezTo>
                            <a:cubicBezTo>
                              <a:pt x="11248" y="2063"/>
                              <a:pt x="11437" y="1492"/>
                              <a:pt x="11370" y="1104"/>
                            </a:cubicBezTo>
                            <a:cubicBezTo>
                              <a:pt x="11302" y="649"/>
                              <a:pt x="10982" y="310"/>
                              <a:pt x="10532" y="184"/>
                            </a:cubicBezTo>
                            <a:close/>
                          </a:path>
                        </a:pathLst>
                      </a:custGeom>
                      <a:solidFill>
                        <a:srgbClr val="B7ABAB"/>
                      </a:solidFill>
                      <a:ln w="4839" cap="flat">
                        <a:noFill/>
                        <a:prstDash val="solid"/>
                        <a:miter/>
                      </a:ln>
                    </p:spPr>
                    <p:txBody>
                      <a:bodyPr rtlCol="0" anchor="ctr"/>
                      <a:lstStyle/>
                      <a:p>
                        <a:endParaRPr lang="vi-VN"/>
                      </a:p>
                    </p:txBody>
                  </p:sp>
                  <p:sp>
                    <p:nvSpPr>
                      <p:cNvPr id="732" name="Freeform: Shape 731">
                        <a:extLst>
                          <a:ext uri="{FF2B5EF4-FFF2-40B4-BE49-F238E27FC236}">
                            <a16:creationId xmlns:a16="http://schemas.microsoft.com/office/drawing/2014/main" id="{B0BD5FC6-692B-F612-BBC6-3DC57B05F15F}"/>
                          </a:ext>
                        </a:extLst>
                      </p:cNvPr>
                      <p:cNvSpPr/>
                      <p:nvPr/>
                    </p:nvSpPr>
                    <p:spPr>
                      <a:xfrm>
                        <a:off x="2262946" y="5696491"/>
                        <a:ext cx="25668" cy="15637"/>
                      </a:xfrm>
                      <a:custGeom>
                        <a:avLst/>
                        <a:gdLst>
                          <a:gd name="connsiteX0" fmla="*/ 25293 w 25668"/>
                          <a:gd name="connsiteY0" fmla="*/ 13843 h 15637"/>
                          <a:gd name="connsiteX1" fmla="*/ 19303 w 25668"/>
                          <a:gd name="connsiteY1" fmla="*/ 10675 h 15637"/>
                          <a:gd name="connsiteX2" fmla="*/ 13278 w 25668"/>
                          <a:gd name="connsiteY2" fmla="*/ 7411 h 15637"/>
                          <a:gd name="connsiteX3" fmla="*/ 1525 w 25668"/>
                          <a:gd name="connsiteY3" fmla="*/ 176 h 15637"/>
                          <a:gd name="connsiteX4" fmla="*/ 430 w 25668"/>
                          <a:gd name="connsiteY4" fmla="*/ 1876 h 15637"/>
                          <a:gd name="connsiteX5" fmla="*/ 12237 w 25668"/>
                          <a:gd name="connsiteY5" fmla="*/ 9518 h 15637"/>
                          <a:gd name="connsiteX6" fmla="*/ 18266 w 25668"/>
                          <a:gd name="connsiteY6" fmla="*/ 12796 h 15637"/>
                          <a:gd name="connsiteX7" fmla="*/ 24669 w 25668"/>
                          <a:gd name="connsiteY7" fmla="*/ 15620 h 15637"/>
                          <a:gd name="connsiteX8" fmla="*/ 25293 w 25668"/>
                          <a:gd name="connsiteY8" fmla="*/ 13843 h 15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668" h="15637">
                            <a:moveTo>
                              <a:pt x="25293" y="13843"/>
                            </a:moveTo>
                            <a:cubicBezTo>
                              <a:pt x="23603" y="12467"/>
                              <a:pt x="21235" y="11668"/>
                              <a:pt x="19303" y="10675"/>
                            </a:cubicBezTo>
                            <a:cubicBezTo>
                              <a:pt x="17269" y="9634"/>
                              <a:pt x="15264" y="8544"/>
                              <a:pt x="13278" y="7411"/>
                            </a:cubicBezTo>
                            <a:cubicBezTo>
                              <a:pt x="9288" y="5135"/>
                              <a:pt x="5370" y="2699"/>
                              <a:pt x="1525" y="176"/>
                            </a:cubicBezTo>
                            <a:cubicBezTo>
                              <a:pt x="430" y="-541"/>
                              <a:pt x="-611" y="1115"/>
                              <a:pt x="430" y="1876"/>
                            </a:cubicBezTo>
                            <a:cubicBezTo>
                              <a:pt x="4227" y="4651"/>
                              <a:pt x="8154" y="7184"/>
                              <a:pt x="12237" y="9518"/>
                            </a:cubicBezTo>
                            <a:cubicBezTo>
                              <a:pt x="14223" y="10656"/>
                              <a:pt x="16232" y="11746"/>
                              <a:pt x="18266" y="12796"/>
                            </a:cubicBezTo>
                            <a:cubicBezTo>
                              <a:pt x="20252" y="13818"/>
                              <a:pt x="22455" y="15223"/>
                              <a:pt x="24669" y="15620"/>
                            </a:cubicBezTo>
                            <a:cubicBezTo>
                              <a:pt x="25720" y="15814"/>
                              <a:pt x="25967" y="14390"/>
                              <a:pt x="25293" y="13843"/>
                            </a:cubicBezTo>
                            <a:close/>
                          </a:path>
                        </a:pathLst>
                      </a:custGeom>
                      <a:solidFill>
                        <a:srgbClr val="B7ABAB"/>
                      </a:solidFill>
                      <a:ln w="4839" cap="flat">
                        <a:noFill/>
                        <a:prstDash val="solid"/>
                        <a:miter/>
                      </a:ln>
                    </p:spPr>
                    <p:txBody>
                      <a:bodyPr rtlCol="0" anchor="ctr"/>
                      <a:lstStyle/>
                      <a:p>
                        <a:endParaRPr lang="vi-VN"/>
                      </a:p>
                    </p:txBody>
                  </p:sp>
                  <p:sp>
                    <p:nvSpPr>
                      <p:cNvPr id="733" name="Freeform: Shape 732">
                        <a:extLst>
                          <a:ext uri="{FF2B5EF4-FFF2-40B4-BE49-F238E27FC236}">
                            <a16:creationId xmlns:a16="http://schemas.microsoft.com/office/drawing/2014/main" id="{CE21613E-5623-E53D-03A5-62BCEDB7C9D3}"/>
                          </a:ext>
                        </a:extLst>
                      </p:cNvPr>
                      <p:cNvSpPr/>
                      <p:nvPr/>
                    </p:nvSpPr>
                    <p:spPr>
                      <a:xfrm>
                        <a:off x="2294674" y="5705209"/>
                        <a:ext cx="14122" cy="6192"/>
                      </a:xfrm>
                      <a:custGeom>
                        <a:avLst/>
                        <a:gdLst>
                          <a:gd name="connsiteX0" fmla="*/ 13059 w 14122"/>
                          <a:gd name="connsiteY0" fmla="*/ 0 h 6192"/>
                          <a:gd name="connsiteX1" fmla="*/ 6225 w 14122"/>
                          <a:gd name="connsiteY1" fmla="*/ 1782 h 6192"/>
                          <a:gd name="connsiteX2" fmla="*/ 511 w 14122"/>
                          <a:gd name="connsiteY2" fmla="*/ 4238 h 6192"/>
                          <a:gd name="connsiteX3" fmla="*/ 1198 w 14122"/>
                          <a:gd name="connsiteY3" fmla="*/ 6156 h 6192"/>
                          <a:gd name="connsiteX4" fmla="*/ 7334 w 14122"/>
                          <a:gd name="connsiteY4" fmla="*/ 4126 h 6192"/>
                          <a:gd name="connsiteX5" fmla="*/ 13586 w 14122"/>
                          <a:gd name="connsiteY5" fmla="*/ 2025 h 6192"/>
                          <a:gd name="connsiteX6" fmla="*/ 13059 w 14122"/>
                          <a:gd name="connsiteY6" fmla="*/ 0 h 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22" h="6192">
                            <a:moveTo>
                              <a:pt x="13059" y="0"/>
                            </a:moveTo>
                            <a:cubicBezTo>
                              <a:pt x="10724" y="53"/>
                              <a:pt x="8400" y="998"/>
                              <a:pt x="6225" y="1782"/>
                            </a:cubicBezTo>
                            <a:cubicBezTo>
                              <a:pt x="4298" y="2480"/>
                              <a:pt x="2259" y="3153"/>
                              <a:pt x="511" y="4238"/>
                            </a:cubicBezTo>
                            <a:cubicBezTo>
                              <a:pt x="-429" y="4819"/>
                              <a:pt x="2" y="6456"/>
                              <a:pt x="1198" y="6156"/>
                            </a:cubicBezTo>
                            <a:cubicBezTo>
                              <a:pt x="3286" y="5637"/>
                              <a:pt x="5281" y="4775"/>
                              <a:pt x="7334" y="4126"/>
                            </a:cubicBezTo>
                            <a:cubicBezTo>
                              <a:pt x="9417" y="3463"/>
                              <a:pt x="11630" y="3022"/>
                              <a:pt x="13586" y="2025"/>
                            </a:cubicBezTo>
                            <a:cubicBezTo>
                              <a:pt x="14545" y="1535"/>
                              <a:pt x="14124" y="-24"/>
                              <a:pt x="13059" y="0"/>
                            </a:cubicBezTo>
                            <a:close/>
                          </a:path>
                        </a:pathLst>
                      </a:custGeom>
                      <a:solidFill>
                        <a:srgbClr val="B7ABAB"/>
                      </a:solidFill>
                      <a:ln w="4839" cap="flat">
                        <a:noFill/>
                        <a:prstDash val="solid"/>
                        <a:miter/>
                      </a:ln>
                    </p:spPr>
                    <p:txBody>
                      <a:bodyPr rtlCol="0" anchor="ctr"/>
                      <a:lstStyle/>
                      <a:p>
                        <a:endParaRPr lang="vi-VN"/>
                      </a:p>
                    </p:txBody>
                  </p:sp>
                  <p:sp>
                    <p:nvSpPr>
                      <p:cNvPr id="734" name="Freeform: Shape 733">
                        <a:extLst>
                          <a:ext uri="{FF2B5EF4-FFF2-40B4-BE49-F238E27FC236}">
                            <a16:creationId xmlns:a16="http://schemas.microsoft.com/office/drawing/2014/main" id="{55D6C24B-58B4-C7A8-D42E-0D7376E6EC83}"/>
                          </a:ext>
                        </a:extLst>
                      </p:cNvPr>
                      <p:cNvSpPr/>
                      <p:nvPr/>
                    </p:nvSpPr>
                    <p:spPr>
                      <a:xfrm>
                        <a:off x="2299891" y="5719663"/>
                        <a:ext cx="32019" cy="18315"/>
                      </a:xfrm>
                      <a:custGeom>
                        <a:avLst/>
                        <a:gdLst>
                          <a:gd name="connsiteX0" fmla="*/ 31712 w 32019"/>
                          <a:gd name="connsiteY0" fmla="*/ 16468 h 18315"/>
                          <a:gd name="connsiteX1" fmla="*/ 28128 w 32019"/>
                          <a:gd name="connsiteY1" fmla="*/ 14409 h 18315"/>
                          <a:gd name="connsiteX2" fmla="*/ 24491 w 32019"/>
                          <a:gd name="connsiteY2" fmla="*/ 12463 h 18315"/>
                          <a:gd name="connsiteX3" fmla="*/ 17043 w 32019"/>
                          <a:gd name="connsiteY3" fmla="*/ 7809 h 18315"/>
                          <a:gd name="connsiteX4" fmla="*/ 1386 w 32019"/>
                          <a:gd name="connsiteY4" fmla="*/ 26 h 18315"/>
                          <a:gd name="connsiteX5" fmla="*/ 587 w 32019"/>
                          <a:gd name="connsiteY5" fmla="*/ 2089 h 18315"/>
                          <a:gd name="connsiteX6" fmla="*/ 15784 w 32019"/>
                          <a:gd name="connsiteY6" fmla="*/ 10501 h 18315"/>
                          <a:gd name="connsiteX7" fmla="*/ 23019 w 32019"/>
                          <a:gd name="connsiteY7" fmla="*/ 15000 h 18315"/>
                          <a:gd name="connsiteX8" fmla="*/ 26869 w 32019"/>
                          <a:gd name="connsiteY8" fmla="*/ 17044 h 18315"/>
                          <a:gd name="connsiteX9" fmla="*/ 30932 w 32019"/>
                          <a:gd name="connsiteY9" fmla="*/ 18303 h 18315"/>
                          <a:gd name="connsiteX10" fmla="*/ 31712 w 32019"/>
                          <a:gd name="connsiteY10" fmla="*/ 16468 h 1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19" h="18315">
                            <a:moveTo>
                              <a:pt x="31712" y="16468"/>
                            </a:moveTo>
                            <a:cubicBezTo>
                              <a:pt x="30748" y="15460"/>
                              <a:pt x="29363" y="15015"/>
                              <a:pt x="28128" y="14409"/>
                            </a:cubicBezTo>
                            <a:cubicBezTo>
                              <a:pt x="26893" y="13804"/>
                              <a:pt x="25683" y="13150"/>
                              <a:pt x="24491" y="12463"/>
                            </a:cubicBezTo>
                            <a:cubicBezTo>
                              <a:pt x="21954" y="11000"/>
                              <a:pt x="19503" y="9397"/>
                              <a:pt x="17043" y="7809"/>
                            </a:cubicBezTo>
                            <a:cubicBezTo>
                              <a:pt x="12210" y="4685"/>
                              <a:pt x="7076" y="1280"/>
                              <a:pt x="1386" y="26"/>
                            </a:cubicBezTo>
                            <a:cubicBezTo>
                              <a:pt x="199" y="-236"/>
                              <a:pt x="-605" y="1547"/>
                              <a:pt x="587" y="2089"/>
                            </a:cubicBezTo>
                            <a:cubicBezTo>
                              <a:pt x="5919" y="4511"/>
                              <a:pt x="10859" y="7329"/>
                              <a:pt x="15784" y="10501"/>
                            </a:cubicBezTo>
                            <a:cubicBezTo>
                              <a:pt x="18171" y="12041"/>
                              <a:pt x="20554" y="13591"/>
                              <a:pt x="23019" y="15000"/>
                            </a:cubicBezTo>
                            <a:cubicBezTo>
                              <a:pt x="24278" y="15722"/>
                              <a:pt x="25562" y="16410"/>
                              <a:pt x="26869" y="17044"/>
                            </a:cubicBezTo>
                            <a:cubicBezTo>
                              <a:pt x="28109" y="17640"/>
                              <a:pt x="29518" y="18424"/>
                              <a:pt x="30932" y="18303"/>
                            </a:cubicBezTo>
                            <a:cubicBezTo>
                              <a:pt x="31843" y="18226"/>
                              <a:pt x="32400" y="17184"/>
                              <a:pt x="31712" y="16468"/>
                            </a:cubicBezTo>
                            <a:close/>
                          </a:path>
                        </a:pathLst>
                      </a:custGeom>
                      <a:solidFill>
                        <a:srgbClr val="B7ABAB"/>
                      </a:solidFill>
                      <a:ln w="4839" cap="flat">
                        <a:noFill/>
                        <a:prstDash val="solid"/>
                        <a:miter/>
                      </a:ln>
                    </p:spPr>
                    <p:txBody>
                      <a:bodyPr rtlCol="0" anchor="ctr"/>
                      <a:lstStyle/>
                      <a:p>
                        <a:endParaRPr lang="vi-VN"/>
                      </a:p>
                    </p:txBody>
                  </p:sp>
                  <p:sp>
                    <p:nvSpPr>
                      <p:cNvPr id="735" name="Freeform: Shape 734">
                        <a:extLst>
                          <a:ext uri="{FF2B5EF4-FFF2-40B4-BE49-F238E27FC236}">
                            <a16:creationId xmlns:a16="http://schemas.microsoft.com/office/drawing/2014/main" id="{F3CFB0FA-7E88-9163-2798-FC35AB811CCF}"/>
                          </a:ext>
                        </a:extLst>
                      </p:cNvPr>
                      <p:cNvSpPr/>
                      <p:nvPr/>
                    </p:nvSpPr>
                    <p:spPr>
                      <a:xfrm>
                        <a:off x="2340417" y="5732176"/>
                        <a:ext cx="18417" cy="5853"/>
                      </a:xfrm>
                      <a:custGeom>
                        <a:avLst/>
                        <a:gdLst>
                          <a:gd name="connsiteX0" fmla="*/ 17222 w 18417"/>
                          <a:gd name="connsiteY0" fmla="*/ 13 h 5853"/>
                          <a:gd name="connsiteX1" fmla="*/ 12941 w 18417"/>
                          <a:gd name="connsiteY1" fmla="*/ 808 h 5853"/>
                          <a:gd name="connsiteX2" fmla="*/ 9144 w 18417"/>
                          <a:gd name="connsiteY2" fmla="*/ 1703 h 5853"/>
                          <a:gd name="connsiteX3" fmla="*/ 795 w 18417"/>
                          <a:gd name="connsiteY3" fmla="*/ 3578 h 5853"/>
                          <a:gd name="connsiteX4" fmla="*/ 1212 w 18417"/>
                          <a:gd name="connsiteY4" fmla="*/ 5854 h 5853"/>
                          <a:gd name="connsiteX5" fmla="*/ 9827 w 18417"/>
                          <a:gd name="connsiteY5" fmla="*/ 4721 h 5853"/>
                          <a:gd name="connsiteX6" fmla="*/ 13672 w 18417"/>
                          <a:gd name="connsiteY6" fmla="*/ 3854 h 5853"/>
                          <a:gd name="connsiteX7" fmla="*/ 17924 w 18417"/>
                          <a:gd name="connsiteY7" fmla="*/ 2352 h 5853"/>
                          <a:gd name="connsiteX8" fmla="*/ 17222 w 18417"/>
                          <a:gd name="connsiteY8" fmla="*/ 13 h 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17" h="5853">
                            <a:moveTo>
                              <a:pt x="17222" y="13"/>
                            </a:moveTo>
                            <a:cubicBezTo>
                              <a:pt x="15798" y="-93"/>
                              <a:pt x="14307" y="464"/>
                              <a:pt x="12941" y="808"/>
                            </a:cubicBezTo>
                            <a:cubicBezTo>
                              <a:pt x="11682" y="1127"/>
                              <a:pt x="10413" y="1427"/>
                              <a:pt x="9144" y="1703"/>
                            </a:cubicBezTo>
                            <a:cubicBezTo>
                              <a:pt x="6355" y="2314"/>
                              <a:pt x="3546" y="2822"/>
                              <a:pt x="795" y="3578"/>
                            </a:cubicBezTo>
                            <a:cubicBezTo>
                              <a:pt x="-522" y="3941"/>
                              <a:pt x="-77" y="5873"/>
                              <a:pt x="1212" y="5854"/>
                            </a:cubicBezTo>
                            <a:cubicBezTo>
                              <a:pt x="4112" y="5815"/>
                              <a:pt x="6989" y="5311"/>
                              <a:pt x="9827" y="4721"/>
                            </a:cubicBezTo>
                            <a:cubicBezTo>
                              <a:pt x="11115" y="4454"/>
                              <a:pt x="12394" y="4164"/>
                              <a:pt x="13672" y="3854"/>
                            </a:cubicBezTo>
                            <a:cubicBezTo>
                              <a:pt x="15111" y="3505"/>
                              <a:pt x="16694" y="3210"/>
                              <a:pt x="17924" y="2352"/>
                            </a:cubicBezTo>
                            <a:cubicBezTo>
                              <a:pt x="18883" y="1694"/>
                              <a:pt x="18331" y="96"/>
                              <a:pt x="17222" y="13"/>
                            </a:cubicBezTo>
                            <a:close/>
                          </a:path>
                        </a:pathLst>
                      </a:custGeom>
                      <a:solidFill>
                        <a:srgbClr val="B7ABAB"/>
                      </a:solidFill>
                      <a:ln w="4839" cap="flat">
                        <a:noFill/>
                        <a:prstDash val="solid"/>
                        <a:miter/>
                      </a:ln>
                    </p:spPr>
                    <p:txBody>
                      <a:bodyPr rtlCol="0" anchor="ctr"/>
                      <a:lstStyle/>
                      <a:p>
                        <a:endParaRPr lang="vi-VN"/>
                      </a:p>
                    </p:txBody>
                  </p:sp>
                  <p:sp>
                    <p:nvSpPr>
                      <p:cNvPr id="736" name="Freeform: Shape 735">
                        <a:extLst>
                          <a:ext uri="{FF2B5EF4-FFF2-40B4-BE49-F238E27FC236}">
                            <a16:creationId xmlns:a16="http://schemas.microsoft.com/office/drawing/2014/main" id="{A8C07E5A-7F40-9966-FBC9-874A8B24FFF0}"/>
                          </a:ext>
                        </a:extLst>
                      </p:cNvPr>
                      <p:cNvSpPr/>
                      <p:nvPr/>
                    </p:nvSpPr>
                    <p:spPr>
                      <a:xfrm>
                        <a:off x="2528291" y="5816476"/>
                        <a:ext cx="22322" cy="13396"/>
                      </a:xfrm>
                      <a:custGeom>
                        <a:avLst/>
                        <a:gdLst>
                          <a:gd name="connsiteX0" fmla="*/ 22012 w 22322"/>
                          <a:gd name="connsiteY0" fmla="*/ 11786 h 13396"/>
                          <a:gd name="connsiteX1" fmla="*/ 18918 w 22322"/>
                          <a:gd name="connsiteY1" fmla="*/ 10711 h 13396"/>
                          <a:gd name="connsiteX2" fmla="*/ 16153 w 22322"/>
                          <a:gd name="connsiteY2" fmla="*/ 9553 h 13396"/>
                          <a:gd name="connsiteX3" fmla="*/ 11111 w 22322"/>
                          <a:gd name="connsiteY3" fmla="*/ 6817 h 13396"/>
                          <a:gd name="connsiteX4" fmla="*/ 1546 w 22322"/>
                          <a:gd name="connsiteY4" fmla="*/ 178 h 13396"/>
                          <a:gd name="connsiteX5" fmla="*/ 253 w 22322"/>
                          <a:gd name="connsiteY5" fmla="*/ 1659 h 13396"/>
                          <a:gd name="connsiteX6" fmla="*/ 10506 w 22322"/>
                          <a:gd name="connsiteY6" fmla="*/ 9423 h 13396"/>
                          <a:gd name="connsiteX7" fmla="*/ 16036 w 22322"/>
                          <a:gd name="connsiteY7" fmla="*/ 12294 h 13396"/>
                          <a:gd name="connsiteX8" fmla="*/ 21988 w 22322"/>
                          <a:gd name="connsiteY8" fmla="*/ 12929 h 13396"/>
                          <a:gd name="connsiteX9" fmla="*/ 22012 w 22322"/>
                          <a:gd name="connsiteY9" fmla="*/ 11786 h 1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322" h="13396">
                            <a:moveTo>
                              <a:pt x="22012" y="11786"/>
                            </a:moveTo>
                            <a:cubicBezTo>
                              <a:pt x="21068" y="11214"/>
                              <a:pt x="19940" y="11084"/>
                              <a:pt x="18918" y="10711"/>
                            </a:cubicBezTo>
                            <a:cubicBezTo>
                              <a:pt x="17978" y="10367"/>
                              <a:pt x="17053" y="9984"/>
                              <a:pt x="16153" y="9553"/>
                            </a:cubicBezTo>
                            <a:cubicBezTo>
                              <a:pt x="14428" y="8730"/>
                              <a:pt x="12743" y="7810"/>
                              <a:pt x="11111" y="6817"/>
                            </a:cubicBezTo>
                            <a:cubicBezTo>
                              <a:pt x="7774" y="4793"/>
                              <a:pt x="4689" y="2478"/>
                              <a:pt x="1546" y="178"/>
                            </a:cubicBezTo>
                            <a:cubicBezTo>
                              <a:pt x="646" y="-481"/>
                              <a:pt x="-522" y="846"/>
                              <a:pt x="253" y="1659"/>
                            </a:cubicBezTo>
                            <a:cubicBezTo>
                              <a:pt x="3188" y="4749"/>
                              <a:pt x="6825" y="7297"/>
                              <a:pt x="10506" y="9423"/>
                            </a:cubicBezTo>
                            <a:cubicBezTo>
                              <a:pt x="12302" y="10459"/>
                              <a:pt x="14133" y="11466"/>
                              <a:pt x="16036" y="12294"/>
                            </a:cubicBezTo>
                            <a:cubicBezTo>
                              <a:pt x="17688" y="13011"/>
                              <a:pt x="20303" y="13989"/>
                              <a:pt x="21988" y="12929"/>
                            </a:cubicBezTo>
                            <a:cubicBezTo>
                              <a:pt x="22390" y="12677"/>
                              <a:pt x="22468" y="12062"/>
                              <a:pt x="22012" y="11786"/>
                            </a:cubicBezTo>
                            <a:close/>
                          </a:path>
                        </a:pathLst>
                      </a:custGeom>
                      <a:solidFill>
                        <a:srgbClr val="B7ABAB"/>
                      </a:solidFill>
                      <a:ln w="4839" cap="flat">
                        <a:noFill/>
                        <a:prstDash val="solid"/>
                        <a:miter/>
                      </a:ln>
                    </p:spPr>
                    <p:txBody>
                      <a:bodyPr rtlCol="0" anchor="ctr"/>
                      <a:lstStyle/>
                      <a:p>
                        <a:endParaRPr lang="vi-VN"/>
                      </a:p>
                    </p:txBody>
                  </p:sp>
                </p:grpSp>
                <p:grpSp>
                  <p:nvGrpSpPr>
                    <p:cNvPr id="681" name="Graphic 1991">
                      <a:extLst>
                        <a:ext uri="{FF2B5EF4-FFF2-40B4-BE49-F238E27FC236}">
                          <a16:creationId xmlns:a16="http://schemas.microsoft.com/office/drawing/2014/main" id="{2FD75323-FA03-BB3D-E611-18509673A5D7}"/>
                        </a:ext>
                      </a:extLst>
                    </p:cNvPr>
                    <p:cNvGrpSpPr/>
                    <p:nvPr/>
                  </p:nvGrpSpPr>
                  <p:grpSpPr>
                    <a:xfrm>
                      <a:off x="1492539" y="4494378"/>
                      <a:ext cx="672439" cy="1340392"/>
                      <a:chOff x="1492539" y="4494378"/>
                      <a:chExt cx="672439" cy="1340392"/>
                    </a:xfrm>
                  </p:grpSpPr>
                  <p:sp>
                    <p:nvSpPr>
                      <p:cNvPr id="682" name="Freeform: Shape 681">
                        <a:extLst>
                          <a:ext uri="{FF2B5EF4-FFF2-40B4-BE49-F238E27FC236}">
                            <a16:creationId xmlns:a16="http://schemas.microsoft.com/office/drawing/2014/main" id="{AFEFC89C-E17D-DFDE-BFD6-80B78784F13E}"/>
                          </a:ext>
                        </a:extLst>
                      </p:cNvPr>
                      <p:cNvSpPr/>
                      <p:nvPr/>
                    </p:nvSpPr>
                    <p:spPr>
                      <a:xfrm>
                        <a:off x="1492539" y="5453836"/>
                        <a:ext cx="510929" cy="380172"/>
                      </a:xfrm>
                      <a:custGeom>
                        <a:avLst/>
                        <a:gdLst>
                          <a:gd name="connsiteX0" fmla="*/ 510929 w 510929"/>
                          <a:gd name="connsiteY0" fmla="*/ 223077 h 380172"/>
                          <a:gd name="connsiteX1" fmla="*/ 397673 w 510929"/>
                          <a:gd name="connsiteY1" fmla="*/ 140006 h 380172"/>
                          <a:gd name="connsiteX2" fmla="*/ 278606 w 510929"/>
                          <a:gd name="connsiteY2" fmla="*/ 7282 h 380172"/>
                          <a:gd name="connsiteX3" fmla="*/ 262803 w 510929"/>
                          <a:gd name="connsiteY3" fmla="*/ 429 h 380172"/>
                          <a:gd name="connsiteX4" fmla="*/ 258081 w 510929"/>
                          <a:gd name="connsiteY4" fmla="*/ 1620 h 380172"/>
                          <a:gd name="connsiteX5" fmla="*/ 241369 w 510929"/>
                          <a:gd name="connsiteY5" fmla="*/ 40649 h 380172"/>
                          <a:gd name="connsiteX6" fmla="*/ 265801 w 510929"/>
                          <a:gd name="connsiteY6" fmla="*/ 112038 h 380172"/>
                          <a:gd name="connsiteX7" fmla="*/ 962 w 510929"/>
                          <a:gd name="connsiteY7" fmla="*/ 200281 h 380172"/>
                          <a:gd name="connsiteX8" fmla="*/ 151368 w 510929"/>
                          <a:gd name="connsiteY8" fmla="*/ 380132 h 380172"/>
                          <a:gd name="connsiteX9" fmla="*/ 510929 w 510929"/>
                          <a:gd name="connsiteY9" fmla="*/ 223077 h 380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29" h="380172">
                            <a:moveTo>
                              <a:pt x="510929" y="223077"/>
                            </a:moveTo>
                            <a:cubicBezTo>
                              <a:pt x="501210" y="213357"/>
                              <a:pt x="420619" y="161393"/>
                              <a:pt x="397673" y="140006"/>
                            </a:cubicBezTo>
                            <a:cubicBezTo>
                              <a:pt x="315562" y="63469"/>
                              <a:pt x="287802" y="23849"/>
                              <a:pt x="278606" y="7282"/>
                            </a:cubicBezTo>
                            <a:cubicBezTo>
                              <a:pt x="275492" y="1674"/>
                              <a:pt x="269026" y="-1135"/>
                              <a:pt x="262803" y="429"/>
                            </a:cubicBezTo>
                            <a:lnTo>
                              <a:pt x="258081" y="1620"/>
                            </a:lnTo>
                            <a:cubicBezTo>
                              <a:pt x="240991" y="5926"/>
                              <a:pt x="232719" y="25293"/>
                              <a:pt x="241369" y="40649"/>
                            </a:cubicBezTo>
                            <a:cubicBezTo>
                              <a:pt x="258508" y="71077"/>
                              <a:pt x="279889" y="113293"/>
                              <a:pt x="265801" y="112038"/>
                            </a:cubicBezTo>
                            <a:cubicBezTo>
                              <a:pt x="261893" y="111690"/>
                              <a:pt x="-18438" y="117438"/>
                              <a:pt x="962" y="200281"/>
                            </a:cubicBezTo>
                            <a:cubicBezTo>
                              <a:pt x="20363" y="283128"/>
                              <a:pt x="95990" y="382476"/>
                              <a:pt x="151368" y="380132"/>
                            </a:cubicBezTo>
                            <a:cubicBezTo>
                              <a:pt x="206742" y="377783"/>
                              <a:pt x="510929" y="223077"/>
                              <a:pt x="510929" y="223077"/>
                            </a:cubicBezTo>
                          </a:path>
                        </a:pathLst>
                      </a:custGeom>
                      <a:solidFill>
                        <a:srgbClr val="EAB071">
                          <a:alpha val="40000"/>
                        </a:srgbClr>
                      </a:solidFill>
                      <a:ln w="4839" cap="flat">
                        <a:noFill/>
                        <a:prstDash val="solid"/>
                        <a:miter/>
                      </a:ln>
                    </p:spPr>
                    <p:txBody>
                      <a:bodyPr rtlCol="0" anchor="ctr"/>
                      <a:lstStyle/>
                      <a:p>
                        <a:endParaRPr lang="vi-VN"/>
                      </a:p>
                    </p:txBody>
                  </p:sp>
                  <p:grpSp>
                    <p:nvGrpSpPr>
                      <p:cNvPr id="683" name="Graphic 1991">
                        <a:extLst>
                          <a:ext uri="{FF2B5EF4-FFF2-40B4-BE49-F238E27FC236}">
                            <a16:creationId xmlns:a16="http://schemas.microsoft.com/office/drawing/2014/main" id="{B62E94A4-9420-60D6-F497-1EB83648B423}"/>
                          </a:ext>
                        </a:extLst>
                      </p:cNvPr>
                      <p:cNvGrpSpPr/>
                      <p:nvPr/>
                    </p:nvGrpSpPr>
                    <p:grpSpPr>
                      <a:xfrm>
                        <a:off x="1570859" y="4494378"/>
                        <a:ext cx="594119" cy="1340392"/>
                        <a:chOff x="1570859" y="4494378"/>
                        <a:chExt cx="594119" cy="1340392"/>
                      </a:xfrm>
                    </p:grpSpPr>
                    <p:grpSp>
                      <p:nvGrpSpPr>
                        <p:cNvPr id="684" name="Graphic 1991">
                          <a:extLst>
                            <a:ext uri="{FF2B5EF4-FFF2-40B4-BE49-F238E27FC236}">
                              <a16:creationId xmlns:a16="http://schemas.microsoft.com/office/drawing/2014/main" id="{2A4DEADF-CA54-110C-0FB3-251061CD9031}"/>
                            </a:ext>
                          </a:extLst>
                        </p:cNvPr>
                        <p:cNvGrpSpPr/>
                        <p:nvPr/>
                      </p:nvGrpSpPr>
                      <p:grpSpPr>
                        <a:xfrm>
                          <a:off x="1736377" y="4494378"/>
                          <a:ext cx="428600" cy="1202959"/>
                          <a:chOff x="1736377" y="4494378"/>
                          <a:chExt cx="428600" cy="1202959"/>
                        </a:xfrm>
                      </p:grpSpPr>
                      <p:sp>
                        <p:nvSpPr>
                          <p:cNvPr id="689" name="Freeform: Shape 688">
                            <a:extLst>
                              <a:ext uri="{FF2B5EF4-FFF2-40B4-BE49-F238E27FC236}">
                                <a16:creationId xmlns:a16="http://schemas.microsoft.com/office/drawing/2014/main" id="{C009B834-6933-6061-8011-D7948CD8AA6B}"/>
                              </a:ext>
                            </a:extLst>
                          </p:cNvPr>
                          <p:cNvSpPr/>
                          <p:nvPr/>
                        </p:nvSpPr>
                        <p:spPr>
                          <a:xfrm>
                            <a:off x="1942491" y="4494378"/>
                            <a:ext cx="222486" cy="1202864"/>
                          </a:xfrm>
                          <a:custGeom>
                            <a:avLst/>
                            <a:gdLst>
                              <a:gd name="connsiteX0" fmla="*/ 0 w 222486"/>
                              <a:gd name="connsiteY0" fmla="*/ 0 h 1202864"/>
                              <a:gd name="connsiteX1" fmla="*/ 43891 w 222486"/>
                              <a:gd name="connsiteY1" fmla="*/ 0 h 1202864"/>
                              <a:gd name="connsiteX2" fmla="*/ 83831 w 222486"/>
                              <a:gd name="connsiteY2" fmla="*/ 35295 h 1202864"/>
                              <a:gd name="connsiteX3" fmla="*/ 222333 w 222486"/>
                              <a:gd name="connsiteY3" fmla="*/ 1151956 h 1202864"/>
                              <a:gd name="connsiteX4" fmla="*/ 153365 w 222486"/>
                              <a:gd name="connsiteY4" fmla="*/ 1202865 h 1202864"/>
                              <a:gd name="connsiteX5" fmla="*/ 0 w 222486"/>
                              <a:gd name="connsiteY5" fmla="*/ 0 h 120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486" h="1202864">
                                <a:moveTo>
                                  <a:pt x="0" y="0"/>
                                </a:moveTo>
                                <a:lnTo>
                                  <a:pt x="43891" y="0"/>
                                </a:lnTo>
                                <a:cubicBezTo>
                                  <a:pt x="64202" y="0"/>
                                  <a:pt x="81332" y="15134"/>
                                  <a:pt x="83831" y="35295"/>
                                </a:cubicBezTo>
                                <a:lnTo>
                                  <a:pt x="222333" y="1151956"/>
                                </a:lnTo>
                                <a:cubicBezTo>
                                  <a:pt x="226275" y="1189871"/>
                                  <a:pt x="153365" y="1202865"/>
                                  <a:pt x="153365" y="1202865"/>
                                </a:cubicBezTo>
                                <a:cubicBezTo>
                                  <a:pt x="111697" y="957862"/>
                                  <a:pt x="55989" y="481229"/>
                                  <a:pt x="0" y="0"/>
                                </a:cubicBezTo>
                                <a:close/>
                              </a:path>
                            </a:pathLst>
                          </a:custGeom>
                          <a:solidFill>
                            <a:srgbClr val="EAEAEA"/>
                          </a:solidFill>
                          <a:ln w="4839" cap="flat">
                            <a:noFill/>
                            <a:prstDash val="solid"/>
                            <a:miter/>
                          </a:ln>
                        </p:spPr>
                        <p:txBody>
                          <a:bodyPr rtlCol="0" anchor="ctr"/>
                          <a:lstStyle/>
                          <a:p>
                            <a:endParaRPr lang="vi-VN"/>
                          </a:p>
                        </p:txBody>
                      </p:sp>
                      <p:sp>
                        <p:nvSpPr>
                          <p:cNvPr id="690" name="Freeform: Shape 689">
                            <a:extLst>
                              <a:ext uri="{FF2B5EF4-FFF2-40B4-BE49-F238E27FC236}">
                                <a16:creationId xmlns:a16="http://schemas.microsoft.com/office/drawing/2014/main" id="{236E0A00-FD6F-B85E-1A13-89242588B2BE}"/>
                              </a:ext>
                            </a:extLst>
                          </p:cNvPr>
                          <p:cNvSpPr/>
                          <p:nvPr/>
                        </p:nvSpPr>
                        <p:spPr>
                          <a:xfrm>
                            <a:off x="1736377" y="4494378"/>
                            <a:ext cx="359482" cy="1202959"/>
                          </a:xfrm>
                          <a:custGeom>
                            <a:avLst/>
                            <a:gdLst>
                              <a:gd name="connsiteX0" fmla="*/ 206114 w 359482"/>
                              <a:gd name="connsiteY0" fmla="*/ 0 h 1202959"/>
                              <a:gd name="connsiteX1" fmla="*/ 359474 w 359482"/>
                              <a:gd name="connsiteY1" fmla="*/ 1202860 h 1202959"/>
                              <a:gd name="connsiteX2" fmla="*/ 69384 w 359482"/>
                              <a:gd name="connsiteY2" fmla="*/ 981132 h 1202959"/>
                              <a:gd name="connsiteX3" fmla="*/ 10257 w 359482"/>
                              <a:gd name="connsiteY3" fmla="*/ 583874 h 1202959"/>
                              <a:gd name="connsiteX4" fmla="*/ 1017 w 359482"/>
                              <a:gd name="connsiteY4" fmla="*/ 254983 h 1202959"/>
                              <a:gd name="connsiteX5" fmla="*/ 206114 w 359482"/>
                              <a:gd name="connsiteY5" fmla="*/ 0 h 1202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482" h="1202959">
                                <a:moveTo>
                                  <a:pt x="206114" y="0"/>
                                </a:moveTo>
                                <a:cubicBezTo>
                                  <a:pt x="206114" y="0"/>
                                  <a:pt x="357624" y="1197315"/>
                                  <a:pt x="359474" y="1202860"/>
                                </a:cubicBezTo>
                                <a:cubicBezTo>
                                  <a:pt x="361324" y="1208405"/>
                                  <a:pt x="69384" y="981132"/>
                                  <a:pt x="69384" y="981132"/>
                                </a:cubicBezTo>
                                <a:cubicBezTo>
                                  <a:pt x="69384" y="981132"/>
                                  <a:pt x="25038" y="833317"/>
                                  <a:pt x="10257" y="583874"/>
                                </a:cubicBezTo>
                                <a:cubicBezTo>
                                  <a:pt x="-4523" y="334431"/>
                                  <a:pt x="1017" y="254983"/>
                                  <a:pt x="1017" y="254983"/>
                                </a:cubicBezTo>
                                <a:lnTo>
                                  <a:pt x="206114" y="0"/>
                                </a:lnTo>
                                <a:close/>
                              </a:path>
                            </a:pathLst>
                          </a:custGeom>
                          <a:solidFill>
                            <a:srgbClr val="D8D6D6"/>
                          </a:solidFill>
                          <a:ln w="4839" cap="flat">
                            <a:noFill/>
                            <a:prstDash val="solid"/>
                            <a:miter/>
                          </a:ln>
                        </p:spPr>
                        <p:txBody>
                          <a:bodyPr rtlCol="0" anchor="ctr"/>
                          <a:lstStyle/>
                          <a:p>
                            <a:endParaRPr lang="vi-VN"/>
                          </a:p>
                        </p:txBody>
                      </p:sp>
                      <p:sp>
                        <p:nvSpPr>
                          <p:cNvPr id="691" name="Freeform: Shape 690">
                            <a:extLst>
                              <a:ext uri="{FF2B5EF4-FFF2-40B4-BE49-F238E27FC236}">
                                <a16:creationId xmlns:a16="http://schemas.microsoft.com/office/drawing/2014/main" id="{AB8ACCE2-B47E-64AB-C0DC-0BEE1350869D}"/>
                              </a:ext>
                            </a:extLst>
                          </p:cNvPr>
                          <p:cNvSpPr/>
                          <p:nvPr/>
                        </p:nvSpPr>
                        <p:spPr>
                          <a:xfrm>
                            <a:off x="1769425" y="4648353"/>
                            <a:ext cx="87457" cy="114558"/>
                          </a:xfrm>
                          <a:custGeom>
                            <a:avLst/>
                            <a:gdLst>
                              <a:gd name="connsiteX0" fmla="*/ 87458 w 87457"/>
                              <a:gd name="connsiteY0" fmla="*/ 0 h 114558"/>
                              <a:gd name="connsiteX1" fmla="*/ 87458 w 87457"/>
                              <a:gd name="connsiteY1" fmla="*/ 24636 h 114558"/>
                              <a:gd name="connsiteX2" fmla="*/ 0 w 87457"/>
                              <a:gd name="connsiteY2" fmla="*/ 114559 h 114558"/>
                              <a:gd name="connsiteX3" fmla="*/ 0 w 87457"/>
                              <a:gd name="connsiteY3" fmla="*/ 99778 h 114558"/>
                            </a:gdLst>
                            <a:ahLst/>
                            <a:cxnLst>
                              <a:cxn ang="0">
                                <a:pos x="connsiteX0" y="connsiteY0"/>
                              </a:cxn>
                              <a:cxn ang="0">
                                <a:pos x="connsiteX1" y="connsiteY1"/>
                              </a:cxn>
                              <a:cxn ang="0">
                                <a:pos x="connsiteX2" y="connsiteY2"/>
                              </a:cxn>
                              <a:cxn ang="0">
                                <a:pos x="connsiteX3" y="connsiteY3"/>
                              </a:cxn>
                            </a:cxnLst>
                            <a:rect l="l" t="t" r="r" b="b"/>
                            <a:pathLst>
                              <a:path w="87457" h="114558">
                                <a:moveTo>
                                  <a:pt x="87458" y="0"/>
                                </a:moveTo>
                                <a:lnTo>
                                  <a:pt x="87458" y="24636"/>
                                </a:lnTo>
                                <a:lnTo>
                                  <a:pt x="0" y="114559"/>
                                </a:lnTo>
                                <a:lnTo>
                                  <a:pt x="0" y="99778"/>
                                </a:lnTo>
                                <a:close/>
                              </a:path>
                            </a:pathLst>
                          </a:custGeom>
                          <a:solidFill>
                            <a:srgbClr val="7F7A7A"/>
                          </a:solidFill>
                          <a:ln w="4839" cap="flat">
                            <a:noFill/>
                            <a:prstDash val="solid"/>
                            <a:miter/>
                          </a:ln>
                        </p:spPr>
                        <p:txBody>
                          <a:bodyPr rtlCol="0" anchor="ctr"/>
                          <a:lstStyle/>
                          <a:p>
                            <a:endParaRPr lang="vi-VN"/>
                          </a:p>
                        </p:txBody>
                      </p:sp>
                      <p:sp>
                        <p:nvSpPr>
                          <p:cNvPr id="692" name="Freeform: Shape 691">
                            <a:extLst>
                              <a:ext uri="{FF2B5EF4-FFF2-40B4-BE49-F238E27FC236}">
                                <a16:creationId xmlns:a16="http://schemas.microsoft.com/office/drawing/2014/main" id="{21926FEC-3D25-7A07-051E-C9444CCFE56B}"/>
                              </a:ext>
                            </a:extLst>
                          </p:cNvPr>
                          <p:cNvSpPr/>
                          <p:nvPr/>
                        </p:nvSpPr>
                        <p:spPr>
                          <a:xfrm>
                            <a:off x="1736377" y="4746742"/>
                            <a:ext cx="359473" cy="950496"/>
                          </a:xfrm>
                          <a:custGeom>
                            <a:avLst/>
                            <a:gdLst>
                              <a:gd name="connsiteX0" fmla="*/ 10257 w 359473"/>
                              <a:gd name="connsiteY0" fmla="*/ 328896 h 950496"/>
                              <a:gd name="connsiteX1" fmla="*/ 69384 w 359473"/>
                              <a:gd name="connsiteY1" fmla="*/ 726154 h 950496"/>
                              <a:gd name="connsiteX2" fmla="*/ 338335 w 359473"/>
                              <a:gd name="connsiteY2" fmla="*/ 933159 h 950496"/>
                              <a:gd name="connsiteX3" fmla="*/ 359474 w 359473"/>
                              <a:gd name="connsiteY3" fmla="*/ 950496 h 950496"/>
                              <a:gd name="connsiteX4" fmla="*/ 357450 w 359473"/>
                              <a:gd name="connsiteY4" fmla="*/ 933464 h 950496"/>
                              <a:gd name="connsiteX5" fmla="*/ 1017 w 359473"/>
                              <a:gd name="connsiteY5" fmla="*/ 0 h 950496"/>
                              <a:gd name="connsiteX6" fmla="*/ 10257 w 359473"/>
                              <a:gd name="connsiteY6" fmla="*/ 328896 h 95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9473" h="950496">
                                <a:moveTo>
                                  <a:pt x="10257" y="328896"/>
                                </a:moveTo>
                                <a:cubicBezTo>
                                  <a:pt x="25038" y="578339"/>
                                  <a:pt x="69384" y="726154"/>
                                  <a:pt x="69384" y="726154"/>
                                </a:cubicBezTo>
                                <a:cubicBezTo>
                                  <a:pt x="69384" y="726154"/>
                                  <a:pt x="271551" y="883538"/>
                                  <a:pt x="338335" y="933159"/>
                                </a:cubicBezTo>
                                <a:lnTo>
                                  <a:pt x="359474" y="950496"/>
                                </a:lnTo>
                                <a:cubicBezTo>
                                  <a:pt x="359343" y="949537"/>
                                  <a:pt x="357590" y="934544"/>
                                  <a:pt x="357450" y="933464"/>
                                </a:cubicBezTo>
                                <a:cubicBezTo>
                                  <a:pt x="8407" y="364438"/>
                                  <a:pt x="1017" y="0"/>
                                  <a:pt x="1017" y="0"/>
                                </a:cubicBezTo>
                                <a:cubicBezTo>
                                  <a:pt x="1017" y="0"/>
                                  <a:pt x="-4523" y="79453"/>
                                  <a:pt x="10257" y="328896"/>
                                </a:cubicBezTo>
                                <a:close/>
                              </a:path>
                            </a:pathLst>
                          </a:custGeom>
                          <a:solidFill>
                            <a:srgbClr val="D8D6D6">
                              <a:alpha val="47000"/>
                            </a:srgbClr>
                          </a:solidFill>
                          <a:ln w="4839" cap="flat">
                            <a:noFill/>
                            <a:prstDash val="solid"/>
                            <a:miter/>
                          </a:ln>
                        </p:spPr>
                        <p:txBody>
                          <a:bodyPr rtlCol="0" anchor="ctr"/>
                          <a:lstStyle/>
                          <a:p>
                            <a:endParaRPr lang="vi-VN"/>
                          </a:p>
                        </p:txBody>
                      </p:sp>
                    </p:grpSp>
                    <p:grpSp>
                      <p:nvGrpSpPr>
                        <p:cNvPr id="685" name="Graphic 1991">
                          <a:extLst>
                            <a:ext uri="{FF2B5EF4-FFF2-40B4-BE49-F238E27FC236}">
                              <a16:creationId xmlns:a16="http://schemas.microsoft.com/office/drawing/2014/main" id="{30CE5885-66BF-0BF6-B332-CC40289BE4B2}"/>
                            </a:ext>
                          </a:extLst>
                        </p:cNvPr>
                        <p:cNvGrpSpPr/>
                        <p:nvPr/>
                      </p:nvGrpSpPr>
                      <p:grpSpPr>
                        <a:xfrm>
                          <a:off x="1570859" y="5133857"/>
                          <a:ext cx="541622" cy="700913"/>
                          <a:chOff x="1570859" y="5133857"/>
                          <a:chExt cx="541622" cy="700913"/>
                        </a:xfrm>
                      </p:grpSpPr>
                      <p:sp>
                        <p:nvSpPr>
                          <p:cNvPr id="686" name="Freeform: Shape 685">
                            <a:extLst>
                              <a:ext uri="{FF2B5EF4-FFF2-40B4-BE49-F238E27FC236}">
                                <a16:creationId xmlns:a16="http://schemas.microsoft.com/office/drawing/2014/main" id="{002C4C89-7ADD-275F-E1FF-B17AC68D2A7D}"/>
                              </a:ext>
                            </a:extLst>
                          </p:cNvPr>
                          <p:cNvSpPr/>
                          <p:nvPr/>
                        </p:nvSpPr>
                        <p:spPr>
                          <a:xfrm>
                            <a:off x="1625559" y="5676912"/>
                            <a:ext cx="486922" cy="149497"/>
                          </a:xfrm>
                          <a:custGeom>
                            <a:avLst/>
                            <a:gdLst>
                              <a:gd name="connsiteX0" fmla="*/ 486923 w 486922"/>
                              <a:gd name="connsiteY0" fmla="*/ 79453 h 149497"/>
                              <a:gd name="connsiteX1" fmla="*/ 377909 w 486922"/>
                              <a:gd name="connsiteY1" fmla="*/ 0 h 149497"/>
                              <a:gd name="connsiteX2" fmla="*/ 19820 w 486922"/>
                              <a:gd name="connsiteY2" fmla="*/ 50439 h 149497"/>
                              <a:gd name="connsiteX3" fmla="*/ 976 w 486922"/>
                              <a:gd name="connsiteY3" fmla="*/ 86228 h 149497"/>
                              <a:gd name="connsiteX4" fmla="*/ 35467 w 486922"/>
                              <a:gd name="connsiteY4" fmla="*/ 149050 h 149497"/>
                              <a:gd name="connsiteX5" fmla="*/ 354503 w 486922"/>
                              <a:gd name="connsiteY5" fmla="*/ 108399 h 149497"/>
                              <a:gd name="connsiteX6" fmla="*/ 470302 w 486922"/>
                              <a:gd name="connsiteY6" fmla="*/ 95211 h 149497"/>
                              <a:gd name="connsiteX7" fmla="*/ 486923 w 486922"/>
                              <a:gd name="connsiteY7" fmla="*/ 79453 h 149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6922" h="149497">
                                <a:moveTo>
                                  <a:pt x="486923" y="79453"/>
                                </a:moveTo>
                                <a:lnTo>
                                  <a:pt x="377909" y="0"/>
                                </a:lnTo>
                                <a:cubicBezTo>
                                  <a:pt x="377909" y="0"/>
                                  <a:pt x="16207" y="85298"/>
                                  <a:pt x="19820" y="50439"/>
                                </a:cubicBezTo>
                                <a:cubicBezTo>
                                  <a:pt x="19820" y="50439"/>
                                  <a:pt x="-5184" y="64052"/>
                                  <a:pt x="976" y="86228"/>
                                </a:cubicBezTo>
                                <a:cubicBezTo>
                                  <a:pt x="7137" y="108399"/>
                                  <a:pt x="12299" y="154527"/>
                                  <a:pt x="35467" y="149050"/>
                                </a:cubicBezTo>
                                <a:cubicBezTo>
                                  <a:pt x="58636" y="143573"/>
                                  <a:pt x="354503" y="113329"/>
                                  <a:pt x="354503" y="108399"/>
                                </a:cubicBezTo>
                                <a:cubicBezTo>
                                  <a:pt x="354503" y="103468"/>
                                  <a:pt x="470302" y="95211"/>
                                  <a:pt x="470302" y="95211"/>
                                </a:cubicBezTo>
                                <a:lnTo>
                                  <a:pt x="486923" y="79453"/>
                                </a:lnTo>
                                <a:close/>
                              </a:path>
                            </a:pathLst>
                          </a:custGeom>
                          <a:solidFill>
                            <a:srgbClr val="D8D6D6"/>
                          </a:solidFill>
                          <a:ln w="4839" cap="flat">
                            <a:noFill/>
                            <a:prstDash val="solid"/>
                            <a:miter/>
                          </a:ln>
                        </p:spPr>
                        <p:txBody>
                          <a:bodyPr rtlCol="0" anchor="ctr"/>
                          <a:lstStyle/>
                          <a:p>
                            <a:endParaRPr lang="vi-VN"/>
                          </a:p>
                        </p:txBody>
                      </p:sp>
                      <p:sp>
                        <p:nvSpPr>
                          <p:cNvPr id="687" name="Freeform: Shape 686">
                            <a:extLst>
                              <a:ext uri="{FF2B5EF4-FFF2-40B4-BE49-F238E27FC236}">
                                <a16:creationId xmlns:a16="http://schemas.microsoft.com/office/drawing/2014/main" id="{32B78D2E-7383-4661-79F6-D84AA962AA93}"/>
                              </a:ext>
                            </a:extLst>
                          </p:cNvPr>
                          <p:cNvSpPr/>
                          <p:nvPr/>
                        </p:nvSpPr>
                        <p:spPr>
                          <a:xfrm>
                            <a:off x="1625559" y="5727351"/>
                            <a:ext cx="104716" cy="99059"/>
                          </a:xfrm>
                          <a:custGeom>
                            <a:avLst/>
                            <a:gdLst>
                              <a:gd name="connsiteX0" fmla="*/ 19820 w 104716"/>
                              <a:gd name="connsiteY0" fmla="*/ 0 h 99059"/>
                              <a:gd name="connsiteX1" fmla="*/ 976 w 104716"/>
                              <a:gd name="connsiteY1" fmla="*/ 35789 h 99059"/>
                              <a:gd name="connsiteX2" fmla="*/ 35467 w 104716"/>
                              <a:gd name="connsiteY2" fmla="*/ 98611 h 99059"/>
                              <a:gd name="connsiteX3" fmla="*/ 52534 w 104716"/>
                              <a:gd name="connsiteY3" fmla="*/ 95933 h 99059"/>
                              <a:gd name="connsiteX4" fmla="*/ 52703 w 104716"/>
                              <a:gd name="connsiteY4" fmla="*/ 93434 h 99059"/>
                              <a:gd name="connsiteX5" fmla="*/ 104716 w 104716"/>
                              <a:gd name="connsiteY5" fmla="*/ 3279 h 99059"/>
                              <a:gd name="connsiteX6" fmla="*/ 104716 w 104716"/>
                              <a:gd name="connsiteY6" fmla="*/ 3279 h 99059"/>
                              <a:gd name="connsiteX7" fmla="*/ 19820 w 104716"/>
                              <a:gd name="connsiteY7" fmla="*/ 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16" h="99059">
                                <a:moveTo>
                                  <a:pt x="19820" y="0"/>
                                </a:moveTo>
                                <a:cubicBezTo>
                                  <a:pt x="19820" y="0"/>
                                  <a:pt x="-5184" y="13613"/>
                                  <a:pt x="976" y="35789"/>
                                </a:cubicBezTo>
                                <a:cubicBezTo>
                                  <a:pt x="7137" y="57965"/>
                                  <a:pt x="12299" y="104088"/>
                                  <a:pt x="35467" y="98611"/>
                                </a:cubicBezTo>
                                <a:cubicBezTo>
                                  <a:pt x="38044" y="98001"/>
                                  <a:pt x="44001" y="97086"/>
                                  <a:pt x="52534" y="95933"/>
                                </a:cubicBezTo>
                                <a:lnTo>
                                  <a:pt x="52703" y="93434"/>
                                </a:lnTo>
                                <a:cubicBezTo>
                                  <a:pt x="45323" y="93681"/>
                                  <a:pt x="26150" y="28670"/>
                                  <a:pt x="104716" y="3279"/>
                                </a:cubicBezTo>
                                <a:lnTo>
                                  <a:pt x="104716" y="3279"/>
                                </a:lnTo>
                                <a:cubicBezTo>
                                  <a:pt x="54912" y="9996"/>
                                  <a:pt x="18663" y="11148"/>
                                  <a:pt x="19820" y="0"/>
                                </a:cubicBezTo>
                                <a:close/>
                              </a:path>
                            </a:pathLst>
                          </a:custGeom>
                          <a:solidFill>
                            <a:srgbClr val="D8D6D6">
                              <a:alpha val="47000"/>
                            </a:srgbClr>
                          </a:solidFill>
                          <a:ln w="4839" cap="flat">
                            <a:noFill/>
                            <a:prstDash val="solid"/>
                            <a:miter/>
                          </a:ln>
                        </p:spPr>
                        <p:txBody>
                          <a:bodyPr rtlCol="0" anchor="ctr"/>
                          <a:lstStyle/>
                          <a:p>
                            <a:endParaRPr lang="vi-VN"/>
                          </a:p>
                        </p:txBody>
                      </p:sp>
                      <p:sp>
                        <p:nvSpPr>
                          <p:cNvPr id="688" name="Freeform: Shape 687">
                            <a:extLst>
                              <a:ext uri="{FF2B5EF4-FFF2-40B4-BE49-F238E27FC236}">
                                <a16:creationId xmlns:a16="http://schemas.microsoft.com/office/drawing/2014/main" id="{B5968CC8-3282-F41A-7196-2869862EFD5D}"/>
                              </a:ext>
                            </a:extLst>
                          </p:cNvPr>
                          <p:cNvSpPr/>
                          <p:nvPr/>
                        </p:nvSpPr>
                        <p:spPr>
                          <a:xfrm>
                            <a:off x="1570859" y="5133857"/>
                            <a:ext cx="541622" cy="700913"/>
                          </a:xfrm>
                          <a:custGeom>
                            <a:avLst/>
                            <a:gdLst>
                              <a:gd name="connsiteX0" fmla="*/ 255228 w 541622"/>
                              <a:gd name="connsiteY0" fmla="*/ 7217 h 700913"/>
                              <a:gd name="connsiteX1" fmla="*/ 210882 w 541622"/>
                              <a:gd name="connsiteY1" fmla="*/ 41709 h 700913"/>
                              <a:gd name="connsiteX2" fmla="*/ 100018 w 541622"/>
                              <a:gd name="connsiteY2" fmla="*/ 687175 h 700913"/>
                              <a:gd name="connsiteX3" fmla="*/ 541623 w 541622"/>
                              <a:gd name="connsiteY3" fmla="*/ 622508 h 700913"/>
                              <a:gd name="connsiteX4" fmla="*/ 541623 w 541622"/>
                              <a:gd name="connsiteY4" fmla="*/ 635443 h 700913"/>
                              <a:gd name="connsiteX5" fmla="*/ 73043 w 541622"/>
                              <a:gd name="connsiteY5" fmla="*/ 700115 h 700913"/>
                              <a:gd name="connsiteX6" fmla="*/ 245 w 541622"/>
                              <a:gd name="connsiteY6" fmla="*/ 615122 h 700913"/>
                              <a:gd name="connsiteX7" fmla="*/ 165523 w 541622"/>
                              <a:gd name="connsiteY7" fmla="*/ 27553 h 700913"/>
                              <a:gd name="connsiteX8" fmla="*/ 255228 w 541622"/>
                              <a:gd name="connsiteY8" fmla="*/ 7217 h 700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622" h="700913">
                                <a:moveTo>
                                  <a:pt x="255228" y="7217"/>
                                </a:moveTo>
                                <a:cubicBezTo>
                                  <a:pt x="255228" y="7217"/>
                                  <a:pt x="225662" y="15838"/>
                                  <a:pt x="210882" y="41709"/>
                                </a:cubicBezTo>
                                <a:cubicBezTo>
                                  <a:pt x="196101" y="67575"/>
                                  <a:pt x="3940" y="689025"/>
                                  <a:pt x="100018" y="687175"/>
                                </a:cubicBezTo>
                                <a:cubicBezTo>
                                  <a:pt x="196101" y="685325"/>
                                  <a:pt x="541623" y="622508"/>
                                  <a:pt x="541623" y="622508"/>
                                </a:cubicBezTo>
                                <a:lnTo>
                                  <a:pt x="541623" y="635443"/>
                                </a:lnTo>
                                <a:cubicBezTo>
                                  <a:pt x="541623" y="635443"/>
                                  <a:pt x="110735" y="709351"/>
                                  <a:pt x="73043" y="700115"/>
                                </a:cubicBezTo>
                                <a:cubicBezTo>
                                  <a:pt x="35351" y="690875"/>
                                  <a:pt x="-3450" y="672399"/>
                                  <a:pt x="245" y="615122"/>
                                </a:cubicBezTo>
                                <a:cubicBezTo>
                                  <a:pt x="3940" y="557845"/>
                                  <a:pt x="125700" y="73744"/>
                                  <a:pt x="165523" y="27553"/>
                                </a:cubicBezTo>
                                <a:cubicBezTo>
                                  <a:pt x="205341" y="-18648"/>
                                  <a:pt x="255228" y="7217"/>
                                  <a:pt x="255228" y="7217"/>
                                </a:cubicBezTo>
                                <a:close/>
                              </a:path>
                            </a:pathLst>
                          </a:custGeom>
                          <a:solidFill>
                            <a:srgbClr val="EAEAEA"/>
                          </a:solidFill>
                          <a:ln w="4839" cap="flat">
                            <a:noFill/>
                            <a:prstDash val="solid"/>
                            <a:miter/>
                          </a:ln>
                        </p:spPr>
                        <p:txBody>
                          <a:bodyPr rtlCol="0" anchor="ctr"/>
                          <a:lstStyle/>
                          <a:p>
                            <a:endParaRPr lang="vi-VN"/>
                          </a:p>
                        </p:txBody>
                      </p:sp>
                    </p:grpSp>
                  </p:grpSp>
                </p:grpSp>
              </p:grpSp>
            </p:grpSp>
            <p:grpSp>
              <p:nvGrpSpPr>
                <p:cNvPr id="622" name="Graphic 1991">
                  <a:extLst>
                    <a:ext uri="{FF2B5EF4-FFF2-40B4-BE49-F238E27FC236}">
                      <a16:creationId xmlns:a16="http://schemas.microsoft.com/office/drawing/2014/main" id="{39FE5710-411D-32B6-C32A-E55E5E3BCFC4}"/>
                    </a:ext>
                  </a:extLst>
                </p:cNvPr>
                <p:cNvGrpSpPr/>
                <p:nvPr/>
              </p:nvGrpSpPr>
              <p:grpSpPr>
                <a:xfrm>
                  <a:off x="2308835" y="4713923"/>
                  <a:ext cx="974422" cy="1235518"/>
                  <a:chOff x="2308835" y="4713923"/>
                  <a:chExt cx="974422" cy="1235518"/>
                </a:xfrm>
              </p:grpSpPr>
              <p:grpSp>
                <p:nvGrpSpPr>
                  <p:cNvPr id="623" name="Graphic 1991">
                    <a:extLst>
                      <a:ext uri="{FF2B5EF4-FFF2-40B4-BE49-F238E27FC236}">
                        <a16:creationId xmlns:a16="http://schemas.microsoft.com/office/drawing/2014/main" id="{E9681F10-F17D-9451-FADB-7AFF63635236}"/>
                      </a:ext>
                    </a:extLst>
                  </p:cNvPr>
                  <p:cNvGrpSpPr/>
                  <p:nvPr/>
                </p:nvGrpSpPr>
                <p:grpSpPr>
                  <a:xfrm>
                    <a:off x="2308835" y="5566344"/>
                    <a:ext cx="355177" cy="154064"/>
                    <a:chOff x="2308835" y="5566344"/>
                    <a:chExt cx="355177" cy="154064"/>
                  </a:xfrm>
                </p:grpSpPr>
                <p:sp>
                  <p:nvSpPr>
                    <p:cNvPr id="672" name="Freeform: Shape 671">
                      <a:extLst>
                        <a:ext uri="{FF2B5EF4-FFF2-40B4-BE49-F238E27FC236}">
                          <a16:creationId xmlns:a16="http://schemas.microsoft.com/office/drawing/2014/main" id="{F046C512-8EA7-F35F-99D8-E553118B06B1}"/>
                        </a:ext>
                      </a:extLst>
                    </p:cNvPr>
                    <p:cNvSpPr/>
                    <p:nvPr/>
                  </p:nvSpPr>
                  <p:spPr>
                    <a:xfrm>
                      <a:off x="2308835" y="5566344"/>
                      <a:ext cx="355177" cy="154064"/>
                    </a:xfrm>
                    <a:custGeom>
                      <a:avLst/>
                      <a:gdLst>
                        <a:gd name="connsiteX0" fmla="*/ 312649 w 355177"/>
                        <a:gd name="connsiteY0" fmla="*/ 0 h 154064"/>
                        <a:gd name="connsiteX1" fmla="*/ 221496 w 355177"/>
                        <a:gd name="connsiteY1" fmla="*/ 19711 h 154064"/>
                        <a:gd name="connsiteX2" fmla="*/ 122953 w 355177"/>
                        <a:gd name="connsiteY2" fmla="*/ 35726 h 154064"/>
                        <a:gd name="connsiteX3" fmla="*/ 49046 w 355177"/>
                        <a:gd name="connsiteY3" fmla="*/ 48041 h 154064"/>
                        <a:gd name="connsiteX4" fmla="*/ 3469 w 355177"/>
                        <a:gd name="connsiteY4" fmla="*/ 110864 h 154064"/>
                        <a:gd name="connsiteX5" fmla="*/ 5934 w 355177"/>
                        <a:gd name="connsiteY5" fmla="*/ 117024 h 154064"/>
                        <a:gd name="connsiteX6" fmla="*/ 3319 w 355177"/>
                        <a:gd name="connsiteY6" fmla="*/ 143500 h 154064"/>
                        <a:gd name="connsiteX7" fmla="*/ 76147 w 355177"/>
                        <a:gd name="connsiteY7" fmla="*/ 87458 h 154064"/>
                        <a:gd name="connsiteX8" fmla="*/ 131578 w 355177"/>
                        <a:gd name="connsiteY8" fmla="*/ 93618 h 154064"/>
                        <a:gd name="connsiteX9" fmla="*/ 116314 w 355177"/>
                        <a:gd name="connsiteY9" fmla="*/ 141689 h 154064"/>
                        <a:gd name="connsiteX10" fmla="*/ 143414 w 355177"/>
                        <a:gd name="connsiteY10" fmla="*/ 136763 h 154064"/>
                        <a:gd name="connsiteX11" fmla="*/ 196865 w 355177"/>
                        <a:gd name="connsiteY11" fmla="*/ 103251 h 154064"/>
                        <a:gd name="connsiteX12" fmla="*/ 215341 w 355177"/>
                        <a:gd name="connsiteY12" fmla="*/ 96088 h 154064"/>
                        <a:gd name="connsiteX13" fmla="*/ 341160 w 355177"/>
                        <a:gd name="connsiteY13" fmla="*/ 108408 h 154064"/>
                        <a:gd name="connsiteX14" fmla="*/ 312649 w 355177"/>
                        <a:gd name="connsiteY14" fmla="*/ 0 h 15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5177" h="154064">
                          <a:moveTo>
                            <a:pt x="312649" y="0"/>
                          </a:moveTo>
                          <a:lnTo>
                            <a:pt x="221496" y="19711"/>
                          </a:lnTo>
                          <a:cubicBezTo>
                            <a:pt x="221496" y="19711"/>
                            <a:pt x="126648" y="35726"/>
                            <a:pt x="122953" y="35726"/>
                          </a:cubicBezTo>
                          <a:cubicBezTo>
                            <a:pt x="119258" y="35726"/>
                            <a:pt x="68756" y="36956"/>
                            <a:pt x="49046" y="48041"/>
                          </a:cubicBezTo>
                          <a:cubicBezTo>
                            <a:pt x="29335" y="59127"/>
                            <a:pt x="1004" y="104703"/>
                            <a:pt x="3469" y="110864"/>
                          </a:cubicBezTo>
                          <a:cubicBezTo>
                            <a:pt x="5934" y="117024"/>
                            <a:pt x="5934" y="117024"/>
                            <a:pt x="5934" y="117024"/>
                          </a:cubicBezTo>
                          <a:cubicBezTo>
                            <a:pt x="5934" y="117024"/>
                            <a:pt x="-5451" y="137955"/>
                            <a:pt x="3319" y="143500"/>
                          </a:cubicBezTo>
                          <a:cubicBezTo>
                            <a:pt x="12090" y="149050"/>
                            <a:pt x="65061" y="88693"/>
                            <a:pt x="76147" y="87458"/>
                          </a:cubicBezTo>
                          <a:cubicBezTo>
                            <a:pt x="87232" y="86228"/>
                            <a:pt x="131578" y="93618"/>
                            <a:pt x="131578" y="93618"/>
                          </a:cubicBezTo>
                          <a:cubicBezTo>
                            <a:pt x="131578" y="93618"/>
                            <a:pt x="111383" y="124443"/>
                            <a:pt x="116314" y="141689"/>
                          </a:cubicBezTo>
                          <a:cubicBezTo>
                            <a:pt x="121239" y="158934"/>
                            <a:pt x="127399" y="158934"/>
                            <a:pt x="143414" y="136763"/>
                          </a:cubicBezTo>
                          <a:cubicBezTo>
                            <a:pt x="159430" y="114593"/>
                            <a:pt x="178390" y="110413"/>
                            <a:pt x="196865" y="103251"/>
                          </a:cubicBezTo>
                          <a:cubicBezTo>
                            <a:pt x="215341" y="96088"/>
                            <a:pt x="215341" y="96088"/>
                            <a:pt x="215341" y="96088"/>
                          </a:cubicBezTo>
                          <a:cubicBezTo>
                            <a:pt x="215341" y="96088"/>
                            <a:pt x="308068" y="124419"/>
                            <a:pt x="341160" y="108408"/>
                          </a:cubicBezTo>
                          <a:cubicBezTo>
                            <a:pt x="374242" y="92388"/>
                            <a:pt x="342211" y="6160"/>
                            <a:pt x="312649" y="0"/>
                          </a:cubicBezTo>
                          <a:close/>
                        </a:path>
                      </a:pathLst>
                    </a:custGeom>
                    <a:solidFill>
                      <a:srgbClr val="EEA786"/>
                    </a:solidFill>
                    <a:ln w="4839" cap="flat">
                      <a:noFill/>
                      <a:prstDash val="solid"/>
                      <a:miter/>
                    </a:ln>
                  </p:spPr>
                  <p:txBody>
                    <a:bodyPr rtlCol="0" anchor="ctr"/>
                    <a:lstStyle/>
                    <a:p>
                      <a:endParaRPr lang="vi-VN"/>
                    </a:p>
                  </p:txBody>
                </p:sp>
                <p:grpSp>
                  <p:nvGrpSpPr>
                    <p:cNvPr id="673" name="Graphic 1991">
                      <a:extLst>
                        <a:ext uri="{FF2B5EF4-FFF2-40B4-BE49-F238E27FC236}">
                          <a16:creationId xmlns:a16="http://schemas.microsoft.com/office/drawing/2014/main" id="{919D630F-5A9B-EB58-7C71-4F58C7467D48}"/>
                        </a:ext>
                      </a:extLst>
                    </p:cNvPr>
                    <p:cNvGrpSpPr/>
                    <p:nvPr/>
                  </p:nvGrpSpPr>
                  <p:grpSpPr>
                    <a:xfrm>
                      <a:off x="2312974" y="5622266"/>
                      <a:ext cx="223621" cy="62590"/>
                      <a:chOff x="2312974" y="5622266"/>
                      <a:chExt cx="223621" cy="62590"/>
                    </a:xfrm>
                    <a:solidFill>
                      <a:srgbClr val="E77350"/>
                    </a:solidFill>
                  </p:grpSpPr>
                  <p:sp>
                    <p:nvSpPr>
                      <p:cNvPr id="675" name="Freeform: Shape 674">
                        <a:extLst>
                          <a:ext uri="{FF2B5EF4-FFF2-40B4-BE49-F238E27FC236}">
                            <a16:creationId xmlns:a16="http://schemas.microsoft.com/office/drawing/2014/main" id="{5BD0BF19-380E-7367-CF8F-2E03F91FEAD1}"/>
                          </a:ext>
                        </a:extLst>
                      </p:cNvPr>
                      <p:cNvSpPr/>
                      <p:nvPr/>
                    </p:nvSpPr>
                    <p:spPr>
                      <a:xfrm>
                        <a:off x="2312974" y="5622266"/>
                        <a:ext cx="63028" cy="62590"/>
                      </a:xfrm>
                      <a:custGeom>
                        <a:avLst/>
                        <a:gdLst>
                          <a:gd name="connsiteX0" fmla="*/ 62322 w 63028"/>
                          <a:gd name="connsiteY0" fmla="*/ 28 h 62590"/>
                          <a:gd name="connsiteX1" fmla="*/ 43105 w 63028"/>
                          <a:gd name="connsiteY1" fmla="*/ 10595 h 62590"/>
                          <a:gd name="connsiteX2" fmla="*/ 26751 w 63028"/>
                          <a:gd name="connsiteY2" fmla="*/ 25342 h 62590"/>
                          <a:gd name="connsiteX3" fmla="*/ 100 w 63028"/>
                          <a:gd name="connsiteY3" fmla="*/ 61227 h 62590"/>
                          <a:gd name="connsiteX4" fmla="*/ 1509 w 63028"/>
                          <a:gd name="connsiteY4" fmla="*/ 62288 h 62590"/>
                          <a:gd name="connsiteX5" fmla="*/ 28717 w 63028"/>
                          <a:gd name="connsiteY5" fmla="*/ 27240 h 62590"/>
                          <a:gd name="connsiteX6" fmla="*/ 45091 w 63028"/>
                          <a:gd name="connsiteY6" fmla="*/ 12527 h 62590"/>
                          <a:gd name="connsiteX7" fmla="*/ 62757 w 63028"/>
                          <a:gd name="connsiteY7" fmla="*/ 1088 h 62590"/>
                          <a:gd name="connsiteX8" fmla="*/ 62322 w 63028"/>
                          <a:gd name="connsiteY8" fmla="*/ 28 h 6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28" h="62590">
                            <a:moveTo>
                              <a:pt x="62322" y="28"/>
                            </a:moveTo>
                            <a:cubicBezTo>
                              <a:pt x="55314" y="2149"/>
                              <a:pt x="48926" y="6231"/>
                              <a:pt x="43105" y="10595"/>
                            </a:cubicBezTo>
                            <a:cubicBezTo>
                              <a:pt x="37221" y="15002"/>
                              <a:pt x="31807" y="20014"/>
                              <a:pt x="26751" y="25342"/>
                            </a:cubicBezTo>
                            <a:cubicBezTo>
                              <a:pt x="16566" y="36064"/>
                              <a:pt x="7209" y="48244"/>
                              <a:pt x="100" y="61227"/>
                            </a:cubicBezTo>
                            <a:cubicBezTo>
                              <a:pt x="-360" y="62070"/>
                              <a:pt x="880" y="63116"/>
                              <a:pt x="1509" y="62288"/>
                            </a:cubicBezTo>
                            <a:cubicBezTo>
                              <a:pt x="10498" y="50476"/>
                              <a:pt x="18479" y="38078"/>
                              <a:pt x="28717" y="27240"/>
                            </a:cubicBezTo>
                            <a:cubicBezTo>
                              <a:pt x="33763" y="21898"/>
                              <a:pt x="39216" y="16944"/>
                              <a:pt x="45091" y="12527"/>
                            </a:cubicBezTo>
                            <a:cubicBezTo>
                              <a:pt x="50728" y="8290"/>
                              <a:pt x="56825" y="4866"/>
                              <a:pt x="62757" y="1088"/>
                            </a:cubicBezTo>
                            <a:cubicBezTo>
                              <a:pt x="63295" y="749"/>
                              <a:pt x="62971" y="-171"/>
                              <a:pt x="62322" y="28"/>
                            </a:cubicBezTo>
                            <a:close/>
                          </a:path>
                        </a:pathLst>
                      </a:custGeom>
                      <a:solidFill>
                        <a:srgbClr val="E77350"/>
                      </a:solidFill>
                      <a:ln w="4839" cap="flat">
                        <a:noFill/>
                        <a:prstDash val="solid"/>
                        <a:miter/>
                      </a:ln>
                    </p:spPr>
                    <p:txBody>
                      <a:bodyPr rtlCol="0" anchor="ctr"/>
                      <a:lstStyle/>
                      <a:p>
                        <a:endParaRPr lang="vi-VN"/>
                      </a:p>
                    </p:txBody>
                  </p:sp>
                  <p:sp>
                    <p:nvSpPr>
                      <p:cNvPr id="676" name="Freeform: Shape 675">
                        <a:extLst>
                          <a:ext uri="{FF2B5EF4-FFF2-40B4-BE49-F238E27FC236}">
                            <a16:creationId xmlns:a16="http://schemas.microsoft.com/office/drawing/2014/main" id="{EA8EC92E-FE15-69BA-2B6F-A4577A42F1C3}"/>
                          </a:ext>
                        </a:extLst>
                      </p:cNvPr>
                      <p:cNvSpPr/>
                      <p:nvPr/>
                    </p:nvSpPr>
                    <p:spPr>
                      <a:xfrm>
                        <a:off x="2520668" y="5632462"/>
                        <a:ext cx="15926" cy="31022"/>
                      </a:xfrm>
                      <a:custGeom>
                        <a:avLst/>
                        <a:gdLst>
                          <a:gd name="connsiteX0" fmla="*/ 14085 w 15926"/>
                          <a:gd name="connsiteY0" fmla="*/ 133 h 31022"/>
                          <a:gd name="connsiteX1" fmla="*/ 12850 w 15926"/>
                          <a:gd name="connsiteY1" fmla="*/ 956 h 31022"/>
                          <a:gd name="connsiteX2" fmla="*/ 13194 w 15926"/>
                          <a:gd name="connsiteY2" fmla="*/ 5872 h 31022"/>
                          <a:gd name="connsiteX3" fmla="*/ 12269 w 15926"/>
                          <a:gd name="connsiteY3" fmla="*/ 10075 h 31022"/>
                          <a:gd name="connsiteX4" fmla="*/ 9929 w 15926"/>
                          <a:gd name="connsiteY4" fmla="*/ 17921 h 31022"/>
                          <a:gd name="connsiteX5" fmla="*/ 6389 w 15926"/>
                          <a:gd name="connsiteY5" fmla="*/ 24478 h 31022"/>
                          <a:gd name="connsiteX6" fmla="*/ 3454 w 15926"/>
                          <a:gd name="connsiteY6" fmla="*/ 27306 h 31022"/>
                          <a:gd name="connsiteX7" fmla="*/ 118 w 15926"/>
                          <a:gd name="connsiteY7" fmla="*/ 29936 h 31022"/>
                          <a:gd name="connsiteX8" fmla="*/ 786 w 15926"/>
                          <a:gd name="connsiteY8" fmla="*/ 30968 h 31022"/>
                          <a:gd name="connsiteX9" fmla="*/ 12748 w 15926"/>
                          <a:gd name="connsiteY9" fmla="*/ 17616 h 31022"/>
                          <a:gd name="connsiteX10" fmla="*/ 15203 w 15926"/>
                          <a:gd name="connsiteY10" fmla="*/ 9165 h 31022"/>
                          <a:gd name="connsiteX11" fmla="*/ 14085 w 15926"/>
                          <a:gd name="connsiteY11" fmla="*/ 133 h 31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926" h="31022">
                            <a:moveTo>
                              <a:pt x="14085" y="133"/>
                            </a:moveTo>
                            <a:cubicBezTo>
                              <a:pt x="13542" y="-264"/>
                              <a:pt x="12675" y="293"/>
                              <a:pt x="12850" y="956"/>
                            </a:cubicBezTo>
                            <a:cubicBezTo>
                              <a:pt x="13310" y="2685"/>
                              <a:pt x="13504" y="4075"/>
                              <a:pt x="13194" y="5872"/>
                            </a:cubicBezTo>
                            <a:cubicBezTo>
                              <a:pt x="12951" y="7281"/>
                              <a:pt x="12598" y="8681"/>
                              <a:pt x="12269" y="10075"/>
                            </a:cubicBezTo>
                            <a:cubicBezTo>
                              <a:pt x="11649" y="12734"/>
                              <a:pt x="10942" y="15383"/>
                              <a:pt x="9929" y="17921"/>
                            </a:cubicBezTo>
                            <a:cubicBezTo>
                              <a:pt x="9014" y="20212"/>
                              <a:pt x="7929" y="22536"/>
                              <a:pt x="6389" y="24478"/>
                            </a:cubicBezTo>
                            <a:cubicBezTo>
                              <a:pt x="5542" y="25549"/>
                              <a:pt x="4554" y="26503"/>
                              <a:pt x="3454" y="27306"/>
                            </a:cubicBezTo>
                            <a:cubicBezTo>
                              <a:pt x="2282" y="28164"/>
                              <a:pt x="965" y="28721"/>
                              <a:pt x="118" y="29936"/>
                            </a:cubicBezTo>
                            <a:cubicBezTo>
                              <a:pt x="-192" y="30382"/>
                              <a:pt x="137" y="31249"/>
                              <a:pt x="786" y="30968"/>
                            </a:cubicBezTo>
                            <a:cubicBezTo>
                              <a:pt x="6651" y="28425"/>
                              <a:pt x="10554" y="23524"/>
                              <a:pt x="12748" y="17616"/>
                            </a:cubicBezTo>
                            <a:cubicBezTo>
                              <a:pt x="13770" y="14865"/>
                              <a:pt x="14525" y="12017"/>
                              <a:pt x="15203" y="9165"/>
                            </a:cubicBezTo>
                            <a:cubicBezTo>
                              <a:pt x="15872" y="6380"/>
                              <a:pt x="16835" y="2152"/>
                              <a:pt x="14085" y="133"/>
                            </a:cubicBezTo>
                            <a:close/>
                          </a:path>
                        </a:pathLst>
                      </a:custGeom>
                      <a:solidFill>
                        <a:srgbClr val="E77350"/>
                      </a:solidFill>
                      <a:ln w="4839" cap="flat">
                        <a:noFill/>
                        <a:prstDash val="solid"/>
                        <a:miter/>
                      </a:ln>
                    </p:spPr>
                    <p:txBody>
                      <a:bodyPr rtlCol="0" anchor="ctr"/>
                      <a:lstStyle/>
                      <a:p>
                        <a:endParaRPr lang="vi-VN"/>
                      </a:p>
                    </p:txBody>
                  </p:sp>
                </p:grpSp>
                <p:sp>
                  <p:nvSpPr>
                    <p:cNvPr id="674" name="Freeform: Shape 673">
                      <a:extLst>
                        <a:ext uri="{FF2B5EF4-FFF2-40B4-BE49-F238E27FC236}">
                          <a16:creationId xmlns:a16="http://schemas.microsoft.com/office/drawing/2014/main" id="{14B63F2D-C1FC-DCE0-B1A5-CA663563A361}"/>
                        </a:ext>
                      </a:extLst>
                    </p:cNvPr>
                    <p:cNvSpPr/>
                    <p:nvPr/>
                  </p:nvSpPr>
                  <p:spPr>
                    <a:xfrm>
                      <a:off x="2431788" y="5566349"/>
                      <a:ext cx="231563" cy="113304"/>
                    </a:xfrm>
                    <a:custGeom>
                      <a:avLst/>
                      <a:gdLst>
                        <a:gd name="connsiteX0" fmla="*/ 209363 w 231563"/>
                        <a:gd name="connsiteY0" fmla="*/ 111348 h 113304"/>
                        <a:gd name="connsiteX1" fmla="*/ 228498 w 231563"/>
                        <a:gd name="connsiteY1" fmla="*/ 81622 h 113304"/>
                        <a:gd name="connsiteX2" fmla="*/ 231563 w 231563"/>
                        <a:gd name="connsiteY2" fmla="*/ 69147 h 113304"/>
                        <a:gd name="connsiteX3" fmla="*/ 189696 w 231563"/>
                        <a:gd name="connsiteY3" fmla="*/ 0 h 113304"/>
                        <a:gd name="connsiteX4" fmla="*/ 98543 w 231563"/>
                        <a:gd name="connsiteY4" fmla="*/ 19710 h 113304"/>
                        <a:gd name="connsiteX5" fmla="*/ 0 w 231563"/>
                        <a:gd name="connsiteY5" fmla="*/ 35726 h 113304"/>
                        <a:gd name="connsiteX6" fmla="*/ 130569 w 231563"/>
                        <a:gd name="connsiteY6" fmla="*/ 32341 h 113304"/>
                        <a:gd name="connsiteX7" fmla="*/ 189701 w 231563"/>
                        <a:gd name="connsiteY7" fmla="*/ 113304 h 113304"/>
                        <a:gd name="connsiteX8" fmla="*/ 209363 w 231563"/>
                        <a:gd name="connsiteY8" fmla="*/ 111348 h 113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563" h="113304">
                          <a:moveTo>
                            <a:pt x="209363" y="111348"/>
                          </a:moveTo>
                          <a:cubicBezTo>
                            <a:pt x="227103" y="104786"/>
                            <a:pt x="227059" y="85690"/>
                            <a:pt x="228498" y="81622"/>
                          </a:cubicBezTo>
                          <a:cubicBezTo>
                            <a:pt x="229103" y="79908"/>
                            <a:pt x="230275" y="74973"/>
                            <a:pt x="231563" y="69147"/>
                          </a:cubicBezTo>
                          <a:cubicBezTo>
                            <a:pt x="227805" y="39339"/>
                            <a:pt x="208269" y="3869"/>
                            <a:pt x="189696" y="0"/>
                          </a:cubicBezTo>
                          <a:lnTo>
                            <a:pt x="98543" y="19710"/>
                          </a:lnTo>
                          <a:cubicBezTo>
                            <a:pt x="98543" y="19710"/>
                            <a:pt x="3695" y="35726"/>
                            <a:pt x="0" y="35726"/>
                          </a:cubicBezTo>
                          <a:cubicBezTo>
                            <a:pt x="9855" y="43731"/>
                            <a:pt x="89923" y="29566"/>
                            <a:pt x="130569" y="32341"/>
                          </a:cubicBezTo>
                          <a:cubicBezTo>
                            <a:pt x="171211" y="35111"/>
                            <a:pt x="189696" y="113290"/>
                            <a:pt x="189701" y="113304"/>
                          </a:cubicBezTo>
                          <a:cubicBezTo>
                            <a:pt x="196912" y="113275"/>
                            <a:pt x="203586" y="112675"/>
                            <a:pt x="209363" y="111348"/>
                          </a:cubicBezTo>
                          <a:close/>
                        </a:path>
                      </a:pathLst>
                    </a:custGeom>
                    <a:solidFill>
                      <a:srgbClr val="EEA786">
                        <a:alpha val="30000"/>
                      </a:srgbClr>
                    </a:solidFill>
                    <a:ln w="4839" cap="flat">
                      <a:noFill/>
                      <a:prstDash val="solid"/>
                      <a:miter/>
                    </a:ln>
                  </p:spPr>
                  <p:txBody>
                    <a:bodyPr rtlCol="0" anchor="ctr"/>
                    <a:lstStyle/>
                    <a:p>
                      <a:endParaRPr lang="vi-VN"/>
                    </a:p>
                  </p:txBody>
                </p:sp>
              </p:grpSp>
              <p:grpSp>
                <p:nvGrpSpPr>
                  <p:cNvPr id="624" name="Graphic 1991">
                    <a:extLst>
                      <a:ext uri="{FF2B5EF4-FFF2-40B4-BE49-F238E27FC236}">
                        <a16:creationId xmlns:a16="http://schemas.microsoft.com/office/drawing/2014/main" id="{47DD80BE-BAE2-10A6-930E-9E872B9A2EE5}"/>
                      </a:ext>
                    </a:extLst>
                  </p:cNvPr>
                  <p:cNvGrpSpPr/>
                  <p:nvPr/>
                </p:nvGrpSpPr>
                <p:grpSpPr>
                  <a:xfrm>
                    <a:off x="2575293" y="5270729"/>
                    <a:ext cx="219030" cy="416359"/>
                    <a:chOff x="2575293" y="5270729"/>
                    <a:chExt cx="219030" cy="416359"/>
                  </a:xfrm>
                </p:grpSpPr>
                <p:sp>
                  <p:nvSpPr>
                    <p:cNvPr id="669" name="Freeform: Shape 668">
                      <a:extLst>
                        <a:ext uri="{FF2B5EF4-FFF2-40B4-BE49-F238E27FC236}">
                          <a16:creationId xmlns:a16="http://schemas.microsoft.com/office/drawing/2014/main" id="{7722A24B-9BCF-9A26-2D17-0B0AA81F9678}"/>
                        </a:ext>
                      </a:extLst>
                    </p:cNvPr>
                    <p:cNvSpPr/>
                    <p:nvPr/>
                  </p:nvSpPr>
                  <p:spPr>
                    <a:xfrm>
                      <a:off x="2621475" y="5270729"/>
                      <a:ext cx="172847" cy="416344"/>
                    </a:xfrm>
                    <a:custGeom>
                      <a:avLst/>
                      <a:gdLst>
                        <a:gd name="connsiteX0" fmla="*/ 164930 w 172847"/>
                        <a:gd name="connsiteY0" fmla="*/ 353517 h 416344"/>
                        <a:gd name="connsiteX1" fmla="*/ 18345 w 172847"/>
                        <a:gd name="connsiteY1" fmla="*/ 416116 h 416344"/>
                        <a:gd name="connsiteX2" fmla="*/ 25004 w 172847"/>
                        <a:gd name="connsiteY2" fmla="*/ 353013 h 416344"/>
                        <a:gd name="connsiteX3" fmla="*/ 0 w 172847"/>
                        <a:gd name="connsiteY3" fmla="*/ 295625 h 416344"/>
                        <a:gd name="connsiteX4" fmla="*/ 52429 w 172847"/>
                        <a:gd name="connsiteY4" fmla="*/ 273735 h 416344"/>
                        <a:gd name="connsiteX5" fmla="*/ 125630 w 172847"/>
                        <a:gd name="connsiteY5" fmla="*/ 75118 h 416344"/>
                        <a:gd name="connsiteX6" fmla="*/ 159535 w 172847"/>
                        <a:gd name="connsiteY6" fmla="*/ 0 h 416344"/>
                        <a:gd name="connsiteX7" fmla="*/ 169342 w 172847"/>
                        <a:gd name="connsiteY7" fmla="*/ 171657 h 416344"/>
                        <a:gd name="connsiteX8" fmla="*/ 164930 w 172847"/>
                        <a:gd name="connsiteY8" fmla="*/ 353517 h 416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847" h="416344">
                          <a:moveTo>
                            <a:pt x="164930" y="353517"/>
                          </a:moveTo>
                          <a:cubicBezTo>
                            <a:pt x="142604" y="397844"/>
                            <a:pt x="25871" y="418795"/>
                            <a:pt x="18345" y="416116"/>
                          </a:cubicBezTo>
                          <a:cubicBezTo>
                            <a:pt x="28040" y="393573"/>
                            <a:pt x="28476" y="371755"/>
                            <a:pt x="25004" y="353013"/>
                          </a:cubicBezTo>
                          <a:cubicBezTo>
                            <a:pt x="18781" y="319326"/>
                            <a:pt x="0" y="295625"/>
                            <a:pt x="0" y="295625"/>
                          </a:cubicBezTo>
                          <a:cubicBezTo>
                            <a:pt x="0" y="295625"/>
                            <a:pt x="0" y="295625"/>
                            <a:pt x="52429" y="273735"/>
                          </a:cubicBezTo>
                          <a:cubicBezTo>
                            <a:pt x="104824" y="251879"/>
                            <a:pt x="117019" y="126865"/>
                            <a:pt x="125630" y="75118"/>
                          </a:cubicBezTo>
                          <a:cubicBezTo>
                            <a:pt x="134279" y="23377"/>
                            <a:pt x="159535" y="0"/>
                            <a:pt x="159535" y="0"/>
                          </a:cubicBezTo>
                          <a:cubicBezTo>
                            <a:pt x="157075" y="3656"/>
                            <a:pt x="164600" y="86480"/>
                            <a:pt x="169342" y="171657"/>
                          </a:cubicBezTo>
                          <a:cubicBezTo>
                            <a:pt x="173724" y="250901"/>
                            <a:pt x="175676" y="332131"/>
                            <a:pt x="164930" y="353517"/>
                          </a:cubicBezTo>
                          <a:close/>
                        </a:path>
                      </a:pathLst>
                    </a:custGeom>
                    <a:solidFill>
                      <a:srgbClr val="4B69A3"/>
                    </a:solidFill>
                    <a:ln w="4839" cap="flat">
                      <a:noFill/>
                      <a:prstDash val="solid"/>
                      <a:miter/>
                    </a:ln>
                  </p:spPr>
                  <p:txBody>
                    <a:bodyPr rtlCol="0" anchor="ctr"/>
                    <a:lstStyle/>
                    <a:p>
                      <a:endParaRPr lang="vi-VN"/>
                    </a:p>
                  </p:txBody>
                </p:sp>
                <p:sp>
                  <p:nvSpPr>
                    <p:cNvPr id="670" name="Freeform: Shape 669">
                      <a:extLst>
                        <a:ext uri="{FF2B5EF4-FFF2-40B4-BE49-F238E27FC236}">
                          <a16:creationId xmlns:a16="http://schemas.microsoft.com/office/drawing/2014/main" id="{DB0DA351-B9D0-7BCB-A496-4B557D172880}"/>
                        </a:ext>
                      </a:extLst>
                    </p:cNvPr>
                    <p:cNvSpPr/>
                    <p:nvPr/>
                  </p:nvSpPr>
                  <p:spPr>
                    <a:xfrm>
                      <a:off x="2639820" y="5411146"/>
                      <a:ext cx="154503" cy="275926"/>
                    </a:xfrm>
                    <a:custGeom>
                      <a:avLst/>
                      <a:gdLst>
                        <a:gd name="connsiteX0" fmla="*/ 146585 w 154503"/>
                        <a:gd name="connsiteY0" fmla="*/ 213099 h 275926"/>
                        <a:gd name="connsiteX1" fmla="*/ 0 w 154503"/>
                        <a:gd name="connsiteY1" fmla="*/ 275699 h 275926"/>
                        <a:gd name="connsiteX2" fmla="*/ 6659 w 154503"/>
                        <a:gd name="connsiteY2" fmla="*/ 212596 h 275926"/>
                        <a:gd name="connsiteX3" fmla="*/ 82358 w 154503"/>
                        <a:gd name="connsiteY3" fmla="*/ 181950 h 275926"/>
                        <a:gd name="connsiteX4" fmla="*/ 123247 w 154503"/>
                        <a:gd name="connsiteY4" fmla="*/ 2075 h 275926"/>
                        <a:gd name="connsiteX5" fmla="*/ 136526 w 154503"/>
                        <a:gd name="connsiteY5" fmla="*/ 2075 h 275926"/>
                        <a:gd name="connsiteX6" fmla="*/ 151002 w 154503"/>
                        <a:gd name="connsiteY6" fmla="*/ 31239 h 275926"/>
                        <a:gd name="connsiteX7" fmla="*/ 146585 w 154503"/>
                        <a:gd name="connsiteY7" fmla="*/ 213099 h 27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503" h="275926">
                          <a:moveTo>
                            <a:pt x="146585" y="213099"/>
                          </a:moveTo>
                          <a:cubicBezTo>
                            <a:pt x="124259" y="257426"/>
                            <a:pt x="7526" y="278377"/>
                            <a:pt x="0" y="275699"/>
                          </a:cubicBezTo>
                          <a:cubicBezTo>
                            <a:pt x="9695" y="253155"/>
                            <a:pt x="10131" y="231338"/>
                            <a:pt x="6659" y="212596"/>
                          </a:cubicBezTo>
                          <a:cubicBezTo>
                            <a:pt x="27900" y="206736"/>
                            <a:pt x="58367" y="197651"/>
                            <a:pt x="82358" y="181950"/>
                          </a:cubicBezTo>
                          <a:cubicBezTo>
                            <a:pt x="123392" y="155062"/>
                            <a:pt x="123247" y="2075"/>
                            <a:pt x="123247" y="2075"/>
                          </a:cubicBezTo>
                          <a:cubicBezTo>
                            <a:pt x="123247" y="2075"/>
                            <a:pt x="136744" y="-2594"/>
                            <a:pt x="136526" y="2075"/>
                          </a:cubicBezTo>
                          <a:cubicBezTo>
                            <a:pt x="136420" y="4172"/>
                            <a:pt x="143330" y="17054"/>
                            <a:pt x="151002" y="31239"/>
                          </a:cubicBezTo>
                          <a:cubicBezTo>
                            <a:pt x="155379" y="110483"/>
                            <a:pt x="157331" y="191713"/>
                            <a:pt x="146585" y="213099"/>
                          </a:cubicBezTo>
                          <a:close/>
                        </a:path>
                      </a:pathLst>
                    </a:custGeom>
                    <a:solidFill>
                      <a:srgbClr val="5088D8">
                        <a:alpha val="46000"/>
                      </a:srgbClr>
                    </a:solidFill>
                    <a:ln w="4839" cap="flat">
                      <a:noFill/>
                      <a:prstDash val="solid"/>
                      <a:miter/>
                    </a:ln>
                  </p:spPr>
                  <p:txBody>
                    <a:bodyPr rtlCol="0" anchor="ctr"/>
                    <a:lstStyle/>
                    <a:p>
                      <a:endParaRPr lang="vi-VN"/>
                    </a:p>
                  </p:txBody>
                </p:sp>
                <p:sp>
                  <p:nvSpPr>
                    <p:cNvPr id="671" name="Freeform: Shape 670">
                      <a:extLst>
                        <a:ext uri="{FF2B5EF4-FFF2-40B4-BE49-F238E27FC236}">
                          <a16:creationId xmlns:a16="http://schemas.microsoft.com/office/drawing/2014/main" id="{1E66D7C2-584C-039A-1C83-6C2074504D39}"/>
                        </a:ext>
                      </a:extLst>
                    </p:cNvPr>
                    <p:cNvSpPr/>
                    <p:nvPr/>
                  </p:nvSpPr>
                  <p:spPr>
                    <a:xfrm>
                      <a:off x="2575293" y="5556113"/>
                      <a:ext cx="108378" cy="130974"/>
                    </a:xfrm>
                    <a:custGeom>
                      <a:avLst/>
                      <a:gdLst>
                        <a:gd name="connsiteX0" fmla="*/ 0 w 108378"/>
                        <a:gd name="connsiteY0" fmla="*/ 10231 h 130974"/>
                        <a:gd name="connsiteX1" fmla="*/ 46192 w 108378"/>
                        <a:gd name="connsiteY1" fmla="*/ 123530 h 130974"/>
                        <a:gd name="connsiteX2" fmla="*/ 88717 w 108378"/>
                        <a:gd name="connsiteY2" fmla="*/ 120528 h 130974"/>
                        <a:gd name="connsiteX3" fmla="*/ 102098 w 108378"/>
                        <a:gd name="connsiteY3" fmla="*/ 54577 h 130974"/>
                        <a:gd name="connsiteX4" fmla="*/ 46192 w 108378"/>
                        <a:gd name="connsiteY4" fmla="*/ 70 h 130974"/>
                        <a:gd name="connsiteX5" fmla="*/ 0 w 108378"/>
                        <a:gd name="connsiteY5" fmla="*/ 10231 h 130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378" h="130974">
                          <a:moveTo>
                            <a:pt x="0" y="10231"/>
                          </a:moveTo>
                          <a:cubicBezTo>
                            <a:pt x="4620" y="11156"/>
                            <a:pt x="77603" y="64069"/>
                            <a:pt x="46192" y="123530"/>
                          </a:cubicBezTo>
                          <a:cubicBezTo>
                            <a:pt x="46192" y="123530"/>
                            <a:pt x="66575" y="142132"/>
                            <a:pt x="88717" y="120528"/>
                          </a:cubicBezTo>
                          <a:cubicBezTo>
                            <a:pt x="110864" y="98923"/>
                            <a:pt x="112733" y="75828"/>
                            <a:pt x="102098" y="54577"/>
                          </a:cubicBezTo>
                          <a:cubicBezTo>
                            <a:pt x="91463" y="33326"/>
                            <a:pt x="61897" y="-1780"/>
                            <a:pt x="46192" y="70"/>
                          </a:cubicBezTo>
                          <a:cubicBezTo>
                            <a:pt x="30486" y="1915"/>
                            <a:pt x="0" y="10231"/>
                            <a:pt x="0" y="10231"/>
                          </a:cubicBezTo>
                          <a:close/>
                        </a:path>
                      </a:pathLst>
                    </a:custGeom>
                    <a:solidFill>
                      <a:srgbClr val="91D1E8"/>
                    </a:solidFill>
                    <a:ln w="4839" cap="flat">
                      <a:noFill/>
                      <a:prstDash val="solid"/>
                      <a:miter/>
                    </a:ln>
                  </p:spPr>
                  <p:txBody>
                    <a:bodyPr rtlCol="0" anchor="ctr"/>
                    <a:lstStyle/>
                    <a:p>
                      <a:endParaRPr lang="vi-VN"/>
                    </a:p>
                  </p:txBody>
                </p:sp>
              </p:grpSp>
              <p:grpSp>
                <p:nvGrpSpPr>
                  <p:cNvPr id="625" name="Graphic 1991">
                    <a:extLst>
                      <a:ext uri="{FF2B5EF4-FFF2-40B4-BE49-F238E27FC236}">
                        <a16:creationId xmlns:a16="http://schemas.microsoft.com/office/drawing/2014/main" id="{4D960971-AB60-CC71-B7E2-93327CAD0F52}"/>
                      </a:ext>
                    </a:extLst>
                  </p:cNvPr>
                  <p:cNvGrpSpPr/>
                  <p:nvPr/>
                </p:nvGrpSpPr>
                <p:grpSpPr>
                  <a:xfrm>
                    <a:off x="2694249" y="5199339"/>
                    <a:ext cx="174833" cy="614621"/>
                    <a:chOff x="2694249" y="5199339"/>
                    <a:chExt cx="174833" cy="614621"/>
                  </a:xfrm>
                </p:grpSpPr>
                <p:sp>
                  <p:nvSpPr>
                    <p:cNvPr id="667" name="Freeform: Shape 666">
                      <a:extLst>
                        <a:ext uri="{FF2B5EF4-FFF2-40B4-BE49-F238E27FC236}">
                          <a16:creationId xmlns:a16="http://schemas.microsoft.com/office/drawing/2014/main" id="{27A5C70F-A1C0-6898-B53F-4D5F3858A94E}"/>
                        </a:ext>
                      </a:extLst>
                    </p:cNvPr>
                    <p:cNvSpPr/>
                    <p:nvPr/>
                  </p:nvSpPr>
                  <p:spPr>
                    <a:xfrm>
                      <a:off x="2694249" y="5199339"/>
                      <a:ext cx="174833" cy="614617"/>
                    </a:xfrm>
                    <a:custGeom>
                      <a:avLst/>
                      <a:gdLst>
                        <a:gd name="connsiteX0" fmla="*/ 174834 w 174833"/>
                        <a:gd name="connsiteY0" fmla="*/ 0 h 614617"/>
                        <a:gd name="connsiteX1" fmla="*/ 84378 w 174833"/>
                        <a:gd name="connsiteY1" fmla="*/ 70435 h 614617"/>
                        <a:gd name="connsiteX2" fmla="*/ 64052 w 174833"/>
                        <a:gd name="connsiteY2" fmla="*/ 356830 h 614617"/>
                        <a:gd name="connsiteX3" fmla="*/ 0 w 174833"/>
                        <a:gd name="connsiteY3" fmla="*/ 579172 h 614617"/>
                        <a:gd name="connsiteX4" fmla="*/ 56662 w 174833"/>
                        <a:gd name="connsiteY4" fmla="*/ 607111 h 614617"/>
                        <a:gd name="connsiteX5" fmla="*/ 71578 w 174833"/>
                        <a:gd name="connsiteY5" fmla="*/ 614617 h 614617"/>
                        <a:gd name="connsiteX6" fmla="*/ 134265 w 174833"/>
                        <a:gd name="connsiteY6" fmla="*/ 451678 h 614617"/>
                        <a:gd name="connsiteX7" fmla="*/ 136730 w 174833"/>
                        <a:gd name="connsiteY7" fmla="*/ 127097 h 614617"/>
                        <a:gd name="connsiteX8" fmla="*/ 174834 w 174833"/>
                        <a:gd name="connsiteY8" fmla="*/ 0 h 614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833" h="614617">
                          <a:moveTo>
                            <a:pt x="174834" y="0"/>
                          </a:moveTo>
                          <a:cubicBezTo>
                            <a:pt x="174834" y="0"/>
                            <a:pt x="100393" y="40874"/>
                            <a:pt x="84378" y="70435"/>
                          </a:cubicBezTo>
                          <a:cubicBezTo>
                            <a:pt x="68362" y="99996"/>
                            <a:pt x="67132" y="292777"/>
                            <a:pt x="64052" y="356830"/>
                          </a:cubicBezTo>
                          <a:cubicBezTo>
                            <a:pt x="60972" y="420882"/>
                            <a:pt x="0" y="579172"/>
                            <a:pt x="0" y="579172"/>
                          </a:cubicBezTo>
                          <a:lnTo>
                            <a:pt x="56662" y="607111"/>
                          </a:lnTo>
                          <a:lnTo>
                            <a:pt x="71578" y="614617"/>
                          </a:lnTo>
                          <a:cubicBezTo>
                            <a:pt x="71578" y="614617"/>
                            <a:pt x="127489" y="510190"/>
                            <a:pt x="134265" y="451678"/>
                          </a:cubicBezTo>
                          <a:cubicBezTo>
                            <a:pt x="141040" y="393166"/>
                            <a:pt x="110244" y="211475"/>
                            <a:pt x="136730" y="127097"/>
                          </a:cubicBezTo>
                          <a:cubicBezTo>
                            <a:pt x="163216" y="42724"/>
                            <a:pt x="174834" y="0"/>
                            <a:pt x="174834" y="0"/>
                          </a:cubicBezTo>
                          <a:close/>
                        </a:path>
                      </a:pathLst>
                    </a:custGeom>
                    <a:solidFill>
                      <a:srgbClr val="52A1C1"/>
                    </a:solidFill>
                    <a:ln w="4839" cap="flat">
                      <a:noFill/>
                      <a:prstDash val="solid"/>
                      <a:miter/>
                    </a:ln>
                  </p:spPr>
                  <p:txBody>
                    <a:bodyPr rtlCol="0" anchor="ctr"/>
                    <a:lstStyle/>
                    <a:p>
                      <a:endParaRPr lang="vi-VN"/>
                    </a:p>
                  </p:txBody>
                </p:sp>
                <p:sp>
                  <p:nvSpPr>
                    <p:cNvPr id="668" name="Freeform: Shape 667">
                      <a:extLst>
                        <a:ext uri="{FF2B5EF4-FFF2-40B4-BE49-F238E27FC236}">
                          <a16:creationId xmlns:a16="http://schemas.microsoft.com/office/drawing/2014/main" id="{A04BFB30-24D0-7FFF-18FE-EC6B64A36B61}"/>
                        </a:ext>
                      </a:extLst>
                    </p:cNvPr>
                    <p:cNvSpPr/>
                    <p:nvPr/>
                  </p:nvSpPr>
                  <p:spPr>
                    <a:xfrm>
                      <a:off x="2694249" y="5240136"/>
                      <a:ext cx="135265" cy="573825"/>
                    </a:xfrm>
                    <a:custGeom>
                      <a:avLst/>
                      <a:gdLst>
                        <a:gd name="connsiteX0" fmla="*/ 97492 w 135265"/>
                        <a:gd name="connsiteY0" fmla="*/ 46681 h 573825"/>
                        <a:gd name="connsiteX1" fmla="*/ 112719 w 135265"/>
                        <a:gd name="connsiteY1" fmla="*/ 0 h 573825"/>
                        <a:gd name="connsiteX2" fmla="*/ 84378 w 135265"/>
                        <a:gd name="connsiteY2" fmla="*/ 29643 h 573825"/>
                        <a:gd name="connsiteX3" fmla="*/ 64052 w 135265"/>
                        <a:gd name="connsiteY3" fmla="*/ 316038 h 573825"/>
                        <a:gd name="connsiteX4" fmla="*/ 0 w 135265"/>
                        <a:gd name="connsiteY4" fmla="*/ 538380 h 573825"/>
                        <a:gd name="connsiteX5" fmla="*/ 56662 w 135265"/>
                        <a:gd name="connsiteY5" fmla="*/ 566319 h 573825"/>
                        <a:gd name="connsiteX6" fmla="*/ 71578 w 135265"/>
                        <a:gd name="connsiteY6" fmla="*/ 573825 h 573825"/>
                        <a:gd name="connsiteX7" fmla="*/ 134265 w 135265"/>
                        <a:gd name="connsiteY7" fmla="*/ 410886 h 573825"/>
                        <a:gd name="connsiteX8" fmla="*/ 135044 w 135265"/>
                        <a:gd name="connsiteY8" fmla="*/ 375145 h 573825"/>
                        <a:gd name="connsiteX9" fmla="*/ 129097 w 135265"/>
                        <a:gd name="connsiteY9" fmla="*/ 368709 h 573825"/>
                        <a:gd name="connsiteX10" fmla="*/ 97492 w 135265"/>
                        <a:gd name="connsiteY10" fmla="*/ 46681 h 57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265" h="573825">
                          <a:moveTo>
                            <a:pt x="97492" y="46681"/>
                          </a:moveTo>
                          <a:lnTo>
                            <a:pt x="112719" y="0"/>
                          </a:lnTo>
                          <a:cubicBezTo>
                            <a:pt x="100248" y="9918"/>
                            <a:pt x="89419" y="20340"/>
                            <a:pt x="84378" y="29643"/>
                          </a:cubicBezTo>
                          <a:cubicBezTo>
                            <a:pt x="68362" y="59204"/>
                            <a:pt x="67132" y="251986"/>
                            <a:pt x="64052" y="316038"/>
                          </a:cubicBezTo>
                          <a:cubicBezTo>
                            <a:pt x="60972" y="380090"/>
                            <a:pt x="0" y="538380"/>
                            <a:pt x="0" y="538380"/>
                          </a:cubicBezTo>
                          <a:lnTo>
                            <a:pt x="56662" y="566319"/>
                          </a:lnTo>
                          <a:lnTo>
                            <a:pt x="71578" y="573825"/>
                          </a:lnTo>
                          <a:cubicBezTo>
                            <a:pt x="71578" y="573825"/>
                            <a:pt x="127489" y="469398"/>
                            <a:pt x="134265" y="410886"/>
                          </a:cubicBezTo>
                          <a:cubicBezTo>
                            <a:pt x="135325" y="401714"/>
                            <a:pt x="135466" y="389514"/>
                            <a:pt x="135044" y="375145"/>
                          </a:cubicBezTo>
                          <a:cubicBezTo>
                            <a:pt x="133189" y="372942"/>
                            <a:pt x="131233" y="370787"/>
                            <a:pt x="129097" y="368709"/>
                          </a:cubicBezTo>
                          <a:cubicBezTo>
                            <a:pt x="45499" y="287407"/>
                            <a:pt x="97492" y="46681"/>
                            <a:pt x="97492" y="46681"/>
                          </a:cubicBezTo>
                          <a:close/>
                        </a:path>
                      </a:pathLst>
                    </a:custGeom>
                    <a:solidFill>
                      <a:srgbClr val="3888A0"/>
                    </a:solidFill>
                    <a:ln w="4839" cap="flat">
                      <a:noFill/>
                      <a:prstDash val="solid"/>
                      <a:miter/>
                    </a:ln>
                  </p:spPr>
                  <p:txBody>
                    <a:bodyPr rtlCol="0" anchor="ctr"/>
                    <a:lstStyle/>
                    <a:p>
                      <a:endParaRPr lang="vi-VN"/>
                    </a:p>
                  </p:txBody>
                </p:sp>
              </p:grpSp>
              <p:grpSp>
                <p:nvGrpSpPr>
                  <p:cNvPr id="626" name="Graphic 1991">
                    <a:extLst>
                      <a:ext uri="{FF2B5EF4-FFF2-40B4-BE49-F238E27FC236}">
                        <a16:creationId xmlns:a16="http://schemas.microsoft.com/office/drawing/2014/main" id="{F153B011-A4CA-3473-989C-9A92A3E3C9E5}"/>
                      </a:ext>
                    </a:extLst>
                  </p:cNvPr>
                  <p:cNvGrpSpPr/>
                  <p:nvPr/>
                </p:nvGrpSpPr>
                <p:grpSpPr>
                  <a:xfrm>
                    <a:off x="2753284" y="5178336"/>
                    <a:ext cx="269763" cy="693355"/>
                    <a:chOff x="2753284" y="5178336"/>
                    <a:chExt cx="269763" cy="693355"/>
                  </a:xfrm>
                </p:grpSpPr>
                <p:sp>
                  <p:nvSpPr>
                    <p:cNvPr id="665" name="Freeform: Shape 664">
                      <a:extLst>
                        <a:ext uri="{FF2B5EF4-FFF2-40B4-BE49-F238E27FC236}">
                          <a16:creationId xmlns:a16="http://schemas.microsoft.com/office/drawing/2014/main" id="{88A80318-27BB-FD0E-2D9B-1446C470ED09}"/>
                        </a:ext>
                      </a:extLst>
                    </p:cNvPr>
                    <p:cNvSpPr/>
                    <p:nvPr/>
                  </p:nvSpPr>
                  <p:spPr>
                    <a:xfrm>
                      <a:off x="2753284" y="5178336"/>
                      <a:ext cx="269763" cy="693355"/>
                    </a:xfrm>
                    <a:custGeom>
                      <a:avLst/>
                      <a:gdLst>
                        <a:gd name="connsiteX0" fmla="*/ 97318 w 269763"/>
                        <a:gd name="connsiteY0" fmla="*/ 49674 h 693355"/>
                        <a:gd name="connsiteX1" fmla="*/ 52972 w 269763"/>
                        <a:gd name="connsiteY1" fmla="*/ 218022 h 693355"/>
                        <a:gd name="connsiteX2" fmla="*/ 52623 w 269763"/>
                        <a:gd name="connsiteY2" fmla="*/ 508504 h 693355"/>
                        <a:gd name="connsiteX3" fmla="*/ 0 w 269763"/>
                        <a:gd name="connsiteY3" fmla="*/ 629054 h 693355"/>
                        <a:gd name="connsiteX4" fmla="*/ 73908 w 269763"/>
                        <a:gd name="connsiteY4" fmla="*/ 665167 h 693355"/>
                        <a:gd name="connsiteX5" fmla="*/ 185444 w 269763"/>
                        <a:gd name="connsiteY5" fmla="*/ 692268 h 693355"/>
                        <a:gd name="connsiteX6" fmla="*/ 185488 w 269763"/>
                        <a:gd name="connsiteY6" fmla="*/ 468081 h 693355"/>
                        <a:gd name="connsiteX7" fmla="*/ 145350 w 269763"/>
                        <a:gd name="connsiteY7" fmla="*/ 243893 h 693355"/>
                        <a:gd name="connsiteX8" fmla="*/ 269764 w 269763"/>
                        <a:gd name="connsiteY8" fmla="*/ 11255 h 693355"/>
                        <a:gd name="connsiteX9" fmla="*/ 255100 w 269763"/>
                        <a:gd name="connsiteY9" fmla="*/ 0 h 693355"/>
                        <a:gd name="connsiteX10" fmla="*/ 134885 w 269763"/>
                        <a:gd name="connsiteY10" fmla="*/ 34491 h 693355"/>
                        <a:gd name="connsiteX11" fmla="*/ 97318 w 269763"/>
                        <a:gd name="connsiteY11" fmla="*/ 49674 h 693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9763" h="693355">
                          <a:moveTo>
                            <a:pt x="97318" y="49674"/>
                          </a:moveTo>
                          <a:cubicBezTo>
                            <a:pt x="97318" y="49674"/>
                            <a:pt x="48046" y="99769"/>
                            <a:pt x="52972" y="218022"/>
                          </a:cubicBezTo>
                          <a:cubicBezTo>
                            <a:pt x="57897" y="336276"/>
                            <a:pt x="74450" y="452850"/>
                            <a:pt x="52623" y="508504"/>
                          </a:cubicBezTo>
                          <a:cubicBezTo>
                            <a:pt x="30796" y="564159"/>
                            <a:pt x="0" y="629054"/>
                            <a:pt x="0" y="629054"/>
                          </a:cubicBezTo>
                          <a:cubicBezTo>
                            <a:pt x="0" y="629054"/>
                            <a:pt x="19711" y="639301"/>
                            <a:pt x="73908" y="665167"/>
                          </a:cubicBezTo>
                          <a:cubicBezTo>
                            <a:pt x="128104" y="691033"/>
                            <a:pt x="187352" y="695963"/>
                            <a:pt x="185444" y="692268"/>
                          </a:cubicBezTo>
                          <a:cubicBezTo>
                            <a:pt x="183536" y="688573"/>
                            <a:pt x="204685" y="559234"/>
                            <a:pt x="185488" y="468081"/>
                          </a:cubicBezTo>
                          <a:cubicBezTo>
                            <a:pt x="166291" y="376928"/>
                            <a:pt x="137868" y="303006"/>
                            <a:pt x="145350" y="243893"/>
                          </a:cubicBezTo>
                          <a:cubicBezTo>
                            <a:pt x="152832" y="184776"/>
                            <a:pt x="269764" y="11255"/>
                            <a:pt x="269764" y="11255"/>
                          </a:cubicBezTo>
                          <a:lnTo>
                            <a:pt x="255100" y="0"/>
                          </a:lnTo>
                          <a:cubicBezTo>
                            <a:pt x="255100" y="0"/>
                            <a:pt x="174054" y="34491"/>
                            <a:pt x="134885" y="34491"/>
                          </a:cubicBezTo>
                          <a:cubicBezTo>
                            <a:pt x="129344" y="34482"/>
                            <a:pt x="97318" y="49674"/>
                            <a:pt x="97318" y="49674"/>
                          </a:cubicBezTo>
                          <a:close/>
                        </a:path>
                      </a:pathLst>
                    </a:custGeom>
                    <a:solidFill>
                      <a:srgbClr val="323757"/>
                    </a:solidFill>
                    <a:ln w="4839" cap="flat">
                      <a:noFill/>
                      <a:prstDash val="solid"/>
                      <a:miter/>
                    </a:ln>
                  </p:spPr>
                  <p:txBody>
                    <a:bodyPr rtlCol="0" anchor="ctr"/>
                    <a:lstStyle/>
                    <a:p>
                      <a:endParaRPr lang="vi-VN"/>
                    </a:p>
                  </p:txBody>
                </p:sp>
                <p:sp>
                  <p:nvSpPr>
                    <p:cNvPr id="666" name="Freeform: Shape 665">
                      <a:extLst>
                        <a:ext uri="{FF2B5EF4-FFF2-40B4-BE49-F238E27FC236}">
                          <a16:creationId xmlns:a16="http://schemas.microsoft.com/office/drawing/2014/main" id="{5162EBB7-D77A-7881-84BE-F5F8C0DFADAE}"/>
                        </a:ext>
                      </a:extLst>
                    </p:cNvPr>
                    <p:cNvSpPr/>
                    <p:nvPr/>
                  </p:nvSpPr>
                  <p:spPr>
                    <a:xfrm>
                      <a:off x="2753284" y="5228009"/>
                      <a:ext cx="193603" cy="643682"/>
                    </a:xfrm>
                    <a:custGeom>
                      <a:avLst/>
                      <a:gdLst>
                        <a:gd name="connsiteX0" fmla="*/ 185449 w 193603"/>
                        <a:gd name="connsiteY0" fmla="*/ 642594 h 643682"/>
                        <a:gd name="connsiteX1" fmla="*/ 187120 w 193603"/>
                        <a:gd name="connsiteY1" fmla="*/ 426766 h 643682"/>
                        <a:gd name="connsiteX2" fmla="*/ 97318 w 193603"/>
                        <a:gd name="connsiteY2" fmla="*/ 0 h 643682"/>
                        <a:gd name="connsiteX3" fmla="*/ 52972 w 193603"/>
                        <a:gd name="connsiteY3" fmla="*/ 168349 h 643682"/>
                        <a:gd name="connsiteX4" fmla="*/ 52623 w 193603"/>
                        <a:gd name="connsiteY4" fmla="*/ 458831 h 643682"/>
                        <a:gd name="connsiteX5" fmla="*/ 0 w 193603"/>
                        <a:gd name="connsiteY5" fmla="*/ 579380 h 643682"/>
                        <a:gd name="connsiteX6" fmla="*/ 73908 w 193603"/>
                        <a:gd name="connsiteY6" fmla="*/ 615494 h 643682"/>
                        <a:gd name="connsiteX7" fmla="*/ 185449 w 193603"/>
                        <a:gd name="connsiteY7" fmla="*/ 642594 h 643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603" h="643682">
                          <a:moveTo>
                            <a:pt x="185449" y="642594"/>
                          </a:moveTo>
                          <a:cubicBezTo>
                            <a:pt x="183599" y="639011"/>
                            <a:pt x="203431" y="517260"/>
                            <a:pt x="187120" y="426766"/>
                          </a:cubicBezTo>
                          <a:cubicBezTo>
                            <a:pt x="-2789" y="281610"/>
                            <a:pt x="92906" y="5298"/>
                            <a:pt x="97318" y="0"/>
                          </a:cubicBezTo>
                          <a:cubicBezTo>
                            <a:pt x="97318" y="0"/>
                            <a:pt x="48046" y="50095"/>
                            <a:pt x="52972" y="168349"/>
                          </a:cubicBezTo>
                          <a:cubicBezTo>
                            <a:pt x="57897" y="286603"/>
                            <a:pt x="74450" y="403176"/>
                            <a:pt x="52623" y="458831"/>
                          </a:cubicBezTo>
                          <a:cubicBezTo>
                            <a:pt x="30796" y="514485"/>
                            <a:pt x="0" y="579380"/>
                            <a:pt x="0" y="579380"/>
                          </a:cubicBezTo>
                          <a:cubicBezTo>
                            <a:pt x="0" y="579380"/>
                            <a:pt x="19711" y="589628"/>
                            <a:pt x="73908" y="615494"/>
                          </a:cubicBezTo>
                          <a:cubicBezTo>
                            <a:pt x="128104" y="641359"/>
                            <a:pt x="187352" y="646290"/>
                            <a:pt x="185449" y="642594"/>
                          </a:cubicBezTo>
                          <a:close/>
                        </a:path>
                      </a:pathLst>
                    </a:custGeom>
                    <a:solidFill>
                      <a:srgbClr val="323757">
                        <a:alpha val="23000"/>
                      </a:srgbClr>
                    </a:solidFill>
                    <a:ln w="4839" cap="flat">
                      <a:noFill/>
                      <a:prstDash val="solid"/>
                      <a:miter/>
                    </a:ln>
                  </p:spPr>
                  <p:txBody>
                    <a:bodyPr rtlCol="0" anchor="ctr"/>
                    <a:lstStyle/>
                    <a:p>
                      <a:endParaRPr lang="vi-VN"/>
                    </a:p>
                  </p:txBody>
                </p:sp>
              </p:grpSp>
              <p:sp>
                <p:nvSpPr>
                  <p:cNvPr id="627" name="Freeform: Shape 626">
                    <a:extLst>
                      <a:ext uri="{FF2B5EF4-FFF2-40B4-BE49-F238E27FC236}">
                        <a16:creationId xmlns:a16="http://schemas.microsoft.com/office/drawing/2014/main" id="{9AE55658-5ADC-3293-EEE2-95F46590F5EE}"/>
                      </a:ext>
                    </a:extLst>
                  </p:cNvPr>
                  <p:cNvSpPr/>
                  <p:nvPr/>
                </p:nvSpPr>
                <p:spPr>
                  <a:xfrm>
                    <a:off x="2786395" y="5163979"/>
                    <a:ext cx="130729" cy="224969"/>
                  </a:xfrm>
                  <a:custGeom>
                    <a:avLst/>
                    <a:gdLst>
                      <a:gd name="connsiteX0" fmla="*/ 60512 w 130729"/>
                      <a:gd name="connsiteY0" fmla="*/ 14347 h 224969"/>
                      <a:gd name="connsiteX1" fmla="*/ 0 w 130729"/>
                      <a:gd name="connsiteY1" fmla="*/ 73033 h 224969"/>
                      <a:gd name="connsiteX2" fmla="*/ 2770 w 130729"/>
                      <a:gd name="connsiteY2" fmla="*/ 133061 h 224969"/>
                      <a:gd name="connsiteX3" fmla="*/ 20326 w 130729"/>
                      <a:gd name="connsiteY3" fmla="*/ 119201 h 224969"/>
                      <a:gd name="connsiteX4" fmla="*/ 4160 w 130729"/>
                      <a:gd name="connsiteY4" fmla="*/ 188953 h 224969"/>
                      <a:gd name="connsiteX5" fmla="*/ 19628 w 130729"/>
                      <a:gd name="connsiteY5" fmla="*/ 224969 h 224969"/>
                      <a:gd name="connsiteX6" fmla="*/ 64212 w 130729"/>
                      <a:gd name="connsiteY6" fmla="*/ 64030 h 224969"/>
                      <a:gd name="connsiteX7" fmla="*/ 130729 w 130729"/>
                      <a:gd name="connsiteY7" fmla="*/ 3727 h 224969"/>
                      <a:gd name="connsiteX8" fmla="*/ 60512 w 130729"/>
                      <a:gd name="connsiteY8" fmla="*/ 14347 h 224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729" h="224969">
                        <a:moveTo>
                          <a:pt x="60512" y="14347"/>
                        </a:moveTo>
                        <a:cubicBezTo>
                          <a:pt x="25866" y="38368"/>
                          <a:pt x="0" y="73033"/>
                          <a:pt x="0" y="73033"/>
                        </a:cubicBezTo>
                        <a:cubicBezTo>
                          <a:pt x="0" y="73033"/>
                          <a:pt x="10625" y="118280"/>
                          <a:pt x="2770" y="133061"/>
                        </a:cubicBezTo>
                        <a:lnTo>
                          <a:pt x="20326" y="119201"/>
                        </a:lnTo>
                        <a:cubicBezTo>
                          <a:pt x="20326" y="119201"/>
                          <a:pt x="-460" y="161697"/>
                          <a:pt x="4160" y="188953"/>
                        </a:cubicBezTo>
                        <a:cubicBezTo>
                          <a:pt x="8780" y="216209"/>
                          <a:pt x="19628" y="224969"/>
                          <a:pt x="19628" y="224969"/>
                        </a:cubicBezTo>
                        <a:cubicBezTo>
                          <a:pt x="19628" y="224969"/>
                          <a:pt x="29101" y="103083"/>
                          <a:pt x="64212" y="64030"/>
                        </a:cubicBezTo>
                        <a:cubicBezTo>
                          <a:pt x="99318" y="24972"/>
                          <a:pt x="130729" y="3727"/>
                          <a:pt x="130729" y="3727"/>
                        </a:cubicBezTo>
                        <a:cubicBezTo>
                          <a:pt x="130729" y="3727"/>
                          <a:pt x="95153" y="-9674"/>
                          <a:pt x="60512" y="14347"/>
                        </a:cubicBezTo>
                        <a:close/>
                      </a:path>
                    </a:pathLst>
                  </a:custGeom>
                  <a:solidFill>
                    <a:srgbClr val="4B69A3"/>
                  </a:solidFill>
                  <a:ln w="4839" cap="flat">
                    <a:noFill/>
                    <a:prstDash val="solid"/>
                    <a:miter/>
                  </a:ln>
                </p:spPr>
                <p:txBody>
                  <a:bodyPr rtlCol="0" anchor="ctr"/>
                  <a:lstStyle/>
                  <a:p>
                    <a:endParaRPr lang="vi-VN"/>
                  </a:p>
                </p:txBody>
              </p:sp>
              <p:sp>
                <p:nvSpPr>
                  <p:cNvPr id="628" name="Freeform: Shape 627">
                    <a:extLst>
                      <a:ext uri="{FF2B5EF4-FFF2-40B4-BE49-F238E27FC236}">
                        <a16:creationId xmlns:a16="http://schemas.microsoft.com/office/drawing/2014/main" id="{3E0E7681-BB73-1BF5-CE87-487A204D4691}"/>
                      </a:ext>
                    </a:extLst>
                  </p:cNvPr>
                  <p:cNvSpPr/>
                  <p:nvPr/>
                </p:nvSpPr>
                <p:spPr>
                  <a:xfrm>
                    <a:off x="2790419" y="5236385"/>
                    <a:ext cx="21462" cy="46680"/>
                  </a:xfrm>
                  <a:custGeom>
                    <a:avLst/>
                    <a:gdLst>
                      <a:gd name="connsiteX0" fmla="*/ 21184 w 21462"/>
                      <a:gd name="connsiteY0" fmla="*/ 33220 h 46680"/>
                      <a:gd name="connsiteX1" fmla="*/ 19518 w 21462"/>
                      <a:gd name="connsiteY1" fmla="*/ 24886 h 46680"/>
                      <a:gd name="connsiteX2" fmla="*/ 18215 w 21462"/>
                      <a:gd name="connsiteY2" fmla="*/ 16294 h 46680"/>
                      <a:gd name="connsiteX3" fmla="*/ 11803 w 21462"/>
                      <a:gd name="connsiteY3" fmla="*/ 2981 h 46680"/>
                      <a:gd name="connsiteX4" fmla="*/ 446 w 21462"/>
                      <a:gd name="connsiteY4" fmla="*/ 715 h 46680"/>
                      <a:gd name="connsiteX5" fmla="*/ 979 w 21462"/>
                      <a:gd name="connsiteY5" fmla="*/ 2056 h 46680"/>
                      <a:gd name="connsiteX6" fmla="*/ 12500 w 21462"/>
                      <a:gd name="connsiteY6" fmla="*/ 6575 h 46680"/>
                      <a:gd name="connsiteX7" fmla="*/ 16559 w 21462"/>
                      <a:gd name="connsiteY7" fmla="*/ 19481 h 46680"/>
                      <a:gd name="connsiteX8" fmla="*/ 18840 w 21462"/>
                      <a:gd name="connsiteY8" fmla="*/ 32407 h 46680"/>
                      <a:gd name="connsiteX9" fmla="*/ 16544 w 21462"/>
                      <a:gd name="connsiteY9" fmla="*/ 45032 h 46680"/>
                      <a:gd name="connsiteX10" fmla="*/ 18365 w 21462"/>
                      <a:gd name="connsiteY10" fmla="*/ 46277 h 46680"/>
                      <a:gd name="connsiteX11" fmla="*/ 21184 w 21462"/>
                      <a:gd name="connsiteY11" fmla="*/ 33220 h 4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62" h="46680">
                        <a:moveTo>
                          <a:pt x="21184" y="33220"/>
                        </a:moveTo>
                        <a:cubicBezTo>
                          <a:pt x="20782" y="30412"/>
                          <a:pt x="20016" y="27670"/>
                          <a:pt x="19518" y="24886"/>
                        </a:cubicBezTo>
                        <a:cubicBezTo>
                          <a:pt x="19004" y="22033"/>
                          <a:pt x="18723" y="19147"/>
                          <a:pt x="18215" y="16294"/>
                        </a:cubicBezTo>
                        <a:cubicBezTo>
                          <a:pt x="17348" y="11389"/>
                          <a:pt x="15701" y="6337"/>
                          <a:pt x="11803" y="2981"/>
                        </a:cubicBezTo>
                        <a:cubicBezTo>
                          <a:pt x="8655" y="274"/>
                          <a:pt x="4374" y="-854"/>
                          <a:pt x="446" y="715"/>
                        </a:cubicBezTo>
                        <a:cubicBezTo>
                          <a:pt x="-425" y="1064"/>
                          <a:pt x="102" y="2342"/>
                          <a:pt x="979" y="2056"/>
                        </a:cubicBezTo>
                        <a:cubicBezTo>
                          <a:pt x="5410" y="604"/>
                          <a:pt x="9953" y="2918"/>
                          <a:pt x="12500" y="6575"/>
                        </a:cubicBezTo>
                        <a:cubicBezTo>
                          <a:pt x="15120" y="10338"/>
                          <a:pt x="15939" y="15035"/>
                          <a:pt x="16559" y="19481"/>
                        </a:cubicBezTo>
                        <a:cubicBezTo>
                          <a:pt x="17164" y="23835"/>
                          <a:pt x="18089" y="28082"/>
                          <a:pt x="18840" y="32407"/>
                        </a:cubicBezTo>
                        <a:cubicBezTo>
                          <a:pt x="19610" y="36857"/>
                          <a:pt x="19527" y="41390"/>
                          <a:pt x="16544" y="45032"/>
                        </a:cubicBezTo>
                        <a:cubicBezTo>
                          <a:pt x="15634" y="46141"/>
                          <a:pt x="17445" y="47318"/>
                          <a:pt x="18365" y="46277"/>
                        </a:cubicBezTo>
                        <a:cubicBezTo>
                          <a:pt x="21508" y="42708"/>
                          <a:pt x="21837" y="37734"/>
                          <a:pt x="21184" y="33220"/>
                        </a:cubicBezTo>
                        <a:close/>
                      </a:path>
                    </a:pathLst>
                  </a:custGeom>
                  <a:solidFill>
                    <a:srgbClr val="21447C"/>
                  </a:solidFill>
                  <a:ln w="4839" cap="flat">
                    <a:noFill/>
                    <a:prstDash val="solid"/>
                    <a:miter/>
                  </a:ln>
                </p:spPr>
                <p:txBody>
                  <a:bodyPr rtlCol="0" anchor="ctr"/>
                  <a:lstStyle/>
                  <a:p>
                    <a:endParaRPr lang="vi-VN"/>
                  </a:p>
                </p:txBody>
              </p:sp>
              <p:grpSp>
                <p:nvGrpSpPr>
                  <p:cNvPr id="629" name="Graphic 1991">
                    <a:extLst>
                      <a:ext uri="{FF2B5EF4-FFF2-40B4-BE49-F238E27FC236}">
                        <a16:creationId xmlns:a16="http://schemas.microsoft.com/office/drawing/2014/main" id="{C6C34682-B9E7-636B-57CE-E2FEDADEDB9A}"/>
                      </a:ext>
                    </a:extLst>
                  </p:cNvPr>
                  <p:cNvGrpSpPr/>
                  <p:nvPr/>
                </p:nvGrpSpPr>
                <p:grpSpPr>
                  <a:xfrm>
                    <a:off x="2850597" y="5024751"/>
                    <a:ext cx="176269" cy="212260"/>
                    <a:chOff x="2850597" y="5024751"/>
                    <a:chExt cx="176269" cy="212260"/>
                  </a:xfrm>
                </p:grpSpPr>
                <p:sp>
                  <p:nvSpPr>
                    <p:cNvPr id="663" name="Freeform: Shape 662">
                      <a:extLst>
                        <a:ext uri="{FF2B5EF4-FFF2-40B4-BE49-F238E27FC236}">
                          <a16:creationId xmlns:a16="http://schemas.microsoft.com/office/drawing/2014/main" id="{36EE5BDB-5967-1825-B40D-D2CE9EF2E154}"/>
                        </a:ext>
                      </a:extLst>
                    </p:cNvPr>
                    <p:cNvSpPr/>
                    <p:nvPr/>
                  </p:nvSpPr>
                  <p:spPr>
                    <a:xfrm>
                      <a:off x="2850597" y="5024753"/>
                      <a:ext cx="176269" cy="212258"/>
                    </a:xfrm>
                    <a:custGeom>
                      <a:avLst/>
                      <a:gdLst>
                        <a:gd name="connsiteX0" fmla="*/ 125649 w 176269"/>
                        <a:gd name="connsiteY0" fmla="*/ 16844 h 212258"/>
                        <a:gd name="connsiteX1" fmla="*/ 157791 w 176269"/>
                        <a:gd name="connsiteY1" fmla="*/ 99653 h 212258"/>
                        <a:gd name="connsiteX2" fmla="*/ 172456 w 176269"/>
                        <a:gd name="connsiteY2" fmla="*/ 164828 h 212258"/>
                        <a:gd name="connsiteX3" fmla="*/ 25115 w 176269"/>
                        <a:gd name="connsiteY3" fmla="*/ 210236 h 212258"/>
                        <a:gd name="connsiteX4" fmla="*/ 0 w 176269"/>
                        <a:gd name="connsiteY4" fmla="*/ 203252 h 212258"/>
                        <a:gd name="connsiteX5" fmla="*/ 21938 w 176269"/>
                        <a:gd name="connsiteY5" fmla="*/ 164828 h 212258"/>
                        <a:gd name="connsiteX6" fmla="*/ 0 w 176269"/>
                        <a:gd name="connsiteY6" fmla="*/ 121238 h 212258"/>
                        <a:gd name="connsiteX7" fmla="*/ 98185 w 176269"/>
                        <a:gd name="connsiteY7" fmla="*/ 5754 h 212258"/>
                        <a:gd name="connsiteX8" fmla="*/ 125649 w 176269"/>
                        <a:gd name="connsiteY8" fmla="*/ 16844 h 21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269" h="212258">
                          <a:moveTo>
                            <a:pt x="125649" y="16844"/>
                          </a:moveTo>
                          <a:cubicBezTo>
                            <a:pt x="125649" y="16844"/>
                            <a:pt x="128075" y="72334"/>
                            <a:pt x="157791" y="99653"/>
                          </a:cubicBezTo>
                          <a:cubicBezTo>
                            <a:pt x="187512" y="126971"/>
                            <a:pt x="172456" y="164828"/>
                            <a:pt x="172456" y="164828"/>
                          </a:cubicBezTo>
                          <a:cubicBezTo>
                            <a:pt x="172456" y="164828"/>
                            <a:pt x="63781" y="223786"/>
                            <a:pt x="25115" y="210236"/>
                          </a:cubicBezTo>
                          <a:lnTo>
                            <a:pt x="0" y="203252"/>
                          </a:lnTo>
                          <a:cubicBezTo>
                            <a:pt x="0" y="203252"/>
                            <a:pt x="22941" y="189634"/>
                            <a:pt x="21938" y="164828"/>
                          </a:cubicBezTo>
                          <a:cubicBezTo>
                            <a:pt x="20941" y="140023"/>
                            <a:pt x="0" y="121238"/>
                            <a:pt x="0" y="121238"/>
                          </a:cubicBezTo>
                          <a:lnTo>
                            <a:pt x="98185" y="5754"/>
                          </a:lnTo>
                          <a:cubicBezTo>
                            <a:pt x="98190" y="5759"/>
                            <a:pt x="121072" y="-12853"/>
                            <a:pt x="125649" y="16844"/>
                          </a:cubicBezTo>
                          <a:close/>
                        </a:path>
                      </a:pathLst>
                    </a:custGeom>
                    <a:solidFill>
                      <a:srgbClr val="EEA786"/>
                    </a:solidFill>
                    <a:ln w="4839" cap="flat">
                      <a:noFill/>
                      <a:prstDash val="solid"/>
                      <a:miter/>
                    </a:ln>
                  </p:spPr>
                  <p:txBody>
                    <a:bodyPr rtlCol="0" anchor="ctr"/>
                    <a:lstStyle/>
                    <a:p>
                      <a:endParaRPr lang="vi-VN"/>
                    </a:p>
                  </p:txBody>
                </p:sp>
                <p:sp>
                  <p:nvSpPr>
                    <p:cNvPr id="664" name="Freeform: Shape 663">
                      <a:extLst>
                        <a:ext uri="{FF2B5EF4-FFF2-40B4-BE49-F238E27FC236}">
                          <a16:creationId xmlns:a16="http://schemas.microsoft.com/office/drawing/2014/main" id="{5982250D-ADED-46B7-EAC0-88C2B38FF825}"/>
                        </a:ext>
                      </a:extLst>
                    </p:cNvPr>
                    <p:cNvSpPr/>
                    <p:nvPr/>
                  </p:nvSpPr>
                  <p:spPr>
                    <a:xfrm>
                      <a:off x="2850602" y="5024751"/>
                      <a:ext cx="124569" cy="182303"/>
                    </a:xfrm>
                    <a:custGeom>
                      <a:avLst/>
                      <a:gdLst>
                        <a:gd name="connsiteX0" fmla="*/ 120927 w 124569"/>
                        <a:gd name="connsiteY0" fmla="*/ 25466 h 182303"/>
                        <a:gd name="connsiteX1" fmla="*/ 124569 w 124569"/>
                        <a:gd name="connsiteY1" fmla="*/ 11790 h 182303"/>
                        <a:gd name="connsiteX2" fmla="*/ 98185 w 124569"/>
                        <a:gd name="connsiteY2" fmla="*/ 5755 h 182303"/>
                        <a:gd name="connsiteX3" fmla="*/ 0 w 124569"/>
                        <a:gd name="connsiteY3" fmla="*/ 121239 h 182303"/>
                        <a:gd name="connsiteX4" fmla="*/ 21938 w 124569"/>
                        <a:gd name="connsiteY4" fmla="*/ 164830 h 182303"/>
                        <a:gd name="connsiteX5" fmla="*/ 18451 w 124569"/>
                        <a:gd name="connsiteY5" fmla="*/ 182303 h 182303"/>
                        <a:gd name="connsiteX6" fmla="*/ 18481 w 124569"/>
                        <a:gd name="connsiteY6" fmla="*/ 182298 h 182303"/>
                        <a:gd name="connsiteX7" fmla="*/ 120927 w 124569"/>
                        <a:gd name="connsiteY7" fmla="*/ 25466 h 182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569" h="182303">
                          <a:moveTo>
                            <a:pt x="120927" y="25466"/>
                          </a:moveTo>
                          <a:cubicBezTo>
                            <a:pt x="123402" y="20662"/>
                            <a:pt x="124477" y="16100"/>
                            <a:pt x="124569" y="11790"/>
                          </a:cubicBezTo>
                          <a:cubicBezTo>
                            <a:pt x="118273" y="-10580"/>
                            <a:pt x="98185" y="5755"/>
                            <a:pt x="98185" y="5755"/>
                          </a:cubicBezTo>
                          <a:lnTo>
                            <a:pt x="0" y="121239"/>
                          </a:lnTo>
                          <a:cubicBezTo>
                            <a:pt x="0" y="121239"/>
                            <a:pt x="20941" y="140025"/>
                            <a:pt x="21938" y="164830"/>
                          </a:cubicBezTo>
                          <a:cubicBezTo>
                            <a:pt x="22205" y="171484"/>
                            <a:pt x="20728" y="177310"/>
                            <a:pt x="18451" y="182303"/>
                          </a:cubicBezTo>
                          <a:cubicBezTo>
                            <a:pt x="18461" y="182303"/>
                            <a:pt x="18471" y="182298"/>
                            <a:pt x="18481" y="182298"/>
                          </a:cubicBezTo>
                          <a:cubicBezTo>
                            <a:pt x="98863" y="163915"/>
                            <a:pt x="120927" y="25466"/>
                            <a:pt x="120927" y="25466"/>
                          </a:cubicBezTo>
                          <a:close/>
                        </a:path>
                      </a:pathLst>
                    </a:custGeom>
                    <a:solidFill>
                      <a:srgbClr val="D87D68">
                        <a:alpha val="30000"/>
                      </a:srgbClr>
                    </a:solidFill>
                    <a:ln w="4839" cap="flat">
                      <a:noFill/>
                      <a:prstDash val="solid"/>
                      <a:miter/>
                    </a:ln>
                  </p:spPr>
                  <p:txBody>
                    <a:bodyPr rtlCol="0" anchor="ctr"/>
                    <a:lstStyle/>
                    <a:p>
                      <a:endParaRPr lang="vi-VN"/>
                    </a:p>
                  </p:txBody>
                </p:sp>
              </p:grpSp>
              <p:sp>
                <p:nvSpPr>
                  <p:cNvPr id="630" name="Freeform: Shape 629">
                    <a:extLst>
                      <a:ext uri="{FF2B5EF4-FFF2-40B4-BE49-F238E27FC236}">
                        <a16:creationId xmlns:a16="http://schemas.microsoft.com/office/drawing/2014/main" id="{19593EDF-AD9D-2FF4-28F4-E834008A6398}"/>
                      </a:ext>
                    </a:extLst>
                  </p:cNvPr>
                  <p:cNvSpPr/>
                  <p:nvPr/>
                </p:nvSpPr>
                <p:spPr>
                  <a:xfrm>
                    <a:off x="2689228" y="5685127"/>
                    <a:ext cx="4778" cy="1711"/>
                  </a:xfrm>
                  <a:custGeom>
                    <a:avLst/>
                    <a:gdLst>
                      <a:gd name="connsiteX0" fmla="*/ 4377 w 4778"/>
                      <a:gd name="connsiteY0" fmla="*/ 808 h 1711"/>
                      <a:gd name="connsiteX1" fmla="*/ 764 w 4778"/>
                      <a:gd name="connsiteY1" fmla="*/ 14 h 1711"/>
                      <a:gd name="connsiteX2" fmla="*/ 9 w 4778"/>
                      <a:gd name="connsiteY2" fmla="*/ 503 h 1711"/>
                      <a:gd name="connsiteX3" fmla="*/ 498 w 4778"/>
                      <a:gd name="connsiteY3" fmla="*/ 1258 h 1711"/>
                      <a:gd name="connsiteX4" fmla="*/ 4275 w 4778"/>
                      <a:gd name="connsiteY4" fmla="*/ 1709 h 1711"/>
                      <a:gd name="connsiteX5" fmla="*/ 4774 w 4778"/>
                      <a:gd name="connsiteY5" fmla="*/ 1307 h 1711"/>
                      <a:gd name="connsiteX6" fmla="*/ 4377 w 4778"/>
                      <a:gd name="connsiteY6" fmla="*/ 808 h 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78" h="1711">
                        <a:moveTo>
                          <a:pt x="4377" y="808"/>
                        </a:moveTo>
                        <a:cubicBezTo>
                          <a:pt x="3171" y="546"/>
                          <a:pt x="1970" y="275"/>
                          <a:pt x="764" y="14"/>
                        </a:cubicBezTo>
                        <a:cubicBezTo>
                          <a:pt x="440" y="-59"/>
                          <a:pt x="67" y="164"/>
                          <a:pt x="9" y="503"/>
                        </a:cubicBezTo>
                        <a:cubicBezTo>
                          <a:pt x="-44" y="818"/>
                          <a:pt x="144" y="1215"/>
                          <a:pt x="498" y="1258"/>
                        </a:cubicBezTo>
                        <a:cubicBezTo>
                          <a:pt x="1757" y="1404"/>
                          <a:pt x="3016" y="1559"/>
                          <a:pt x="4275" y="1709"/>
                        </a:cubicBezTo>
                        <a:cubicBezTo>
                          <a:pt x="4518" y="1738"/>
                          <a:pt x="4750" y="1549"/>
                          <a:pt x="4774" y="1307"/>
                        </a:cubicBezTo>
                        <a:cubicBezTo>
                          <a:pt x="4808" y="1045"/>
                          <a:pt x="4614" y="861"/>
                          <a:pt x="4377" y="808"/>
                        </a:cubicBezTo>
                        <a:close/>
                      </a:path>
                    </a:pathLst>
                  </a:custGeom>
                  <a:solidFill>
                    <a:srgbClr val="E77350"/>
                  </a:solidFill>
                  <a:ln w="4839" cap="flat">
                    <a:noFill/>
                    <a:prstDash val="solid"/>
                    <a:miter/>
                  </a:ln>
                </p:spPr>
                <p:txBody>
                  <a:bodyPr rtlCol="0" anchor="ctr"/>
                  <a:lstStyle/>
                  <a:p>
                    <a:endParaRPr lang="vi-VN"/>
                  </a:p>
                </p:txBody>
              </p:sp>
              <p:sp>
                <p:nvSpPr>
                  <p:cNvPr id="631" name="Freeform: Shape 630">
                    <a:extLst>
                      <a:ext uri="{FF2B5EF4-FFF2-40B4-BE49-F238E27FC236}">
                        <a16:creationId xmlns:a16="http://schemas.microsoft.com/office/drawing/2014/main" id="{34E8C094-E1E1-A4C5-F5BF-8E252C4F6400}"/>
                      </a:ext>
                    </a:extLst>
                  </p:cNvPr>
                  <p:cNvSpPr/>
                  <p:nvPr/>
                </p:nvSpPr>
                <p:spPr>
                  <a:xfrm>
                    <a:off x="2697401" y="4758809"/>
                    <a:ext cx="344394" cy="403972"/>
                  </a:xfrm>
                  <a:custGeom>
                    <a:avLst/>
                    <a:gdLst>
                      <a:gd name="connsiteX0" fmla="*/ 9687 w 344394"/>
                      <a:gd name="connsiteY0" fmla="*/ 107935 h 403972"/>
                      <a:gd name="connsiteX1" fmla="*/ 655 w 344394"/>
                      <a:gd name="connsiteY1" fmla="*/ 191537 h 403972"/>
                      <a:gd name="connsiteX2" fmla="*/ 655 w 344394"/>
                      <a:gd name="connsiteY2" fmla="*/ 284574 h 403972"/>
                      <a:gd name="connsiteX3" fmla="*/ 148300 w 344394"/>
                      <a:gd name="connsiteY3" fmla="*/ 401511 h 403972"/>
                      <a:gd name="connsiteX4" fmla="*/ 264641 w 344394"/>
                      <a:gd name="connsiteY4" fmla="*/ 302420 h 403972"/>
                      <a:gd name="connsiteX5" fmla="*/ 267537 w 344394"/>
                      <a:gd name="connsiteY5" fmla="*/ 293345 h 403972"/>
                      <a:gd name="connsiteX6" fmla="*/ 340496 w 344394"/>
                      <a:gd name="connsiteY6" fmla="*/ 195363 h 403972"/>
                      <a:gd name="connsiteX7" fmla="*/ 184607 w 344394"/>
                      <a:gd name="connsiteY7" fmla="*/ 364 h 403972"/>
                      <a:gd name="connsiteX8" fmla="*/ 9687 w 344394"/>
                      <a:gd name="connsiteY8" fmla="*/ 107935 h 403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4394" h="403972">
                        <a:moveTo>
                          <a:pt x="9687" y="107935"/>
                        </a:moveTo>
                        <a:cubicBezTo>
                          <a:pt x="9687" y="107935"/>
                          <a:pt x="-2977" y="177517"/>
                          <a:pt x="655" y="191537"/>
                        </a:cubicBezTo>
                        <a:cubicBezTo>
                          <a:pt x="4282" y="205558"/>
                          <a:pt x="2122" y="242519"/>
                          <a:pt x="655" y="284574"/>
                        </a:cubicBezTo>
                        <a:cubicBezTo>
                          <a:pt x="-813" y="326635"/>
                          <a:pt x="56537" y="420306"/>
                          <a:pt x="148300" y="401511"/>
                        </a:cubicBezTo>
                        <a:cubicBezTo>
                          <a:pt x="240063" y="382711"/>
                          <a:pt x="264641" y="302420"/>
                          <a:pt x="264641" y="302420"/>
                        </a:cubicBezTo>
                        <a:lnTo>
                          <a:pt x="267537" y="293345"/>
                        </a:lnTo>
                        <a:cubicBezTo>
                          <a:pt x="267537" y="293345"/>
                          <a:pt x="326219" y="262912"/>
                          <a:pt x="340496" y="195363"/>
                        </a:cubicBezTo>
                        <a:cubicBezTo>
                          <a:pt x="354772" y="127815"/>
                          <a:pt x="335619" y="8011"/>
                          <a:pt x="184607" y="364"/>
                        </a:cubicBezTo>
                        <a:cubicBezTo>
                          <a:pt x="33596" y="-7278"/>
                          <a:pt x="9687" y="107935"/>
                          <a:pt x="9687" y="107935"/>
                        </a:cubicBezTo>
                        <a:close/>
                      </a:path>
                    </a:pathLst>
                  </a:custGeom>
                  <a:solidFill>
                    <a:srgbClr val="EEA786"/>
                  </a:solidFill>
                  <a:ln w="4839" cap="flat">
                    <a:noFill/>
                    <a:prstDash val="solid"/>
                    <a:miter/>
                  </a:ln>
                </p:spPr>
                <p:txBody>
                  <a:bodyPr rtlCol="0" anchor="ctr"/>
                  <a:lstStyle/>
                  <a:p>
                    <a:endParaRPr lang="vi-VN"/>
                  </a:p>
                </p:txBody>
              </p:sp>
              <p:grpSp>
                <p:nvGrpSpPr>
                  <p:cNvPr id="632" name="Graphic 1991">
                    <a:extLst>
                      <a:ext uri="{FF2B5EF4-FFF2-40B4-BE49-F238E27FC236}">
                        <a16:creationId xmlns:a16="http://schemas.microsoft.com/office/drawing/2014/main" id="{8D240E61-A95F-08C4-CB86-3D21248D0B47}"/>
                      </a:ext>
                    </a:extLst>
                  </p:cNvPr>
                  <p:cNvGrpSpPr/>
                  <p:nvPr/>
                </p:nvGrpSpPr>
                <p:grpSpPr>
                  <a:xfrm>
                    <a:off x="2702626" y="4913169"/>
                    <a:ext cx="153893" cy="167825"/>
                    <a:chOff x="2702626" y="4913169"/>
                    <a:chExt cx="153893" cy="167825"/>
                  </a:xfrm>
                  <a:solidFill>
                    <a:srgbClr val="2D2929"/>
                  </a:solidFill>
                </p:grpSpPr>
                <p:sp>
                  <p:nvSpPr>
                    <p:cNvPr id="657" name="Freeform: Shape 656">
                      <a:extLst>
                        <a:ext uri="{FF2B5EF4-FFF2-40B4-BE49-F238E27FC236}">
                          <a16:creationId xmlns:a16="http://schemas.microsoft.com/office/drawing/2014/main" id="{18BC2621-74F3-6FDD-1819-D8422541A4EC}"/>
                        </a:ext>
                      </a:extLst>
                    </p:cNvPr>
                    <p:cNvSpPr/>
                    <p:nvPr/>
                  </p:nvSpPr>
                  <p:spPr>
                    <a:xfrm>
                      <a:off x="2797957" y="4913169"/>
                      <a:ext cx="58562" cy="13782"/>
                    </a:xfrm>
                    <a:custGeom>
                      <a:avLst/>
                      <a:gdLst>
                        <a:gd name="connsiteX0" fmla="*/ 57208 w 58562"/>
                        <a:gd name="connsiteY0" fmla="*/ 7752 h 13782"/>
                        <a:gd name="connsiteX1" fmla="*/ 43996 w 58562"/>
                        <a:gd name="connsiteY1" fmla="*/ 2522 h 13782"/>
                        <a:gd name="connsiteX2" fmla="*/ 29913 w 58562"/>
                        <a:gd name="connsiteY2" fmla="*/ 67 h 13782"/>
                        <a:gd name="connsiteX3" fmla="*/ 16760 w 58562"/>
                        <a:gd name="connsiteY3" fmla="*/ 498 h 13782"/>
                        <a:gd name="connsiteX4" fmla="*/ 2730 w 58562"/>
                        <a:gd name="connsiteY4" fmla="*/ 3999 h 13782"/>
                        <a:gd name="connsiteX5" fmla="*/ 27 w 58562"/>
                        <a:gd name="connsiteY5" fmla="*/ 7956 h 13782"/>
                        <a:gd name="connsiteX6" fmla="*/ 3572 w 58562"/>
                        <a:gd name="connsiteY6" fmla="*/ 11176 h 13782"/>
                        <a:gd name="connsiteX7" fmla="*/ 19680 w 58562"/>
                        <a:gd name="connsiteY7" fmla="*/ 10019 h 13782"/>
                        <a:gd name="connsiteX8" fmla="*/ 27986 w 58562"/>
                        <a:gd name="connsiteY8" fmla="*/ 10120 h 13782"/>
                        <a:gd name="connsiteX9" fmla="*/ 35836 w 58562"/>
                        <a:gd name="connsiteY9" fmla="*/ 10493 h 13782"/>
                        <a:gd name="connsiteX10" fmla="*/ 54946 w 58562"/>
                        <a:gd name="connsiteY10" fmla="*/ 13782 h 13782"/>
                        <a:gd name="connsiteX11" fmla="*/ 57208 w 58562"/>
                        <a:gd name="connsiteY11" fmla="*/ 7752 h 13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62" h="13782">
                          <a:moveTo>
                            <a:pt x="57208" y="7752"/>
                          </a:moveTo>
                          <a:cubicBezTo>
                            <a:pt x="53411" y="4880"/>
                            <a:pt x="48553" y="3665"/>
                            <a:pt x="43996" y="2522"/>
                          </a:cubicBezTo>
                          <a:cubicBezTo>
                            <a:pt x="39327" y="1350"/>
                            <a:pt x="34736" y="231"/>
                            <a:pt x="29913" y="67"/>
                          </a:cubicBezTo>
                          <a:cubicBezTo>
                            <a:pt x="25511" y="-83"/>
                            <a:pt x="21133" y="4"/>
                            <a:pt x="16760" y="498"/>
                          </a:cubicBezTo>
                          <a:cubicBezTo>
                            <a:pt x="11873" y="1050"/>
                            <a:pt x="7321" y="2246"/>
                            <a:pt x="2730" y="3999"/>
                          </a:cubicBezTo>
                          <a:cubicBezTo>
                            <a:pt x="1015" y="4653"/>
                            <a:pt x="-200" y="6009"/>
                            <a:pt x="27" y="7956"/>
                          </a:cubicBezTo>
                          <a:cubicBezTo>
                            <a:pt x="216" y="9578"/>
                            <a:pt x="1766" y="11375"/>
                            <a:pt x="3572" y="11176"/>
                          </a:cubicBezTo>
                          <a:cubicBezTo>
                            <a:pt x="8900" y="10585"/>
                            <a:pt x="14324" y="10212"/>
                            <a:pt x="19680" y="10019"/>
                          </a:cubicBezTo>
                          <a:cubicBezTo>
                            <a:pt x="22450" y="9922"/>
                            <a:pt x="25215" y="9946"/>
                            <a:pt x="27986" y="10120"/>
                          </a:cubicBezTo>
                          <a:cubicBezTo>
                            <a:pt x="30649" y="10285"/>
                            <a:pt x="33211" y="10673"/>
                            <a:pt x="35836" y="10493"/>
                          </a:cubicBezTo>
                          <a:cubicBezTo>
                            <a:pt x="41730" y="11225"/>
                            <a:pt x="48650" y="13646"/>
                            <a:pt x="54946" y="13782"/>
                          </a:cubicBezTo>
                          <a:cubicBezTo>
                            <a:pt x="58186" y="13850"/>
                            <a:pt x="59953" y="9835"/>
                            <a:pt x="57208" y="7752"/>
                          </a:cubicBezTo>
                          <a:close/>
                        </a:path>
                      </a:pathLst>
                    </a:custGeom>
                    <a:solidFill>
                      <a:srgbClr val="2D2929"/>
                    </a:solidFill>
                    <a:ln w="4839" cap="flat">
                      <a:noFill/>
                      <a:prstDash val="solid"/>
                      <a:miter/>
                    </a:ln>
                  </p:spPr>
                  <p:txBody>
                    <a:bodyPr rtlCol="0" anchor="ctr"/>
                    <a:lstStyle/>
                    <a:p>
                      <a:endParaRPr lang="vi-VN"/>
                    </a:p>
                  </p:txBody>
                </p:sp>
                <p:sp>
                  <p:nvSpPr>
                    <p:cNvPr id="658" name="Freeform: Shape 657">
                      <a:extLst>
                        <a:ext uri="{FF2B5EF4-FFF2-40B4-BE49-F238E27FC236}">
                          <a16:creationId xmlns:a16="http://schemas.microsoft.com/office/drawing/2014/main" id="{CDA7F265-8E88-C7AE-A67A-D08CFF3FC6A7}"/>
                        </a:ext>
                      </a:extLst>
                    </p:cNvPr>
                    <p:cNvSpPr/>
                    <p:nvPr/>
                  </p:nvSpPr>
                  <p:spPr>
                    <a:xfrm>
                      <a:off x="2702626" y="4915519"/>
                      <a:ext cx="30597" cy="12051"/>
                    </a:xfrm>
                    <a:custGeom>
                      <a:avLst/>
                      <a:gdLst>
                        <a:gd name="connsiteX0" fmla="*/ 29340 w 30597"/>
                        <a:gd name="connsiteY0" fmla="*/ 6168 h 12051"/>
                        <a:gd name="connsiteX1" fmla="*/ 16845 w 30597"/>
                        <a:gd name="connsiteY1" fmla="*/ 409 h 12051"/>
                        <a:gd name="connsiteX2" fmla="*/ 9111 w 30597"/>
                        <a:gd name="connsiteY2" fmla="*/ 114 h 12051"/>
                        <a:gd name="connsiteX3" fmla="*/ 5227 w 30597"/>
                        <a:gd name="connsiteY3" fmla="*/ 932 h 12051"/>
                        <a:gd name="connsiteX4" fmla="*/ 3924 w 30597"/>
                        <a:gd name="connsiteY4" fmla="*/ 1422 h 12051"/>
                        <a:gd name="connsiteX5" fmla="*/ 1866 w 30597"/>
                        <a:gd name="connsiteY5" fmla="*/ 2410 h 12051"/>
                        <a:gd name="connsiteX6" fmla="*/ 384 w 30597"/>
                        <a:gd name="connsiteY6" fmla="*/ 4497 h 12051"/>
                        <a:gd name="connsiteX7" fmla="*/ 1818 w 30597"/>
                        <a:gd name="connsiteY7" fmla="*/ 8342 h 12051"/>
                        <a:gd name="connsiteX8" fmla="*/ 4951 w 30597"/>
                        <a:gd name="connsiteY8" fmla="*/ 8880 h 12051"/>
                        <a:gd name="connsiteX9" fmla="*/ 5784 w 30597"/>
                        <a:gd name="connsiteY9" fmla="*/ 8700 h 12051"/>
                        <a:gd name="connsiteX10" fmla="*/ 7775 w 30597"/>
                        <a:gd name="connsiteY10" fmla="*/ 8453 h 12051"/>
                        <a:gd name="connsiteX11" fmla="*/ 10506 w 30597"/>
                        <a:gd name="connsiteY11" fmla="*/ 8124 h 12051"/>
                        <a:gd name="connsiteX12" fmla="*/ 13169 w 30597"/>
                        <a:gd name="connsiteY12" fmla="*/ 8008 h 12051"/>
                        <a:gd name="connsiteX13" fmla="*/ 13862 w 30597"/>
                        <a:gd name="connsiteY13" fmla="*/ 8032 h 12051"/>
                        <a:gd name="connsiteX14" fmla="*/ 14995 w 30597"/>
                        <a:gd name="connsiteY14" fmla="*/ 8134 h 12051"/>
                        <a:gd name="connsiteX15" fmla="*/ 26173 w 30597"/>
                        <a:gd name="connsiteY15" fmla="*/ 11771 h 12051"/>
                        <a:gd name="connsiteX16" fmla="*/ 30178 w 30597"/>
                        <a:gd name="connsiteY16" fmla="*/ 10333 h 12051"/>
                        <a:gd name="connsiteX17" fmla="*/ 29340 w 30597"/>
                        <a:gd name="connsiteY17" fmla="*/ 6168 h 1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597" h="12051">
                          <a:moveTo>
                            <a:pt x="29340" y="6168"/>
                          </a:moveTo>
                          <a:cubicBezTo>
                            <a:pt x="25698" y="3121"/>
                            <a:pt x="21538" y="1175"/>
                            <a:pt x="16845" y="409"/>
                          </a:cubicBezTo>
                          <a:cubicBezTo>
                            <a:pt x="14308" y="-2"/>
                            <a:pt x="11678" y="-109"/>
                            <a:pt x="9111" y="114"/>
                          </a:cubicBezTo>
                          <a:cubicBezTo>
                            <a:pt x="7784" y="230"/>
                            <a:pt x="6491" y="511"/>
                            <a:pt x="5227" y="932"/>
                          </a:cubicBezTo>
                          <a:cubicBezTo>
                            <a:pt x="4786" y="1078"/>
                            <a:pt x="4355" y="1242"/>
                            <a:pt x="3924" y="1422"/>
                          </a:cubicBezTo>
                          <a:cubicBezTo>
                            <a:pt x="3222" y="1707"/>
                            <a:pt x="2472" y="1945"/>
                            <a:pt x="1866" y="2410"/>
                          </a:cubicBezTo>
                          <a:cubicBezTo>
                            <a:pt x="1067" y="3025"/>
                            <a:pt x="927" y="3654"/>
                            <a:pt x="384" y="4497"/>
                          </a:cubicBezTo>
                          <a:cubicBezTo>
                            <a:pt x="-502" y="5872"/>
                            <a:pt x="215" y="7897"/>
                            <a:pt x="1818" y="8342"/>
                          </a:cubicBezTo>
                          <a:cubicBezTo>
                            <a:pt x="2825" y="8962"/>
                            <a:pt x="3871" y="9141"/>
                            <a:pt x="4951" y="8880"/>
                          </a:cubicBezTo>
                          <a:cubicBezTo>
                            <a:pt x="5227" y="8817"/>
                            <a:pt x="5508" y="8754"/>
                            <a:pt x="5784" y="8700"/>
                          </a:cubicBezTo>
                          <a:cubicBezTo>
                            <a:pt x="6443" y="8579"/>
                            <a:pt x="7111" y="8516"/>
                            <a:pt x="7775" y="8453"/>
                          </a:cubicBezTo>
                          <a:cubicBezTo>
                            <a:pt x="8690" y="8366"/>
                            <a:pt x="9591" y="8216"/>
                            <a:pt x="10506" y="8124"/>
                          </a:cubicBezTo>
                          <a:cubicBezTo>
                            <a:pt x="11392" y="8037"/>
                            <a:pt x="12283" y="7998"/>
                            <a:pt x="13169" y="8008"/>
                          </a:cubicBezTo>
                          <a:cubicBezTo>
                            <a:pt x="13271" y="8008"/>
                            <a:pt x="13751" y="8032"/>
                            <a:pt x="13862" y="8032"/>
                          </a:cubicBezTo>
                          <a:cubicBezTo>
                            <a:pt x="14240" y="8056"/>
                            <a:pt x="14618" y="8090"/>
                            <a:pt x="14995" y="8134"/>
                          </a:cubicBezTo>
                          <a:cubicBezTo>
                            <a:pt x="18874" y="8575"/>
                            <a:pt x="22778" y="9858"/>
                            <a:pt x="26173" y="11771"/>
                          </a:cubicBezTo>
                          <a:cubicBezTo>
                            <a:pt x="27558" y="12551"/>
                            <a:pt x="29495" y="11587"/>
                            <a:pt x="30178" y="10333"/>
                          </a:cubicBezTo>
                          <a:cubicBezTo>
                            <a:pt x="30972" y="8884"/>
                            <a:pt x="30609" y="7228"/>
                            <a:pt x="29340" y="6168"/>
                          </a:cubicBezTo>
                          <a:close/>
                        </a:path>
                      </a:pathLst>
                    </a:custGeom>
                    <a:solidFill>
                      <a:srgbClr val="2D2929"/>
                    </a:solidFill>
                    <a:ln w="4839" cap="flat">
                      <a:noFill/>
                      <a:prstDash val="solid"/>
                      <a:miter/>
                    </a:ln>
                  </p:spPr>
                  <p:txBody>
                    <a:bodyPr rtlCol="0" anchor="ctr"/>
                    <a:lstStyle/>
                    <a:p>
                      <a:endParaRPr lang="vi-VN"/>
                    </a:p>
                  </p:txBody>
                </p:sp>
                <p:sp>
                  <p:nvSpPr>
                    <p:cNvPr id="659" name="Freeform: Shape 658">
                      <a:extLst>
                        <a:ext uri="{FF2B5EF4-FFF2-40B4-BE49-F238E27FC236}">
                          <a16:creationId xmlns:a16="http://schemas.microsoft.com/office/drawing/2014/main" id="{B49B0DEF-22F1-42AA-E3D8-FB8E038425F3}"/>
                        </a:ext>
                      </a:extLst>
                    </p:cNvPr>
                    <p:cNvSpPr/>
                    <p:nvPr/>
                  </p:nvSpPr>
                  <p:spPr>
                    <a:xfrm>
                      <a:off x="2716560" y="4973455"/>
                      <a:ext cx="34067" cy="58994"/>
                    </a:xfrm>
                    <a:custGeom>
                      <a:avLst/>
                      <a:gdLst>
                        <a:gd name="connsiteX0" fmla="*/ 13333 w 34067"/>
                        <a:gd name="connsiteY0" fmla="*/ 49090 h 58994"/>
                        <a:gd name="connsiteX1" fmla="*/ 7952 w 34067"/>
                        <a:gd name="connsiteY1" fmla="*/ 44102 h 58994"/>
                        <a:gd name="connsiteX2" fmla="*/ 12834 w 34067"/>
                        <a:gd name="connsiteY2" fmla="*/ 38774 h 58994"/>
                        <a:gd name="connsiteX3" fmla="*/ 19764 w 34067"/>
                        <a:gd name="connsiteY3" fmla="*/ 31931 h 58994"/>
                        <a:gd name="connsiteX4" fmla="*/ 34065 w 34067"/>
                        <a:gd name="connsiteY4" fmla="*/ 1668 h 58994"/>
                        <a:gd name="connsiteX5" fmla="*/ 31048 w 34067"/>
                        <a:gd name="connsiteY5" fmla="*/ 1286 h 58994"/>
                        <a:gd name="connsiteX6" fmla="*/ 8868 w 34067"/>
                        <a:gd name="connsiteY6" fmla="*/ 32600 h 58994"/>
                        <a:gd name="connsiteX7" fmla="*/ 1899 w 34067"/>
                        <a:gd name="connsiteY7" fmla="*/ 50000 h 58994"/>
                        <a:gd name="connsiteX8" fmla="*/ 9517 w 34067"/>
                        <a:gd name="connsiteY8" fmla="*/ 56015 h 58994"/>
                        <a:gd name="connsiteX9" fmla="*/ 19716 w 34067"/>
                        <a:gd name="connsiteY9" fmla="*/ 58742 h 58994"/>
                        <a:gd name="connsiteX10" fmla="*/ 21091 w 34067"/>
                        <a:gd name="connsiteY10" fmla="*/ 55153 h 58994"/>
                        <a:gd name="connsiteX11" fmla="*/ 13333 w 34067"/>
                        <a:gd name="connsiteY11" fmla="*/ 49090 h 58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067" h="58994">
                          <a:moveTo>
                            <a:pt x="13333" y="49090"/>
                          </a:moveTo>
                          <a:cubicBezTo>
                            <a:pt x="11928" y="48189"/>
                            <a:pt x="7730" y="46063"/>
                            <a:pt x="7952" y="44102"/>
                          </a:cubicBezTo>
                          <a:cubicBezTo>
                            <a:pt x="8185" y="42053"/>
                            <a:pt x="11415" y="39980"/>
                            <a:pt x="12834" y="38774"/>
                          </a:cubicBezTo>
                          <a:cubicBezTo>
                            <a:pt x="15314" y="36663"/>
                            <a:pt x="17619" y="34387"/>
                            <a:pt x="19764" y="31931"/>
                          </a:cubicBezTo>
                          <a:cubicBezTo>
                            <a:pt x="27276" y="23330"/>
                            <a:pt x="33542" y="13373"/>
                            <a:pt x="34065" y="1668"/>
                          </a:cubicBezTo>
                          <a:cubicBezTo>
                            <a:pt x="34153" y="-269"/>
                            <a:pt x="31358" y="-676"/>
                            <a:pt x="31048" y="1286"/>
                          </a:cubicBezTo>
                          <a:cubicBezTo>
                            <a:pt x="28898" y="14913"/>
                            <a:pt x="19173" y="24386"/>
                            <a:pt x="8868" y="32600"/>
                          </a:cubicBezTo>
                          <a:cubicBezTo>
                            <a:pt x="3691" y="36726"/>
                            <a:pt x="-3457" y="42973"/>
                            <a:pt x="1899" y="50000"/>
                          </a:cubicBezTo>
                          <a:cubicBezTo>
                            <a:pt x="3821" y="52523"/>
                            <a:pt x="6868" y="54364"/>
                            <a:pt x="9517" y="56015"/>
                          </a:cubicBezTo>
                          <a:cubicBezTo>
                            <a:pt x="12689" y="57991"/>
                            <a:pt x="15938" y="59642"/>
                            <a:pt x="19716" y="58742"/>
                          </a:cubicBezTo>
                          <a:cubicBezTo>
                            <a:pt x="21469" y="58325"/>
                            <a:pt x="21992" y="56606"/>
                            <a:pt x="21091" y="55153"/>
                          </a:cubicBezTo>
                          <a:cubicBezTo>
                            <a:pt x="19236" y="52175"/>
                            <a:pt x="16205" y="50930"/>
                            <a:pt x="13333" y="49090"/>
                          </a:cubicBezTo>
                          <a:close/>
                        </a:path>
                      </a:pathLst>
                    </a:custGeom>
                    <a:solidFill>
                      <a:srgbClr val="2D2929"/>
                    </a:solidFill>
                    <a:ln w="4839" cap="flat">
                      <a:noFill/>
                      <a:prstDash val="solid"/>
                      <a:miter/>
                    </a:ln>
                  </p:spPr>
                  <p:txBody>
                    <a:bodyPr rtlCol="0" anchor="ctr"/>
                    <a:lstStyle/>
                    <a:p>
                      <a:endParaRPr lang="vi-VN"/>
                    </a:p>
                  </p:txBody>
                </p:sp>
                <p:sp>
                  <p:nvSpPr>
                    <p:cNvPr id="660" name="Freeform: Shape 659">
                      <a:extLst>
                        <a:ext uri="{FF2B5EF4-FFF2-40B4-BE49-F238E27FC236}">
                          <a16:creationId xmlns:a16="http://schemas.microsoft.com/office/drawing/2014/main" id="{C97570AC-1D5B-03C8-3690-1E1B82ACF11E}"/>
                        </a:ext>
                      </a:extLst>
                    </p:cNvPr>
                    <p:cNvSpPr/>
                    <p:nvPr/>
                  </p:nvSpPr>
                  <p:spPr>
                    <a:xfrm>
                      <a:off x="2782936" y="5057879"/>
                      <a:ext cx="67661" cy="23115"/>
                    </a:xfrm>
                    <a:custGeom>
                      <a:avLst/>
                      <a:gdLst>
                        <a:gd name="connsiteX0" fmla="*/ 64944 w 67661"/>
                        <a:gd name="connsiteY0" fmla="*/ 125 h 23115"/>
                        <a:gd name="connsiteX1" fmla="*/ 36628 w 67661"/>
                        <a:gd name="connsiteY1" fmla="*/ 11898 h 23115"/>
                        <a:gd name="connsiteX2" fmla="*/ 2354 w 67661"/>
                        <a:gd name="connsiteY2" fmla="*/ 17811 h 23115"/>
                        <a:gd name="connsiteX3" fmla="*/ 2737 w 67661"/>
                        <a:gd name="connsiteY3" fmla="*/ 23061 h 23115"/>
                        <a:gd name="connsiteX4" fmla="*/ 35402 w 67661"/>
                        <a:gd name="connsiteY4" fmla="*/ 19429 h 23115"/>
                        <a:gd name="connsiteX5" fmla="*/ 67143 w 67661"/>
                        <a:gd name="connsiteY5" fmla="*/ 3346 h 23115"/>
                        <a:gd name="connsiteX6" fmla="*/ 64944 w 67661"/>
                        <a:gd name="connsiteY6" fmla="*/ 125 h 23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61" h="23115">
                          <a:moveTo>
                            <a:pt x="64944" y="125"/>
                          </a:moveTo>
                          <a:cubicBezTo>
                            <a:pt x="55447" y="3932"/>
                            <a:pt x="46376" y="8702"/>
                            <a:pt x="36628" y="11898"/>
                          </a:cubicBezTo>
                          <a:cubicBezTo>
                            <a:pt x="25581" y="15521"/>
                            <a:pt x="13977" y="17579"/>
                            <a:pt x="2354" y="17811"/>
                          </a:cubicBezTo>
                          <a:cubicBezTo>
                            <a:pt x="-1079" y="17879"/>
                            <a:pt x="-590" y="22969"/>
                            <a:pt x="2737" y="23061"/>
                          </a:cubicBezTo>
                          <a:cubicBezTo>
                            <a:pt x="13760" y="23376"/>
                            <a:pt x="24748" y="22339"/>
                            <a:pt x="35402" y="19429"/>
                          </a:cubicBezTo>
                          <a:cubicBezTo>
                            <a:pt x="46851" y="16300"/>
                            <a:pt x="58459" y="11695"/>
                            <a:pt x="67143" y="3346"/>
                          </a:cubicBezTo>
                          <a:cubicBezTo>
                            <a:pt x="68591" y="1946"/>
                            <a:pt x="66731" y="-592"/>
                            <a:pt x="64944" y="125"/>
                          </a:cubicBezTo>
                          <a:close/>
                        </a:path>
                      </a:pathLst>
                    </a:custGeom>
                    <a:solidFill>
                      <a:srgbClr val="2D2929"/>
                    </a:solidFill>
                    <a:ln w="4839" cap="flat">
                      <a:noFill/>
                      <a:prstDash val="solid"/>
                      <a:miter/>
                    </a:ln>
                  </p:spPr>
                  <p:txBody>
                    <a:bodyPr rtlCol="0" anchor="ctr"/>
                    <a:lstStyle/>
                    <a:p>
                      <a:endParaRPr lang="vi-VN"/>
                    </a:p>
                  </p:txBody>
                </p:sp>
                <p:sp>
                  <p:nvSpPr>
                    <p:cNvPr id="661" name="Freeform: Shape 660">
                      <a:extLst>
                        <a:ext uri="{FF2B5EF4-FFF2-40B4-BE49-F238E27FC236}">
                          <a16:creationId xmlns:a16="http://schemas.microsoft.com/office/drawing/2014/main" id="{F570F63A-3FEA-E286-9F8E-BC650C7F2B4D}"/>
                        </a:ext>
                      </a:extLst>
                    </p:cNvPr>
                    <p:cNvSpPr/>
                    <p:nvPr/>
                  </p:nvSpPr>
                  <p:spPr>
                    <a:xfrm>
                      <a:off x="2812242" y="4945252"/>
                      <a:ext cx="14993" cy="33454"/>
                    </a:xfrm>
                    <a:custGeom>
                      <a:avLst/>
                      <a:gdLst>
                        <a:gd name="connsiteX0" fmla="*/ 14994 w 14993"/>
                        <a:gd name="connsiteY0" fmla="*/ 16727 h 33454"/>
                        <a:gd name="connsiteX1" fmla="*/ 7497 w 14993"/>
                        <a:gd name="connsiteY1" fmla="*/ 33455 h 33454"/>
                        <a:gd name="connsiteX2" fmla="*/ 0 w 14993"/>
                        <a:gd name="connsiteY2" fmla="*/ 16727 h 33454"/>
                        <a:gd name="connsiteX3" fmla="*/ 7497 w 14993"/>
                        <a:gd name="connsiteY3" fmla="*/ 0 h 33454"/>
                        <a:gd name="connsiteX4" fmla="*/ 14994 w 14993"/>
                        <a:gd name="connsiteY4" fmla="*/ 16727 h 334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93" h="33454">
                          <a:moveTo>
                            <a:pt x="14994" y="16727"/>
                          </a:moveTo>
                          <a:cubicBezTo>
                            <a:pt x="14994" y="25968"/>
                            <a:pt x="11637" y="33455"/>
                            <a:pt x="7497" y="33455"/>
                          </a:cubicBezTo>
                          <a:cubicBezTo>
                            <a:pt x="3356" y="33455"/>
                            <a:pt x="0" y="25968"/>
                            <a:pt x="0" y="16727"/>
                          </a:cubicBezTo>
                          <a:cubicBezTo>
                            <a:pt x="0" y="7487"/>
                            <a:pt x="3356" y="0"/>
                            <a:pt x="7497" y="0"/>
                          </a:cubicBezTo>
                          <a:cubicBezTo>
                            <a:pt x="11637" y="0"/>
                            <a:pt x="14994" y="7487"/>
                            <a:pt x="14994" y="16727"/>
                          </a:cubicBezTo>
                          <a:close/>
                        </a:path>
                      </a:pathLst>
                    </a:custGeom>
                    <a:solidFill>
                      <a:srgbClr val="2D2929"/>
                    </a:solidFill>
                    <a:ln w="4839" cap="flat">
                      <a:noFill/>
                      <a:prstDash val="solid"/>
                      <a:miter/>
                    </a:ln>
                  </p:spPr>
                  <p:txBody>
                    <a:bodyPr rtlCol="0" anchor="ctr"/>
                    <a:lstStyle/>
                    <a:p>
                      <a:endParaRPr lang="vi-VN"/>
                    </a:p>
                  </p:txBody>
                </p:sp>
                <p:sp>
                  <p:nvSpPr>
                    <p:cNvPr id="662" name="Freeform: Shape 661">
                      <a:extLst>
                        <a:ext uri="{FF2B5EF4-FFF2-40B4-BE49-F238E27FC236}">
                          <a16:creationId xmlns:a16="http://schemas.microsoft.com/office/drawing/2014/main" id="{C0F8F75F-E06C-1E16-F43A-FC4B9A213C3E}"/>
                        </a:ext>
                      </a:extLst>
                    </p:cNvPr>
                    <p:cNvSpPr/>
                    <p:nvPr/>
                  </p:nvSpPr>
                  <p:spPr>
                    <a:xfrm>
                      <a:off x="2716560" y="4945252"/>
                      <a:ext cx="12940" cy="28204"/>
                    </a:xfrm>
                    <a:custGeom>
                      <a:avLst/>
                      <a:gdLst>
                        <a:gd name="connsiteX0" fmla="*/ 12940 w 12940"/>
                        <a:gd name="connsiteY0" fmla="*/ 14103 h 28204"/>
                        <a:gd name="connsiteX1" fmla="*/ 6470 w 12940"/>
                        <a:gd name="connsiteY1" fmla="*/ 28205 h 28204"/>
                        <a:gd name="connsiteX2" fmla="*/ 0 w 12940"/>
                        <a:gd name="connsiteY2" fmla="*/ 14103 h 28204"/>
                        <a:gd name="connsiteX3" fmla="*/ 6470 w 12940"/>
                        <a:gd name="connsiteY3" fmla="*/ 0 h 28204"/>
                        <a:gd name="connsiteX4" fmla="*/ 12940 w 12940"/>
                        <a:gd name="connsiteY4" fmla="*/ 14103 h 28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40" h="28204">
                          <a:moveTo>
                            <a:pt x="12940" y="14103"/>
                          </a:moveTo>
                          <a:cubicBezTo>
                            <a:pt x="12940" y="21890"/>
                            <a:pt x="10044" y="28205"/>
                            <a:pt x="6470" y="28205"/>
                          </a:cubicBezTo>
                          <a:cubicBezTo>
                            <a:pt x="2896" y="28205"/>
                            <a:pt x="0" y="21890"/>
                            <a:pt x="0" y="14103"/>
                          </a:cubicBezTo>
                          <a:cubicBezTo>
                            <a:pt x="0" y="6315"/>
                            <a:pt x="2896" y="0"/>
                            <a:pt x="6470" y="0"/>
                          </a:cubicBezTo>
                          <a:cubicBezTo>
                            <a:pt x="10044" y="0"/>
                            <a:pt x="12940" y="6315"/>
                            <a:pt x="12940" y="14103"/>
                          </a:cubicBezTo>
                          <a:close/>
                        </a:path>
                      </a:pathLst>
                    </a:custGeom>
                    <a:solidFill>
                      <a:srgbClr val="2D2929"/>
                    </a:solidFill>
                    <a:ln w="4839" cap="flat">
                      <a:noFill/>
                      <a:prstDash val="solid"/>
                      <a:miter/>
                    </a:ln>
                  </p:spPr>
                  <p:txBody>
                    <a:bodyPr rtlCol="0" anchor="ctr"/>
                    <a:lstStyle/>
                    <a:p>
                      <a:endParaRPr lang="vi-VN"/>
                    </a:p>
                  </p:txBody>
                </p:sp>
              </p:grpSp>
              <p:sp>
                <p:nvSpPr>
                  <p:cNvPr id="633" name="Freeform: Shape 632">
                    <a:extLst>
                      <a:ext uri="{FF2B5EF4-FFF2-40B4-BE49-F238E27FC236}">
                        <a16:creationId xmlns:a16="http://schemas.microsoft.com/office/drawing/2014/main" id="{7B151B46-29F8-6133-A0D0-C3AE7AFD34C6}"/>
                      </a:ext>
                    </a:extLst>
                  </p:cNvPr>
                  <p:cNvSpPr/>
                  <p:nvPr/>
                </p:nvSpPr>
                <p:spPr>
                  <a:xfrm>
                    <a:off x="2697401" y="4758801"/>
                    <a:ext cx="242612" cy="353323"/>
                  </a:xfrm>
                  <a:custGeom>
                    <a:avLst/>
                    <a:gdLst>
                      <a:gd name="connsiteX0" fmla="*/ 9687 w 242612"/>
                      <a:gd name="connsiteY0" fmla="*/ 107943 h 353323"/>
                      <a:gd name="connsiteX1" fmla="*/ 655 w 242612"/>
                      <a:gd name="connsiteY1" fmla="*/ 191546 h 353323"/>
                      <a:gd name="connsiteX2" fmla="*/ 655 w 242612"/>
                      <a:gd name="connsiteY2" fmla="*/ 284583 h 353323"/>
                      <a:gd name="connsiteX3" fmla="*/ 28622 w 242612"/>
                      <a:gd name="connsiteY3" fmla="*/ 353323 h 353323"/>
                      <a:gd name="connsiteX4" fmla="*/ 6791 w 242612"/>
                      <a:gd name="connsiteY4" fmla="*/ 310638 h 353323"/>
                      <a:gd name="connsiteX5" fmla="*/ 5226 w 242612"/>
                      <a:gd name="connsiteY5" fmla="*/ 236154 h 353323"/>
                      <a:gd name="connsiteX6" fmla="*/ 5226 w 242612"/>
                      <a:gd name="connsiteY6" fmla="*/ 186447 h 353323"/>
                      <a:gd name="connsiteX7" fmla="*/ 25634 w 242612"/>
                      <a:gd name="connsiteY7" fmla="*/ 129581 h 353323"/>
                      <a:gd name="connsiteX8" fmla="*/ 79439 w 242612"/>
                      <a:gd name="connsiteY8" fmla="*/ 131644 h 353323"/>
                      <a:gd name="connsiteX9" fmla="*/ 57869 w 242612"/>
                      <a:gd name="connsiteY9" fmla="*/ 98262 h 353323"/>
                      <a:gd name="connsiteX10" fmla="*/ 96917 w 242612"/>
                      <a:gd name="connsiteY10" fmla="*/ 129581 h 353323"/>
                      <a:gd name="connsiteX11" fmla="*/ 149501 w 242612"/>
                      <a:gd name="connsiteY11" fmla="*/ 131877 h 353323"/>
                      <a:gd name="connsiteX12" fmla="*/ 159124 w 242612"/>
                      <a:gd name="connsiteY12" fmla="*/ 99173 h 353323"/>
                      <a:gd name="connsiteX13" fmla="*/ 221675 w 242612"/>
                      <a:gd name="connsiteY13" fmla="*/ 90320 h 353323"/>
                      <a:gd name="connsiteX14" fmla="*/ 241337 w 242612"/>
                      <a:gd name="connsiteY14" fmla="*/ 44056 h 353323"/>
                      <a:gd name="connsiteX15" fmla="*/ 231913 w 242612"/>
                      <a:gd name="connsiteY15" fmla="*/ 7351 h 353323"/>
                      <a:gd name="connsiteX16" fmla="*/ 184612 w 242612"/>
                      <a:gd name="connsiteY16" fmla="*/ 363 h 353323"/>
                      <a:gd name="connsiteX17" fmla="*/ 9687 w 242612"/>
                      <a:gd name="connsiteY17" fmla="*/ 107943 h 35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2612" h="353323">
                        <a:moveTo>
                          <a:pt x="9687" y="107943"/>
                        </a:moveTo>
                        <a:cubicBezTo>
                          <a:pt x="9687" y="107943"/>
                          <a:pt x="-2977" y="177526"/>
                          <a:pt x="655" y="191546"/>
                        </a:cubicBezTo>
                        <a:cubicBezTo>
                          <a:pt x="4287" y="205566"/>
                          <a:pt x="2122" y="242527"/>
                          <a:pt x="655" y="284583"/>
                        </a:cubicBezTo>
                        <a:cubicBezTo>
                          <a:pt x="30" y="302395"/>
                          <a:pt x="9997" y="329457"/>
                          <a:pt x="28622" y="353323"/>
                        </a:cubicBezTo>
                        <a:cubicBezTo>
                          <a:pt x="20854" y="339211"/>
                          <a:pt x="9755" y="320091"/>
                          <a:pt x="6791" y="310638"/>
                        </a:cubicBezTo>
                        <a:cubicBezTo>
                          <a:pt x="1783" y="294685"/>
                          <a:pt x="1880" y="251559"/>
                          <a:pt x="5226" y="236154"/>
                        </a:cubicBezTo>
                        <a:cubicBezTo>
                          <a:pt x="8568" y="220749"/>
                          <a:pt x="5226" y="186447"/>
                          <a:pt x="5226" y="186447"/>
                        </a:cubicBezTo>
                        <a:cubicBezTo>
                          <a:pt x="5226" y="186447"/>
                          <a:pt x="14965" y="125533"/>
                          <a:pt x="25634" y="129581"/>
                        </a:cubicBezTo>
                        <a:cubicBezTo>
                          <a:pt x="36303" y="133630"/>
                          <a:pt x="79439" y="131644"/>
                          <a:pt x="79439" y="131644"/>
                        </a:cubicBezTo>
                        <a:lnTo>
                          <a:pt x="57869" y="98262"/>
                        </a:lnTo>
                        <a:cubicBezTo>
                          <a:pt x="59307" y="100456"/>
                          <a:pt x="69879" y="115585"/>
                          <a:pt x="96917" y="129581"/>
                        </a:cubicBezTo>
                        <a:cubicBezTo>
                          <a:pt x="126149" y="144711"/>
                          <a:pt x="149501" y="131877"/>
                          <a:pt x="149501" y="131877"/>
                        </a:cubicBezTo>
                        <a:lnTo>
                          <a:pt x="159124" y="99173"/>
                        </a:lnTo>
                        <a:lnTo>
                          <a:pt x="221675" y="90320"/>
                        </a:lnTo>
                        <a:cubicBezTo>
                          <a:pt x="221675" y="90320"/>
                          <a:pt x="235424" y="51247"/>
                          <a:pt x="241337" y="44056"/>
                        </a:cubicBezTo>
                        <a:cubicBezTo>
                          <a:pt x="246243" y="38094"/>
                          <a:pt x="235671" y="15056"/>
                          <a:pt x="231913" y="7351"/>
                        </a:cubicBezTo>
                        <a:cubicBezTo>
                          <a:pt x="217791" y="3705"/>
                          <a:pt x="202124" y="1254"/>
                          <a:pt x="184612" y="363"/>
                        </a:cubicBezTo>
                        <a:cubicBezTo>
                          <a:pt x="33596" y="-7269"/>
                          <a:pt x="9687" y="107943"/>
                          <a:pt x="9687" y="107943"/>
                        </a:cubicBezTo>
                        <a:close/>
                      </a:path>
                    </a:pathLst>
                  </a:custGeom>
                  <a:solidFill>
                    <a:srgbClr val="D87D68">
                      <a:alpha val="30000"/>
                    </a:srgbClr>
                  </a:solidFill>
                  <a:ln w="4839" cap="flat">
                    <a:noFill/>
                    <a:prstDash val="solid"/>
                    <a:miter/>
                  </a:ln>
                </p:spPr>
                <p:txBody>
                  <a:bodyPr rtlCol="0" anchor="ctr"/>
                  <a:lstStyle/>
                  <a:p>
                    <a:endParaRPr lang="vi-VN"/>
                  </a:p>
                </p:txBody>
              </p:sp>
              <p:sp>
                <p:nvSpPr>
                  <p:cNvPr id="634" name="Freeform: Shape 633">
                    <a:extLst>
                      <a:ext uri="{FF2B5EF4-FFF2-40B4-BE49-F238E27FC236}">
                        <a16:creationId xmlns:a16="http://schemas.microsoft.com/office/drawing/2014/main" id="{CCADBBE8-A0DE-4F9D-FDF7-0792569FA463}"/>
                      </a:ext>
                    </a:extLst>
                  </p:cNvPr>
                  <p:cNvSpPr/>
                  <p:nvPr/>
                </p:nvSpPr>
                <p:spPr>
                  <a:xfrm>
                    <a:off x="2673077" y="4713923"/>
                    <a:ext cx="417856" cy="348929"/>
                  </a:xfrm>
                  <a:custGeom>
                    <a:avLst/>
                    <a:gdLst>
                      <a:gd name="connsiteX0" fmla="*/ 24979 w 417856"/>
                      <a:gd name="connsiteY0" fmla="*/ 33782 h 348929"/>
                      <a:gd name="connsiteX1" fmla="*/ 13312 w 417856"/>
                      <a:gd name="connsiteY1" fmla="*/ 129371 h 348929"/>
                      <a:gd name="connsiteX2" fmla="*/ 103758 w 417856"/>
                      <a:gd name="connsiteY2" fmla="*/ 176526 h 348929"/>
                      <a:gd name="connsiteX3" fmla="*/ 82134 w 417856"/>
                      <a:gd name="connsiteY3" fmla="*/ 130645 h 348929"/>
                      <a:gd name="connsiteX4" fmla="*/ 173820 w 417856"/>
                      <a:gd name="connsiteY4" fmla="*/ 176764 h 348929"/>
                      <a:gd name="connsiteX5" fmla="*/ 194209 w 417856"/>
                      <a:gd name="connsiteY5" fmla="*/ 157411 h 348929"/>
                      <a:gd name="connsiteX6" fmla="*/ 223605 w 417856"/>
                      <a:gd name="connsiteY6" fmla="*/ 170158 h 348929"/>
                      <a:gd name="connsiteX7" fmla="*/ 256740 w 417856"/>
                      <a:gd name="connsiteY7" fmla="*/ 223687 h 348929"/>
                      <a:gd name="connsiteX8" fmla="*/ 256740 w 417856"/>
                      <a:gd name="connsiteY8" fmla="*/ 263195 h 348929"/>
                      <a:gd name="connsiteX9" fmla="*/ 263811 w 417856"/>
                      <a:gd name="connsiteY9" fmla="*/ 274663 h 348929"/>
                      <a:gd name="connsiteX10" fmla="*/ 306138 w 417856"/>
                      <a:gd name="connsiteY10" fmla="*/ 348793 h 348929"/>
                      <a:gd name="connsiteX11" fmla="*/ 372718 w 417856"/>
                      <a:gd name="connsiteY11" fmla="*/ 249175 h 348929"/>
                      <a:gd name="connsiteX12" fmla="*/ 391833 w 417856"/>
                      <a:gd name="connsiteY12" fmla="*/ 134471 h 348929"/>
                      <a:gd name="connsiteX13" fmla="*/ 410953 w 417856"/>
                      <a:gd name="connsiteY13" fmla="*/ 153586 h 348929"/>
                      <a:gd name="connsiteX14" fmla="*/ 398206 w 417856"/>
                      <a:gd name="connsiteY14" fmla="*/ 87311 h 348929"/>
                      <a:gd name="connsiteX15" fmla="*/ 212718 w 417856"/>
                      <a:gd name="connsiteY15" fmla="*/ 4468 h 348929"/>
                      <a:gd name="connsiteX16" fmla="*/ 24979 w 417856"/>
                      <a:gd name="connsiteY16" fmla="*/ 33782 h 34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7856" h="348929">
                        <a:moveTo>
                          <a:pt x="24979" y="33782"/>
                        </a:moveTo>
                        <a:cubicBezTo>
                          <a:pt x="24979" y="33782"/>
                          <a:pt x="-22370" y="75843"/>
                          <a:pt x="13312" y="129371"/>
                        </a:cubicBezTo>
                        <a:cubicBezTo>
                          <a:pt x="48999" y="182900"/>
                          <a:pt x="103758" y="176526"/>
                          <a:pt x="103758" y="176526"/>
                        </a:cubicBezTo>
                        <a:cubicBezTo>
                          <a:pt x="103758" y="176526"/>
                          <a:pt x="64293" y="121724"/>
                          <a:pt x="82134" y="130645"/>
                        </a:cubicBezTo>
                        <a:cubicBezTo>
                          <a:pt x="99976" y="139565"/>
                          <a:pt x="146976" y="180822"/>
                          <a:pt x="173820" y="176764"/>
                        </a:cubicBezTo>
                        <a:cubicBezTo>
                          <a:pt x="200664" y="172705"/>
                          <a:pt x="194209" y="157411"/>
                          <a:pt x="194209" y="157411"/>
                        </a:cubicBezTo>
                        <a:cubicBezTo>
                          <a:pt x="194209" y="157411"/>
                          <a:pt x="209590" y="170158"/>
                          <a:pt x="223605" y="170158"/>
                        </a:cubicBezTo>
                        <a:cubicBezTo>
                          <a:pt x="237625" y="170158"/>
                          <a:pt x="256740" y="204567"/>
                          <a:pt x="256740" y="223687"/>
                        </a:cubicBezTo>
                        <a:cubicBezTo>
                          <a:pt x="256740" y="242806"/>
                          <a:pt x="256740" y="263195"/>
                          <a:pt x="256740" y="263195"/>
                        </a:cubicBezTo>
                        <a:lnTo>
                          <a:pt x="263811" y="274663"/>
                        </a:lnTo>
                        <a:cubicBezTo>
                          <a:pt x="263811" y="274663"/>
                          <a:pt x="279376" y="352614"/>
                          <a:pt x="306138" y="348793"/>
                        </a:cubicBezTo>
                        <a:cubicBezTo>
                          <a:pt x="306138" y="348793"/>
                          <a:pt x="344678" y="326608"/>
                          <a:pt x="372718" y="249175"/>
                        </a:cubicBezTo>
                        <a:cubicBezTo>
                          <a:pt x="384777" y="215880"/>
                          <a:pt x="391833" y="134471"/>
                          <a:pt x="391833" y="134471"/>
                        </a:cubicBezTo>
                        <a:cubicBezTo>
                          <a:pt x="391833" y="134471"/>
                          <a:pt x="395659" y="154864"/>
                          <a:pt x="410953" y="153586"/>
                        </a:cubicBezTo>
                        <a:cubicBezTo>
                          <a:pt x="426247" y="152312"/>
                          <a:pt x="413500" y="106430"/>
                          <a:pt x="398206" y="87311"/>
                        </a:cubicBezTo>
                        <a:cubicBezTo>
                          <a:pt x="382912" y="68191"/>
                          <a:pt x="333108" y="23588"/>
                          <a:pt x="212718" y="4468"/>
                        </a:cubicBezTo>
                        <a:cubicBezTo>
                          <a:pt x="92329" y="-14652"/>
                          <a:pt x="24979" y="33782"/>
                          <a:pt x="24979" y="33782"/>
                        </a:cubicBezTo>
                        <a:close/>
                      </a:path>
                    </a:pathLst>
                  </a:custGeom>
                  <a:solidFill>
                    <a:srgbClr val="2D2929"/>
                  </a:solidFill>
                  <a:ln w="4839" cap="flat">
                    <a:noFill/>
                    <a:prstDash val="solid"/>
                    <a:miter/>
                  </a:ln>
                </p:spPr>
                <p:txBody>
                  <a:bodyPr rtlCol="0" anchor="ctr"/>
                  <a:lstStyle/>
                  <a:p>
                    <a:endParaRPr lang="vi-VN"/>
                  </a:p>
                </p:txBody>
              </p:sp>
              <p:sp>
                <p:nvSpPr>
                  <p:cNvPr id="635" name="Freeform: Shape 634">
                    <a:extLst>
                      <a:ext uri="{FF2B5EF4-FFF2-40B4-BE49-F238E27FC236}">
                        <a16:creationId xmlns:a16="http://schemas.microsoft.com/office/drawing/2014/main" id="{A7080AD2-0B76-2576-6C06-B0BFD348B060}"/>
                      </a:ext>
                    </a:extLst>
                  </p:cNvPr>
                  <p:cNvSpPr/>
                  <p:nvPr/>
                </p:nvSpPr>
                <p:spPr>
                  <a:xfrm>
                    <a:off x="2922079" y="4954991"/>
                    <a:ext cx="79927" cy="79927"/>
                  </a:xfrm>
                  <a:custGeom>
                    <a:avLst/>
                    <a:gdLst>
                      <a:gd name="connsiteX0" fmla="*/ 79927 w 79927"/>
                      <a:gd name="connsiteY0" fmla="*/ 39964 h 79927"/>
                      <a:gd name="connsiteX1" fmla="*/ 39963 w 79927"/>
                      <a:gd name="connsiteY1" fmla="*/ 79927 h 79927"/>
                      <a:gd name="connsiteX2" fmla="*/ 0 w 79927"/>
                      <a:gd name="connsiteY2" fmla="*/ 39964 h 79927"/>
                      <a:gd name="connsiteX3" fmla="*/ 39963 w 79927"/>
                      <a:gd name="connsiteY3" fmla="*/ 0 h 79927"/>
                      <a:gd name="connsiteX4" fmla="*/ 79927 w 79927"/>
                      <a:gd name="connsiteY4" fmla="*/ 39964 h 79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27" h="79927">
                        <a:moveTo>
                          <a:pt x="79927" y="39964"/>
                        </a:moveTo>
                        <a:cubicBezTo>
                          <a:pt x="79927" y="62035"/>
                          <a:pt x="62035" y="79927"/>
                          <a:pt x="39963" y="79927"/>
                        </a:cubicBezTo>
                        <a:cubicBezTo>
                          <a:pt x="17892" y="79927"/>
                          <a:pt x="0" y="62035"/>
                          <a:pt x="0" y="39964"/>
                        </a:cubicBezTo>
                        <a:cubicBezTo>
                          <a:pt x="0" y="17892"/>
                          <a:pt x="17892" y="0"/>
                          <a:pt x="39963" y="0"/>
                        </a:cubicBezTo>
                        <a:cubicBezTo>
                          <a:pt x="62035" y="0"/>
                          <a:pt x="79927" y="17892"/>
                          <a:pt x="79927" y="39964"/>
                        </a:cubicBezTo>
                        <a:close/>
                      </a:path>
                    </a:pathLst>
                  </a:custGeom>
                  <a:solidFill>
                    <a:srgbClr val="EEA786"/>
                  </a:solidFill>
                  <a:ln w="4839" cap="flat">
                    <a:noFill/>
                    <a:prstDash val="solid"/>
                    <a:miter/>
                  </a:ln>
                </p:spPr>
                <p:txBody>
                  <a:bodyPr rtlCol="0" anchor="ctr"/>
                  <a:lstStyle/>
                  <a:p>
                    <a:endParaRPr lang="vi-VN"/>
                  </a:p>
                </p:txBody>
              </p:sp>
              <p:grpSp>
                <p:nvGrpSpPr>
                  <p:cNvPr id="636" name="Graphic 1991">
                    <a:extLst>
                      <a:ext uri="{FF2B5EF4-FFF2-40B4-BE49-F238E27FC236}">
                        <a16:creationId xmlns:a16="http://schemas.microsoft.com/office/drawing/2014/main" id="{3A90A1F0-B93E-0713-38D0-5E7E326B80DD}"/>
                      </a:ext>
                    </a:extLst>
                  </p:cNvPr>
                  <p:cNvGrpSpPr/>
                  <p:nvPr/>
                </p:nvGrpSpPr>
                <p:grpSpPr>
                  <a:xfrm>
                    <a:off x="2729501" y="4713925"/>
                    <a:ext cx="361437" cy="153640"/>
                    <a:chOff x="2729501" y="4713925"/>
                    <a:chExt cx="361437" cy="153640"/>
                  </a:xfrm>
                  <a:solidFill>
                    <a:srgbClr val="635B5B"/>
                  </a:solidFill>
                </p:grpSpPr>
                <p:sp>
                  <p:nvSpPr>
                    <p:cNvPr id="655" name="Freeform: Shape 654">
                      <a:extLst>
                        <a:ext uri="{FF2B5EF4-FFF2-40B4-BE49-F238E27FC236}">
                          <a16:creationId xmlns:a16="http://schemas.microsoft.com/office/drawing/2014/main" id="{F3195EA8-41D7-BD54-66D4-C2B8D5A1F754}"/>
                        </a:ext>
                      </a:extLst>
                    </p:cNvPr>
                    <p:cNvSpPr/>
                    <p:nvPr/>
                  </p:nvSpPr>
                  <p:spPr>
                    <a:xfrm>
                      <a:off x="3026864" y="4832954"/>
                      <a:ext cx="5128" cy="111"/>
                    </a:xfrm>
                    <a:custGeom>
                      <a:avLst/>
                      <a:gdLst>
                        <a:gd name="connsiteX0" fmla="*/ 0 w 5128"/>
                        <a:gd name="connsiteY0" fmla="*/ 92 h 111"/>
                        <a:gd name="connsiteX1" fmla="*/ 5129 w 5128"/>
                        <a:gd name="connsiteY1" fmla="*/ 25 h 111"/>
                        <a:gd name="connsiteX2" fmla="*/ 0 w 5128"/>
                        <a:gd name="connsiteY2" fmla="*/ 92 h 111"/>
                      </a:gdLst>
                      <a:ahLst/>
                      <a:cxnLst>
                        <a:cxn ang="0">
                          <a:pos x="connsiteX0" y="connsiteY0"/>
                        </a:cxn>
                        <a:cxn ang="0">
                          <a:pos x="connsiteX1" y="connsiteY1"/>
                        </a:cxn>
                        <a:cxn ang="0">
                          <a:pos x="connsiteX2" y="connsiteY2"/>
                        </a:cxn>
                      </a:cxnLst>
                      <a:rect l="l" t="t" r="r" b="b"/>
                      <a:pathLst>
                        <a:path w="5128" h="111">
                          <a:moveTo>
                            <a:pt x="0" y="92"/>
                          </a:moveTo>
                          <a:cubicBezTo>
                            <a:pt x="0" y="92"/>
                            <a:pt x="2092" y="165"/>
                            <a:pt x="5129" y="25"/>
                          </a:cubicBezTo>
                          <a:cubicBezTo>
                            <a:pt x="2005" y="-58"/>
                            <a:pt x="0" y="92"/>
                            <a:pt x="0" y="92"/>
                          </a:cubicBezTo>
                          <a:close/>
                        </a:path>
                      </a:pathLst>
                    </a:custGeom>
                    <a:solidFill>
                      <a:srgbClr val="635B5B"/>
                    </a:solidFill>
                    <a:ln w="4839" cap="flat">
                      <a:noFill/>
                      <a:prstDash val="solid"/>
                      <a:miter/>
                    </a:ln>
                  </p:spPr>
                  <p:txBody>
                    <a:bodyPr rtlCol="0" anchor="ctr"/>
                    <a:lstStyle/>
                    <a:p>
                      <a:endParaRPr lang="vi-VN"/>
                    </a:p>
                  </p:txBody>
                </p:sp>
                <p:sp>
                  <p:nvSpPr>
                    <p:cNvPr id="656" name="Freeform: Shape 655">
                      <a:extLst>
                        <a:ext uri="{FF2B5EF4-FFF2-40B4-BE49-F238E27FC236}">
                          <a16:creationId xmlns:a16="http://schemas.microsoft.com/office/drawing/2014/main" id="{55E15255-5181-43C2-DD19-891388C53912}"/>
                        </a:ext>
                      </a:extLst>
                    </p:cNvPr>
                    <p:cNvSpPr/>
                    <p:nvPr/>
                  </p:nvSpPr>
                  <p:spPr>
                    <a:xfrm>
                      <a:off x="2729501" y="4713925"/>
                      <a:ext cx="361437" cy="153640"/>
                    </a:xfrm>
                    <a:custGeom>
                      <a:avLst/>
                      <a:gdLst>
                        <a:gd name="connsiteX0" fmla="*/ 156300 w 361437"/>
                        <a:gd name="connsiteY0" fmla="*/ 4466 h 153640"/>
                        <a:gd name="connsiteX1" fmla="*/ 0 w 361437"/>
                        <a:gd name="connsiteY1" fmla="*/ 17954 h 153640"/>
                        <a:gd name="connsiteX2" fmla="*/ 0 w 361437"/>
                        <a:gd name="connsiteY2" fmla="*/ 17954 h 153640"/>
                        <a:gd name="connsiteX3" fmla="*/ 263991 w 361437"/>
                        <a:gd name="connsiteY3" fmla="*/ 58673 h 153640"/>
                        <a:gd name="connsiteX4" fmla="*/ 302492 w 361437"/>
                        <a:gd name="connsiteY4" fmla="*/ 119054 h 153640"/>
                        <a:gd name="connsiteX5" fmla="*/ 339114 w 361437"/>
                        <a:gd name="connsiteY5" fmla="*/ 144266 h 153640"/>
                        <a:gd name="connsiteX6" fmla="*/ 354534 w 361437"/>
                        <a:gd name="connsiteY6" fmla="*/ 153584 h 153640"/>
                        <a:gd name="connsiteX7" fmla="*/ 341788 w 361437"/>
                        <a:gd name="connsiteY7" fmla="*/ 87309 h 153640"/>
                        <a:gd name="connsiteX8" fmla="*/ 156300 w 361437"/>
                        <a:gd name="connsiteY8" fmla="*/ 4466 h 153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437" h="153640">
                          <a:moveTo>
                            <a:pt x="156300" y="4466"/>
                          </a:moveTo>
                          <a:cubicBezTo>
                            <a:pt x="84068" y="-7002"/>
                            <a:pt x="30956" y="5842"/>
                            <a:pt x="0" y="17954"/>
                          </a:cubicBezTo>
                          <a:lnTo>
                            <a:pt x="0" y="17954"/>
                          </a:lnTo>
                          <a:cubicBezTo>
                            <a:pt x="0" y="17954"/>
                            <a:pt x="149432" y="-4614"/>
                            <a:pt x="263991" y="58673"/>
                          </a:cubicBezTo>
                          <a:cubicBezTo>
                            <a:pt x="360176" y="111809"/>
                            <a:pt x="318377" y="118328"/>
                            <a:pt x="302492" y="119054"/>
                          </a:cubicBezTo>
                          <a:cubicBezTo>
                            <a:pt x="313210" y="119345"/>
                            <a:pt x="337182" y="122449"/>
                            <a:pt x="339114" y="144266"/>
                          </a:cubicBezTo>
                          <a:cubicBezTo>
                            <a:pt x="341967" y="149288"/>
                            <a:pt x="346766" y="154228"/>
                            <a:pt x="354534" y="153584"/>
                          </a:cubicBezTo>
                          <a:cubicBezTo>
                            <a:pt x="369828" y="152310"/>
                            <a:pt x="357081" y="106429"/>
                            <a:pt x="341788" y="87309"/>
                          </a:cubicBezTo>
                          <a:cubicBezTo>
                            <a:pt x="326494" y="68194"/>
                            <a:pt x="276689" y="23586"/>
                            <a:pt x="156300" y="4466"/>
                          </a:cubicBezTo>
                          <a:close/>
                        </a:path>
                      </a:pathLst>
                    </a:custGeom>
                    <a:solidFill>
                      <a:srgbClr val="635B5B"/>
                    </a:solidFill>
                    <a:ln w="4839" cap="flat">
                      <a:noFill/>
                      <a:prstDash val="solid"/>
                      <a:miter/>
                    </a:ln>
                  </p:spPr>
                  <p:txBody>
                    <a:bodyPr rtlCol="0" anchor="ctr"/>
                    <a:lstStyle/>
                    <a:p>
                      <a:endParaRPr lang="vi-VN"/>
                    </a:p>
                  </p:txBody>
                </p:sp>
              </p:grpSp>
              <p:grpSp>
                <p:nvGrpSpPr>
                  <p:cNvPr id="637" name="Graphic 1991">
                    <a:extLst>
                      <a:ext uri="{FF2B5EF4-FFF2-40B4-BE49-F238E27FC236}">
                        <a16:creationId xmlns:a16="http://schemas.microsoft.com/office/drawing/2014/main" id="{3F8242AF-9DE2-3DCE-05C6-7F1A7BB07457}"/>
                      </a:ext>
                    </a:extLst>
                  </p:cNvPr>
                  <p:cNvGrpSpPr/>
                  <p:nvPr/>
                </p:nvGrpSpPr>
                <p:grpSpPr>
                  <a:xfrm>
                    <a:off x="2869712" y="5124305"/>
                    <a:ext cx="372645" cy="825137"/>
                    <a:chOff x="2869712" y="5124305"/>
                    <a:chExt cx="372645" cy="825137"/>
                  </a:xfrm>
                </p:grpSpPr>
                <p:sp>
                  <p:nvSpPr>
                    <p:cNvPr id="651" name="Freeform: Shape 650">
                      <a:extLst>
                        <a:ext uri="{FF2B5EF4-FFF2-40B4-BE49-F238E27FC236}">
                          <a16:creationId xmlns:a16="http://schemas.microsoft.com/office/drawing/2014/main" id="{753FC384-B8C4-A386-4A72-87A9BE620CCB}"/>
                        </a:ext>
                      </a:extLst>
                    </p:cNvPr>
                    <p:cNvSpPr/>
                    <p:nvPr/>
                  </p:nvSpPr>
                  <p:spPr>
                    <a:xfrm>
                      <a:off x="2872539" y="5151412"/>
                      <a:ext cx="369817" cy="798019"/>
                    </a:xfrm>
                    <a:custGeom>
                      <a:avLst/>
                      <a:gdLst>
                        <a:gd name="connsiteX0" fmla="*/ 177833 w 369817"/>
                        <a:gd name="connsiteY0" fmla="*/ 171 h 798019"/>
                        <a:gd name="connsiteX1" fmla="*/ 313109 w 369817"/>
                        <a:gd name="connsiteY1" fmla="*/ 73720 h 798019"/>
                        <a:gd name="connsiteX2" fmla="*/ 369771 w 369817"/>
                        <a:gd name="connsiteY2" fmla="*/ 338559 h 798019"/>
                        <a:gd name="connsiteX3" fmla="*/ 321730 w 369817"/>
                        <a:gd name="connsiteY3" fmla="*/ 754908 h 798019"/>
                        <a:gd name="connsiteX4" fmla="*/ 287239 w 369817"/>
                        <a:gd name="connsiteY4" fmla="*/ 798019 h 798019"/>
                        <a:gd name="connsiteX5" fmla="*/ 38415 w 369817"/>
                        <a:gd name="connsiteY5" fmla="*/ 730718 h 798019"/>
                        <a:gd name="connsiteX6" fmla="*/ 46527 w 369817"/>
                        <a:gd name="connsiteY6" fmla="*/ 509775 h 798019"/>
                        <a:gd name="connsiteX7" fmla="*/ 3174 w 369817"/>
                        <a:gd name="connsiteY7" fmla="*/ 270807 h 798019"/>
                        <a:gd name="connsiteX8" fmla="*/ 125878 w 369817"/>
                        <a:gd name="connsiteY8" fmla="*/ 14588 h 798019"/>
                        <a:gd name="connsiteX9" fmla="*/ 177833 w 369817"/>
                        <a:gd name="connsiteY9" fmla="*/ 171 h 79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9817" h="798019">
                          <a:moveTo>
                            <a:pt x="177833" y="171"/>
                          </a:moveTo>
                          <a:cubicBezTo>
                            <a:pt x="177833" y="171"/>
                            <a:pt x="278618" y="40464"/>
                            <a:pt x="313109" y="73720"/>
                          </a:cubicBezTo>
                          <a:cubicBezTo>
                            <a:pt x="347601" y="106977"/>
                            <a:pt x="371006" y="273272"/>
                            <a:pt x="369771" y="338559"/>
                          </a:cubicBezTo>
                          <a:cubicBezTo>
                            <a:pt x="368541" y="403846"/>
                            <a:pt x="331585" y="732737"/>
                            <a:pt x="321730" y="754908"/>
                          </a:cubicBezTo>
                          <a:cubicBezTo>
                            <a:pt x="311874" y="777079"/>
                            <a:pt x="287239" y="798019"/>
                            <a:pt x="287239" y="798019"/>
                          </a:cubicBezTo>
                          <a:lnTo>
                            <a:pt x="38415" y="730718"/>
                          </a:lnTo>
                          <a:cubicBezTo>
                            <a:pt x="38415" y="730718"/>
                            <a:pt x="73115" y="623103"/>
                            <a:pt x="46527" y="509775"/>
                          </a:cubicBezTo>
                          <a:cubicBezTo>
                            <a:pt x="19940" y="396451"/>
                            <a:pt x="-9897" y="318844"/>
                            <a:pt x="3174" y="270807"/>
                          </a:cubicBezTo>
                          <a:cubicBezTo>
                            <a:pt x="16245" y="222765"/>
                            <a:pt x="103702" y="31834"/>
                            <a:pt x="125878" y="14588"/>
                          </a:cubicBezTo>
                          <a:cubicBezTo>
                            <a:pt x="148049" y="-2647"/>
                            <a:pt x="177833" y="171"/>
                            <a:pt x="177833" y="171"/>
                          </a:cubicBezTo>
                          <a:close/>
                        </a:path>
                      </a:pathLst>
                    </a:custGeom>
                    <a:solidFill>
                      <a:srgbClr val="52A1C1"/>
                    </a:solidFill>
                    <a:ln w="4839" cap="flat">
                      <a:noFill/>
                      <a:prstDash val="solid"/>
                      <a:miter/>
                    </a:ln>
                  </p:spPr>
                  <p:txBody>
                    <a:bodyPr rtlCol="0" anchor="ctr"/>
                    <a:lstStyle/>
                    <a:p>
                      <a:endParaRPr lang="vi-VN"/>
                    </a:p>
                  </p:txBody>
                </p:sp>
                <p:sp>
                  <p:nvSpPr>
                    <p:cNvPr id="652" name="Freeform: Shape 651">
                      <a:extLst>
                        <a:ext uri="{FF2B5EF4-FFF2-40B4-BE49-F238E27FC236}">
                          <a16:creationId xmlns:a16="http://schemas.microsoft.com/office/drawing/2014/main" id="{455C31A9-899F-2C72-BA46-79C7A275DEF5}"/>
                        </a:ext>
                      </a:extLst>
                    </p:cNvPr>
                    <p:cNvSpPr/>
                    <p:nvPr/>
                  </p:nvSpPr>
                  <p:spPr>
                    <a:xfrm>
                      <a:off x="2872539" y="5341406"/>
                      <a:ext cx="339144" cy="608035"/>
                    </a:xfrm>
                    <a:custGeom>
                      <a:avLst/>
                      <a:gdLst>
                        <a:gd name="connsiteX0" fmla="*/ 261378 w 339144"/>
                        <a:gd name="connsiteY0" fmla="*/ 413743 h 608035"/>
                        <a:gd name="connsiteX1" fmla="*/ 67468 w 339144"/>
                        <a:gd name="connsiteY1" fmla="*/ 251685 h 608035"/>
                        <a:gd name="connsiteX2" fmla="*/ 49535 w 339144"/>
                        <a:gd name="connsiteY2" fmla="*/ 0 h 608035"/>
                        <a:gd name="connsiteX3" fmla="*/ 19557 w 339144"/>
                        <a:gd name="connsiteY3" fmla="*/ 35566 h 608035"/>
                        <a:gd name="connsiteX4" fmla="*/ 3174 w 339144"/>
                        <a:gd name="connsiteY4" fmla="*/ 80818 h 608035"/>
                        <a:gd name="connsiteX5" fmla="*/ 46527 w 339144"/>
                        <a:gd name="connsiteY5" fmla="*/ 319791 h 608035"/>
                        <a:gd name="connsiteX6" fmla="*/ 38415 w 339144"/>
                        <a:gd name="connsiteY6" fmla="*/ 540734 h 608035"/>
                        <a:gd name="connsiteX7" fmla="*/ 287239 w 339144"/>
                        <a:gd name="connsiteY7" fmla="*/ 608036 h 608035"/>
                        <a:gd name="connsiteX8" fmla="*/ 321730 w 339144"/>
                        <a:gd name="connsiteY8" fmla="*/ 564924 h 608035"/>
                        <a:gd name="connsiteX9" fmla="*/ 339145 w 339144"/>
                        <a:gd name="connsiteY9" fmla="*/ 454913 h 608035"/>
                        <a:gd name="connsiteX10" fmla="*/ 261378 w 339144"/>
                        <a:gd name="connsiteY10" fmla="*/ 413743 h 608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9144" h="608035">
                          <a:moveTo>
                            <a:pt x="261378" y="413743"/>
                          </a:moveTo>
                          <a:cubicBezTo>
                            <a:pt x="261378" y="413743"/>
                            <a:pt x="131617" y="358166"/>
                            <a:pt x="67468" y="251685"/>
                          </a:cubicBezTo>
                          <a:cubicBezTo>
                            <a:pt x="3319" y="145205"/>
                            <a:pt x="49535" y="0"/>
                            <a:pt x="49535" y="0"/>
                          </a:cubicBezTo>
                          <a:lnTo>
                            <a:pt x="19557" y="35566"/>
                          </a:lnTo>
                          <a:cubicBezTo>
                            <a:pt x="11746" y="54880"/>
                            <a:pt x="5871" y="70900"/>
                            <a:pt x="3174" y="80818"/>
                          </a:cubicBezTo>
                          <a:cubicBezTo>
                            <a:pt x="-9897" y="128860"/>
                            <a:pt x="19940" y="206462"/>
                            <a:pt x="46527" y="319791"/>
                          </a:cubicBezTo>
                          <a:cubicBezTo>
                            <a:pt x="73115" y="433115"/>
                            <a:pt x="38415" y="540734"/>
                            <a:pt x="38415" y="540734"/>
                          </a:cubicBezTo>
                          <a:lnTo>
                            <a:pt x="287239" y="608036"/>
                          </a:lnTo>
                          <a:cubicBezTo>
                            <a:pt x="287239" y="608036"/>
                            <a:pt x="311874" y="587095"/>
                            <a:pt x="321730" y="564924"/>
                          </a:cubicBezTo>
                          <a:cubicBezTo>
                            <a:pt x="325149" y="557233"/>
                            <a:pt x="331827" y="512616"/>
                            <a:pt x="339145" y="454913"/>
                          </a:cubicBezTo>
                          <a:cubicBezTo>
                            <a:pt x="303099" y="435284"/>
                            <a:pt x="261378" y="413743"/>
                            <a:pt x="261378" y="413743"/>
                          </a:cubicBezTo>
                          <a:close/>
                        </a:path>
                      </a:pathLst>
                    </a:custGeom>
                    <a:solidFill>
                      <a:srgbClr val="3888A0"/>
                    </a:solidFill>
                    <a:ln w="4839" cap="flat">
                      <a:noFill/>
                      <a:prstDash val="solid"/>
                      <a:miter/>
                    </a:ln>
                  </p:spPr>
                  <p:txBody>
                    <a:bodyPr rtlCol="0" anchor="ctr"/>
                    <a:lstStyle/>
                    <a:p>
                      <a:endParaRPr lang="vi-VN"/>
                    </a:p>
                  </p:txBody>
                </p:sp>
                <p:sp>
                  <p:nvSpPr>
                    <p:cNvPr id="653" name="Freeform: Shape 652">
                      <a:extLst>
                        <a:ext uri="{FF2B5EF4-FFF2-40B4-BE49-F238E27FC236}">
                          <a16:creationId xmlns:a16="http://schemas.microsoft.com/office/drawing/2014/main" id="{D68164C3-497D-BED4-4C1E-4BD0C34EC19A}"/>
                        </a:ext>
                      </a:extLst>
                    </p:cNvPr>
                    <p:cNvSpPr/>
                    <p:nvPr/>
                  </p:nvSpPr>
                  <p:spPr>
                    <a:xfrm>
                      <a:off x="2869712" y="5124305"/>
                      <a:ext cx="180662" cy="334251"/>
                    </a:xfrm>
                    <a:custGeom>
                      <a:avLst/>
                      <a:gdLst>
                        <a:gd name="connsiteX0" fmla="*/ 169139 w 180662"/>
                        <a:gd name="connsiteY0" fmla="*/ 15637 h 334251"/>
                        <a:gd name="connsiteX1" fmla="*/ 147181 w 180662"/>
                        <a:gd name="connsiteY1" fmla="*/ 2808 h 334251"/>
                        <a:gd name="connsiteX2" fmla="*/ 122424 w 180662"/>
                        <a:gd name="connsiteY2" fmla="*/ 5932 h 334251"/>
                        <a:gd name="connsiteX3" fmla="*/ 42478 w 180662"/>
                        <a:gd name="connsiteY3" fmla="*/ 88508 h 334251"/>
                        <a:gd name="connsiteX4" fmla="*/ 14147 w 180662"/>
                        <a:gd name="connsiteY4" fmla="*/ 158720 h 334251"/>
                        <a:gd name="connsiteX5" fmla="*/ 31392 w 180662"/>
                        <a:gd name="connsiteY5" fmla="*/ 180891 h 334251"/>
                        <a:gd name="connsiteX6" fmla="*/ 12916 w 180662"/>
                        <a:gd name="connsiteY6" fmla="*/ 236323 h 334251"/>
                        <a:gd name="connsiteX7" fmla="*/ 1918 w 180662"/>
                        <a:gd name="connsiteY7" fmla="*/ 334251 h 334251"/>
                        <a:gd name="connsiteX8" fmla="*/ 36317 w 180662"/>
                        <a:gd name="connsiteY8" fmla="*/ 247408 h 334251"/>
                        <a:gd name="connsiteX9" fmla="*/ 76969 w 180662"/>
                        <a:gd name="connsiteY9" fmla="*/ 159950 h 334251"/>
                        <a:gd name="connsiteX10" fmla="*/ 105300 w 180662"/>
                        <a:gd name="connsiteY10" fmla="*/ 194441 h 334251"/>
                        <a:gd name="connsiteX11" fmla="*/ 139791 w 180662"/>
                        <a:gd name="connsiteY11" fmla="*/ 130389 h 334251"/>
                        <a:gd name="connsiteX12" fmla="*/ 177745 w 180662"/>
                        <a:gd name="connsiteY12" fmla="*/ 46951 h 334251"/>
                        <a:gd name="connsiteX13" fmla="*/ 169139 w 180662"/>
                        <a:gd name="connsiteY13" fmla="*/ 15637 h 33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662" h="334251">
                          <a:moveTo>
                            <a:pt x="169139" y="15637"/>
                          </a:moveTo>
                          <a:lnTo>
                            <a:pt x="147181" y="2808"/>
                          </a:lnTo>
                          <a:cubicBezTo>
                            <a:pt x="139161" y="-1875"/>
                            <a:pt x="129020" y="-611"/>
                            <a:pt x="122424" y="5932"/>
                          </a:cubicBezTo>
                          <a:cubicBezTo>
                            <a:pt x="105900" y="22325"/>
                            <a:pt x="73583" y="54811"/>
                            <a:pt x="42478" y="88508"/>
                          </a:cubicBezTo>
                          <a:cubicBezTo>
                            <a:pt x="-1869" y="136549"/>
                            <a:pt x="1826" y="150100"/>
                            <a:pt x="14147" y="158720"/>
                          </a:cubicBezTo>
                          <a:cubicBezTo>
                            <a:pt x="26467" y="167345"/>
                            <a:pt x="31392" y="180891"/>
                            <a:pt x="31392" y="180891"/>
                          </a:cubicBezTo>
                          <a:cubicBezTo>
                            <a:pt x="31392" y="180891"/>
                            <a:pt x="25401" y="209498"/>
                            <a:pt x="12916" y="236323"/>
                          </a:cubicBezTo>
                          <a:cubicBezTo>
                            <a:pt x="-6794" y="278669"/>
                            <a:pt x="1918" y="334251"/>
                            <a:pt x="1918" y="334251"/>
                          </a:cubicBezTo>
                          <a:cubicBezTo>
                            <a:pt x="1918" y="334251"/>
                            <a:pt x="3342" y="278766"/>
                            <a:pt x="36317" y="247408"/>
                          </a:cubicBezTo>
                          <a:cubicBezTo>
                            <a:pt x="73889" y="211687"/>
                            <a:pt x="76969" y="159950"/>
                            <a:pt x="76969" y="159950"/>
                          </a:cubicBezTo>
                          <a:lnTo>
                            <a:pt x="105300" y="194441"/>
                          </a:lnTo>
                          <a:cubicBezTo>
                            <a:pt x="105300" y="194441"/>
                            <a:pt x="126240" y="174731"/>
                            <a:pt x="139791" y="130389"/>
                          </a:cubicBezTo>
                          <a:cubicBezTo>
                            <a:pt x="148430" y="102116"/>
                            <a:pt x="166083" y="67979"/>
                            <a:pt x="177745" y="46951"/>
                          </a:cubicBezTo>
                          <a:cubicBezTo>
                            <a:pt x="183871" y="35904"/>
                            <a:pt x="180045" y="22010"/>
                            <a:pt x="169139" y="15637"/>
                          </a:cubicBezTo>
                          <a:close/>
                        </a:path>
                      </a:pathLst>
                    </a:custGeom>
                    <a:solidFill>
                      <a:srgbClr val="4B69A3"/>
                    </a:solidFill>
                    <a:ln w="4839" cap="flat">
                      <a:noFill/>
                      <a:prstDash val="solid"/>
                      <a:miter/>
                    </a:ln>
                  </p:spPr>
                  <p:txBody>
                    <a:bodyPr rtlCol="0" anchor="ctr"/>
                    <a:lstStyle/>
                    <a:p>
                      <a:endParaRPr lang="vi-VN"/>
                    </a:p>
                  </p:txBody>
                </p:sp>
                <p:sp>
                  <p:nvSpPr>
                    <p:cNvPr id="654" name="Freeform: Shape 653">
                      <a:extLst>
                        <a:ext uri="{FF2B5EF4-FFF2-40B4-BE49-F238E27FC236}">
                          <a16:creationId xmlns:a16="http://schemas.microsoft.com/office/drawing/2014/main" id="{A9B0F791-3EA9-4F21-5AA8-0F5E43A173DF}"/>
                        </a:ext>
                      </a:extLst>
                    </p:cNvPr>
                    <p:cNvSpPr/>
                    <p:nvPr/>
                  </p:nvSpPr>
                  <p:spPr>
                    <a:xfrm>
                      <a:off x="2889355" y="5257817"/>
                      <a:ext cx="59428" cy="41543"/>
                    </a:xfrm>
                    <a:custGeom>
                      <a:avLst/>
                      <a:gdLst>
                        <a:gd name="connsiteX0" fmla="*/ 58870 w 59428"/>
                        <a:gd name="connsiteY0" fmla="*/ 26263 h 41543"/>
                        <a:gd name="connsiteX1" fmla="*/ 37862 w 59428"/>
                        <a:gd name="connsiteY1" fmla="*/ 13115 h 41543"/>
                        <a:gd name="connsiteX2" fmla="*/ 18490 w 59428"/>
                        <a:gd name="connsiteY2" fmla="*/ 2209 h 41543"/>
                        <a:gd name="connsiteX3" fmla="*/ 1017 w 59428"/>
                        <a:gd name="connsiteY3" fmla="*/ 3657 h 41543"/>
                        <a:gd name="connsiteX4" fmla="*/ 7255 w 59428"/>
                        <a:gd name="connsiteY4" fmla="*/ 20321 h 41543"/>
                        <a:gd name="connsiteX5" fmla="*/ 15933 w 59428"/>
                        <a:gd name="connsiteY5" fmla="*/ 30932 h 41543"/>
                        <a:gd name="connsiteX6" fmla="*/ 24563 w 59428"/>
                        <a:gd name="connsiteY6" fmla="*/ 41199 h 41543"/>
                        <a:gd name="connsiteX7" fmla="*/ 26462 w 59428"/>
                        <a:gd name="connsiteY7" fmla="*/ 39664 h 41543"/>
                        <a:gd name="connsiteX8" fmla="*/ 18088 w 59428"/>
                        <a:gd name="connsiteY8" fmla="*/ 29038 h 41543"/>
                        <a:gd name="connsiteX9" fmla="*/ 9686 w 59428"/>
                        <a:gd name="connsiteY9" fmla="*/ 18660 h 41543"/>
                        <a:gd name="connsiteX10" fmla="*/ 3027 w 59428"/>
                        <a:gd name="connsiteY10" fmla="*/ 7841 h 41543"/>
                        <a:gd name="connsiteX11" fmla="*/ 12296 w 59428"/>
                        <a:gd name="connsiteY11" fmla="*/ 3332 h 41543"/>
                        <a:gd name="connsiteX12" fmla="*/ 34772 w 59428"/>
                        <a:gd name="connsiteY12" fmla="*/ 14529 h 41543"/>
                        <a:gd name="connsiteX13" fmla="*/ 57214 w 59428"/>
                        <a:gd name="connsiteY13" fmla="*/ 28336 h 41543"/>
                        <a:gd name="connsiteX14" fmla="*/ 58870 w 59428"/>
                        <a:gd name="connsiteY14" fmla="*/ 26263 h 41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428" h="41543">
                          <a:moveTo>
                            <a:pt x="58870" y="26263"/>
                          </a:moveTo>
                          <a:cubicBezTo>
                            <a:pt x="51882" y="21856"/>
                            <a:pt x="44889" y="17464"/>
                            <a:pt x="37862" y="13115"/>
                          </a:cubicBezTo>
                          <a:cubicBezTo>
                            <a:pt x="31605" y="9240"/>
                            <a:pt x="25391" y="4867"/>
                            <a:pt x="18490" y="2209"/>
                          </a:cubicBezTo>
                          <a:cubicBezTo>
                            <a:pt x="13565" y="315"/>
                            <a:pt x="4281" y="-2232"/>
                            <a:pt x="1017" y="3657"/>
                          </a:cubicBezTo>
                          <a:cubicBezTo>
                            <a:pt x="-2417" y="9851"/>
                            <a:pt x="3652" y="15904"/>
                            <a:pt x="7255" y="20321"/>
                          </a:cubicBezTo>
                          <a:cubicBezTo>
                            <a:pt x="10141" y="23861"/>
                            <a:pt x="13018" y="27411"/>
                            <a:pt x="15933" y="30932"/>
                          </a:cubicBezTo>
                          <a:cubicBezTo>
                            <a:pt x="18771" y="34361"/>
                            <a:pt x="21473" y="37998"/>
                            <a:pt x="24563" y="41199"/>
                          </a:cubicBezTo>
                          <a:cubicBezTo>
                            <a:pt x="25527" y="42196"/>
                            <a:pt x="27236" y="40826"/>
                            <a:pt x="26462" y="39664"/>
                          </a:cubicBezTo>
                          <a:cubicBezTo>
                            <a:pt x="23968" y="35939"/>
                            <a:pt x="20887" y="32540"/>
                            <a:pt x="18088" y="29038"/>
                          </a:cubicBezTo>
                          <a:cubicBezTo>
                            <a:pt x="15304" y="25566"/>
                            <a:pt x="12490" y="22113"/>
                            <a:pt x="9686" y="18660"/>
                          </a:cubicBezTo>
                          <a:cubicBezTo>
                            <a:pt x="7235" y="15643"/>
                            <a:pt x="3206" y="12001"/>
                            <a:pt x="3027" y="7841"/>
                          </a:cubicBezTo>
                          <a:cubicBezTo>
                            <a:pt x="2799" y="2490"/>
                            <a:pt x="8490" y="2669"/>
                            <a:pt x="12296" y="3332"/>
                          </a:cubicBezTo>
                          <a:cubicBezTo>
                            <a:pt x="20558" y="4775"/>
                            <a:pt x="27798" y="10195"/>
                            <a:pt x="34772" y="14529"/>
                          </a:cubicBezTo>
                          <a:cubicBezTo>
                            <a:pt x="42235" y="19168"/>
                            <a:pt x="49717" y="23760"/>
                            <a:pt x="57214" y="28336"/>
                          </a:cubicBezTo>
                          <a:cubicBezTo>
                            <a:pt x="58643" y="29208"/>
                            <a:pt x="60323" y="27179"/>
                            <a:pt x="58870" y="26263"/>
                          </a:cubicBezTo>
                          <a:close/>
                        </a:path>
                      </a:pathLst>
                    </a:custGeom>
                    <a:solidFill>
                      <a:srgbClr val="21447C"/>
                    </a:solidFill>
                    <a:ln w="4839" cap="flat">
                      <a:noFill/>
                      <a:prstDash val="solid"/>
                      <a:miter/>
                    </a:ln>
                  </p:spPr>
                  <p:txBody>
                    <a:bodyPr rtlCol="0" anchor="ctr"/>
                    <a:lstStyle/>
                    <a:p>
                      <a:endParaRPr lang="vi-VN"/>
                    </a:p>
                  </p:txBody>
                </p:sp>
              </p:grpSp>
              <p:grpSp>
                <p:nvGrpSpPr>
                  <p:cNvPr id="638" name="Graphic 1991">
                    <a:extLst>
                      <a:ext uri="{FF2B5EF4-FFF2-40B4-BE49-F238E27FC236}">
                        <a16:creationId xmlns:a16="http://schemas.microsoft.com/office/drawing/2014/main" id="{6A671916-917B-1840-F9BD-D243F11E72F9}"/>
                      </a:ext>
                    </a:extLst>
                  </p:cNvPr>
                  <p:cNvGrpSpPr/>
                  <p:nvPr/>
                </p:nvGrpSpPr>
                <p:grpSpPr>
                  <a:xfrm>
                    <a:off x="2516436" y="5228006"/>
                    <a:ext cx="766821" cy="632933"/>
                    <a:chOff x="2516436" y="5228006"/>
                    <a:chExt cx="766821" cy="632933"/>
                  </a:xfrm>
                </p:grpSpPr>
                <p:grpSp>
                  <p:nvGrpSpPr>
                    <p:cNvPr id="639" name="Graphic 1991">
                      <a:extLst>
                        <a:ext uri="{FF2B5EF4-FFF2-40B4-BE49-F238E27FC236}">
                          <a16:creationId xmlns:a16="http://schemas.microsoft.com/office/drawing/2014/main" id="{F666540D-AA03-2216-79CC-47486B4262BD}"/>
                        </a:ext>
                      </a:extLst>
                    </p:cNvPr>
                    <p:cNvGrpSpPr/>
                    <p:nvPr/>
                  </p:nvGrpSpPr>
                  <p:grpSpPr>
                    <a:xfrm>
                      <a:off x="2516436" y="5669595"/>
                      <a:ext cx="610796" cy="166948"/>
                      <a:chOff x="2516436" y="5669595"/>
                      <a:chExt cx="610796" cy="166948"/>
                    </a:xfrm>
                  </p:grpSpPr>
                  <p:sp>
                    <p:nvSpPr>
                      <p:cNvPr id="646" name="Freeform: Shape 645">
                        <a:extLst>
                          <a:ext uri="{FF2B5EF4-FFF2-40B4-BE49-F238E27FC236}">
                            <a16:creationId xmlns:a16="http://schemas.microsoft.com/office/drawing/2014/main" id="{C2C09E19-1C0D-A6B7-140B-1EF8613F330D}"/>
                          </a:ext>
                        </a:extLst>
                      </p:cNvPr>
                      <p:cNvSpPr/>
                      <p:nvPr/>
                    </p:nvSpPr>
                    <p:spPr>
                      <a:xfrm>
                        <a:off x="2516436" y="5669595"/>
                        <a:ext cx="610796" cy="166948"/>
                      </a:xfrm>
                      <a:custGeom>
                        <a:avLst/>
                        <a:gdLst>
                          <a:gd name="connsiteX0" fmla="*/ 581604 w 610796"/>
                          <a:gd name="connsiteY0" fmla="*/ 26810 h 166948"/>
                          <a:gd name="connsiteX1" fmla="*/ 348888 w 610796"/>
                          <a:gd name="connsiteY1" fmla="*/ 4925 h 166948"/>
                          <a:gd name="connsiteX2" fmla="*/ 175202 w 610796"/>
                          <a:gd name="connsiteY2" fmla="*/ 0 h 166948"/>
                          <a:gd name="connsiteX3" fmla="*/ 29848 w 610796"/>
                          <a:gd name="connsiteY3" fmla="*/ 44346 h 166948"/>
                          <a:gd name="connsiteX4" fmla="*/ 29848 w 610796"/>
                          <a:gd name="connsiteY4" fmla="*/ 64769 h 166948"/>
                          <a:gd name="connsiteX5" fmla="*/ 287 w 610796"/>
                          <a:gd name="connsiteY5" fmla="*/ 93618 h 166948"/>
                          <a:gd name="connsiteX6" fmla="*/ 109915 w 610796"/>
                          <a:gd name="connsiteY6" fmla="*/ 80068 h 166948"/>
                          <a:gd name="connsiteX7" fmla="*/ 34773 w 610796"/>
                          <a:gd name="connsiteY7" fmla="*/ 157670 h 166948"/>
                          <a:gd name="connsiteX8" fmla="*/ 82814 w 610796"/>
                          <a:gd name="connsiteY8" fmla="*/ 146585 h 166948"/>
                          <a:gd name="connsiteX9" fmla="*/ 71729 w 610796"/>
                          <a:gd name="connsiteY9" fmla="*/ 166295 h 166948"/>
                          <a:gd name="connsiteX10" fmla="*/ 178897 w 610796"/>
                          <a:gd name="connsiteY10" fmla="*/ 133034 h 166948"/>
                          <a:gd name="connsiteX11" fmla="*/ 318092 w 610796"/>
                          <a:gd name="connsiteY11" fmla="*/ 102238 h 166948"/>
                          <a:gd name="connsiteX12" fmla="*/ 546348 w 610796"/>
                          <a:gd name="connsiteY12" fmla="*/ 154275 h 166948"/>
                          <a:gd name="connsiteX13" fmla="*/ 607567 w 610796"/>
                          <a:gd name="connsiteY13" fmla="*/ 83472 h 166948"/>
                          <a:gd name="connsiteX14" fmla="*/ 581604 w 610796"/>
                          <a:gd name="connsiteY14" fmla="*/ 26810 h 166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0796" h="166948">
                            <a:moveTo>
                              <a:pt x="581604" y="26810"/>
                            </a:moveTo>
                            <a:cubicBezTo>
                              <a:pt x="581604" y="26810"/>
                              <a:pt x="353813" y="4925"/>
                              <a:pt x="348888" y="4925"/>
                            </a:cubicBezTo>
                            <a:cubicBezTo>
                              <a:pt x="343963" y="4925"/>
                              <a:pt x="175202" y="0"/>
                              <a:pt x="175202" y="0"/>
                            </a:cubicBezTo>
                            <a:cubicBezTo>
                              <a:pt x="175202" y="0"/>
                              <a:pt x="41795" y="33058"/>
                              <a:pt x="29848" y="44346"/>
                            </a:cubicBezTo>
                            <a:cubicBezTo>
                              <a:pt x="12665" y="60585"/>
                              <a:pt x="29848" y="64769"/>
                              <a:pt x="29848" y="64769"/>
                            </a:cubicBezTo>
                            <a:cubicBezTo>
                              <a:pt x="29848" y="64769"/>
                              <a:pt x="-3409" y="78833"/>
                              <a:pt x="287" y="93618"/>
                            </a:cubicBezTo>
                            <a:cubicBezTo>
                              <a:pt x="3982" y="108399"/>
                              <a:pt x="91440" y="75142"/>
                              <a:pt x="109915" y="80068"/>
                            </a:cubicBezTo>
                            <a:cubicBezTo>
                              <a:pt x="128391" y="84993"/>
                              <a:pt x="15067" y="131804"/>
                              <a:pt x="34773" y="157670"/>
                            </a:cubicBezTo>
                            <a:cubicBezTo>
                              <a:pt x="34773" y="157670"/>
                              <a:pt x="43398" y="162595"/>
                              <a:pt x="82814" y="146585"/>
                            </a:cubicBezTo>
                            <a:cubicBezTo>
                              <a:pt x="82814" y="146585"/>
                              <a:pt x="61874" y="160135"/>
                              <a:pt x="71729" y="166295"/>
                            </a:cubicBezTo>
                            <a:cubicBezTo>
                              <a:pt x="81584" y="172456"/>
                              <a:pt x="178897" y="133034"/>
                              <a:pt x="178897" y="133034"/>
                            </a:cubicBezTo>
                            <a:cubicBezTo>
                              <a:pt x="178897" y="133034"/>
                              <a:pt x="287296" y="131804"/>
                              <a:pt x="318092" y="102238"/>
                            </a:cubicBezTo>
                            <a:lnTo>
                              <a:pt x="546348" y="154275"/>
                            </a:lnTo>
                            <a:cubicBezTo>
                              <a:pt x="546348" y="154275"/>
                              <a:pt x="592781" y="125068"/>
                              <a:pt x="607567" y="83472"/>
                            </a:cubicBezTo>
                            <a:cubicBezTo>
                              <a:pt x="622347" y="41877"/>
                              <a:pt x="581604" y="26810"/>
                              <a:pt x="581604" y="26810"/>
                            </a:cubicBezTo>
                            <a:close/>
                          </a:path>
                        </a:pathLst>
                      </a:custGeom>
                      <a:solidFill>
                        <a:srgbClr val="EEA786"/>
                      </a:solidFill>
                      <a:ln w="4839" cap="flat">
                        <a:noFill/>
                        <a:prstDash val="solid"/>
                        <a:miter/>
                      </a:ln>
                    </p:spPr>
                    <p:txBody>
                      <a:bodyPr rtlCol="0" anchor="ctr"/>
                      <a:lstStyle/>
                      <a:p>
                        <a:endParaRPr lang="vi-VN"/>
                      </a:p>
                    </p:txBody>
                  </p:sp>
                  <p:sp>
                    <p:nvSpPr>
                      <p:cNvPr id="647" name="Freeform: Shape 646">
                        <a:extLst>
                          <a:ext uri="{FF2B5EF4-FFF2-40B4-BE49-F238E27FC236}">
                            <a16:creationId xmlns:a16="http://schemas.microsoft.com/office/drawing/2014/main" id="{3EBAA0FB-2F9F-844D-AB04-932772454A5C}"/>
                          </a:ext>
                        </a:extLst>
                      </p:cNvPr>
                      <p:cNvSpPr/>
                      <p:nvPr/>
                    </p:nvSpPr>
                    <p:spPr>
                      <a:xfrm>
                        <a:off x="2596385" y="5766011"/>
                        <a:ext cx="86896" cy="52614"/>
                      </a:xfrm>
                      <a:custGeom>
                        <a:avLst/>
                        <a:gdLst>
                          <a:gd name="connsiteX0" fmla="*/ 85898 w 86896"/>
                          <a:gd name="connsiteY0" fmla="*/ 1 h 52614"/>
                          <a:gd name="connsiteX1" fmla="*/ 50380 w 86896"/>
                          <a:gd name="connsiteY1" fmla="*/ 14501 h 52614"/>
                          <a:gd name="connsiteX2" fmla="*/ 19865 w 86896"/>
                          <a:gd name="connsiteY2" fmla="*/ 38962 h 52614"/>
                          <a:gd name="connsiteX3" fmla="*/ 10721 w 86896"/>
                          <a:gd name="connsiteY3" fmla="*/ 45108 h 52614"/>
                          <a:gd name="connsiteX4" fmla="*/ 430 w 86896"/>
                          <a:gd name="connsiteY4" fmla="*/ 50619 h 52614"/>
                          <a:gd name="connsiteX5" fmla="*/ 1302 w 86896"/>
                          <a:gd name="connsiteY5" fmla="*/ 52595 h 52614"/>
                          <a:gd name="connsiteX6" fmla="*/ 18630 w 86896"/>
                          <a:gd name="connsiteY6" fmla="*/ 43655 h 52614"/>
                          <a:gd name="connsiteX7" fmla="*/ 33565 w 86896"/>
                          <a:gd name="connsiteY7" fmla="*/ 32042 h 52614"/>
                          <a:gd name="connsiteX8" fmla="*/ 64473 w 86896"/>
                          <a:gd name="connsiteY8" fmla="*/ 9154 h 52614"/>
                          <a:gd name="connsiteX9" fmla="*/ 85995 w 86896"/>
                          <a:gd name="connsiteY9" fmla="*/ 1977 h 52614"/>
                          <a:gd name="connsiteX10" fmla="*/ 85898 w 86896"/>
                          <a:gd name="connsiteY10" fmla="*/ 1 h 5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896" h="52614">
                            <a:moveTo>
                              <a:pt x="85898" y="1"/>
                            </a:moveTo>
                            <a:cubicBezTo>
                              <a:pt x="72764" y="480"/>
                              <a:pt x="60855" y="6989"/>
                              <a:pt x="50380" y="14501"/>
                            </a:cubicBezTo>
                            <a:cubicBezTo>
                              <a:pt x="39774" y="22104"/>
                              <a:pt x="30384" y="31242"/>
                              <a:pt x="19865" y="38962"/>
                            </a:cubicBezTo>
                            <a:cubicBezTo>
                              <a:pt x="16901" y="41136"/>
                              <a:pt x="13884" y="43229"/>
                              <a:pt x="10721" y="45108"/>
                            </a:cubicBezTo>
                            <a:cubicBezTo>
                              <a:pt x="7380" y="47098"/>
                              <a:pt x="3690" y="48517"/>
                              <a:pt x="430" y="50619"/>
                            </a:cubicBezTo>
                            <a:cubicBezTo>
                              <a:pt x="-519" y="51229"/>
                              <a:pt x="251" y="52808"/>
                              <a:pt x="1302" y="52595"/>
                            </a:cubicBezTo>
                            <a:cubicBezTo>
                              <a:pt x="7472" y="51340"/>
                              <a:pt x="13501" y="47146"/>
                              <a:pt x="18630" y="43655"/>
                            </a:cubicBezTo>
                            <a:cubicBezTo>
                              <a:pt x="23841" y="40105"/>
                              <a:pt x="28732" y="36090"/>
                              <a:pt x="33565" y="32042"/>
                            </a:cubicBezTo>
                            <a:cubicBezTo>
                              <a:pt x="43392" y="23813"/>
                              <a:pt x="53087" y="15198"/>
                              <a:pt x="64473" y="9154"/>
                            </a:cubicBezTo>
                            <a:cubicBezTo>
                              <a:pt x="71166" y="5599"/>
                              <a:pt x="78498" y="3125"/>
                              <a:pt x="85995" y="1977"/>
                            </a:cubicBezTo>
                            <a:cubicBezTo>
                              <a:pt x="87225" y="1788"/>
                              <a:pt x="87200" y="-48"/>
                              <a:pt x="85898" y="1"/>
                            </a:cubicBezTo>
                            <a:close/>
                          </a:path>
                        </a:pathLst>
                      </a:custGeom>
                      <a:solidFill>
                        <a:srgbClr val="E77350"/>
                      </a:solidFill>
                      <a:ln w="4839" cap="flat">
                        <a:noFill/>
                        <a:prstDash val="solid"/>
                        <a:miter/>
                      </a:ln>
                    </p:spPr>
                    <p:txBody>
                      <a:bodyPr rtlCol="0" anchor="ctr"/>
                      <a:lstStyle/>
                      <a:p>
                        <a:endParaRPr lang="vi-VN"/>
                      </a:p>
                    </p:txBody>
                  </p:sp>
                  <p:sp>
                    <p:nvSpPr>
                      <p:cNvPr id="648" name="Freeform: Shape 647">
                        <a:extLst>
                          <a:ext uri="{FF2B5EF4-FFF2-40B4-BE49-F238E27FC236}">
                            <a16:creationId xmlns:a16="http://schemas.microsoft.com/office/drawing/2014/main" id="{2FC6ED14-725F-63D3-D93F-9A14699C57B8}"/>
                          </a:ext>
                        </a:extLst>
                      </p:cNvPr>
                      <p:cNvSpPr/>
                      <p:nvPr/>
                    </p:nvSpPr>
                    <p:spPr>
                      <a:xfrm>
                        <a:off x="2626072" y="5722918"/>
                        <a:ext cx="47828" cy="32229"/>
                      </a:xfrm>
                      <a:custGeom>
                        <a:avLst/>
                        <a:gdLst>
                          <a:gd name="connsiteX0" fmla="*/ 47339 w 47828"/>
                          <a:gd name="connsiteY0" fmla="*/ 1246 h 32229"/>
                          <a:gd name="connsiteX1" fmla="*/ 35958 w 47828"/>
                          <a:gd name="connsiteY1" fmla="*/ 2094 h 32229"/>
                          <a:gd name="connsiteX2" fmla="*/ 24809 w 47828"/>
                          <a:gd name="connsiteY2" fmla="*/ 11615 h 32229"/>
                          <a:gd name="connsiteX3" fmla="*/ 280 w 47828"/>
                          <a:gd name="connsiteY3" fmla="*/ 30672 h 32229"/>
                          <a:gd name="connsiteX4" fmla="*/ 1530 w 47828"/>
                          <a:gd name="connsiteY4" fmla="*/ 32110 h 32229"/>
                          <a:gd name="connsiteX5" fmla="*/ 14005 w 47828"/>
                          <a:gd name="connsiteY5" fmla="*/ 23572 h 32229"/>
                          <a:gd name="connsiteX6" fmla="*/ 24669 w 47828"/>
                          <a:gd name="connsiteY6" fmla="*/ 15809 h 32229"/>
                          <a:gd name="connsiteX7" fmla="*/ 33691 w 47828"/>
                          <a:gd name="connsiteY7" fmla="*/ 7862 h 32229"/>
                          <a:gd name="connsiteX8" fmla="*/ 46651 w 47828"/>
                          <a:gd name="connsiteY8" fmla="*/ 3290 h 32229"/>
                          <a:gd name="connsiteX9" fmla="*/ 47339 w 47828"/>
                          <a:gd name="connsiteY9" fmla="*/ 1246 h 3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828" h="32229">
                            <a:moveTo>
                              <a:pt x="47339" y="1246"/>
                            </a:moveTo>
                            <a:cubicBezTo>
                              <a:pt x="43798" y="-1010"/>
                              <a:pt x="39445" y="118"/>
                              <a:pt x="35958" y="2094"/>
                            </a:cubicBezTo>
                            <a:cubicBezTo>
                              <a:pt x="31652" y="4540"/>
                              <a:pt x="28534" y="8438"/>
                              <a:pt x="24809" y="11615"/>
                            </a:cubicBezTo>
                            <a:cubicBezTo>
                              <a:pt x="16949" y="18332"/>
                              <a:pt x="7772" y="23528"/>
                              <a:pt x="280" y="30672"/>
                            </a:cubicBezTo>
                            <a:cubicBezTo>
                              <a:pt x="-548" y="31461"/>
                              <a:pt x="638" y="32604"/>
                              <a:pt x="1530" y="32110"/>
                            </a:cubicBezTo>
                            <a:cubicBezTo>
                              <a:pt x="5927" y="29655"/>
                              <a:pt x="9932" y="26517"/>
                              <a:pt x="14005" y="23572"/>
                            </a:cubicBezTo>
                            <a:cubicBezTo>
                              <a:pt x="17569" y="21000"/>
                              <a:pt x="21182" y="18487"/>
                              <a:pt x="24669" y="15809"/>
                            </a:cubicBezTo>
                            <a:cubicBezTo>
                              <a:pt x="27865" y="13353"/>
                              <a:pt x="30635" y="10472"/>
                              <a:pt x="33691" y="7862"/>
                            </a:cubicBezTo>
                            <a:cubicBezTo>
                              <a:pt x="37633" y="4491"/>
                              <a:pt x="41435" y="3058"/>
                              <a:pt x="46651" y="3290"/>
                            </a:cubicBezTo>
                            <a:cubicBezTo>
                              <a:pt x="47740" y="3338"/>
                              <a:pt x="48293" y="1852"/>
                              <a:pt x="47339" y="1246"/>
                            </a:cubicBezTo>
                            <a:close/>
                          </a:path>
                        </a:pathLst>
                      </a:custGeom>
                      <a:solidFill>
                        <a:srgbClr val="E77350"/>
                      </a:solidFill>
                      <a:ln w="4839" cap="flat">
                        <a:noFill/>
                        <a:prstDash val="solid"/>
                        <a:miter/>
                      </a:ln>
                    </p:spPr>
                    <p:txBody>
                      <a:bodyPr rtlCol="0" anchor="ctr"/>
                      <a:lstStyle/>
                      <a:p>
                        <a:endParaRPr lang="vi-VN"/>
                      </a:p>
                    </p:txBody>
                  </p:sp>
                  <p:sp>
                    <p:nvSpPr>
                      <p:cNvPr id="649" name="Freeform: Shape 648">
                        <a:extLst>
                          <a:ext uri="{FF2B5EF4-FFF2-40B4-BE49-F238E27FC236}">
                            <a16:creationId xmlns:a16="http://schemas.microsoft.com/office/drawing/2014/main" id="{6D2CBB7C-1002-53EA-6395-6BC681D72F01}"/>
                          </a:ext>
                        </a:extLst>
                      </p:cNvPr>
                      <p:cNvSpPr/>
                      <p:nvPr/>
                    </p:nvSpPr>
                    <p:spPr>
                      <a:xfrm>
                        <a:off x="2543755" y="5683893"/>
                        <a:ext cx="133634" cy="51906"/>
                      </a:xfrm>
                      <a:custGeom>
                        <a:avLst/>
                        <a:gdLst>
                          <a:gd name="connsiteX0" fmla="*/ 132392 w 133634"/>
                          <a:gd name="connsiteY0" fmla="*/ 182 h 51906"/>
                          <a:gd name="connsiteX1" fmla="*/ 85871 w 133634"/>
                          <a:gd name="connsiteY1" fmla="*/ 24943 h 51906"/>
                          <a:gd name="connsiteX2" fmla="*/ 31480 w 133634"/>
                          <a:gd name="connsiteY2" fmla="*/ 39622 h 51906"/>
                          <a:gd name="connsiteX3" fmla="*/ 16061 w 133634"/>
                          <a:gd name="connsiteY3" fmla="*/ 44107 h 51906"/>
                          <a:gd name="connsiteX4" fmla="*/ 418 w 133634"/>
                          <a:gd name="connsiteY4" fmla="*/ 50325 h 51906"/>
                          <a:gd name="connsiteX5" fmla="*/ 975 w 133634"/>
                          <a:gd name="connsiteY5" fmla="*/ 51884 h 51906"/>
                          <a:gd name="connsiteX6" fmla="*/ 15010 w 133634"/>
                          <a:gd name="connsiteY6" fmla="*/ 47409 h 51906"/>
                          <a:gd name="connsiteX7" fmla="*/ 29320 w 133634"/>
                          <a:gd name="connsiteY7" fmla="*/ 43254 h 51906"/>
                          <a:gd name="connsiteX8" fmla="*/ 58155 w 133634"/>
                          <a:gd name="connsiteY8" fmla="*/ 35975 h 51906"/>
                          <a:gd name="connsiteX9" fmla="*/ 109306 w 133634"/>
                          <a:gd name="connsiteY9" fmla="*/ 18410 h 51906"/>
                          <a:gd name="connsiteX10" fmla="*/ 133390 w 133634"/>
                          <a:gd name="connsiteY10" fmla="*/ 1383 h 51906"/>
                          <a:gd name="connsiteX11" fmla="*/ 132392 w 133634"/>
                          <a:gd name="connsiteY11" fmla="*/ 182 h 5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634" h="51906">
                            <a:moveTo>
                              <a:pt x="132392" y="182"/>
                            </a:moveTo>
                            <a:cubicBezTo>
                              <a:pt x="118289" y="11044"/>
                              <a:pt x="102700" y="19190"/>
                              <a:pt x="85871" y="24943"/>
                            </a:cubicBezTo>
                            <a:cubicBezTo>
                              <a:pt x="68078" y="31021"/>
                              <a:pt x="49632" y="34808"/>
                              <a:pt x="31480" y="39622"/>
                            </a:cubicBezTo>
                            <a:cubicBezTo>
                              <a:pt x="26308" y="40993"/>
                              <a:pt x="21141" y="42421"/>
                              <a:pt x="16061" y="44107"/>
                            </a:cubicBezTo>
                            <a:cubicBezTo>
                              <a:pt x="10845" y="45831"/>
                              <a:pt x="5082" y="47356"/>
                              <a:pt x="418" y="50325"/>
                            </a:cubicBezTo>
                            <a:cubicBezTo>
                              <a:pt x="-347" y="50809"/>
                              <a:pt x="-3" y="52093"/>
                              <a:pt x="975" y="51884"/>
                            </a:cubicBezTo>
                            <a:cubicBezTo>
                              <a:pt x="5760" y="50848"/>
                              <a:pt x="10336" y="48857"/>
                              <a:pt x="15010" y="47409"/>
                            </a:cubicBezTo>
                            <a:cubicBezTo>
                              <a:pt x="19756" y="45937"/>
                              <a:pt x="24531" y="44557"/>
                              <a:pt x="29320" y="43254"/>
                            </a:cubicBezTo>
                            <a:cubicBezTo>
                              <a:pt x="38890" y="40654"/>
                              <a:pt x="48542" y="38392"/>
                              <a:pt x="58155" y="35975"/>
                            </a:cubicBezTo>
                            <a:cubicBezTo>
                              <a:pt x="75648" y="31578"/>
                              <a:pt x="93150" y="26585"/>
                              <a:pt x="109306" y="18410"/>
                            </a:cubicBezTo>
                            <a:cubicBezTo>
                              <a:pt x="118144" y="13940"/>
                              <a:pt x="126503" y="8560"/>
                              <a:pt x="133390" y="1383"/>
                            </a:cubicBezTo>
                            <a:cubicBezTo>
                              <a:pt x="134067" y="671"/>
                              <a:pt x="133206" y="-438"/>
                              <a:pt x="132392" y="182"/>
                            </a:cubicBezTo>
                            <a:close/>
                          </a:path>
                        </a:pathLst>
                      </a:custGeom>
                      <a:solidFill>
                        <a:srgbClr val="E77350"/>
                      </a:solidFill>
                      <a:ln w="4839" cap="flat">
                        <a:noFill/>
                        <a:prstDash val="solid"/>
                        <a:miter/>
                      </a:ln>
                    </p:spPr>
                    <p:txBody>
                      <a:bodyPr rtlCol="0" anchor="ctr"/>
                      <a:lstStyle/>
                      <a:p>
                        <a:endParaRPr lang="vi-VN"/>
                      </a:p>
                    </p:txBody>
                  </p:sp>
                  <p:sp>
                    <p:nvSpPr>
                      <p:cNvPr id="650" name="Freeform: Shape 649">
                        <a:extLst>
                          <a:ext uri="{FF2B5EF4-FFF2-40B4-BE49-F238E27FC236}">
                            <a16:creationId xmlns:a16="http://schemas.microsoft.com/office/drawing/2014/main" id="{54D6F502-84E3-B9C7-B728-E212DA0D5DA4}"/>
                          </a:ext>
                        </a:extLst>
                      </p:cNvPr>
                      <p:cNvSpPr/>
                      <p:nvPr/>
                    </p:nvSpPr>
                    <p:spPr>
                      <a:xfrm>
                        <a:off x="2850602" y="5674147"/>
                        <a:ext cx="229112" cy="140550"/>
                      </a:xfrm>
                      <a:custGeom>
                        <a:avLst/>
                        <a:gdLst>
                          <a:gd name="connsiteX0" fmla="*/ 0 w 229112"/>
                          <a:gd name="connsiteY0" fmla="*/ 0 h 140550"/>
                          <a:gd name="connsiteX1" fmla="*/ 0 w 229112"/>
                          <a:gd name="connsiteY1" fmla="*/ 0 h 140550"/>
                          <a:gd name="connsiteX2" fmla="*/ 103469 w 229112"/>
                          <a:gd name="connsiteY2" fmla="*/ 30162 h 140550"/>
                          <a:gd name="connsiteX3" fmla="*/ 127489 w 229112"/>
                          <a:gd name="connsiteY3" fmla="*/ 130414 h 140550"/>
                          <a:gd name="connsiteX4" fmla="*/ 171947 w 229112"/>
                          <a:gd name="connsiteY4" fmla="*/ 140550 h 140550"/>
                          <a:gd name="connsiteX5" fmla="*/ 185749 w 229112"/>
                          <a:gd name="connsiteY5" fmla="*/ 133243 h 140550"/>
                          <a:gd name="connsiteX6" fmla="*/ 213097 w 229112"/>
                          <a:gd name="connsiteY6" fmla="*/ 110229 h 140550"/>
                          <a:gd name="connsiteX7" fmla="*/ 229113 w 229112"/>
                          <a:gd name="connsiteY7" fmla="*/ 35697 h 140550"/>
                          <a:gd name="connsiteX8" fmla="*/ 213499 w 229112"/>
                          <a:gd name="connsiteY8" fmla="*/ 18999 h 140550"/>
                          <a:gd name="connsiteX9" fmla="*/ 14718 w 229112"/>
                          <a:gd name="connsiteY9" fmla="*/ 368 h 140550"/>
                          <a:gd name="connsiteX10" fmla="*/ 0 w 229112"/>
                          <a:gd name="connsiteY10" fmla="*/ 0 h 14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112" h="140550">
                            <a:moveTo>
                              <a:pt x="0" y="0"/>
                            </a:moveTo>
                            <a:lnTo>
                              <a:pt x="0" y="0"/>
                            </a:lnTo>
                            <a:cubicBezTo>
                              <a:pt x="0" y="0"/>
                              <a:pt x="65452" y="4935"/>
                              <a:pt x="103469" y="30162"/>
                            </a:cubicBezTo>
                            <a:cubicBezTo>
                              <a:pt x="141485" y="55383"/>
                              <a:pt x="127489" y="130414"/>
                              <a:pt x="127489" y="130414"/>
                            </a:cubicBezTo>
                            <a:lnTo>
                              <a:pt x="171947" y="140550"/>
                            </a:lnTo>
                            <a:cubicBezTo>
                              <a:pt x="180432" y="137693"/>
                              <a:pt x="185749" y="133243"/>
                              <a:pt x="185749" y="133243"/>
                            </a:cubicBezTo>
                            <a:lnTo>
                              <a:pt x="213097" y="110229"/>
                            </a:lnTo>
                            <a:lnTo>
                              <a:pt x="229113" y="35697"/>
                            </a:lnTo>
                            <a:lnTo>
                              <a:pt x="213499" y="18999"/>
                            </a:lnTo>
                            <a:cubicBezTo>
                              <a:pt x="149830" y="12901"/>
                              <a:pt x="18447" y="368"/>
                              <a:pt x="14718" y="368"/>
                            </a:cubicBezTo>
                            <a:cubicBezTo>
                              <a:pt x="13894" y="368"/>
                              <a:pt x="8456" y="232"/>
                              <a:pt x="0" y="0"/>
                            </a:cubicBezTo>
                            <a:close/>
                          </a:path>
                        </a:pathLst>
                      </a:custGeom>
                      <a:solidFill>
                        <a:srgbClr val="EEA786">
                          <a:alpha val="30000"/>
                        </a:srgbClr>
                      </a:solidFill>
                      <a:ln w="4839" cap="flat">
                        <a:noFill/>
                        <a:prstDash val="solid"/>
                        <a:miter/>
                      </a:ln>
                    </p:spPr>
                    <p:txBody>
                      <a:bodyPr rtlCol="0" anchor="ctr"/>
                      <a:lstStyle/>
                      <a:p>
                        <a:endParaRPr lang="vi-VN"/>
                      </a:p>
                    </p:txBody>
                  </p:sp>
                </p:grpSp>
                <p:grpSp>
                  <p:nvGrpSpPr>
                    <p:cNvPr id="640" name="Graphic 1991">
                      <a:extLst>
                        <a:ext uri="{FF2B5EF4-FFF2-40B4-BE49-F238E27FC236}">
                          <a16:creationId xmlns:a16="http://schemas.microsoft.com/office/drawing/2014/main" id="{45742663-8471-08C3-F3F8-E83F1A4FBEB3}"/>
                        </a:ext>
                      </a:extLst>
                    </p:cNvPr>
                    <p:cNvGrpSpPr/>
                    <p:nvPr/>
                  </p:nvGrpSpPr>
                  <p:grpSpPr>
                    <a:xfrm>
                      <a:off x="2978091" y="5228006"/>
                      <a:ext cx="305166" cy="632933"/>
                      <a:chOff x="2978091" y="5228006"/>
                      <a:chExt cx="305166" cy="632933"/>
                    </a:xfrm>
                  </p:grpSpPr>
                  <p:grpSp>
                    <p:nvGrpSpPr>
                      <p:cNvPr id="641" name="Graphic 1991">
                        <a:extLst>
                          <a:ext uri="{FF2B5EF4-FFF2-40B4-BE49-F238E27FC236}">
                            <a16:creationId xmlns:a16="http://schemas.microsoft.com/office/drawing/2014/main" id="{918EF7AD-7462-8D97-2982-705346883618}"/>
                          </a:ext>
                        </a:extLst>
                      </p:cNvPr>
                      <p:cNvGrpSpPr/>
                      <p:nvPr/>
                    </p:nvGrpSpPr>
                    <p:grpSpPr>
                      <a:xfrm>
                        <a:off x="3008387" y="5228006"/>
                        <a:ext cx="274870" cy="632933"/>
                        <a:chOff x="3008387" y="5228006"/>
                        <a:chExt cx="274870" cy="632933"/>
                      </a:xfrm>
                    </p:grpSpPr>
                    <p:sp>
                      <p:nvSpPr>
                        <p:cNvPr id="643" name="Freeform: Shape 642">
                          <a:extLst>
                            <a:ext uri="{FF2B5EF4-FFF2-40B4-BE49-F238E27FC236}">
                              <a16:creationId xmlns:a16="http://schemas.microsoft.com/office/drawing/2014/main" id="{3404D318-5507-F977-3E9F-3C44BE89D7F6}"/>
                            </a:ext>
                          </a:extLst>
                        </p:cNvPr>
                        <p:cNvSpPr/>
                        <p:nvPr/>
                      </p:nvSpPr>
                      <p:spPr>
                        <a:xfrm>
                          <a:off x="3008387" y="5228006"/>
                          <a:ext cx="274870" cy="632933"/>
                        </a:xfrm>
                        <a:custGeom>
                          <a:avLst/>
                          <a:gdLst>
                            <a:gd name="connsiteX0" fmla="*/ 152630 w 274870"/>
                            <a:gd name="connsiteY0" fmla="*/ 536 h 632933"/>
                            <a:gd name="connsiteX1" fmla="*/ 56547 w 274870"/>
                            <a:gd name="connsiteY1" fmla="*/ 123715 h 632933"/>
                            <a:gd name="connsiteX2" fmla="*/ 72253 w 274870"/>
                            <a:gd name="connsiteY2" fmla="*/ 451971 h 632933"/>
                            <a:gd name="connsiteX3" fmla="*/ 3580 w 274870"/>
                            <a:gd name="connsiteY3" fmla="*/ 453841 h 632933"/>
                            <a:gd name="connsiteX4" fmla="*/ 42905 w 274870"/>
                            <a:gd name="connsiteY4" fmla="*/ 487097 h 632933"/>
                            <a:gd name="connsiteX5" fmla="*/ 2631 w 274870"/>
                            <a:gd name="connsiteY5" fmla="*/ 581311 h 632933"/>
                            <a:gd name="connsiteX6" fmla="*/ 208982 w 274870"/>
                            <a:gd name="connsiteY6" fmla="*/ 618267 h 632933"/>
                            <a:gd name="connsiteX7" fmla="*/ 274575 w 274870"/>
                            <a:gd name="connsiteY7" fmla="*/ 447681 h 632933"/>
                            <a:gd name="connsiteX8" fmla="*/ 152630 w 274870"/>
                            <a:gd name="connsiteY8" fmla="*/ 536 h 632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870" h="632933">
                              <a:moveTo>
                                <a:pt x="152630" y="536"/>
                              </a:moveTo>
                              <a:cubicBezTo>
                                <a:pt x="148969" y="1039"/>
                                <a:pt x="75028" y="43647"/>
                                <a:pt x="56547" y="123715"/>
                              </a:cubicBezTo>
                              <a:cubicBezTo>
                                <a:pt x="38072" y="203782"/>
                                <a:pt x="90728" y="444581"/>
                                <a:pt x="72253" y="451971"/>
                              </a:cubicBezTo>
                              <a:cubicBezTo>
                                <a:pt x="53777" y="459362"/>
                                <a:pt x="10971" y="446450"/>
                                <a:pt x="3580" y="453841"/>
                              </a:cubicBezTo>
                              <a:cubicBezTo>
                                <a:pt x="-3810" y="461231"/>
                                <a:pt x="34188" y="450146"/>
                                <a:pt x="42905" y="487097"/>
                              </a:cubicBezTo>
                              <a:cubicBezTo>
                                <a:pt x="51622" y="524053"/>
                                <a:pt x="28589" y="561600"/>
                                <a:pt x="2631" y="581311"/>
                              </a:cubicBezTo>
                              <a:cubicBezTo>
                                <a:pt x="-23327" y="601021"/>
                                <a:pt x="149904" y="660148"/>
                                <a:pt x="208982" y="618267"/>
                              </a:cubicBezTo>
                              <a:cubicBezTo>
                                <a:pt x="268061" y="576385"/>
                                <a:pt x="274575" y="447681"/>
                                <a:pt x="274575" y="447681"/>
                              </a:cubicBezTo>
                              <a:cubicBezTo>
                                <a:pt x="274575" y="447681"/>
                                <a:pt x="286895" y="-17940"/>
                                <a:pt x="152630" y="536"/>
                              </a:cubicBezTo>
                              <a:close/>
                            </a:path>
                          </a:pathLst>
                        </a:custGeom>
                        <a:solidFill>
                          <a:srgbClr val="4B69A3"/>
                        </a:solidFill>
                        <a:ln w="4839" cap="flat">
                          <a:noFill/>
                          <a:prstDash val="solid"/>
                          <a:miter/>
                        </a:ln>
                      </p:spPr>
                      <p:txBody>
                        <a:bodyPr rtlCol="0" anchor="ctr"/>
                        <a:lstStyle/>
                        <a:p>
                          <a:endParaRPr lang="vi-VN"/>
                        </a:p>
                      </p:txBody>
                    </p:sp>
                    <p:sp>
                      <p:nvSpPr>
                        <p:cNvPr id="644" name="Freeform: Shape 643">
                          <a:extLst>
                            <a:ext uri="{FF2B5EF4-FFF2-40B4-BE49-F238E27FC236}">
                              <a16:creationId xmlns:a16="http://schemas.microsoft.com/office/drawing/2014/main" id="{8E4647E3-F9DB-A136-1308-04B5841E76EC}"/>
                            </a:ext>
                          </a:extLst>
                        </p:cNvPr>
                        <p:cNvSpPr/>
                        <p:nvPr/>
                      </p:nvSpPr>
                      <p:spPr>
                        <a:xfrm>
                          <a:off x="3060940" y="5270738"/>
                          <a:ext cx="70622" cy="409272"/>
                        </a:xfrm>
                        <a:custGeom>
                          <a:avLst/>
                          <a:gdLst>
                            <a:gd name="connsiteX0" fmla="*/ 47581 w 70622"/>
                            <a:gd name="connsiteY0" fmla="*/ 0 h 409272"/>
                            <a:gd name="connsiteX1" fmla="*/ 3994 w 70622"/>
                            <a:gd name="connsiteY1" fmla="*/ 80988 h 409272"/>
                            <a:gd name="connsiteX2" fmla="*/ 19700 w 70622"/>
                            <a:gd name="connsiteY2" fmla="*/ 409244 h 409272"/>
                            <a:gd name="connsiteX3" fmla="*/ 66293 w 70622"/>
                            <a:gd name="connsiteY3" fmla="*/ 401389 h 409272"/>
                            <a:gd name="connsiteX4" fmla="*/ 33681 w 70622"/>
                            <a:gd name="connsiteY4" fmla="*/ 195832 h 409272"/>
                            <a:gd name="connsiteX5" fmla="*/ 47581 w 70622"/>
                            <a:gd name="connsiteY5" fmla="*/ 0 h 409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22" h="409272">
                              <a:moveTo>
                                <a:pt x="47581" y="0"/>
                              </a:moveTo>
                              <a:cubicBezTo>
                                <a:pt x="29473" y="20098"/>
                                <a:pt x="11791" y="47194"/>
                                <a:pt x="3994" y="80988"/>
                              </a:cubicBezTo>
                              <a:cubicBezTo>
                                <a:pt x="-14481" y="161055"/>
                                <a:pt x="38176" y="401854"/>
                                <a:pt x="19700" y="409244"/>
                              </a:cubicBezTo>
                              <a:cubicBezTo>
                                <a:pt x="19700" y="409244"/>
                                <a:pt x="52036" y="410169"/>
                                <a:pt x="66293" y="401389"/>
                              </a:cubicBezTo>
                              <a:cubicBezTo>
                                <a:pt x="80551" y="392609"/>
                                <a:pt x="56966" y="316551"/>
                                <a:pt x="33681" y="195832"/>
                              </a:cubicBezTo>
                              <a:cubicBezTo>
                                <a:pt x="10431" y="75302"/>
                                <a:pt x="47464" y="228"/>
                                <a:pt x="47581" y="0"/>
                              </a:cubicBezTo>
                              <a:close/>
                            </a:path>
                          </a:pathLst>
                        </a:custGeom>
                        <a:solidFill>
                          <a:srgbClr val="5088D8">
                            <a:alpha val="46000"/>
                          </a:srgbClr>
                        </a:solidFill>
                        <a:ln w="4839" cap="flat">
                          <a:noFill/>
                          <a:prstDash val="solid"/>
                          <a:miter/>
                        </a:ln>
                      </p:spPr>
                      <p:txBody>
                        <a:bodyPr rtlCol="0" anchor="ctr"/>
                        <a:lstStyle/>
                        <a:p>
                          <a:endParaRPr lang="vi-VN"/>
                        </a:p>
                      </p:txBody>
                    </p:sp>
                    <p:sp>
                      <p:nvSpPr>
                        <p:cNvPr id="645" name="Freeform: Shape 644">
                          <a:extLst>
                            <a:ext uri="{FF2B5EF4-FFF2-40B4-BE49-F238E27FC236}">
                              <a16:creationId xmlns:a16="http://schemas.microsoft.com/office/drawing/2014/main" id="{4B2E64BD-C642-2E55-51D5-9C948CA16772}"/>
                            </a:ext>
                          </a:extLst>
                        </p:cNvPr>
                        <p:cNvSpPr/>
                        <p:nvPr/>
                      </p:nvSpPr>
                      <p:spPr>
                        <a:xfrm>
                          <a:off x="3032298" y="5813831"/>
                          <a:ext cx="213726" cy="47108"/>
                        </a:xfrm>
                        <a:custGeom>
                          <a:avLst/>
                          <a:gdLst>
                            <a:gd name="connsiteX0" fmla="*/ 30486 w 213726"/>
                            <a:gd name="connsiteY0" fmla="*/ 10034 h 47108"/>
                            <a:gd name="connsiteX1" fmla="*/ 0 w 213726"/>
                            <a:gd name="connsiteY1" fmla="*/ 19754 h 47108"/>
                            <a:gd name="connsiteX2" fmla="*/ 185071 w 213726"/>
                            <a:gd name="connsiteY2" fmla="*/ 32443 h 47108"/>
                            <a:gd name="connsiteX3" fmla="*/ 213727 w 213726"/>
                            <a:gd name="connsiteY3" fmla="*/ 0 h 47108"/>
                            <a:gd name="connsiteX4" fmla="*/ 30486 w 213726"/>
                            <a:gd name="connsiteY4" fmla="*/ 10034 h 4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726" h="47108">
                              <a:moveTo>
                                <a:pt x="30486" y="10034"/>
                              </a:moveTo>
                              <a:cubicBezTo>
                                <a:pt x="30486" y="10034"/>
                                <a:pt x="13788" y="14199"/>
                                <a:pt x="0" y="19754"/>
                              </a:cubicBezTo>
                              <a:cubicBezTo>
                                <a:pt x="45456" y="41378"/>
                                <a:pt x="143510" y="61907"/>
                                <a:pt x="185071" y="32443"/>
                              </a:cubicBezTo>
                              <a:cubicBezTo>
                                <a:pt x="196481" y="24355"/>
                                <a:pt x="205910" y="13013"/>
                                <a:pt x="213727" y="0"/>
                              </a:cubicBezTo>
                              <a:cubicBezTo>
                                <a:pt x="141781" y="40453"/>
                                <a:pt x="37508" y="5143"/>
                                <a:pt x="30486" y="10034"/>
                              </a:cubicBezTo>
                              <a:close/>
                            </a:path>
                          </a:pathLst>
                        </a:custGeom>
                        <a:solidFill>
                          <a:srgbClr val="5088D8">
                            <a:alpha val="46000"/>
                          </a:srgbClr>
                        </a:solidFill>
                        <a:ln w="4839" cap="flat">
                          <a:noFill/>
                          <a:prstDash val="solid"/>
                          <a:miter/>
                        </a:ln>
                      </p:spPr>
                      <p:txBody>
                        <a:bodyPr rtlCol="0" anchor="ctr"/>
                        <a:lstStyle/>
                        <a:p>
                          <a:endParaRPr lang="vi-VN"/>
                        </a:p>
                      </p:txBody>
                    </p:sp>
                  </p:grpSp>
                  <p:sp>
                    <p:nvSpPr>
                      <p:cNvPr id="642" name="Freeform: Shape 641">
                        <a:extLst>
                          <a:ext uri="{FF2B5EF4-FFF2-40B4-BE49-F238E27FC236}">
                            <a16:creationId xmlns:a16="http://schemas.microsoft.com/office/drawing/2014/main" id="{A6CD4E16-674C-FFF0-6B24-9122C43D413F}"/>
                          </a:ext>
                        </a:extLst>
                      </p:cNvPr>
                      <p:cNvSpPr/>
                      <p:nvPr/>
                    </p:nvSpPr>
                    <p:spPr>
                      <a:xfrm>
                        <a:off x="2978091" y="5672125"/>
                        <a:ext cx="116526" cy="164817"/>
                      </a:xfrm>
                      <a:custGeom>
                        <a:avLst/>
                        <a:gdLst>
                          <a:gd name="connsiteX0" fmla="*/ 11085 w 116526"/>
                          <a:gd name="connsiteY0" fmla="*/ 5083 h 164817"/>
                          <a:gd name="connsiteX1" fmla="*/ 30297 w 116526"/>
                          <a:gd name="connsiteY1" fmla="*/ 87306 h 164817"/>
                          <a:gd name="connsiteX2" fmla="*/ 0 w 116526"/>
                          <a:gd name="connsiteY2" fmla="*/ 146500 h 164817"/>
                          <a:gd name="connsiteX3" fmla="*/ 33813 w 116526"/>
                          <a:gd name="connsiteY3" fmla="*/ 164414 h 164817"/>
                          <a:gd name="connsiteX4" fmla="*/ 92214 w 116526"/>
                          <a:gd name="connsiteY4" fmla="*/ 146500 h 164817"/>
                          <a:gd name="connsiteX5" fmla="*/ 103381 w 116526"/>
                          <a:gd name="connsiteY5" fmla="*/ 22687 h 164817"/>
                          <a:gd name="connsiteX6" fmla="*/ 11085 w 116526"/>
                          <a:gd name="connsiteY6" fmla="*/ 5083 h 164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26" h="164817">
                            <a:moveTo>
                              <a:pt x="11085" y="5083"/>
                            </a:moveTo>
                            <a:cubicBezTo>
                              <a:pt x="13855" y="8081"/>
                              <a:pt x="43673" y="38320"/>
                              <a:pt x="30297" y="87306"/>
                            </a:cubicBezTo>
                            <a:cubicBezTo>
                              <a:pt x="16916" y="136291"/>
                              <a:pt x="0" y="146500"/>
                              <a:pt x="0" y="146500"/>
                            </a:cubicBezTo>
                            <a:cubicBezTo>
                              <a:pt x="0" y="146500"/>
                              <a:pt x="4417" y="163383"/>
                              <a:pt x="33813" y="164414"/>
                            </a:cubicBezTo>
                            <a:cubicBezTo>
                              <a:pt x="63210" y="165446"/>
                              <a:pt x="80954" y="165974"/>
                              <a:pt x="92214" y="146500"/>
                            </a:cubicBezTo>
                            <a:cubicBezTo>
                              <a:pt x="103473" y="127032"/>
                              <a:pt x="133771" y="59696"/>
                              <a:pt x="103381" y="22687"/>
                            </a:cubicBezTo>
                            <a:cubicBezTo>
                              <a:pt x="72987" y="-14318"/>
                              <a:pt x="11085" y="5083"/>
                              <a:pt x="11085" y="5083"/>
                            </a:cubicBezTo>
                            <a:close/>
                          </a:path>
                        </a:pathLst>
                      </a:custGeom>
                      <a:solidFill>
                        <a:srgbClr val="91D1E8"/>
                      </a:solidFill>
                      <a:ln w="4839" cap="flat">
                        <a:noFill/>
                        <a:prstDash val="solid"/>
                        <a:miter/>
                      </a:ln>
                    </p:spPr>
                    <p:txBody>
                      <a:bodyPr rtlCol="0" anchor="ctr"/>
                      <a:lstStyle/>
                      <a:p>
                        <a:endParaRPr lang="vi-VN"/>
                      </a:p>
                    </p:txBody>
                  </p:sp>
                </p:grpSp>
              </p:grpSp>
            </p:grpSp>
          </p:grpSp>
        </p:grpSp>
        <p:grpSp>
          <p:nvGrpSpPr>
            <p:cNvPr id="17" name="Graphic 1991">
              <a:extLst>
                <a:ext uri="{FF2B5EF4-FFF2-40B4-BE49-F238E27FC236}">
                  <a16:creationId xmlns:a16="http://schemas.microsoft.com/office/drawing/2014/main" id="{F1430296-CC97-BFF4-879F-255DC346BE92}"/>
                </a:ext>
              </a:extLst>
            </p:cNvPr>
            <p:cNvGrpSpPr/>
            <p:nvPr/>
          </p:nvGrpSpPr>
          <p:grpSpPr>
            <a:xfrm>
              <a:off x="3299595" y="4614795"/>
              <a:ext cx="401247" cy="1369581"/>
              <a:chOff x="3299595" y="4614795"/>
              <a:chExt cx="401247" cy="1369581"/>
            </a:xfrm>
          </p:grpSpPr>
          <p:grpSp>
            <p:nvGrpSpPr>
              <p:cNvPr id="18" name="Graphic 1991">
                <a:extLst>
                  <a:ext uri="{FF2B5EF4-FFF2-40B4-BE49-F238E27FC236}">
                    <a16:creationId xmlns:a16="http://schemas.microsoft.com/office/drawing/2014/main" id="{F77E4671-CA86-6F49-0D7E-3CBF3CDD53AF}"/>
                  </a:ext>
                </a:extLst>
              </p:cNvPr>
              <p:cNvGrpSpPr/>
              <p:nvPr/>
            </p:nvGrpSpPr>
            <p:grpSpPr>
              <a:xfrm>
                <a:off x="3299595" y="5278308"/>
                <a:ext cx="339058" cy="706069"/>
                <a:chOff x="3299595" y="5278308"/>
                <a:chExt cx="339058" cy="706069"/>
              </a:xfrm>
            </p:grpSpPr>
            <p:grpSp>
              <p:nvGrpSpPr>
                <p:cNvPr id="28" name="Graphic 1991">
                  <a:extLst>
                    <a:ext uri="{FF2B5EF4-FFF2-40B4-BE49-F238E27FC236}">
                      <a16:creationId xmlns:a16="http://schemas.microsoft.com/office/drawing/2014/main" id="{0ABC3091-AE3D-7533-16D2-DF9DC415009D}"/>
                    </a:ext>
                  </a:extLst>
                </p:cNvPr>
                <p:cNvGrpSpPr/>
                <p:nvPr/>
              </p:nvGrpSpPr>
              <p:grpSpPr>
                <a:xfrm>
                  <a:off x="3299595" y="5278308"/>
                  <a:ext cx="339058" cy="706069"/>
                  <a:chOff x="3299595" y="5278308"/>
                  <a:chExt cx="339058" cy="706069"/>
                </a:xfrm>
              </p:grpSpPr>
              <p:sp>
                <p:nvSpPr>
                  <p:cNvPr id="609" name="Freeform: Shape 608">
                    <a:extLst>
                      <a:ext uri="{FF2B5EF4-FFF2-40B4-BE49-F238E27FC236}">
                        <a16:creationId xmlns:a16="http://schemas.microsoft.com/office/drawing/2014/main" id="{D8C7CD40-F5D2-BADF-329D-D5A9B5E0068A}"/>
                      </a:ext>
                    </a:extLst>
                  </p:cNvPr>
                  <p:cNvSpPr/>
                  <p:nvPr/>
                </p:nvSpPr>
                <p:spPr>
                  <a:xfrm>
                    <a:off x="3299595" y="5278318"/>
                    <a:ext cx="339058" cy="706059"/>
                  </a:xfrm>
                  <a:custGeom>
                    <a:avLst/>
                    <a:gdLst>
                      <a:gd name="connsiteX0" fmla="*/ 167629 w 339058"/>
                      <a:gd name="connsiteY0" fmla="*/ 92185 h 706059"/>
                      <a:gd name="connsiteX1" fmla="*/ 102691 w 339058"/>
                      <a:gd name="connsiteY1" fmla="*/ 466003 h 706059"/>
                      <a:gd name="connsiteX2" fmla="*/ 20439 w 339058"/>
                      <a:gd name="connsiteY2" fmla="*/ 544085 h 706059"/>
                      <a:gd name="connsiteX3" fmla="*/ 5658 w 339058"/>
                      <a:gd name="connsiteY3" fmla="*/ 622923 h 706059"/>
                      <a:gd name="connsiteX4" fmla="*/ 40150 w 339058"/>
                      <a:gd name="connsiteY4" fmla="*/ 595822 h 706059"/>
                      <a:gd name="connsiteX5" fmla="*/ 99276 w 339058"/>
                      <a:gd name="connsiteY5" fmla="*/ 572992 h 706059"/>
                      <a:gd name="connsiteX6" fmla="*/ 154093 w 339058"/>
                      <a:gd name="connsiteY6" fmla="*/ 630308 h 706059"/>
                      <a:gd name="connsiteX7" fmla="*/ 155633 w 339058"/>
                      <a:gd name="connsiteY7" fmla="*/ 684970 h 706059"/>
                      <a:gd name="connsiteX8" fmla="*/ 183349 w 339058"/>
                      <a:gd name="connsiteY8" fmla="*/ 696520 h 706059"/>
                      <a:gd name="connsiteX9" fmla="*/ 207370 w 339058"/>
                      <a:gd name="connsiteY9" fmla="*/ 665109 h 706059"/>
                      <a:gd name="connsiteX10" fmla="*/ 223075 w 339058"/>
                      <a:gd name="connsiteY10" fmla="*/ 634623 h 706059"/>
                      <a:gd name="connsiteX11" fmla="*/ 238292 w 339058"/>
                      <a:gd name="connsiteY11" fmla="*/ 616147 h 706059"/>
                      <a:gd name="connsiteX12" fmla="*/ 244326 w 339058"/>
                      <a:gd name="connsiteY12" fmla="*/ 590281 h 706059"/>
                      <a:gd name="connsiteX13" fmla="*/ 218581 w 339058"/>
                      <a:gd name="connsiteY13" fmla="*/ 500668 h 706059"/>
                      <a:gd name="connsiteX14" fmla="*/ 218581 w 339058"/>
                      <a:gd name="connsiteY14" fmla="*/ 470182 h 706059"/>
                      <a:gd name="connsiteX15" fmla="*/ 318418 w 339058"/>
                      <a:gd name="connsiteY15" fmla="*/ 113576 h 706059"/>
                      <a:gd name="connsiteX16" fmla="*/ 339058 w 339058"/>
                      <a:gd name="connsiteY16" fmla="*/ 23038 h 706059"/>
                      <a:gd name="connsiteX17" fmla="*/ 190744 w 339058"/>
                      <a:gd name="connsiteY17" fmla="*/ 0 h 706059"/>
                      <a:gd name="connsiteX18" fmla="*/ 167629 w 339058"/>
                      <a:gd name="connsiteY18" fmla="*/ 92185 h 706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9058" h="706059">
                        <a:moveTo>
                          <a:pt x="167629" y="92185"/>
                        </a:moveTo>
                        <a:lnTo>
                          <a:pt x="102691" y="466003"/>
                        </a:lnTo>
                        <a:cubicBezTo>
                          <a:pt x="102691" y="466003"/>
                          <a:pt x="39839" y="494813"/>
                          <a:pt x="20439" y="544085"/>
                        </a:cubicBezTo>
                        <a:cubicBezTo>
                          <a:pt x="3799" y="586344"/>
                          <a:pt x="-7277" y="623843"/>
                          <a:pt x="5658" y="622923"/>
                        </a:cubicBezTo>
                        <a:cubicBezTo>
                          <a:pt x="18594" y="621998"/>
                          <a:pt x="25369" y="628158"/>
                          <a:pt x="40150" y="595822"/>
                        </a:cubicBezTo>
                        <a:cubicBezTo>
                          <a:pt x="54930" y="563486"/>
                          <a:pt x="75667" y="564488"/>
                          <a:pt x="99276" y="572992"/>
                        </a:cubicBezTo>
                        <a:cubicBezTo>
                          <a:pt x="132320" y="584891"/>
                          <a:pt x="154093" y="630308"/>
                          <a:pt x="154093" y="630308"/>
                        </a:cubicBezTo>
                        <a:cubicBezTo>
                          <a:pt x="154093" y="630308"/>
                          <a:pt x="151013" y="655869"/>
                          <a:pt x="155633" y="684970"/>
                        </a:cubicBezTo>
                        <a:cubicBezTo>
                          <a:pt x="160253" y="714071"/>
                          <a:pt x="179654" y="708066"/>
                          <a:pt x="183349" y="696520"/>
                        </a:cubicBezTo>
                        <a:cubicBezTo>
                          <a:pt x="187044" y="684970"/>
                          <a:pt x="199980" y="676195"/>
                          <a:pt x="207370" y="665109"/>
                        </a:cubicBezTo>
                        <a:cubicBezTo>
                          <a:pt x="214760" y="654024"/>
                          <a:pt x="220305" y="641088"/>
                          <a:pt x="223075" y="634623"/>
                        </a:cubicBezTo>
                        <a:cubicBezTo>
                          <a:pt x="225846" y="628158"/>
                          <a:pt x="237798" y="627233"/>
                          <a:pt x="238292" y="616147"/>
                        </a:cubicBezTo>
                        <a:cubicBezTo>
                          <a:pt x="238781" y="605062"/>
                          <a:pt x="239706" y="599517"/>
                          <a:pt x="244326" y="590281"/>
                        </a:cubicBezTo>
                        <a:cubicBezTo>
                          <a:pt x="248946" y="581041"/>
                          <a:pt x="229793" y="522839"/>
                          <a:pt x="218581" y="500668"/>
                        </a:cubicBezTo>
                        <a:cubicBezTo>
                          <a:pt x="218460" y="496048"/>
                          <a:pt x="215007" y="488658"/>
                          <a:pt x="218581" y="470182"/>
                        </a:cubicBezTo>
                        <a:cubicBezTo>
                          <a:pt x="222155" y="451707"/>
                          <a:pt x="318418" y="113576"/>
                          <a:pt x="318418" y="113576"/>
                        </a:cubicBezTo>
                        <a:lnTo>
                          <a:pt x="339058" y="23038"/>
                        </a:lnTo>
                        <a:lnTo>
                          <a:pt x="190744" y="0"/>
                        </a:lnTo>
                        <a:lnTo>
                          <a:pt x="167629" y="92185"/>
                        </a:lnTo>
                        <a:close/>
                      </a:path>
                    </a:pathLst>
                  </a:custGeom>
                  <a:solidFill>
                    <a:srgbClr val="F4B69D"/>
                  </a:solidFill>
                  <a:ln w="4839" cap="flat">
                    <a:noFill/>
                    <a:prstDash val="solid"/>
                    <a:miter/>
                  </a:ln>
                </p:spPr>
                <p:txBody>
                  <a:bodyPr rtlCol="0" anchor="ctr"/>
                  <a:lstStyle/>
                  <a:p>
                    <a:endParaRPr lang="vi-VN"/>
                  </a:p>
                </p:txBody>
              </p:sp>
              <p:sp>
                <p:nvSpPr>
                  <p:cNvPr id="610" name="Freeform: Shape 609">
                    <a:extLst>
                      <a:ext uri="{FF2B5EF4-FFF2-40B4-BE49-F238E27FC236}">
                        <a16:creationId xmlns:a16="http://schemas.microsoft.com/office/drawing/2014/main" id="{46602947-3285-2005-F2DF-89855CF3EA12}"/>
                      </a:ext>
                    </a:extLst>
                  </p:cNvPr>
                  <p:cNvSpPr/>
                  <p:nvPr/>
                </p:nvSpPr>
                <p:spPr>
                  <a:xfrm>
                    <a:off x="3459665" y="5278308"/>
                    <a:ext cx="178978" cy="165811"/>
                  </a:xfrm>
                  <a:custGeom>
                    <a:avLst/>
                    <a:gdLst>
                      <a:gd name="connsiteX0" fmla="*/ 30665 w 178978"/>
                      <a:gd name="connsiteY0" fmla="*/ 0 h 165811"/>
                      <a:gd name="connsiteX1" fmla="*/ 7560 w 178978"/>
                      <a:gd name="connsiteY1" fmla="*/ 92194 h 165811"/>
                      <a:gd name="connsiteX2" fmla="*/ 0 w 178978"/>
                      <a:gd name="connsiteY2" fmla="*/ 135703 h 165811"/>
                      <a:gd name="connsiteX3" fmla="*/ 78213 w 178978"/>
                      <a:gd name="connsiteY3" fmla="*/ 152382 h 165811"/>
                      <a:gd name="connsiteX4" fmla="*/ 93269 w 178978"/>
                      <a:gd name="connsiteY4" fmla="*/ 131441 h 165811"/>
                      <a:gd name="connsiteX5" fmla="*/ 93269 w 178978"/>
                      <a:gd name="connsiteY5" fmla="*/ 159772 h 165811"/>
                      <a:gd name="connsiteX6" fmla="*/ 143495 w 178978"/>
                      <a:gd name="connsiteY6" fmla="*/ 165811 h 165811"/>
                      <a:gd name="connsiteX7" fmla="*/ 158338 w 178978"/>
                      <a:gd name="connsiteY7" fmla="*/ 113576 h 165811"/>
                      <a:gd name="connsiteX8" fmla="*/ 178979 w 178978"/>
                      <a:gd name="connsiteY8" fmla="*/ 23038 h 165811"/>
                      <a:gd name="connsiteX9" fmla="*/ 30665 w 178978"/>
                      <a:gd name="connsiteY9" fmla="*/ 0 h 16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978" h="165811">
                        <a:moveTo>
                          <a:pt x="30665" y="0"/>
                        </a:moveTo>
                        <a:lnTo>
                          <a:pt x="7560" y="92194"/>
                        </a:lnTo>
                        <a:lnTo>
                          <a:pt x="0" y="135703"/>
                        </a:lnTo>
                        <a:cubicBezTo>
                          <a:pt x="25706" y="142870"/>
                          <a:pt x="76208" y="156116"/>
                          <a:pt x="78213" y="152382"/>
                        </a:cubicBezTo>
                        <a:cubicBezTo>
                          <a:pt x="80862" y="147457"/>
                          <a:pt x="93269" y="131441"/>
                          <a:pt x="93269" y="131441"/>
                        </a:cubicBezTo>
                        <a:cubicBezTo>
                          <a:pt x="93269" y="131441"/>
                          <a:pt x="92126" y="161002"/>
                          <a:pt x="93269" y="159772"/>
                        </a:cubicBezTo>
                        <a:cubicBezTo>
                          <a:pt x="93904" y="159089"/>
                          <a:pt x="120196" y="162571"/>
                          <a:pt x="143495" y="165811"/>
                        </a:cubicBezTo>
                        <a:cubicBezTo>
                          <a:pt x="152430" y="134327"/>
                          <a:pt x="158338" y="113576"/>
                          <a:pt x="158338" y="113576"/>
                        </a:cubicBezTo>
                        <a:lnTo>
                          <a:pt x="178979" y="23038"/>
                        </a:lnTo>
                        <a:lnTo>
                          <a:pt x="30665" y="0"/>
                        </a:lnTo>
                        <a:close/>
                      </a:path>
                    </a:pathLst>
                  </a:custGeom>
                  <a:solidFill>
                    <a:srgbClr val="D87D68">
                      <a:alpha val="30000"/>
                    </a:srgbClr>
                  </a:solidFill>
                  <a:ln w="4839" cap="flat">
                    <a:noFill/>
                    <a:prstDash val="solid"/>
                    <a:miter/>
                  </a:ln>
                </p:spPr>
                <p:txBody>
                  <a:bodyPr rtlCol="0" anchor="ctr"/>
                  <a:lstStyle/>
                  <a:p>
                    <a:endParaRPr lang="vi-VN"/>
                  </a:p>
                </p:txBody>
              </p:sp>
            </p:grpSp>
            <p:grpSp>
              <p:nvGrpSpPr>
                <p:cNvPr id="29" name="Graphic 1991">
                  <a:extLst>
                    <a:ext uri="{FF2B5EF4-FFF2-40B4-BE49-F238E27FC236}">
                      <a16:creationId xmlns:a16="http://schemas.microsoft.com/office/drawing/2014/main" id="{CB15FD14-94E4-4B48-5A4B-C515645A783A}"/>
                    </a:ext>
                  </a:extLst>
                </p:cNvPr>
                <p:cNvGrpSpPr/>
                <p:nvPr/>
              </p:nvGrpSpPr>
              <p:grpSpPr>
                <a:xfrm>
                  <a:off x="3456065" y="5846446"/>
                  <a:ext cx="82125" cy="125860"/>
                  <a:chOff x="3456065" y="5846446"/>
                  <a:chExt cx="82125" cy="125860"/>
                </a:xfrm>
                <a:solidFill>
                  <a:srgbClr val="D87D68"/>
                </a:solidFill>
              </p:grpSpPr>
              <p:sp>
                <p:nvSpPr>
                  <p:cNvPr id="30" name="Freeform: Shape 29">
                    <a:extLst>
                      <a:ext uri="{FF2B5EF4-FFF2-40B4-BE49-F238E27FC236}">
                        <a16:creationId xmlns:a16="http://schemas.microsoft.com/office/drawing/2014/main" id="{889B2D71-3D7C-A578-B878-F25F3F642D27}"/>
                      </a:ext>
                    </a:extLst>
                  </p:cNvPr>
                  <p:cNvSpPr/>
                  <p:nvPr/>
                </p:nvSpPr>
                <p:spPr>
                  <a:xfrm>
                    <a:off x="3456065" y="5846446"/>
                    <a:ext cx="43379" cy="125860"/>
                  </a:xfrm>
                  <a:custGeom>
                    <a:avLst/>
                    <a:gdLst>
                      <a:gd name="connsiteX0" fmla="*/ 38177 w 43379"/>
                      <a:gd name="connsiteY0" fmla="*/ 37404 h 125860"/>
                      <a:gd name="connsiteX1" fmla="*/ 23780 w 43379"/>
                      <a:gd name="connsiteY1" fmla="*/ 17112 h 125860"/>
                      <a:gd name="connsiteX2" fmla="*/ 13275 w 43379"/>
                      <a:gd name="connsiteY2" fmla="*/ 7978 h 125860"/>
                      <a:gd name="connsiteX3" fmla="*/ 1391 w 43379"/>
                      <a:gd name="connsiteY3" fmla="*/ 104 h 125860"/>
                      <a:gd name="connsiteX4" fmla="*/ 359 w 43379"/>
                      <a:gd name="connsiteY4" fmla="*/ 1837 h 125860"/>
                      <a:gd name="connsiteX5" fmla="*/ 10195 w 43379"/>
                      <a:gd name="connsiteY5" fmla="*/ 9039 h 125860"/>
                      <a:gd name="connsiteX6" fmla="*/ 19842 w 43379"/>
                      <a:gd name="connsiteY6" fmla="*/ 17180 h 125860"/>
                      <a:gd name="connsiteX7" fmla="*/ 34565 w 43379"/>
                      <a:gd name="connsiteY7" fmla="*/ 36474 h 125860"/>
                      <a:gd name="connsiteX8" fmla="*/ 36938 w 43379"/>
                      <a:gd name="connsiteY8" fmla="*/ 91320 h 125860"/>
                      <a:gd name="connsiteX9" fmla="*/ 28158 w 43379"/>
                      <a:gd name="connsiteY9" fmla="*/ 124043 h 125860"/>
                      <a:gd name="connsiteX10" fmla="*/ 31160 w 43379"/>
                      <a:gd name="connsiteY10" fmla="*/ 124740 h 125860"/>
                      <a:gd name="connsiteX11" fmla="*/ 43379 w 43379"/>
                      <a:gd name="connsiteY11" fmla="*/ 64228 h 125860"/>
                      <a:gd name="connsiteX12" fmla="*/ 38177 w 43379"/>
                      <a:gd name="connsiteY12" fmla="*/ 37404 h 12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379" h="125860">
                        <a:moveTo>
                          <a:pt x="38177" y="37404"/>
                        </a:moveTo>
                        <a:cubicBezTo>
                          <a:pt x="34778" y="29776"/>
                          <a:pt x="29669" y="22991"/>
                          <a:pt x="23780" y="17112"/>
                        </a:cubicBezTo>
                        <a:cubicBezTo>
                          <a:pt x="20491" y="13828"/>
                          <a:pt x="16965" y="10797"/>
                          <a:pt x="13275" y="7978"/>
                        </a:cubicBezTo>
                        <a:cubicBezTo>
                          <a:pt x="9527" y="5111"/>
                          <a:pt x="5648" y="2171"/>
                          <a:pt x="1391" y="104"/>
                        </a:cubicBezTo>
                        <a:cubicBezTo>
                          <a:pt x="335" y="-410"/>
                          <a:pt x="-508" y="1116"/>
                          <a:pt x="359" y="1837"/>
                        </a:cubicBezTo>
                        <a:cubicBezTo>
                          <a:pt x="3478" y="4438"/>
                          <a:pt x="6960" y="6578"/>
                          <a:pt x="10195" y="9039"/>
                        </a:cubicBezTo>
                        <a:cubicBezTo>
                          <a:pt x="13542" y="11586"/>
                          <a:pt x="16791" y="14279"/>
                          <a:pt x="19842" y="17180"/>
                        </a:cubicBezTo>
                        <a:cubicBezTo>
                          <a:pt x="25731" y="22783"/>
                          <a:pt x="30933" y="29171"/>
                          <a:pt x="34565" y="36474"/>
                        </a:cubicBezTo>
                        <a:cubicBezTo>
                          <a:pt x="43064" y="53564"/>
                          <a:pt x="40885" y="73314"/>
                          <a:pt x="36938" y="91320"/>
                        </a:cubicBezTo>
                        <a:cubicBezTo>
                          <a:pt x="34516" y="102356"/>
                          <a:pt x="31383" y="113219"/>
                          <a:pt x="28158" y="124043"/>
                        </a:cubicBezTo>
                        <a:cubicBezTo>
                          <a:pt x="27591" y="125941"/>
                          <a:pt x="30598" y="126634"/>
                          <a:pt x="31160" y="124740"/>
                        </a:cubicBezTo>
                        <a:cubicBezTo>
                          <a:pt x="36942" y="105189"/>
                          <a:pt x="43296" y="84801"/>
                          <a:pt x="43379" y="64228"/>
                        </a:cubicBezTo>
                        <a:cubicBezTo>
                          <a:pt x="43408" y="55041"/>
                          <a:pt x="41931" y="45830"/>
                          <a:pt x="38177" y="37404"/>
                        </a:cubicBezTo>
                        <a:close/>
                      </a:path>
                    </a:pathLst>
                  </a:custGeom>
                  <a:solidFill>
                    <a:srgbClr val="D87D68"/>
                  </a:solidFill>
                  <a:ln w="4839" cap="flat">
                    <a:noFill/>
                    <a:prstDash val="solid"/>
                    <a:miter/>
                  </a:ln>
                </p:spPr>
                <p:txBody>
                  <a:bodyPr rtlCol="0" anchor="ctr"/>
                  <a:lstStyle/>
                  <a:p>
                    <a:endParaRPr lang="vi-VN"/>
                  </a:p>
                </p:txBody>
              </p:sp>
              <p:sp>
                <p:nvSpPr>
                  <p:cNvPr id="31" name="Freeform: Shape 30">
                    <a:extLst>
                      <a:ext uri="{FF2B5EF4-FFF2-40B4-BE49-F238E27FC236}">
                        <a16:creationId xmlns:a16="http://schemas.microsoft.com/office/drawing/2014/main" id="{F89365C9-9C46-BB06-3956-264042822762}"/>
                      </a:ext>
                    </a:extLst>
                  </p:cNvPr>
                  <p:cNvSpPr/>
                  <p:nvPr/>
                </p:nvSpPr>
                <p:spPr>
                  <a:xfrm>
                    <a:off x="3505021" y="5857431"/>
                    <a:ext cx="18250" cy="60550"/>
                  </a:xfrm>
                  <a:custGeom>
                    <a:avLst/>
                    <a:gdLst>
                      <a:gd name="connsiteX0" fmla="*/ 17320 w 18250"/>
                      <a:gd name="connsiteY0" fmla="*/ 43427 h 60550"/>
                      <a:gd name="connsiteX1" fmla="*/ 14032 w 18250"/>
                      <a:gd name="connsiteY1" fmla="*/ 27503 h 60550"/>
                      <a:gd name="connsiteX2" fmla="*/ 8763 w 18250"/>
                      <a:gd name="connsiteY2" fmla="*/ 13028 h 60550"/>
                      <a:gd name="connsiteX3" fmla="*/ 5286 w 18250"/>
                      <a:gd name="connsiteY3" fmla="*/ 5986 h 60550"/>
                      <a:gd name="connsiteX4" fmla="*/ 1465 w 18250"/>
                      <a:gd name="connsiteY4" fmla="*/ 233 h 60550"/>
                      <a:gd name="connsiteX5" fmla="*/ 36 w 18250"/>
                      <a:gd name="connsiteY5" fmla="*/ 974 h 60550"/>
                      <a:gd name="connsiteX6" fmla="*/ 3358 w 18250"/>
                      <a:gd name="connsiteY6" fmla="*/ 7705 h 60550"/>
                      <a:gd name="connsiteX7" fmla="*/ 6802 w 18250"/>
                      <a:gd name="connsiteY7" fmla="*/ 15023 h 60550"/>
                      <a:gd name="connsiteX8" fmla="*/ 11761 w 18250"/>
                      <a:gd name="connsiteY8" fmla="*/ 29450 h 60550"/>
                      <a:gd name="connsiteX9" fmla="*/ 14497 w 18250"/>
                      <a:gd name="connsiteY9" fmla="*/ 43582 h 60550"/>
                      <a:gd name="connsiteX10" fmla="*/ 15359 w 18250"/>
                      <a:gd name="connsiteY10" fmla="*/ 59427 h 60550"/>
                      <a:gd name="connsiteX11" fmla="*/ 18076 w 18250"/>
                      <a:gd name="connsiteY11" fmla="*/ 59355 h 60550"/>
                      <a:gd name="connsiteX12" fmla="*/ 17320 w 18250"/>
                      <a:gd name="connsiteY12" fmla="*/ 43427 h 6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50" h="60550">
                        <a:moveTo>
                          <a:pt x="17320" y="43427"/>
                        </a:moveTo>
                        <a:cubicBezTo>
                          <a:pt x="16633" y="38041"/>
                          <a:pt x="15519" y="32724"/>
                          <a:pt x="14032" y="27503"/>
                        </a:cubicBezTo>
                        <a:cubicBezTo>
                          <a:pt x="12623" y="22559"/>
                          <a:pt x="10874" y="17716"/>
                          <a:pt x="8763" y="13028"/>
                        </a:cubicBezTo>
                        <a:cubicBezTo>
                          <a:pt x="7688" y="10640"/>
                          <a:pt x="6525" y="8291"/>
                          <a:pt x="5286" y="5986"/>
                        </a:cubicBezTo>
                        <a:cubicBezTo>
                          <a:pt x="4191" y="3957"/>
                          <a:pt x="3160" y="1831"/>
                          <a:pt x="1465" y="233"/>
                        </a:cubicBezTo>
                        <a:cubicBezTo>
                          <a:pt x="913" y="-290"/>
                          <a:pt x="-216" y="117"/>
                          <a:pt x="36" y="974"/>
                        </a:cubicBezTo>
                        <a:cubicBezTo>
                          <a:pt x="748" y="3381"/>
                          <a:pt x="2201" y="5487"/>
                          <a:pt x="3358" y="7705"/>
                        </a:cubicBezTo>
                        <a:cubicBezTo>
                          <a:pt x="4608" y="10098"/>
                          <a:pt x="5751" y="12543"/>
                          <a:pt x="6802" y="15023"/>
                        </a:cubicBezTo>
                        <a:cubicBezTo>
                          <a:pt x="8787" y="19706"/>
                          <a:pt x="10463" y="24529"/>
                          <a:pt x="11761" y="29450"/>
                        </a:cubicBezTo>
                        <a:cubicBezTo>
                          <a:pt x="12986" y="34094"/>
                          <a:pt x="13901" y="38816"/>
                          <a:pt x="14497" y="43582"/>
                        </a:cubicBezTo>
                        <a:cubicBezTo>
                          <a:pt x="15160" y="48870"/>
                          <a:pt x="15088" y="54124"/>
                          <a:pt x="15359" y="59427"/>
                        </a:cubicBezTo>
                        <a:cubicBezTo>
                          <a:pt x="15441" y="60997"/>
                          <a:pt x="17940" y="60875"/>
                          <a:pt x="18076" y="59355"/>
                        </a:cubicBezTo>
                        <a:cubicBezTo>
                          <a:pt x="18551" y="54120"/>
                          <a:pt x="17979" y="48623"/>
                          <a:pt x="17320" y="43427"/>
                        </a:cubicBezTo>
                        <a:close/>
                      </a:path>
                    </a:pathLst>
                  </a:custGeom>
                  <a:solidFill>
                    <a:srgbClr val="D87D68"/>
                  </a:solidFill>
                  <a:ln w="4839" cap="flat">
                    <a:noFill/>
                    <a:prstDash val="solid"/>
                    <a:miter/>
                  </a:ln>
                </p:spPr>
                <p:txBody>
                  <a:bodyPr rtlCol="0" anchor="ctr"/>
                  <a:lstStyle/>
                  <a:p>
                    <a:endParaRPr lang="vi-VN"/>
                  </a:p>
                </p:txBody>
              </p:sp>
              <p:sp>
                <p:nvSpPr>
                  <p:cNvPr id="608" name="Freeform: Shape 607">
                    <a:extLst>
                      <a:ext uri="{FF2B5EF4-FFF2-40B4-BE49-F238E27FC236}">
                        <a16:creationId xmlns:a16="http://schemas.microsoft.com/office/drawing/2014/main" id="{94BDAA93-339C-7EEB-4890-669B4C30F4A1}"/>
                      </a:ext>
                    </a:extLst>
                  </p:cNvPr>
                  <p:cNvSpPr/>
                  <p:nvPr/>
                </p:nvSpPr>
                <p:spPr>
                  <a:xfrm>
                    <a:off x="3530133" y="5851308"/>
                    <a:ext cx="8057" cy="35704"/>
                  </a:xfrm>
                  <a:custGeom>
                    <a:avLst/>
                    <a:gdLst>
                      <a:gd name="connsiteX0" fmla="*/ 6645 w 8057"/>
                      <a:gd name="connsiteY0" fmla="*/ 17053 h 35704"/>
                      <a:gd name="connsiteX1" fmla="*/ 4640 w 8057"/>
                      <a:gd name="connsiteY1" fmla="*/ 8554 h 35704"/>
                      <a:gd name="connsiteX2" fmla="*/ 1555 w 8057"/>
                      <a:gd name="connsiteY2" fmla="*/ 418 h 35704"/>
                      <a:gd name="connsiteX3" fmla="*/ 20 w 8057"/>
                      <a:gd name="connsiteY3" fmla="*/ 946 h 35704"/>
                      <a:gd name="connsiteX4" fmla="*/ 2495 w 8057"/>
                      <a:gd name="connsiteY4" fmla="*/ 9358 h 35704"/>
                      <a:gd name="connsiteX5" fmla="*/ 4291 w 8057"/>
                      <a:gd name="connsiteY5" fmla="*/ 17358 h 35704"/>
                      <a:gd name="connsiteX6" fmla="*/ 5614 w 8057"/>
                      <a:gd name="connsiteY6" fmla="*/ 34560 h 35704"/>
                      <a:gd name="connsiteX7" fmla="*/ 8045 w 8057"/>
                      <a:gd name="connsiteY7" fmla="*/ 34497 h 35704"/>
                      <a:gd name="connsiteX8" fmla="*/ 6645 w 8057"/>
                      <a:gd name="connsiteY8" fmla="*/ 17053 h 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57" h="35704">
                        <a:moveTo>
                          <a:pt x="6645" y="17053"/>
                        </a:moveTo>
                        <a:cubicBezTo>
                          <a:pt x="6122" y="14191"/>
                          <a:pt x="5454" y="11353"/>
                          <a:pt x="4640" y="8554"/>
                        </a:cubicBezTo>
                        <a:cubicBezTo>
                          <a:pt x="3851" y="5823"/>
                          <a:pt x="3061" y="2849"/>
                          <a:pt x="1555" y="418"/>
                        </a:cubicBezTo>
                        <a:cubicBezTo>
                          <a:pt x="1085" y="-338"/>
                          <a:pt x="-174" y="-13"/>
                          <a:pt x="20" y="946"/>
                        </a:cubicBezTo>
                        <a:cubicBezTo>
                          <a:pt x="596" y="3803"/>
                          <a:pt x="1725" y="6549"/>
                          <a:pt x="2495" y="9358"/>
                        </a:cubicBezTo>
                        <a:cubicBezTo>
                          <a:pt x="3216" y="11992"/>
                          <a:pt x="3817" y="14666"/>
                          <a:pt x="4291" y="17358"/>
                        </a:cubicBezTo>
                        <a:cubicBezTo>
                          <a:pt x="5294" y="23039"/>
                          <a:pt x="5725" y="28792"/>
                          <a:pt x="5614" y="34560"/>
                        </a:cubicBezTo>
                        <a:cubicBezTo>
                          <a:pt x="5585" y="36125"/>
                          <a:pt x="8016" y="36066"/>
                          <a:pt x="8045" y="34497"/>
                        </a:cubicBezTo>
                        <a:cubicBezTo>
                          <a:pt x="8142" y="28657"/>
                          <a:pt x="7696" y="22807"/>
                          <a:pt x="6645" y="17053"/>
                        </a:cubicBezTo>
                        <a:close/>
                      </a:path>
                    </a:pathLst>
                  </a:custGeom>
                  <a:solidFill>
                    <a:srgbClr val="D87D68"/>
                  </a:solidFill>
                  <a:ln w="4839" cap="flat">
                    <a:noFill/>
                    <a:prstDash val="solid"/>
                    <a:miter/>
                  </a:ln>
                </p:spPr>
                <p:txBody>
                  <a:bodyPr rtlCol="0" anchor="ctr"/>
                  <a:lstStyle/>
                  <a:p>
                    <a:endParaRPr lang="vi-VN"/>
                  </a:p>
                </p:txBody>
              </p:sp>
            </p:grpSp>
          </p:grpSp>
          <p:grpSp>
            <p:nvGrpSpPr>
              <p:cNvPr id="19" name="Graphic 1991">
                <a:extLst>
                  <a:ext uri="{FF2B5EF4-FFF2-40B4-BE49-F238E27FC236}">
                    <a16:creationId xmlns:a16="http://schemas.microsoft.com/office/drawing/2014/main" id="{313B1427-3F77-D1C7-7F76-1B6F67449A18}"/>
                  </a:ext>
                </a:extLst>
              </p:cNvPr>
              <p:cNvGrpSpPr/>
              <p:nvPr/>
            </p:nvGrpSpPr>
            <p:grpSpPr>
              <a:xfrm>
                <a:off x="3450599" y="4614795"/>
                <a:ext cx="250244" cy="778436"/>
                <a:chOff x="3450599" y="4614795"/>
                <a:chExt cx="250244" cy="778436"/>
              </a:xfrm>
            </p:grpSpPr>
            <p:sp>
              <p:nvSpPr>
                <p:cNvPr id="20" name="Freeform: Shape 19">
                  <a:extLst>
                    <a:ext uri="{FF2B5EF4-FFF2-40B4-BE49-F238E27FC236}">
                      <a16:creationId xmlns:a16="http://schemas.microsoft.com/office/drawing/2014/main" id="{434A0664-B3A8-287D-F3FB-FD2E54B03489}"/>
                    </a:ext>
                  </a:extLst>
                </p:cNvPr>
                <p:cNvSpPr/>
                <p:nvPr/>
              </p:nvSpPr>
              <p:spPr>
                <a:xfrm>
                  <a:off x="3450599" y="4614795"/>
                  <a:ext cx="250244" cy="778431"/>
                </a:xfrm>
                <a:custGeom>
                  <a:avLst/>
                  <a:gdLst>
                    <a:gd name="connsiteX0" fmla="*/ 189241 w 250244"/>
                    <a:gd name="connsiteY0" fmla="*/ 43549 h 778431"/>
                    <a:gd name="connsiteX1" fmla="*/ 46811 w 250244"/>
                    <a:gd name="connsiteY1" fmla="*/ 27533 h 778431"/>
                    <a:gd name="connsiteX2" fmla="*/ 9855 w 250244"/>
                    <a:gd name="connsiteY2" fmla="*/ 419246 h 778431"/>
                    <a:gd name="connsiteX3" fmla="*/ 0 w 250244"/>
                    <a:gd name="connsiteY3" fmla="*/ 617568 h 778431"/>
                    <a:gd name="connsiteX4" fmla="*/ 18476 w 250244"/>
                    <a:gd name="connsiteY4" fmla="*/ 634813 h 778431"/>
                    <a:gd name="connsiteX5" fmla="*/ 0 w 250244"/>
                    <a:gd name="connsiteY5" fmla="*/ 749372 h 778431"/>
                    <a:gd name="connsiteX6" fmla="*/ 105933 w 250244"/>
                    <a:gd name="connsiteY6" fmla="*/ 769083 h 778431"/>
                    <a:gd name="connsiteX7" fmla="*/ 122913 w 250244"/>
                    <a:gd name="connsiteY7" fmla="*/ 719811 h 778431"/>
                    <a:gd name="connsiteX8" fmla="*/ 122913 w 250244"/>
                    <a:gd name="connsiteY8" fmla="*/ 769737 h 778431"/>
                    <a:gd name="connsiteX9" fmla="*/ 187231 w 250244"/>
                    <a:gd name="connsiteY9" fmla="*/ 777708 h 778431"/>
                    <a:gd name="connsiteX10" fmla="*/ 187231 w 250244"/>
                    <a:gd name="connsiteY10" fmla="*/ 703801 h 778431"/>
                    <a:gd name="connsiteX11" fmla="*/ 221722 w 250244"/>
                    <a:gd name="connsiteY11" fmla="*/ 643444 h 778431"/>
                    <a:gd name="connsiteX12" fmla="*/ 242663 w 250244"/>
                    <a:gd name="connsiteY12" fmla="*/ 362589 h 778431"/>
                    <a:gd name="connsiteX13" fmla="*/ 189241 w 250244"/>
                    <a:gd name="connsiteY13" fmla="*/ 43549 h 77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0244" h="778431">
                      <a:moveTo>
                        <a:pt x="189241" y="43549"/>
                      </a:moveTo>
                      <a:cubicBezTo>
                        <a:pt x="189241" y="43549"/>
                        <a:pt x="112098" y="-42679"/>
                        <a:pt x="46811" y="27533"/>
                      </a:cubicBezTo>
                      <a:cubicBezTo>
                        <a:pt x="-18476" y="97746"/>
                        <a:pt x="19711" y="325628"/>
                        <a:pt x="9855" y="419246"/>
                      </a:cubicBezTo>
                      <a:cubicBezTo>
                        <a:pt x="0" y="512864"/>
                        <a:pt x="0" y="617568"/>
                        <a:pt x="0" y="617568"/>
                      </a:cubicBezTo>
                      <a:lnTo>
                        <a:pt x="18476" y="634813"/>
                      </a:lnTo>
                      <a:lnTo>
                        <a:pt x="0" y="749372"/>
                      </a:lnTo>
                      <a:cubicBezTo>
                        <a:pt x="0" y="749372"/>
                        <a:pt x="55432" y="774008"/>
                        <a:pt x="105933" y="769083"/>
                      </a:cubicBezTo>
                      <a:lnTo>
                        <a:pt x="122913" y="719811"/>
                      </a:lnTo>
                      <a:lnTo>
                        <a:pt x="122913" y="769737"/>
                      </a:lnTo>
                      <a:cubicBezTo>
                        <a:pt x="122913" y="769737"/>
                        <a:pt x="183536" y="781403"/>
                        <a:pt x="187231" y="777708"/>
                      </a:cubicBezTo>
                      <a:cubicBezTo>
                        <a:pt x="190926" y="774013"/>
                        <a:pt x="187231" y="703801"/>
                        <a:pt x="187231" y="703801"/>
                      </a:cubicBezTo>
                      <a:cubicBezTo>
                        <a:pt x="187231" y="703801"/>
                        <a:pt x="218027" y="676700"/>
                        <a:pt x="221722" y="643444"/>
                      </a:cubicBezTo>
                      <a:cubicBezTo>
                        <a:pt x="225417" y="610183"/>
                        <a:pt x="232808" y="477148"/>
                        <a:pt x="242663" y="362589"/>
                      </a:cubicBezTo>
                      <a:cubicBezTo>
                        <a:pt x="252523" y="248026"/>
                        <a:pt x="265614" y="110066"/>
                        <a:pt x="189241" y="43549"/>
                      </a:cubicBezTo>
                      <a:close/>
                    </a:path>
                  </a:pathLst>
                </a:custGeom>
                <a:solidFill>
                  <a:srgbClr val="D18BCF"/>
                </a:solidFill>
                <a:ln w="4839" cap="flat">
                  <a:noFill/>
                  <a:prstDash val="solid"/>
                  <a:miter/>
                </a:ln>
              </p:spPr>
              <p:txBody>
                <a:bodyPr rtlCol="0" anchor="ctr"/>
                <a:lstStyle/>
                <a:p>
                  <a:endParaRPr lang="vi-VN"/>
                </a:p>
              </p:txBody>
            </p:sp>
            <p:grpSp>
              <p:nvGrpSpPr>
                <p:cNvPr id="21" name="Graphic 1991">
                  <a:extLst>
                    <a:ext uri="{FF2B5EF4-FFF2-40B4-BE49-F238E27FC236}">
                      <a16:creationId xmlns:a16="http://schemas.microsoft.com/office/drawing/2014/main" id="{F038D8E3-E682-1E71-01DC-5BFDADFB6F35}"/>
                    </a:ext>
                  </a:extLst>
                </p:cNvPr>
                <p:cNvGrpSpPr/>
                <p:nvPr/>
              </p:nvGrpSpPr>
              <p:grpSpPr>
                <a:xfrm>
                  <a:off x="3450608" y="4620231"/>
                  <a:ext cx="188873" cy="773000"/>
                  <a:chOff x="3450608" y="4620231"/>
                  <a:chExt cx="188873" cy="773000"/>
                </a:xfrm>
                <a:solidFill>
                  <a:srgbClr val="D18BCF"/>
                </a:solidFill>
              </p:grpSpPr>
              <p:sp>
                <p:nvSpPr>
                  <p:cNvPr id="26" name="Freeform: Shape 25">
                    <a:extLst>
                      <a:ext uri="{FF2B5EF4-FFF2-40B4-BE49-F238E27FC236}">
                        <a16:creationId xmlns:a16="http://schemas.microsoft.com/office/drawing/2014/main" id="{2132C603-47E9-758B-87A7-F6C6AB1D9B06}"/>
                      </a:ext>
                    </a:extLst>
                  </p:cNvPr>
                  <p:cNvSpPr/>
                  <p:nvPr/>
                </p:nvSpPr>
                <p:spPr>
                  <a:xfrm>
                    <a:off x="3631611" y="5267382"/>
                    <a:ext cx="3404" cy="3123"/>
                  </a:xfrm>
                  <a:custGeom>
                    <a:avLst/>
                    <a:gdLst>
                      <a:gd name="connsiteX0" fmla="*/ 3405 w 3404"/>
                      <a:gd name="connsiteY0" fmla="*/ 0 h 3123"/>
                      <a:gd name="connsiteX1" fmla="*/ 0 w 3404"/>
                      <a:gd name="connsiteY1" fmla="*/ 3124 h 3123"/>
                      <a:gd name="connsiteX2" fmla="*/ 3405 w 3404"/>
                      <a:gd name="connsiteY2" fmla="*/ 0 h 3123"/>
                    </a:gdLst>
                    <a:ahLst/>
                    <a:cxnLst>
                      <a:cxn ang="0">
                        <a:pos x="connsiteX0" y="connsiteY0"/>
                      </a:cxn>
                      <a:cxn ang="0">
                        <a:pos x="connsiteX1" y="connsiteY1"/>
                      </a:cxn>
                      <a:cxn ang="0">
                        <a:pos x="connsiteX2" y="connsiteY2"/>
                      </a:cxn>
                    </a:cxnLst>
                    <a:rect l="l" t="t" r="r" b="b"/>
                    <a:pathLst>
                      <a:path w="3404" h="3123">
                        <a:moveTo>
                          <a:pt x="3405" y="0"/>
                        </a:moveTo>
                        <a:cubicBezTo>
                          <a:pt x="3405" y="0"/>
                          <a:pt x="2044" y="1182"/>
                          <a:pt x="0" y="3124"/>
                        </a:cubicBezTo>
                        <a:cubicBezTo>
                          <a:pt x="1245" y="2184"/>
                          <a:pt x="2417" y="1172"/>
                          <a:pt x="3405" y="0"/>
                        </a:cubicBezTo>
                        <a:close/>
                      </a:path>
                    </a:pathLst>
                  </a:custGeom>
                  <a:solidFill>
                    <a:srgbClr val="D18BCF"/>
                  </a:solidFill>
                  <a:ln w="4839" cap="flat">
                    <a:noFill/>
                    <a:prstDash val="solid"/>
                    <a:miter/>
                  </a:ln>
                </p:spPr>
                <p:txBody>
                  <a:bodyPr rtlCol="0" anchor="ctr"/>
                  <a:lstStyle/>
                  <a:p>
                    <a:endParaRPr lang="vi-VN"/>
                  </a:p>
                </p:txBody>
              </p:sp>
              <p:sp>
                <p:nvSpPr>
                  <p:cNvPr id="27" name="Freeform: Shape 26">
                    <a:extLst>
                      <a:ext uri="{FF2B5EF4-FFF2-40B4-BE49-F238E27FC236}">
                        <a16:creationId xmlns:a16="http://schemas.microsoft.com/office/drawing/2014/main" id="{2061E128-AAD4-CD46-6958-324C5B0A0C89}"/>
                      </a:ext>
                    </a:extLst>
                  </p:cNvPr>
                  <p:cNvSpPr/>
                  <p:nvPr/>
                </p:nvSpPr>
                <p:spPr>
                  <a:xfrm>
                    <a:off x="3450608" y="4620231"/>
                    <a:ext cx="188873" cy="773000"/>
                  </a:xfrm>
                  <a:custGeom>
                    <a:avLst/>
                    <a:gdLst>
                      <a:gd name="connsiteX0" fmla="*/ 163826 w 188873"/>
                      <a:gd name="connsiteY0" fmla="*/ 681735 h 773000"/>
                      <a:gd name="connsiteX1" fmla="*/ 181003 w 188873"/>
                      <a:gd name="connsiteY1" fmla="*/ 650280 h 773000"/>
                      <a:gd name="connsiteX2" fmla="*/ 145365 w 188873"/>
                      <a:gd name="connsiteY2" fmla="*/ 658068 h 773000"/>
                      <a:gd name="connsiteX3" fmla="*/ 154590 w 188873"/>
                      <a:gd name="connsiteY3" fmla="*/ 645534 h 773000"/>
                      <a:gd name="connsiteX4" fmla="*/ 168218 w 188873"/>
                      <a:gd name="connsiteY4" fmla="*/ 607304 h 773000"/>
                      <a:gd name="connsiteX5" fmla="*/ 117198 w 188873"/>
                      <a:gd name="connsiteY5" fmla="*/ 634444 h 773000"/>
                      <a:gd name="connsiteX6" fmla="*/ 31106 w 188873"/>
                      <a:gd name="connsiteY6" fmla="*/ 633437 h 773000"/>
                      <a:gd name="connsiteX7" fmla="*/ 33189 w 188873"/>
                      <a:gd name="connsiteY7" fmla="*/ 478798 h 773000"/>
                      <a:gd name="connsiteX8" fmla="*/ 33189 w 188873"/>
                      <a:gd name="connsiteY8" fmla="*/ 187779 h 773000"/>
                      <a:gd name="connsiteX9" fmla="*/ 67568 w 188873"/>
                      <a:gd name="connsiteY9" fmla="*/ 13599 h 773000"/>
                      <a:gd name="connsiteX10" fmla="*/ 77312 w 188873"/>
                      <a:gd name="connsiteY10" fmla="*/ 0 h 773000"/>
                      <a:gd name="connsiteX11" fmla="*/ 46812 w 188873"/>
                      <a:gd name="connsiteY11" fmla="*/ 22103 h 773000"/>
                      <a:gd name="connsiteX12" fmla="*/ 9855 w 188873"/>
                      <a:gd name="connsiteY12" fmla="*/ 413816 h 773000"/>
                      <a:gd name="connsiteX13" fmla="*/ 0 w 188873"/>
                      <a:gd name="connsiteY13" fmla="*/ 612138 h 773000"/>
                      <a:gd name="connsiteX14" fmla="*/ 18476 w 188873"/>
                      <a:gd name="connsiteY14" fmla="*/ 629383 h 773000"/>
                      <a:gd name="connsiteX15" fmla="*/ 0 w 188873"/>
                      <a:gd name="connsiteY15" fmla="*/ 743942 h 773000"/>
                      <a:gd name="connsiteX16" fmla="*/ 105934 w 188873"/>
                      <a:gd name="connsiteY16" fmla="*/ 763652 h 773000"/>
                      <a:gd name="connsiteX17" fmla="*/ 122913 w 188873"/>
                      <a:gd name="connsiteY17" fmla="*/ 714381 h 773000"/>
                      <a:gd name="connsiteX18" fmla="*/ 122913 w 188873"/>
                      <a:gd name="connsiteY18" fmla="*/ 764306 h 773000"/>
                      <a:gd name="connsiteX19" fmla="*/ 187231 w 188873"/>
                      <a:gd name="connsiteY19" fmla="*/ 772278 h 773000"/>
                      <a:gd name="connsiteX20" fmla="*/ 187231 w 188873"/>
                      <a:gd name="connsiteY20" fmla="*/ 698370 h 773000"/>
                      <a:gd name="connsiteX21" fmla="*/ 163826 w 188873"/>
                      <a:gd name="connsiteY21" fmla="*/ 681735 h 77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8873" h="773000">
                        <a:moveTo>
                          <a:pt x="163826" y="681735"/>
                        </a:moveTo>
                        <a:cubicBezTo>
                          <a:pt x="157065" y="674490"/>
                          <a:pt x="173570" y="657341"/>
                          <a:pt x="181003" y="650280"/>
                        </a:cubicBezTo>
                        <a:cubicBezTo>
                          <a:pt x="168625" y="659627"/>
                          <a:pt x="145365" y="658068"/>
                          <a:pt x="145365" y="658068"/>
                        </a:cubicBezTo>
                        <a:cubicBezTo>
                          <a:pt x="145365" y="658068"/>
                          <a:pt x="141679" y="654653"/>
                          <a:pt x="154590" y="645534"/>
                        </a:cubicBezTo>
                        <a:cubicBezTo>
                          <a:pt x="167502" y="636415"/>
                          <a:pt x="168218" y="607304"/>
                          <a:pt x="168218" y="607304"/>
                        </a:cubicBezTo>
                        <a:cubicBezTo>
                          <a:pt x="168218" y="607304"/>
                          <a:pt x="166252" y="608917"/>
                          <a:pt x="117198" y="634444"/>
                        </a:cubicBezTo>
                        <a:cubicBezTo>
                          <a:pt x="68145" y="659971"/>
                          <a:pt x="31106" y="633437"/>
                          <a:pt x="31106" y="633437"/>
                        </a:cubicBezTo>
                        <a:cubicBezTo>
                          <a:pt x="9240" y="625480"/>
                          <a:pt x="31411" y="516669"/>
                          <a:pt x="33189" y="478798"/>
                        </a:cubicBezTo>
                        <a:cubicBezTo>
                          <a:pt x="34961" y="440922"/>
                          <a:pt x="27721" y="318968"/>
                          <a:pt x="33189" y="187779"/>
                        </a:cubicBezTo>
                        <a:cubicBezTo>
                          <a:pt x="38656" y="56589"/>
                          <a:pt x="67568" y="13599"/>
                          <a:pt x="67568" y="13599"/>
                        </a:cubicBezTo>
                        <a:lnTo>
                          <a:pt x="77312" y="0"/>
                        </a:lnTo>
                        <a:cubicBezTo>
                          <a:pt x="67079" y="4286"/>
                          <a:pt x="56807" y="11357"/>
                          <a:pt x="46812" y="22103"/>
                        </a:cubicBezTo>
                        <a:cubicBezTo>
                          <a:pt x="-18476" y="92315"/>
                          <a:pt x="19711" y="320198"/>
                          <a:pt x="9855" y="413816"/>
                        </a:cubicBezTo>
                        <a:cubicBezTo>
                          <a:pt x="0" y="507434"/>
                          <a:pt x="0" y="612138"/>
                          <a:pt x="0" y="612138"/>
                        </a:cubicBezTo>
                        <a:lnTo>
                          <a:pt x="18476" y="629383"/>
                        </a:lnTo>
                        <a:lnTo>
                          <a:pt x="0" y="743942"/>
                        </a:lnTo>
                        <a:cubicBezTo>
                          <a:pt x="0" y="743942"/>
                          <a:pt x="55432" y="768578"/>
                          <a:pt x="105934" y="763652"/>
                        </a:cubicBezTo>
                        <a:lnTo>
                          <a:pt x="122913" y="714381"/>
                        </a:lnTo>
                        <a:lnTo>
                          <a:pt x="122913" y="764306"/>
                        </a:lnTo>
                        <a:cubicBezTo>
                          <a:pt x="122913" y="764306"/>
                          <a:pt x="183536" y="775973"/>
                          <a:pt x="187231" y="772278"/>
                        </a:cubicBezTo>
                        <a:cubicBezTo>
                          <a:pt x="190926" y="768583"/>
                          <a:pt x="187231" y="698370"/>
                          <a:pt x="187231" y="698370"/>
                        </a:cubicBezTo>
                        <a:cubicBezTo>
                          <a:pt x="187231" y="698370"/>
                          <a:pt x="172446" y="690970"/>
                          <a:pt x="163826" y="681735"/>
                        </a:cubicBezTo>
                        <a:close/>
                      </a:path>
                    </a:pathLst>
                  </a:custGeom>
                  <a:solidFill>
                    <a:srgbClr val="D18BCF"/>
                  </a:solidFill>
                  <a:ln w="4839" cap="flat">
                    <a:noFill/>
                    <a:prstDash val="solid"/>
                    <a:miter/>
                  </a:ln>
                </p:spPr>
                <p:txBody>
                  <a:bodyPr rtlCol="0" anchor="ctr"/>
                  <a:lstStyle/>
                  <a:p>
                    <a:endParaRPr lang="vi-VN"/>
                  </a:p>
                </p:txBody>
              </p:sp>
            </p:grpSp>
            <p:grpSp>
              <p:nvGrpSpPr>
                <p:cNvPr id="22" name="Graphic 1991">
                  <a:extLst>
                    <a:ext uri="{FF2B5EF4-FFF2-40B4-BE49-F238E27FC236}">
                      <a16:creationId xmlns:a16="http://schemas.microsoft.com/office/drawing/2014/main" id="{81B0272F-27BC-5FAC-2CB1-39BD53EA0AA9}"/>
                    </a:ext>
                  </a:extLst>
                </p:cNvPr>
                <p:cNvGrpSpPr/>
                <p:nvPr/>
              </p:nvGrpSpPr>
              <p:grpSpPr>
                <a:xfrm>
                  <a:off x="3467219" y="5207801"/>
                  <a:ext cx="172627" cy="70505"/>
                  <a:chOff x="3467219" y="5207801"/>
                  <a:chExt cx="172627" cy="70505"/>
                </a:xfrm>
                <a:solidFill>
                  <a:srgbClr val="B25F90"/>
                </a:solidFill>
              </p:grpSpPr>
              <p:sp>
                <p:nvSpPr>
                  <p:cNvPr id="24" name="Freeform: Shape 23">
                    <a:extLst>
                      <a:ext uri="{FF2B5EF4-FFF2-40B4-BE49-F238E27FC236}">
                        <a16:creationId xmlns:a16="http://schemas.microsoft.com/office/drawing/2014/main" id="{405C0E11-24B4-5FBA-917F-886E5AF1C7A1}"/>
                      </a:ext>
                    </a:extLst>
                  </p:cNvPr>
                  <p:cNvSpPr/>
                  <p:nvPr/>
                </p:nvSpPr>
                <p:spPr>
                  <a:xfrm>
                    <a:off x="3467219" y="5207801"/>
                    <a:ext cx="171422" cy="59583"/>
                  </a:xfrm>
                  <a:custGeom>
                    <a:avLst/>
                    <a:gdLst>
                      <a:gd name="connsiteX0" fmla="*/ 169472 w 171422"/>
                      <a:gd name="connsiteY0" fmla="*/ 212 h 59583"/>
                      <a:gd name="connsiteX1" fmla="*/ 153888 w 171422"/>
                      <a:gd name="connsiteY1" fmla="*/ 13133 h 59583"/>
                      <a:gd name="connsiteX2" fmla="*/ 138546 w 171422"/>
                      <a:gd name="connsiteY2" fmla="*/ 25100 h 59583"/>
                      <a:gd name="connsiteX3" fmla="*/ 105638 w 171422"/>
                      <a:gd name="connsiteY3" fmla="*/ 44709 h 59583"/>
                      <a:gd name="connsiteX4" fmla="*/ 36351 w 171422"/>
                      <a:gd name="connsiteY4" fmla="*/ 53818 h 59583"/>
                      <a:gd name="connsiteX5" fmla="*/ 2131 w 171422"/>
                      <a:gd name="connsiteY5" fmla="*/ 37967 h 59583"/>
                      <a:gd name="connsiteX6" fmla="*/ 499 w 171422"/>
                      <a:gd name="connsiteY6" fmla="*/ 40210 h 59583"/>
                      <a:gd name="connsiteX7" fmla="*/ 67999 w 171422"/>
                      <a:gd name="connsiteY7" fmla="*/ 59039 h 59583"/>
                      <a:gd name="connsiteX8" fmla="*/ 137940 w 171422"/>
                      <a:gd name="connsiteY8" fmla="*/ 30257 h 59583"/>
                      <a:gd name="connsiteX9" fmla="*/ 154973 w 171422"/>
                      <a:gd name="connsiteY9" fmla="*/ 16935 h 59583"/>
                      <a:gd name="connsiteX10" fmla="*/ 171167 w 171422"/>
                      <a:gd name="connsiteY10" fmla="*/ 1675 h 59583"/>
                      <a:gd name="connsiteX11" fmla="*/ 169472 w 171422"/>
                      <a:gd name="connsiteY11" fmla="*/ 212 h 59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422" h="59583">
                        <a:moveTo>
                          <a:pt x="169472" y="212"/>
                        </a:moveTo>
                        <a:cubicBezTo>
                          <a:pt x="164024" y="4135"/>
                          <a:pt x="159065" y="8852"/>
                          <a:pt x="153888" y="13133"/>
                        </a:cubicBezTo>
                        <a:cubicBezTo>
                          <a:pt x="148890" y="17269"/>
                          <a:pt x="143790" y="21288"/>
                          <a:pt x="138546" y="25100"/>
                        </a:cubicBezTo>
                        <a:cubicBezTo>
                          <a:pt x="128206" y="32616"/>
                          <a:pt x="117295" y="39420"/>
                          <a:pt x="105638" y="44709"/>
                        </a:cubicBezTo>
                        <a:cubicBezTo>
                          <a:pt x="84063" y="54496"/>
                          <a:pt x="59757" y="58782"/>
                          <a:pt x="36351" y="53818"/>
                        </a:cubicBezTo>
                        <a:cubicBezTo>
                          <a:pt x="23827" y="51164"/>
                          <a:pt x="12306" y="45711"/>
                          <a:pt x="2131" y="37967"/>
                        </a:cubicBezTo>
                        <a:cubicBezTo>
                          <a:pt x="683" y="36868"/>
                          <a:pt x="-799" y="39042"/>
                          <a:pt x="499" y="40210"/>
                        </a:cubicBezTo>
                        <a:cubicBezTo>
                          <a:pt x="18509" y="56385"/>
                          <a:pt x="44472" y="61378"/>
                          <a:pt x="67999" y="59039"/>
                        </a:cubicBezTo>
                        <a:cubicBezTo>
                          <a:pt x="93545" y="56501"/>
                          <a:pt x="117275" y="45057"/>
                          <a:pt x="137940" y="30257"/>
                        </a:cubicBezTo>
                        <a:cubicBezTo>
                          <a:pt x="143800" y="26059"/>
                          <a:pt x="149476" y="21598"/>
                          <a:pt x="154973" y="16935"/>
                        </a:cubicBezTo>
                        <a:cubicBezTo>
                          <a:pt x="160561" y="12189"/>
                          <a:pt x="166445" y="7307"/>
                          <a:pt x="171167" y="1675"/>
                        </a:cubicBezTo>
                        <a:cubicBezTo>
                          <a:pt x="172054" y="624"/>
                          <a:pt x="170422" y="-471"/>
                          <a:pt x="169472" y="212"/>
                        </a:cubicBezTo>
                        <a:close/>
                      </a:path>
                    </a:pathLst>
                  </a:custGeom>
                  <a:solidFill>
                    <a:srgbClr val="B25F90"/>
                  </a:solidFill>
                  <a:ln w="4839" cap="flat">
                    <a:noFill/>
                    <a:prstDash val="solid"/>
                    <a:miter/>
                  </a:ln>
                </p:spPr>
                <p:txBody>
                  <a:bodyPr rtlCol="0" anchor="ctr"/>
                  <a:lstStyle/>
                  <a:p>
                    <a:endParaRPr lang="vi-VN"/>
                  </a:p>
                </p:txBody>
              </p:sp>
              <p:sp>
                <p:nvSpPr>
                  <p:cNvPr id="25" name="Freeform: Shape 24">
                    <a:extLst>
                      <a:ext uri="{FF2B5EF4-FFF2-40B4-BE49-F238E27FC236}">
                        <a16:creationId xmlns:a16="http://schemas.microsoft.com/office/drawing/2014/main" id="{00C28FBC-6A47-6ED2-C087-BCF72D910081}"/>
                      </a:ext>
                    </a:extLst>
                  </p:cNvPr>
                  <p:cNvSpPr/>
                  <p:nvPr/>
                </p:nvSpPr>
                <p:spPr>
                  <a:xfrm>
                    <a:off x="3558473" y="5261821"/>
                    <a:ext cx="81373" cy="16485"/>
                  </a:xfrm>
                  <a:custGeom>
                    <a:avLst/>
                    <a:gdLst>
                      <a:gd name="connsiteX0" fmla="*/ 79677 w 81373"/>
                      <a:gd name="connsiteY0" fmla="*/ 69 h 16485"/>
                      <a:gd name="connsiteX1" fmla="*/ 71851 w 81373"/>
                      <a:gd name="connsiteY1" fmla="*/ 4360 h 16485"/>
                      <a:gd name="connsiteX2" fmla="*/ 62063 w 81373"/>
                      <a:gd name="connsiteY2" fmla="*/ 8699 h 16485"/>
                      <a:gd name="connsiteX3" fmla="*/ 42561 w 81373"/>
                      <a:gd name="connsiteY3" fmla="*/ 12913 h 16485"/>
                      <a:gd name="connsiteX4" fmla="*/ 2258 w 81373"/>
                      <a:gd name="connsiteY4" fmla="*/ 4592 h 16485"/>
                      <a:gd name="connsiteX5" fmla="*/ 641 w 81373"/>
                      <a:gd name="connsiteY5" fmla="*/ 6873 h 16485"/>
                      <a:gd name="connsiteX6" fmla="*/ 42135 w 81373"/>
                      <a:gd name="connsiteY6" fmla="*/ 16336 h 16485"/>
                      <a:gd name="connsiteX7" fmla="*/ 63231 w 81373"/>
                      <a:gd name="connsiteY7" fmla="*/ 12026 h 16485"/>
                      <a:gd name="connsiteX8" fmla="*/ 72127 w 81373"/>
                      <a:gd name="connsiteY8" fmla="*/ 8099 h 16485"/>
                      <a:gd name="connsiteX9" fmla="*/ 81140 w 81373"/>
                      <a:gd name="connsiteY9" fmla="*/ 1691 h 16485"/>
                      <a:gd name="connsiteX10" fmla="*/ 79677 w 81373"/>
                      <a:gd name="connsiteY10" fmla="*/ 69 h 1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373" h="16485">
                        <a:moveTo>
                          <a:pt x="79677" y="69"/>
                        </a:moveTo>
                        <a:cubicBezTo>
                          <a:pt x="76965" y="1091"/>
                          <a:pt x="74442" y="3023"/>
                          <a:pt x="71851" y="4360"/>
                        </a:cubicBezTo>
                        <a:cubicBezTo>
                          <a:pt x="68674" y="5992"/>
                          <a:pt x="65419" y="7484"/>
                          <a:pt x="62063" y="8699"/>
                        </a:cubicBezTo>
                        <a:cubicBezTo>
                          <a:pt x="55792" y="10970"/>
                          <a:pt x="49210" y="12380"/>
                          <a:pt x="42561" y="12913"/>
                        </a:cubicBezTo>
                        <a:cubicBezTo>
                          <a:pt x="28686" y="14026"/>
                          <a:pt x="14550" y="11116"/>
                          <a:pt x="2258" y="4592"/>
                        </a:cubicBezTo>
                        <a:cubicBezTo>
                          <a:pt x="709" y="3769"/>
                          <a:pt x="-938" y="5953"/>
                          <a:pt x="641" y="6873"/>
                        </a:cubicBezTo>
                        <a:cubicBezTo>
                          <a:pt x="13174" y="14196"/>
                          <a:pt x="27689" y="17218"/>
                          <a:pt x="42135" y="16336"/>
                        </a:cubicBezTo>
                        <a:cubicBezTo>
                          <a:pt x="49322" y="15900"/>
                          <a:pt x="56450" y="14462"/>
                          <a:pt x="63231" y="12026"/>
                        </a:cubicBezTo>
                        <a:cubicBezTo>
                          <a:pt x="66286" y="10927"/>
                          <a:pt x="69270" y="9643"/>
                          <a:pt x="72127" y="8099"/>
                        </a:cubicBezTo>
                        <a:cubicBezTo>
                          <a:pt x="75173" y="6457"/>
                          <a:pt x="78941" y="4423"/>
                          <a:pt x="81140" y="1691"/>
                        </a:cubicBezTo>
                        <a:cubicBezTo>
                          <a:pt x="81914" y="728"/>
                          <a:pt x="80597" y="-275"/>
                          <a:pt x="79677" y="69"/>
                        </a:cubicBezTo>
                        <a:close/>
                      </a:path>
                    </a:pathLst>
                  </a:custGeom>
                  <a:solidFill>
                    <a:srgbClr val="B25F90"/>
                  </a:solidFill>
                  <a:ln w="4839" cap="flat">
                    <a:noFill/>
                    <a:prstDash val="solid"/>
                    <a:miter/>
                  </a:ln>
                </p:spPr>
                <p:txBody>
                  <a:bodyPr rtlCol="0" anchor="ctr"/>
                  <a:lstStyle/>
                  <a:p>
                    <a:endParaRPr lang="vi-VN"/>
                  </a:p>
                </p:txBody>
              </p:sp>
            </p:grpSp>
            <p:sp>
              <p:nvSpPr>
                <p:cNvPr id="23" name="Freeform: Shape 22">
                  <a:extLst>
                    <a:ext uri="{FF2B5EF4-FFF2-40B4-BE49-F238E27FC236}">
                      <a16:creationId xmlns:a16="http://schemas.microsoft.com/office/drawing/2014/main" id="{B76FE3F0-82A8-9F94-7D2F-369E52C0F010}"/>
                    </a:ext>
                  </a:extLst>
                </p:cNvPr>
                <p:cNvSpPr/>
                <p:nvPr/>
              </p:nvSpPr>
              <p:spPr>
                <a:xfrm>
                  <a:off x="3518167" y="5330479"/>
                  <a:ext cx="19712" cy="13586"/>
                </a:xfrm>
                <a:custGeom>
                  <a:avLst/>
                  <a:gdLst>
                    <a:gd name="connsiteX0" fmla="*/ 19599 w 19712"/>
                    <a:gd name="connsiteY0" fmla="*/ 6152 h 13586"/>
                    <a:gd name="connsiteX1" fmla="*/ 11075 w 19712"/>
                    <a:gd name="connsiteY1" fmla="*/ 6 h 13586"/>
                    <a:gd name="connsiteX2" fmla="*/ 10921 w 19712"/>
                    <a:gd name="connsiteY2" fmla="*/ 1537 h 13586"/>
                    <a:gd name="connsiteX3" fmla="*/ 14383 w 19712"/>
                    <a:gd name="connsiteY3" fmla="*/ 10811 h 13586"/>
                    <a:gd name="connsiteX4" fmla="*/ 6301 w 19712"/>
                    <a:gd name="connsiteY4" fmla="*/ 11131 h 13586"/>
                    <a:gd name="connsiteX5" fmla="*/ 2770 w 19712"/>
                    <a:gd name="connsiteY5" fmla="*/ 6496 h 13586"/>
                    <a:gd name="connsiteX6" fmla="*/ 4722 w 19712"/>
                    <a:gd name="connsiteY6" fmla="*/ 3435 h 13586"/>
                    <a:gd name="connsiteX7" fmla="*/ 6494 w 19712"/>
                    <a:gd name="connsiteY7" fmla="*/ 2346 h 13586"/>
                    <a:gd name="connsiteX8" fmla="*/ 8039 w 19712"/>
                    <a:gd name="connsiteY8" fmla="*/ 1745 h 13586"/>
                    <a:gd name="connsiteX9" fmla="*/ 9521 w 19712"/>
                    <a:gd name="connsiteY9" fmla="*/ 1333 h 13586"/>
                    <a:gd name="connsiteX10" fmla="*/ 9051 w 19712"/>
                    <a:gd name="connsiteY10" fmla="*/ 55 h 13586"/>
                    <a:gd name="connsiteX11" fmla="*/ 5623 w 19712"/>
                    <a:gd name="connsiteY11" fmla="*/ 510 h 13586"/>
                    <a:gd name="connsiteX12" fmla="*/ 3303 w 19712"/>
                    <a:gd name="connsiteY12" fmla="*/ 1711 h 13586"/>
                    <a:gd name="connsiteX13" fmla="*/ 363 w 19712"/>
                    <a:gd name="connsiteY13" fmla="*/ 5213 h 13586"/>
                    <a:gd name="connsiteX14" fmla="*/ 3869 w 19712"/>
                    <a:gd name="connsiteY14" fmla="*/ 12356 h 13586"/>
                    <a:gd name="connsiteX15" fmla="*/ 14650 w 19712"/>
                    <a:gd name="connsiteY15" fmla="*/ 12840 h 13586"/>
                    <a:gd name="connsiteX16" fmla="*/ 19599 w 19712"/>
                    <a:gd name="connsiteY16" fmla="*/ 6152 h 1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712" h="13586">
                      <a:moveTo>
                        <a:pt x="19599" y="6152"/>
                      </a:moveTo>
                      <a:cubicBezTo>
                        <a:pt x="18916" y="3096"/>
                        <a:pt x="15633" y="379"/>
                        <a:pt x="11075" y="6"/>
                      </a:cubicBezTo>
                      <a:cubicBezTo>
                        <a:pt x="9652" y="-110"/>
                        <a:pt x="9541" y="1377"/>
                        <a:pt x="10921" y="1537"/>
                      </a:cubicBezTo>
                      <a:cubicBezTo>
                        <a:pt x="16751" y="2205"/>
                        <a:pt x="19502" y="8399"/>
                        <a:pt x="14383" y="10811"/>
                      </a:cubicBezTo>
                      <a:cubicBezTo>
                        <a:pt x="12044" y="11915"/>
                        <a:pt x="8819" y="11944"/>
                        <a:pt x="6301" y="11131"/>
                      </a:cubicBezTo>
                      <a:cubicBezTo>
                        <a:pt x="3782" y="10317"/>
                        <a:pt x="2407" y="8467"/>
                        <a:pt x="2770" y="6496"/>
                      </a:cubicBezTo>
                      <a:cubicBezTo>
                        <a:pt x="2973" y="5372"/>
                        <a:pt x="3680" y="4317"/>
                        <a:pt x="4722" y="3435"/>
                      </a:cubicBezTo>
                      <a:cubicBezTo>
                        <a:pt x="5226" y="3009"/>
                        <a:pt x="5826" y="2646"/>
                        <a:pt x="6494" y="2346"/>
                      </a:cubicBezTo>
                      <a:cubicBezTo>
                        <a:pt x="6969" y="2132"/>
                        <a:pt x="7565" y="1895"/>
                        <a:pt x="8039" y="1745"/>
                      </a:cubicBezTo>
                      <a:cubicBezTo>
                        <a:pt x="8538" y="1590"/>
                        <a:pt x="9037" y="1522"/>
                        <a:pt x="9521" y="1333"/>
                      </a:cubicBezTo>
                      <a:cubicBezTo>
                        <a:pt x="10368" y="999"/>
                        <a:pt x="9826" y="161"/>
                        <a:pt x="9051" y="55"/>
                      </a:cubicBezTo>
                      <a:cubicBezTo>
                        <a:pt x="7967" y="-100"/>
                        <a:pt x="6591" y="166"/>
                        <a:pt x="5623" y="510"/>
                      </a:cubicBezTo>
                      <a:cubicBezTo>
                        <a:pt x="4761" y="815"/>
                        <a:pt x="3981" y="1237"/>
                        <a:pt x="3303" y="1711"/>
                      </a:cubicBezTo>
                      <a:cubicBezTo>
                        <a:pt x="1918" y="2680"/>
                        <a:pt x="872" y="3886"/>
                        <a:pt x="363" y="5213"/>
                      </a:cubicBezTo>
                      <a:cubicBezTo>
                        <a:pt x="-654" y="7881"/>
                        <a:pt x="450" y="10782"/>
                        <a:pt x="3869" y="12356"/>
                      </a:cubicBezTo>
                      <a:cubicBezTo>
                        <a:pt x="6983" y="13789"/>
                        <a:pt x="11294" y="13997"/>
                        <a:pt x="14650" y="12840"/>
                      </a:cubicBezTo>
                      <a:cubicBezTo>
                        <a:pt x="18267" y="11586"/>
                        <a:pt x="20219" y="8932"/>
                        <a:pt x="19599" y="6152"/>
                      </a:cubicBezTo>
                      <a:close/>
                    </a:path>
                  </a:pathLst>
                </a:custGeom>
                <a:solidFill>
                  <a:srgbClr val="B25F90"/>
                </a:solidFill>
                <a:ln w="4839" cap="flat">
                  <a:noFill/>
                  <a:prstDash val="solid"/>
                  <a:miter/>
                </a:ln>
              </p:spPr>
              <p:txBody>
                <a:bodyPr rtlCol="0" anchor="ctr"/>
                <a:lstStyle/>
                <a:p>
                  <a:endParaRPr lang="vi-VN"/>
                </a:p>
              </p:txBody>
            </p:sp>
          </p:grpSp>
        </p:grpSp>
      </p:grpSp>
      <p:pic>
        <p:nvPicPr>
          <p:cNvPr id="922" name="Picture 921" descr="A blue dolphin logo on a black background&#10;&#10;AI-generated content may be incorrect.">
            <a:extLst>
              <a:ext uri="{FF2B5EF4-FFF2-40B4-BE49-F238E27FC236}">
                <a16:creationId xmlns:a16="http://schemas.microsoft.com/office/drawing/2014/main" id="{CBD8A1AA-21A1-5DBA-2240-83B1A5ACF08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57132" y="-1953948"/>
            <a:ext cx="1141612" cy="1141612"/>
          </a:xfrm>
          <a:prstGeom prst="rect">
            <a:avLst/>
          </a:prstGeom>
        </p:spPr>
      </p:pic>
      <p:pic>
        <p:nvPicPr>
          <p:cNvPr id="923" name="Picture 922" descr="A black background with a black square&#10;&#10;AI-generated content may be incorrect.">
            <a:extLst>
              <a:ext uri="{FF2B5EF4-FFF2-40B4-BE49-F238E27FC236}">
                <a16:creationId xmlns:a16="http://schemas.microsoft.com/office/drawing/2014/main" id="{2B9B4569-6008-4EE5-CE6F-A6FCCC012AE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901596" y="4961067"/>
            <a:ext cx="2635644" cy="752600"/>
          </a:xfrm>
          <a:prstGeom prst="rect">
            <a:avLst/>
          </a:prstGeom>
        </p:spPr>
      </p:pic>
      <p:pic>
        <p:nvPicPr>
          <p:cNvPr id="924" name="Picture 923" descr="A blue logo with a feather&#10;&#10;AI-generated content may be incorrect.">
            <a:extLst>
              <a:ext uri="{FF2B5EF4-FFF2-40B4-BE49-F238E27FC236}">
                <a16:creationId xmlns:a16="http://schemas.microsoft.com/office/drawing/2014/main" id="{AB8E3880-75B7-81F9-63D1-D6FA4A22FA1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712737" y="1456332"/>
            <a:ext cx="2201259" cy="1041929"/>
          </a:xfrm>
          <a:prstGeom prst="rect">
            <a:avLst/>
          </a:prstGeom>
        </p:spPr>
      </p:pic>
      <p:sp>
        <p:nvSpPr>
          <p:cNvPr id="925" name="TextBox 12">
            <a:extLst>
              <a:ext uri="{FF2B5EF4-FFF2-40B4-BE49-F238E27FC236}">
                <a16:creationId xmlns:a16="http://schemas.microsoft.com/office/drawing/2014/main" id="{D47C13CC-DB1B-54F7-B505-C7055D1DF3C9}"/>
              </a:ext>
            </a:extLst>
          </p:cNvPr>
          <p:cNvSpPr txBox="1"/>
          <p:nvPr/>
        </p:nvSpPr>
        <p:spPr>
          <a:xfrm>
            <a:off x="-3315471" y="3258664"/>
            <a:ext cx="1455661" cy="584775"/>
          </a:xfrm>
          <a:prstGeom prst="rect">
            <a:avLst/>
          </a:prstGeom>
          <a:noFill/>
        </p:spPr>
        <p:txBody>
          <a:bodyPr wrap="square">
            <a:spAutoFit/>
          </a:bodyPr>
          <a:lstStyle/>
          <a:p>
            <a:r>
              <a:rPr lang="en-US" sz="3200" b="1" noProof="1">
                <a:solidFill>
                  <a:schemeClr val="tx2">
                    <a:lumMod val="50000"/>
                    <a:lumOff val="50000"/>
                  </a:schemeClr>
                </a:solidFill>
                <a:cs typeface="Arial" panose="020B0604020202020204" pitchFamily="34" charset="0"/>
              </a:rPr>
              <a:t>Server</a:t>
            </a:r>
            <a:endParaRPr lang="vi-VN" sz="3200" noProof="1">
              <a:solidFill>
                <a:schemeClr val="tx2">
                  <a:lumMod val="50000"/>
                  <a:lumOff val="50000"/>
                </a:schemeClr>
              </a:solidFill>
              <a:cs typeface="Arial" panose="020B0604020202020204" pitchFamily="34" charset="0"/>
            </a:endParaRPr>
          </a:p>
        </p:txBody>
      </p:sp>
      <p:sp>
        <p:nvSpPr>
          <p:cNvPr id="926" name="TextBox 12">
            <a:extLst>
              <a:ext uri="{FF2B5EF4-FFF2-40B4-BE49-F238E27FC236}">
                <a16:creationId xmlns:a16="http://schemas.microsoft.com/office/drawing/2014/main" id="{427DD55C-7FFE-4843-9E3E-2D2D5852886A}"/>
              </a:ext>
            </a:extLst>
          </p:cNvPr>
          <p:cNvSpPr txBox="1"/>
          <p:nvPr/>
        </p:nvSpPr>
        <p:spPr>
          <a:xfrm>
            <a:off x="-5591601" y="6418100"/>
            <a:ext cx="5520273" cy="523220"/>
          </a:xfrm>
          <a:prstGeom prst="rect">
            <a:avLst/>
          </a:prstGeom>
          <a:noFill/>
        </p:spPr>
        <p:txBody>
          <a:bodyPr wrap="square">
            <a:spAutoFit/>
          </a:bodyPr>
          <a:lstStyle/>
          <a:p>
            <a:r>
              <a:rPr lang="en-US" sz="2800" b="1" noProof="1">
                <a:solidFill>
                  <a:schemeClr val="tx2">
                    <a:lumMod val="50000"/>
                    <a:lumOff val="50000"/>
                  </a:schemeClr>
                </a:solidFill>
                <a:cs typeface="Arial" panose="020B0604020202020204" pitchFamily="34" charset="0"/>
              </a:rPr>
              <a:t>Teacher client &amp; Student client</a:t>
            </a:r>
            <a:endParaRPr lang="vi-VN" sz="2800" noProof="1">
              <a:solidFill>
                <a:schemeClr val="tx2">
                  <a:lumMod val="50000"/>
                  <a:lumOff val="50000"/>
                </a:schemeClr>
              </a:solidFill>
              <a:cs typeface="Arial" panose="020B0604020202020204" pitchFamily="34" charset="0"/>
            </a:endParaRPr>
          </a:p>
        </p:txBody>
      </p:sp>
      <p:pic>
        <p:nvPicPr>
          <p:cNvPr id="927" name="Picture 926" descr="A black background with a black square&#10;&#10;AI-generated content may be incorrect.">
            <a:extLst>
              <a:ext uri="{FF2B5EF4-FFF2-40B4-BE49-F238E27FC236}">
                <a16:creationId xmlns:a16="http://schemas.microsoft.com/office/drawing/2014/main" id="{6F729D70-85E0-75AD-3C05-4E612FCF994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4504051" y="2287388"/>
            <a:ext cx="1141612" cy="1141612"/>
          </a:xfrm>
          <a:prstGeom prst="rect">
            <a:avLst/>
          </a:prstGeom>
        </p:spPr>
      </p:pic>
      <p:sp>
        <p:nvSpPr>
          <p:cNvPr id="928" name="TextBox 12">
            <a:extLst>
              <a:ext uri="{FF2B5EF4-FFF2-40B4-BE49-F238E27FC236}">
                <a16:creationId xmlns:a16="http://schemas.microsoft.com/office/drawing/2014/main" id="{616036CF-F90C-A16B-F136-E2AB1EBAFAA2}"/>
              </a:ext>
            </a:extLst>
          </p:cNvPr>
          <p:cNvSpPr txBox="1"/>
          <p:nvPr/>
        </p:nvSpPr>
        <p:spPr>
          <a:xfrm>
            <a:off x="13839943" y="3429962"/>
            <a:ext cx="2407815" cy="707886"/>
          </a:xfrm>
          <a:prstGeom prst="rect">
            <a:avLst/>
          </a:prstGeom>
          <a:noFill/>
        </p:spPr>
        <p:txBody>
          <a:bodyPr wrap="square">
            <a:spAutoFit/>
          </a:bodyPr>
          <a:lstStyle/>
          <a:p>
            <a:pPr algn="ctr"/>
            <a:r>
              <a:rPr lang="en-US" sz="2000" b="1" noProof="1">
                <a:solidFill>
                  <a:schemeClr val="tx2">
                    <a:lumMod val="50000"/>
                    <a:lumOff val="50000"/>
                  </a:schemeClr>
                </a:solidFill>
                <a:cs typeface="Arial" panose="020B0604020202020204" pitchFamily="34" charset="0"/>
              </a:rPr>
              <a:t>Rest API giao tiếp các ứng dụng</a:t>
            </a:r>
            <a:endParaRPr lang="vi-VN" sz="2000" noProof="1">
              <a:solidFill>
                <a:schemeClr val="tx2">
                  <a:lumMod val="50000"/>
                  <a:lumOff val="50000"/>
                </a:schemeClr>
              </a:solidFill>
              <a:cs typeface="Arial" panose="020B0604020202020204" pitchFamily="34" charset="0"/>
            </a:endParaRPr>
          </a:p>
        </p:txBody>
      </p:sp>
      <p:sp>
        <p:nvSpPr>
          <p:cNvPr id="931" name="TextBox 930">
            <a:extLst>
              <a:ext uri="{FF2B5EF4-FFF2-40B4-BE49-F238E27FC236}">
                <a16:creationId xmlns:a16="http://schemas.microsoft.com/office/drawing/2014/main" id="{A4B4A4AE-66FF-ABC9-AB82-5754E0A39CE3}"/>
              </a:ext>
            </a:extLst>
          </p:cNvPr>
          <p:cNvSpPr txBox="1"/>
          <p:nvPr/>
        </p:nvSpPr>
        <p:spPr>
          <a:xfrm>
            <a:off x="833120" y="9578819"/>
            <a:ext cx="10525760" cy="3675045"/>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vi-VN" sz="4000" dirty="0">
                <a:effectLst/>
                <a:latin typeface="Times New Roman" panose="02020603050405020304" pitchFamily="18" charset="0"/>
                <a:ea typeface="Aptos" panose="020B0004020202020204" pitchFamily="34" charset="0"/>
              </a:rPr>
              <a:t>Mục đích cuối cùng là xây dựng một hệ thống thi trắc nghiệm bảo mật và hiệu quả, giúp nhà trường</a:t>
            </a:r>
            <a:r>
              <a:rPr lang="en-US" sz="4000" dirty="0">
                <a:effectLst/>
                <a:latin typeface="Times New Roman" panose="02020603050405020304" pitchFamily="18" charset="0"/>
                <a:ea typeface="Aptos" panose="020B0004020202020204" pitchFamily="34" charset="0"/>
              </a:rPr>
              <a:t> </a:t>
            </a:r>
            <a:r>
              <a:rPr lang="en-US" sz="4000" dirty="0" err="1">
                <a:effectLst/>
                <a:latin typeface="Times New Roman" panose="02020603050405020304" pitchFamily="18" charset="0"/>
                <a:ea typeface="Aptos" panose="020B0004020202020204" pitchFamily="34" charset="0"/>
              </a:rPr>
              <a:t>tự</a:t>
            </a:r>
            <a:r>
              <a:rPr lang="en-US" sz="4000" dirty="0">
                <a:effectLst/>
                <a:latin typeface="Times New Roman" panose="02020603050405020304" pitchFamily="18" charset="0"/>
                <a:ea typeface="Aptos" panose="020B0004020202020204" pitchFamily="34" charset="0"/>
              </a:rPr>
              <a:t> </a:t>
            </a:r>
            <a:r>
              <a:rPr lang="en-US" sz="4000" dirty="0" err="1">
                <a:effectLst/>
                <a:latin typeface="Times New Roman" panose="02020603050405020304" pitchFamily="18" charset="0"/>
                <a:ea typeface="Aptos" panose="020B0004020202020204" pitchFamily="34" charset="0"/>
              </a:rPr>
              <a:t>động</a:t>
            </a:r>
            <a:r>
              <a:rPr lang="en-US" sz="4000" dirty="0">
                <a:effectLst/>
                <a:latin typeface="Times New Roman" panose="02020603050405020304" pitchFamily="18" charset="0"/>
                <a:ea typeface="Aptos" panose="020B0004020202020204" pitchFamily="34" charset="0"/>
              </a:rPr>
              <a:t> </a:t>
            </a:r>
            <a:r>
              <a:rPr lang="en-US" sz="4000" dirty="0" err="1">
                <a:effectLst/>
                <a:latin typeface="Times New Roman" panose="02020603050405020304" pitchFamily="18" charset="0"/>
                <a:ea typeface="Aptos" panose="020B0004020202020204" pitchFamily="34" charset="0"/>
              </a:rPr>
              <a:t>hoá</a:t>
            </a:r>
            <a:r>
              <a:rPr lang="en-US" sz="4000" dirty="0">
                <a:effectLst/>
                <a:latin typeface="Times New Roman" panose="02020603050405020304" pitchFamily="18" charset="0"/>
                <a:ea typeface="Aptos" panose="020B0004020202020204" pitchFamily="34" charset="0"/>
              </a:rPr>
              <a:t> </a:t>
            </a:r>
            <a:r>
              <a:rPr lang="en-US" sz="4000" dirty="0" err="1">
                <a:effectLst/>
                <a:latin typeface="Times New Roman" panose="02020603050405020304" pitchFamily="18" charset="0"/>
                <a:ea typeface="Aptos" panose="020B0004020202020204" pitchFamily="34" charset="0"/>
              </a:rPr>
              <a:t>phân</a:t>
            </a:r>
            <a:r>
              <a:rPr lang="en-US" sz="4000" dirty="0">
                <a:effectLst/>
                <a:latin typeface="Times New Roman" panose="02020603050405020304" pitchFamily="18" charset="0"/>
                <a:ea typeface="Aptos" panose="020B0004020202020204" pitchFamily="34" charset="0"/>
              </a:rPr>
              <a:t> </a:t>
            </a:r>
            <a:r>
              <a:rPr lang="en-US" sz="4000" dirty="0" err="1">
                <a:effectLst/>
                <a:latin typeface="Times New Roman" panose="02020603050405020304" pitchFamily="18" charset="0"/>
                <a:ea typeface="Aptos" panose="020B0004020202020204" pitchFamily="34" charset="0"/>
              </a:rPr>
              <a:t>công</a:t>
            </a:r>
            <a:r>
              <a:rPr lang="vi-VN" sz="4000" dirty="0">
                <a:effectLst/>
                <a:latin typeface="Times New Roman" panose="02020603050405020304" pitchFamily="18" charset="0"/>
                <a:ea typeface="Aptos" panose="020B0004020202020204" pitchFamily="34" charset="0"/>
              </a:rPr>
              <a:t> nâng cao chất lượng </a:t>
            </a:r>
            <a:r>
              <a:rPr lang="en-US" sz="4000" dirty="0" err="1">
                <a:effectLst/>
                <a:latin typeface="Times New Roman" panose="02020603050405020304" pitchFamily="18" charset="0"/>
                <a:ea typeface="Aptos" panose="020B0004020202020204" pitchFamily="34" charset="0"/>
              </a:rPr>
              <a:t>kỳ</a:t>
            </a:r>
            <a:r>
              <a:rPr lang="en-US" sz="4000" dirty="0">
                <a:effectLst/>
                <a:latin typeface="Times New Roman" panose="02020603050405020304" pitchFamily="18" charset="0"/>
                <a:ea typeface="Aptos" panose="020B0004020202020204" pitchFamily="34" charset="0"/>
              </a:rPr>
              <a:t> </a:t>
            </a:r>
            <a:r>
              <a:rPr lang="en-US" sz="4000" dirty="0" err="1">
                <a:effectLst/>
                <a:latin typeface="Times New Roman" panose="02020603050405020304" pitchFamily="18" charset="0"/>
                <a:ea typeface="Aptos" panose="020B0004020202020204" pitchFamily="34" charset="0"/>
              </a:rPr>
              <a:t>thi</a:t>
            </a:r>
            <a:r>
              <a:rPr lang="vi-VN" sz="4000" dirty="0">
                <a:effectLst/>
                <a:latin typeface="Times New Roman" panose="02020603050405020304" pitchFamily="18" charset="0"/>
                <a:ea typeface="Aptos" panose="020B0004020202020204" pitchFamily="34" charset="0"/>
              </a:rPr>
              <a:t>, đảm bảo công bằng trong thi cử</a:t>
            </a:r>
            <a:r>
              <a:rPr lang="en-US" sz="4000" dirty="0">
                <a:effectLst/>
                <a:latin typeface="Times New Roman" panose="02020603050405020304" pitchFamily="18" charset="0"/>
                <a:ea typeface="Aptos" panose="020B0004020202020204" pitchFamily="34" charset="0"/>
              </a:rPr>
              <a:t>.</a:t>
            </a:r>
            <a:endParaRPr lang="vi-VN" sz="4000" dirty="0">
              <a:effectLst/>
              <a:latin typeface="Times New Roman" panose="02020603050405020304" pitchFamily="18" charset="0"/>
              <a:ea typeface="Aptos" panose="020B0004020202020204" pitchFamily="34" charset="0"/>
            </a:endParaRPr>
          </a:p>
        </p:txBody>
      </p:sp>
    </p:spTree>
    <p:extLst>
      <p:ext uri="{BB962C8B-B14F-4D97-AF65-F5344CB8AC3E}">
        <p14:creationId xmlns:p14="http://schemas.microsoft.com/office/powerpoint/2010/main" val="2787622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7AFE6F7-02AB-4B78-36CC-0BDE8A853C63}"/>
            </a:ext>
          </a:extLst>
        </p:cNvPr>
        <p:cNvGrpSpPr/>
        <p:nvPr/>
      </p:nvGrpSpPr>
      <p:grpSpPr>
        <a:xfrm>
          <a:off x="0" y="0"/>
          <a:ext cx="0" cy="0"/>
          <a:chOff x="0" y="0"/>
          <a:chExt cx="0" cy="0"/>
        </a:xfrm>
      </p:grpSpPr>
      <p:sp>
        <p:nvSpPr>
          <p:cNvPr id="622" name="minhgiang.pro 3">
            <a:extLst>
              <a:ext uri="{FF2B5EF4-FFF2-40B4-BE49-F238E27FC236}">
                <a16:creationId xmlns:a16="http://schemas.microsoft.com/office/drawing/2014/main" id="{4D556686-3160-013B-E65E-1C6E5D755D56}"/>
              </a:ext>
            </a:extLst>
          </p:cNvPr>
          <p:cNvSpPr/>
          <p:nvPr/>
        </p:nvSpPr>
        <p:spPr>
          <a:xfrm>
            <a:off x="11516570" y="4255214"/>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minhgiang.pro 1">
            <a:extLst>
              <a:ext uri="{FF2B5EF4-FFF2-40B4-BE49-F238E27FC236}">
                <a16:creationId xmlns:a16="http://schemas.microsoft.com/office/drawing/2014/main" id="{A9C38AA2-2F0C-08CC-CDC9-95378B809A37}"/>
              </a:ext>
            </a:extLst>
          </p:cNvPr>
          <p:cNvSpPr/>
          <p:nvPr/>
        </p:nvSpPr>
        <p:spPr>
          <a:xfrm>
            <a:off x="4062413" y="-1645537"/>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noFill/>
          <a:ln w="38100">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4" name="minhgiang.pro 2">
            <a:extLst>
              <a:ext uri="{FF2B5EF4-FFF2-40B4-BE49-F238E27FC236}">
                <a16:creationId xmlns:a16="http://schemas.microsoft.com/office/drawing/2014/main" id="{8AD93C75-BE3F-95E8-25FD-25F7B09F6E13}"/>
              </a:ext>
            </a:extLst>
          </p:cNvPr>
          <p:cNvSpPr/>
          <p:nvPr/>
        </p:nvSpPr>
        <p:spPr>
          <a:xfrm>
            <a:off x="2716673" y="5653520"/>
            <a:ext cx="2408960" cy="2408960"/>
          </a:xfrm>
          <a:custGeom>
            <a:avLst/>
            <a:gdLst>
              <a:gd name="connsiteX0" fmla="*/ 1720206 w 3440412"/>
              <a:gd name="connsiteY0" fmla="*/ 808129 h 3440412"/>
              <a:gd name="connsiteX1" fmla="*/ 808129 w 3440412"/>
              <a:gd name="connsiteY1" fmla="*/ 1720206 h 3440412"/>
              <a:gd name="connsiteX2" fmla="*/ 1720206 w 3440412"/>
              <a:gd name="connsiteY2" fmla="*/ 2632283 h 3440412"/>
              <a:gd name="connsiteX3" fmla="*/ 2632283 w 3440412"/>
              <a:gd name="connsiteY3" fmla="*/ 1720206 h 3440412"/>
              <a:gd name="connsiteX4" fmla="*/ 1720206 w 3440412"/>
              <a:gd name="connsiteY4" fmla="*/ 808129 h 3440412"/>
              <a:gd name="connsiteX5" fmla="*/ 1720206 w 3440412"/>
              <a:gd name="connsiteY5" fmla="*/ 0 h 3440412"/>
              <a:gd name="connsiteX6" fmla="*/ 3440412 w 3440412"/>
              <a:gd name="connsiteY6" fmla="*/ 1720206 h 3440412"/>
              <a:gd name="connsiteX7" fmla="*/ 1720206 w 3440412"/>
              <a:gd name="connsiteY7" fmla="*/ 3440412 h 3440412"/>
              <a:gd name="connsiteX8" fmla="*/ 0 w 3440412"/>
              <a:gd name="connsiteY8" fmla="*/ 1720206 h 3440412"/>
              <a:gd name="connsiteX9" fmla="*/ 1720206 w 3440412"/>
              <a:gd name="connsiteY9" fmla="*/ 0 h 344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40412" h="3440412">
                <a:moveTo>
                  <a:pt x="1720206" y="808129"/>
                </a:moveTo>
                <a:cubicBezTo>
                  <a:pt x="1216480" y="808129"/>
                  <a:pt x="808129" y="1216480"/>
                  <a:pt x="808129" y="1720206"/>
                </a:cubicBezTo>
                <a:cubicBezTo>
                  <a:pt x="808129" y="2223932"/>
                  <a:pt x="1216480" y="2632283"/>
                  <a:pt x="1720206" y="2632283"/>
                </a:cubicBezTo>
                <a:cubicBezTo>
                  <a:pt x="2223932" y="2632283"/>
                  <a:pt x="2632283" y="2223932"/>
                  <a:pt x="2632283" y="1720206"/>
                </a:cubicBezTo>
                <a:cubicBezTo>
                  <a:pt x="2632283" y="1216480"/>
                  <a:pt x="2223932" y="808129"/>
                  <a:pt x="1720206" y="808129"/>
                </a:cubicBezTo>
                <a:close/>
                <a:moveTo>
                  <a:pt x="1720206" y="0"/>
                </a:moveTo>
                <a:cubicBezTo>
                  <a:pt x="2670250" y="0"/>
                  <a:pt x="3440412" y="770162"/>
                  <a:pt x="3440412" y="1720206"/>
                </a:cubicBezTo>
                <a:cubicBezTo>
                  <a:pt x="3440412" y="2670250"/>
                  <a:pt x="2670250" y="3440412"/>
                  <a:pt x="1720206" y="3440412"/>
                </a:cubicBezTo>
                <a:cubicBezTo>
                  <a:pt x="770162" y="3440412"/>
                  <a:pt x="0" y="2670250"/>
                  <a:pt x="0" y="1720206"/>
                </a:cubicBezTo>
                <a:cubicBezTo>
                  <a:pt x="0" y="770162"/>
                  <a:pt x="770162" y="0"/>
                  <a:pt x="1720206" y="0"/>
                </a:cubicBezTo>
                <a:close/>
              </a:path>
            </a:pathLst>
          </a:custGeom>
          <a:solidFill>
            <a:schemeClr val="tx2">
              <a:lumMod val="25000"/>
              <a:lumOff val="7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5" name="minhgiang.pro 3">
            <a:extLst>
              <a:ext uri="{FF2B5EF4-FFF2-40B4-BE49-F238E27FC236}">
                <a16:creationId xmlns:a16="http://schemas.microsoft.com/office/drawing/2014/main" id="{DFF80292-12D5-D3BB-1007-4B5FF414F727}"/>
              </a:ext>
            </a:extLst>
          </p:cNvPr>
          <p:cNvSpPr/>
          <p:nvPr/>
        </p:nvSpPr>
        <p:spPr>
          <a:xfrm>
            <a:off x="-232431" y="-693496"/>
            <a:ext cx="1908084" cy="1908084"/>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Giang">
            <a:extLst>
              <a:ext uri="{FF2B5EF4-FFF2-40B4-BE49-F238E27FC236}">
                <a16:creationId xmlns:a16="http://schemas.microsoft.com/office/drawing/2014/main" id="{FC7A2BED-F381-78D1-1CBC-7155C41517F3}"/>
              </a:ext>
            </a:extLst>
          </p:cNvPr>
          <p:cNvSpPr/>
          <p:nvPr/>
        </p:nvSpPr>
        <p:spPr>
          <a:xfrm>
            <a:off x="447368" y="210435"/>
            <a:ext cx="11297264" cy="6354711"/>
          </a:xfrm>
          <a:prstGeom prst="roundRect">
            <a:avLst>
              <a:gd name="adj" fmla="val 5625"/>
            </a:avLst>
          </a:prstGeom>
          <a:solidFill>
            <a:schemeClr val="bg1"/>
          </a:solidFill>
          <a:ln w="19050">
            <a:solidFill>
              <a:schemeClr val="bg1"/>
            </a:solidFill>
          </a:ln>
          <a:effectLst>
            <a:outerShdw blurRad="965200" dist="38100" dir="10800000" algn="r" rotWithShape="0">
              <a:srgbClr val="819C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vi-VN" noProof="1">
              <a:cs typeface="+mn-ea"/>
              <a:sym typeface="+mn-lt"/>
            </a:endParaRPr>
          </a:p>
        </p:txBody>
      </p:sp>
      <p:sp>
        <p:nvSpPr>
          <p:cNvPr id="2" name="TextBox 1">
            <a:extLst>
              <a:ext uri="{FF2B5EF4-FFF2-40B4-BE49-F238E27FC236}">
                <a16:creationId xmlns:a16="http://schemas.microsoft.com/office/drawing/2014/main" id="{FB54A2F6-0EEE-8553-FA24-750B930433F1}"/>
              </a:ext>
            </a:extLst>
          </p:cNvPr>
          <p:cNvSpPr txBox="1"/>
          <p:nvPr/>
        </p:nvSpPr>
        <p:spPr>
          <a:xfrm>
            <a:off x="833120" y="1550267"/>
            <a:ext cx="10525760" cy="3675045"/>
          </a:xfrm>
          <a:prstGeom prst="rect">
            <a:avLst/>
          </a:prstGeom>
          <a:noFill/>
        </p:spPr>
        <p:txBody>
          <a:bodyPr wrap="square">
            <a:spAutoFit/>
          </a:bodyPr>
          <a:lstStyle/>
          <a:p>
            <a:pPr marL="342900" lvl="0" indent="-342900" algn="just">
              <a:lnSpc>
                <a:spcPct val="150000"/>
              </a:lnSpc>
              <a:buFont typeface="Wingdings" panose="05000000000000000000" pitchFamily="2" charset="2"/>
              <a:buChar char=""/>
            </a:pPr>
            <a:r>
              <a:rPr lang="vi-VN" sz="4000" dirty="0">
                <a:effectLst/>
                <a:latin typeface="Times New Roman" panose="02020603050405020304" pitchFamily="18" charset="0"/>
                <a:ea typeface="Aptos" panose="020B0004020202020204" pitchFamily="34" charset="0"/>
              </a:rPr>
              <a:t>Mục đích cuối cùng là xây dựng một hệ thống thi trắc nghiệm bảo mật và hiệu quả, giúp nhà trường</a:t>
            </a:r>
            <a:r>
              <a:rPr lang="en-US" sz="4000" dirty="0">
                <a:effectLst/>
                <a:latin typeface="Times New Roman" panose="02020603050405020304" pitchFamily="18" charset="0"/>
                <a:ea typeface="Aptos" panose="020B0004020202020204" pitchFamily="34" charset="0"/>
              </a:rPr>
              <a:t> </a:t>
            </a:r>
            <a:r>
              <a:rPr lang="en-US" sz="4000" dirty="0" err="1">
                <a:effectLst/>
                <a:latin typeface="Times New Roman" panose="02020603050405020304" pitchFamily="18" charset="0"/>
                <a:ea typeface="Aptos" panose="020B0004020202020204" pitchFamily="34" charset="0"/>
              </a:rPr>
              <a:t>tự</a:t>
            </a:r>
            <a:r>
              <a:rPr lang="en-US" sz="4000" dirty="0">
                <a:effectLst/>
                <a:latin typeface="Times New Roman" panose="02020603050405020304" pitchFamily="18" charset="0"/>
                <a:ea typeface="Aptos" panose="020B0004020202020204" pitchFamily="34" charset="0"/>
              </a:rPr>
              <a:t> </a:t>
            </a:r>
            <a:r>
              <a:rPr lang="en-US" sz="4000" dirty="0" err="1">
                <a:effectLst/>
                <a:latin typeface="Times New Roman" panose="02020603050405020304" pitchFamily="18" charset="0"/>
                <a:ea typeface="Aptos" panose="020B0004020202020204" pitchFamily="34" charset="0"/>
              </a:rPr>
              <a:t>động</a:t>
            </a:r>
            <a:r>
              <a:rPr lang="en-US" sz="4000" dirty="0">
                <a:effectLst/>
                <a:latin typeface="Times New Roman" panose="02020603050405020304" pitchFamily="18" charset="0"/>
                <a:ea typeface="Aptos" panose="020B0004020202020204" pitchFamily="34" charset="0"/>
              </a:rPr>
              <a:t> </a:t>
            </a:r>
            <a:r>
              <a:rPr lang="en-US" sz="4000" dirty="0" err="1">
                <a:effectLst/>
                <a:latin typeface="Times New Roman" panose="02020603050405020304" pitchFamily="18" charset="0"/>
                <a:ea typeface="Aptos" panose="020B0004020202020204" pitchFamily="34" charset="0"/>
              </a:rPr>
              <a:t>hoá</a:t>
            </a:r>
            <a:r>
              <a:rPr lang="en-US" sz="4000" dirty="0">
                <a:effectLst/>
                <a:latin typeface="Times New Roman" panose="02020603050405020304" pitchFamily="18" charset="0"/>
                <a:ea typeface="Aptos" panose="020B0004020202020204" pitchFamily="34" charset="0"/>
              </a:rPr>
              <a:t> </a:t>
            </a:r>
            <a:r>
              <a:rPr lang="en-US" sz="4000" dirty="0" err="1">
                <a:effectLst/>
                <a:latin typeface="Times New Roman" panose="02020603050405020304" pitchFamily="18" charset="0"/>
                <a:ea typeface="Aptos" panose="020B0004020202020204" pitchFamily="34" charset="0"/>
              </a:rPr>
              <a:t>phân</a:t>
            </a:r>
            <a:r>
              <a:rPr lang="en-US" sz="4000" dirty="0">
                <a:effectLst/>
                <a:latin typeface="Times New Roman" panose="02020603050405020304" pitchFamily="18" charset="0"/>
                <a:ea typeface="Aptos" panose="020B0004020202020204" pitchFamily="34" charset="0"/>
              </a:rPr>
              <a:t> </a:t>
            </a:r>
            <a:r>
              <a:rPr lang="en-US" sz="4000" dirty="0" err="1">
                <a:effectLst/>
                <a:latin typeface="Times New Roman" panose="02020603050405020304" pitchFamily="18" charset="0"/>
                <a:ea typeface="Aptos" panose="020B0004020202020204" pitchFamily="34" charset="0"/>
              </a:rPr>
              <a:t>công</a:t>
            </a:r>
            <a:r>
              <a:rPr lang="vi-VN" sz="4000" dirty="0">
                <a:effectLst/>
                <a:latin typeface="Times New Roman" panose="02020603050405020304" pitchFamily="18" charset="0"/>
                <a:ea typeface="Aptos" panose="020B0004020202020204" pitchFamily="34" charset="0"/>
              </a:rPr>
              <a:t> nâng cao chất lượng </a:t>
            </a:r>
            <a:r>
              <a:rPr lang="en-US" sz="4000" dirty="0" err="1">
                <a:effectLst/>
                <a:latin typeface="Times New Roman" panose="02020603050405020304" pitchFamily="18" charset="0"/>
                <a:ea typeface="Aptos" panose="020B0004020202020204" pitchFamily="34" charset="0"/>
              </a:rPr>
              <a:t>kỳ</a:t>
            </a:r>
            <a:r>
              <a:rPr lang="en-US" sz="4000" dirty="0">
                <a:effectLst/>
                <a:latin typeface="Times New Roman" panose="02020603050405020304" pitchFamily="18" charset="0"/>
                <a:ea typeface="Aptos" panose="020B0004020202020204" pitchFamily="34" charset="0"/>
              </a:rPr>
              <a:t> </a:t>
            </a:r>
            <a:r>
              <a:rPr lang="en-US" sz="4000" dirty="0" err="1">
                <a:effectLst/>
                <a:latin typeface="Times New Roman" panose="02020603050405020304" pitchFamily="18" charset="0"/>
                <a:ea typeface="Aptos" panose="020B0004020202020204" pitchFamily="34" charset="0"/>
              </a:rPr>
              <a:t>thi</a:t>
            </a:r>
            <a:r>
              <a:rPr lang="vi-VN" sz="4000" dirty="0">
                <a:effectLst/>
                <a:latin typeface="Times New Roman" panose="02020603050405020304" pitchFamily="18" charset="0"/>
                <a:ea typeface="Aptos" panose="020B0004020202020204" pitchFamily="34" charset="0"/>
              </a:rPr>
              <a:t>, đảm bảo công bằng trong thi cử</a:t>
            </a:r>
            <a:r>
              <a:rPr lang="en-US" sz="4000" dirty="0">
                <a:effectLst/>
                <a:latin typeface="Times New Roman" panose="02020603050405020304" pitchFamily="18" charset="0"/>
                <a:ea typeface="Aptos" panose="020B0004020202020204" pitchFamily="34" charset="0"/>
              </a:rPr>
              <a:t>.</a:t>
            </a:r>
            <a:endParaRPr lang="vi-VN" sz="4000" dirty="0">
              <a:effectLst/>
              <a:latin typeface="Times New Roman" panose="02020603050405020304" pitchFamily="18" charset="0"/>
              <a:ea typeface="Aptos" panose="020B0004020202020204" pitchFamily="34" charset="0"/>
            </a:endParaRPr>
          </a:p>
        </p:txBody>
      </p:sp>
      <p:pic>
        <p:nvPicPr>
          <p:cNvPr id="3" name="Hình ảnh 14" descr="Ảnh có chứa biểu tượng, Nhãn hiệu, Phông chữ, vòng tròn&#10;&#10;Mô tả được tạo tự động">
            <a:extLst>
              <a:ext uri="{FF2B5EF4-FFF2-40B4-BE49-F238E27FC236}">
                <a16:creationId xmlns:a16="http://schemas.microsoft.com/office/drawing/2014/main" id="{3FF48A79-94E9-6C3D-46A8-6CE847EF43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24009" y="59750"/>
            <a:ext cx="847781" cy="847781"/>
          </a:xfrm>
          <a:prstGeom prst="rect">
            <a:avLst/>
          </a:prstGeom>
        </p:spPr>
      </p:pic>
      <p:sp>
        <p:nvSpPr>
          <p:cNvPr id="621" name="TextBox 620">
            <a:extLst>
              <a:ext uri="{FF2B5EF4-FFF2-40B4-BE49-F238E27FC236}">
                <a16:creationId xmlns:a16="http://schemas.microsoft.com/office/drawing/2014/main" id="{29C11C65-08CA-1DA7-76F6-0B536E00FA6A}"/>
              </a:ext>
            </a:extLst>
          </p:cNvPr>
          <p:cNvSpPr txBox="1"/>
          <p:nvPr/>
        </p:nvSpPr>
        <p:spPr>
          <a:xfrm>
            <a:off x="11365727" y="6380480"/>
            <a:ext cx="308098" cy="369332"/>
          </a:xfrm>
          <a:prstGeom prst="rect">
            <a:avLst/>
          </a:prstGeom>
          <a:noFill/>
        </p:spPr>
        <p:txBody>
          <a:bodyPr wrap="none" rtlCol="0">
            <a:spAutoFit/>
          </a:bodyPr>
          <a:lstStyle/>
          <a:p>
            <a:r>
              <a:rPr lang="en-US" dirty="0"/>
              <a:t>8</a:t>
            </a:r>
            <a:endParaRPr lang="vi-VN" dirty="0"/>
          </a:p>
        </p:txBody>
      </p:sp>
      <p:pic>
        <p:nvPicPr>
          <p:cNvPr id="4" name="Picture 3">
            <a:extLst>
              <a:ext uri="{FF2B5EF4-FFF2-40B4-BE49-F238E27FC236}">
                <a16:creationId xmlns:a16="http://schemas.microsoft.com/office/drawing/2014/main" id="{D1962AAA-6955-B03D-54B3-88838884F4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57897" y="-3822208"/>
            <a:ext cx="5876205" cy="1730869"/>
          </a:xfrm>
          <a:prstGeom prst="rect">
            <a:avLst/>
          </a:prstGeom>
        </p:spPr>
      </p:pic>
      <p:sp>
        <p:nvSpPr>
          <p:cNvPr id="5" name="TextBox 12">
            <a:extLst>
              <a:ext uri="{FF2B5EF4-FFF2-40B4-BE49-F238E27FC236}">
                <a16:creationId xmlns:a16="http://schemas.microsoft.com/office/drawing/2014/main" id="{A61C9194-F624-DD8E-26C0-82B656DFCD59}"/>
              </a:ext>
            </a:extLst>
          </p:cNvPr>
          <p:cNvSpPr txBox="1"/>
          <p:nvPr/>
        </p:nvSpPr>
        <p:spPr>
          <a:xfrm>
            <a:off x="1351884" y="-6408419"/>
            <a:ext cx="3230906" cy="1323439"/>
          </a:xfrm>
          <a:prstGeom prst="rect">
            <a:avLst/>
          </a:prstGeom>
          <a:noFill/>
        </p:spPr>
        <p:txBody>
          <a:bodyPr wrap="square">
            <a:spAutoFit/>
          </a:bodyPr>
          <a:lstStyle/>
          <a:p>
            <a:r>
              <a:rPr lang="en-US" sz="4000" b="1" noProof="1">
                <a:solidFill>
                  <a:schemeClr val="tx2">
                    <a:lumMod val="50000"/>
                    <a:lumOff val="50000"/>
                  </a:schemeClr>
                </a:solidFill>
                <a:cs typeface="Arial" panose="020B0604020202020204" pitchFamily="34" charset="0"/>
              </a:rPr>
              <a:t>Sơ đồ triển khai</a:t>
            </a:r>
            <a:endParaRPr lang="vi-VN" sz="4000" noProof="1">
              <a:solidFill>
                <a:schemeClr val="tx2">
                  <a:lumMod val="50000"/>
                  <a:lumOff val="50000"/>
                </a:schemeClr>
              </a:solidFill>
              <a:cs typeface="Arial" panose="020B0604020202020204" pitchFamily="34" charset="0"/>
            </a:endParaRPr>
          </a:p>
        </p:txBody>
      </p:sp>
    </p:spTree>
    <p:extLst>
      <p:ext uri="{BB962C8B-B14F-4D97-AF65-F5344CB8AC3E}">
        <p14:creationId xmlns:p14="http://schemas.microsoft.com/office/powerpoint/2010/main" val="1704128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TM03090434[[fn=Wood Type]]</Template>
  <TotalTime>1781</TotalTime>
  <Words>2092</Words>
  <Application>Microsoft Office PowerPoint</Application>
  <PresentationFormat>Widescreen</PresentationFormat>
  <Paragraphs>134</Paragraphs>
  <Slides>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Segoe UI 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Giang</dc:creator>
  <cp:lastModifiedBy>Minh Giang</cp:lastModifiedBy>
  <cp:revision>45</cp:revision>
  <dcterms:created xsi:type="dcterms:W3CDTF">2025-04-19T07:44:11Z</dcterms:created>
  <dcterms:modified xsi:type="dcterms:W3CDTF">2025-04-21T04:18:43Z</dcterms:modified>
</cp:coreProperties>
</file>